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4"/>
  </p:notesMasterIdLst>
  <p:handoutMasterIdLst>
    <p:handoutMasterId r:id="rId55"/>
  </p:handoutMasterIdLst>
  <p:sldIdLst>
    <p:sldId id="794" r:id="rId2"/>
    <p:sldId id="806" r:id="rId3"/>
    <p:sldId id="851" r:id="rId4"/>
    <p:sldId id="795" r:id="rId5"/>
    <p:sldId id="852" r:id="rId6"/>
    <p:sldId id="807" r:id="rId7"/>
    <p:sldId id="809" r:id="rId8"/>
    <p:sldId id="810" r:id="rId9"/>
    <p:sldId id="853" r:id="rId10"/>
    <p:sldId id="798" r:id="rId11"/>
    <p:sldId id="800" r:id="rId12"/>
    <p:sldId id="801" r:id="rId13"/>
    <p:sldId id="802" r:id="rId14"/>
    <p:sldId id="797" r:id="rId15"/>
    <p:sldId id="799" r:id="rId16"/>
    <p:sldId id="803" r:id="rId17"/>
    <p:sldId id="804" r:id="rId18"/>
    <p:sldId id="805" r:id="rId19"/>
    <p:sldId id="812" r:id="rId20"/>
    <p:sldId id="796" r:id="rId21"/>
    <p:sldId id="811" r:id="rId22"/>
    <p:sldId id="814" r:id="rId23"/>
    <p:sldId id="815" r:id="rId24"/>
    <p:sldId id="844" r:id="rId25"/>
    <p:sldId id="845" r:id="rId26"/>
    <p:sldId id="846" r:id="rId27"/>
    <p:sldId id="847" r:id="rId28"/>
    <p:sldId id="839" r:id="rId29"/>
    <p:sldId id="816" r:id="rId30"/>
    <p:sldId id="817" r:id="rId31"/>
    <p:sldId id="818" r:id="rId32"/>
    <p:sldId id="819" r:id="rId33"/>
    <p:sldId id="820" r:id="rId34"/>
    <p:sldId id="821" r:id="rId35"/>
    <p:sldId id="822" r:id="rId36"/>
    <p:sldId id="823" r:id="rId37"/>
    <p:sldId id="824" r:id="rId38"/>
    <p:sldId id="825" r:id="rId39"/>
    <p:sldId id="826" r:id="rId40"/>
    <p:sldId id="827" r:id="rId41"/>
    <p:sldId id="828" r:id="rId42"/>
    <p:sldId id="829" r:id="rId43"/>
    <p:sldId id="830" r:id="rId44"/>
    <p:sldId id="831" r:id="rId45"/>
    <p:sldId id="834" r:id="rId46"/>
    <p:sldId id="835" r:id="rId47"/>
    <p:sldId id="836" r:id="rId48"/>
    <p:sldId id="837" r:id="rId49"/>
    <p:sldId id="838" r:id="rId50"/>
    <p:sldId id="840" r:id="rId51"/>
    <p:sldId id="849" r:id="rId52"/>
    <p:sldId id="850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64" autoAdjust="0"/>
    <p:restoredTop sz="88872" autoAdjust="0"/>
  </p:normalViewPr>
  <p:slideViewPr>
    <p:cSldViewPr snapToGrid="0">
      <p:cViewPr>
        <p:scale>
          <a:sx n="123" d="100"/>
          <a:sy n="123" d="100"/>
        </p:scale>
        <p:origin x="504" y="7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28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525 69 6449 0 0,'0'-2'127'0'0,"1"0"0"0"0,-1 0 0 0 0,0 1 0 0 0,0-1 0 0 0,0 0 0 0 0,0 0-1 0 0,0 0 1 0 0,0 0 0 0 0,0 0 0 0 0,-1 0 0 0 0,1 0 0 0 0,-1 1 0 0 0,1-1 0 0 0,-1 0-1 0 0,0 0 1 0 0,0 0 0 0 0,0 1 0 0 0,0-1 0 0 0,0 1 0 0 0,0-1 0 0 0,0 0 0 0 0,0 1-1 0 0,-1 0 1 0 0,1-1 0 0 0,0 1 0 0 0,-1 0 0 0 0,1 0 0 0 0,-1 0 0 0 0,-3-2 0 0 0,1 0 93 0 0,0 1-1 0 0,-1 0 1 0 0,1 0 0 0 0,-1 0 0 0 0,1 0 0 0 0,-1 1 0 0 0,0 0 0 0 0,1 0 0 0 0,-1 0 0 0 0,-9 0 0 0 0,1 2 84 0 0,1 1 1 0 0,-1 1-1 0 0,0 0 0 0 0,1 0 1 0 0,-1 1-1 0 0,1 1 1 0 0,0 0-1 0 0,1 1 1 0 0,-16 9-1 0 0,-13 11 336 0 0,-41 36-1 0 0,69-53-473 0 0,-7 6 63 0 0,-68 58 372 0 0,79-65-579 0 0,1-1-1 0 0,0 1 1 0 0,0 0-1 0 0,1 1 1 0 0,0 0-1 0 0,1 0 1 0 0,0 0-1 0 0,-5 12 1 0 0,9-19-25 0 0,0 0-1 0 0,1 0 1 0 0,-1 0 0 0 0,1 0 0 0 0,0 0 0 0 0,0 0-1 0 0,0 1 1 0 0,0-1 0 0 0,0 0 0 0 0,0 0 0 0 0,0 0-1 0 0,1 0 1 0 0,-1 0 0 0 0,1 0 0 0 0,-1 0 0 0 0,1 0-1 0 0,0 0 1 0 0,0 0 0 0 0,0-1 0 0 0,0 1-1 0 0,0 0 1 0 0,0 0 0 0 0,0-1 0 0 0,1 1 0 0 0,-1-1-1 0 0,1 1 1 0 0,-1-1 0 0 0,1 0 0 0 0,0 1 0 0 0,-1-1-1 0 0,1 0 1 0 0,0 0 0 0 0,0 0 0 0 0,0 0 0 0 0,0 0-1 0 0,-1-1 1 0 0,4 1 0 0 0,10 4-57 0 0,0 0 1 0 0,1-2 0 0 0,30 4-1 0 0,-27-5-78 0 0,-8 0 119 0 0,30 4-168 0 0,-1 2 1 0 0,52 16-1 0 0,-82-21 160 0 0,0 1 0 0 0,0 0 1 0 0,-1 0-1 0 0,1 1 0 0 0,-1 0 0 0 0,0 1 0 0 0,-1 0 0 0 0,1 0 0 0 0,-1 1 0 0 0,0 0 0 0 0,-1 1 0 0 0,0-1 0 0 0,0 2 0 0 0,8 11 1 0 0,-12-13 44 0 0,0 0 0 0 0,-1 0 0 0 0,0-1 1 0 0,0 1-1 0 0,-1 1 0 0 0,0-1 1 0 0,0 0-1 0 0,0 0 0 0 0,-1 0 1 0 0,0 0-1 0 0,-1 1 0 0 0,0-1 0 0 0,0 0 1 0 0,0 0-1 0 0,-1 0 0 0 0,0 0 1 0 0,-4 11-1 0 0,-6 11 143 0 0,-2 0 1 0 0,-26 43-1 0 0,36-66-142 0 0,-17 31-98 0 0,-3-2 1 0 0,-1-1-1 0 0,-1-1 1 0 0,-2-2-1 0 0,-2 0 1 0 0,-38 31-1 0 0,49-50-3453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29.7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0 501 4609 0 0,'9'-7'583'0'0,"0"0"1"0"0,-1 0-1 0 0,0-1 0 0 0,-1 0 0 0 0,0-1 1 0 0,12-18-1 0 0,30-60 1346 0 0,-47 83-1824 0 0,7-15-87 0 0,-1 0 0 0 0,-1-1 0 0 0,0 0 0 0 0,-2-1 0 0 0,0 1 0 0 0,-1-1 0 0 0,-1 0 0 0 0,-1 0-1 0 0,-1 0 1 0 0,-1 0 0 0 0,-1 0 0 0 0,-1-1 0 0 0,-5-26 0 0 0,7 47-25 0 0,0 0 1 0 0,0 0-1 0 0,0 0 1 0 0,-1 0-1 0 0,1 0 1 0 0,0 0-1 0 0,0 0 1 0 0,-1 0-1 0 0,1 0 1 0 0,0 0-1 0 0,-1 0 1 0 0,1 1-1 0 0,-1-1 1 0 0,1 0-1 0 0,-1 0 0 0 0,0 0 1 0 0,1 1-1 0 0,-1-1 1 0 0,0 0-1 0 0,1 1 1 0 0,-1-1-1 0 0,0 0 1 0 0,0 1-1 0 0,-1-1 1 0 0,1 1 3 0 0,0 0 1 0 0,0 0 0 0 0,0 1-1 0 0,0-1 1 0 0,0 0 0 0 0,1 1-1 0 0,-1-1 1 0 0,0 0 0 0 0,0 1-1 0 0,0 0 1 0 0,0-1 0 0 0,1 1-1 0 0,-1-1 1 0 0,0 1 0 0 0,1 0-1 0 0,-1-1 1 0 0,0 1 0 0 0,1 0-1 0 0,-1 1 1 0 0,-5 7-14 0 0,1-1 0 0 0,0 1-1 0 0,-5 13 1 0 0,1 1 236 0 0,0 1 0 0 0,2 0 0 0 0,0 0 0 0 0,-6 48-1 0 0,13-66-145 0 0,0 0 0 0 0,0 0 0 0 0,0 1 0 0 0,1-1 0 0 0,0 0 0 0 0,0 0 0 0 0,0 1 0 0 0,1-1 0 0 0,0 0-1 0 0,5 11 1 0 0,-4-13-11 0 0,-1-1 0 0 0,1 1 0 0 0,0 0 0 0 0,0-1 0 0 0,1 1 0 0 0,-1-1 0 0 0,1 0 0 0 0,-1 0 0 0 0,1 0 0 0 0,0-1 0 0 0,0 1 0 0 0,0-1 0 0 0,1 0-1 0 0,-1 0 1 0 0,0-1 0 0 0,8 3 0 0 0,-5-3 22 0 0,0 0 0 0 0,0 0 0 0 0,0-1-1 0 0,1 0 1 0 0,-1 0 0 0 0,0 0 0 0 0,0-1 0 0 0,0 0-1 0 0,0-1 1 0 0,0 1 0 0 0,0-1 0 0 0,0-1-1 0 0,0 0 1 0 0,-1 1 0 0 0,9-6 0 0 0,11-7-189 0 0,0-2 1 0 0,29-24 0 0 0,-42 31-42 0 0,2-3-98 0 0,0-1 0 0 0,-1 0 0 0 0,-1-2 0 0 0,23-32 0 0 0,16-20 196 0 0,-52 68 81 0 0,0-1 0 0 0,0 1-1 0 0,1 0 1 0 0,-1-1 0 0 0,0 1-1 0 0,1 0 1 0 0,-1-1 0 0 0,0 1 0 0 0,1 0-1 0 0,-1-1 1 0 0,0 1 0 0 0,1 0 0 0 0,-1 0-1 0 0,0-1 1 0 0,1 1 0 0 0,-1 0-1 0 0,1 0 1 0 0,-1 0 0 0 0,1 0 0 0 0,-1-1-1 0 0,1 1 1 0 0,-1 0 0 0 0,0 0-1 0 0,1 0 1 0 0,-1 0 0 0 0,1 0 0 0 0,-1 0-1 0 0,1 0 1 0 0,-1 0 0 0 0,1 0-1 0 0,-1 0 1 0 0,1 1 0 0 0,0-1 0 0 0,6 16 898 0 0,-1 42 249 0 0,-5-35-953 0 0,1-1 47 0 0,-2-15-256 0 0,1 0 1 0 0,-1 0-1 0 0,1 0 0 0 0,0 0 1 0 0,1 0-1 0 0,-1 0 1 0 0,2 0-1 0 0,-1-1 0 0 0,1 1 1 0 0,0-1-1 0 0,3 7 1 0 0,-5-12-24 0 0,0-1 0 0 0,1 1 1 0 0,-1-1-1 0 0,0 1 0 0 0,0-1 1 0 0,0 1-1 0 0,0-1 0 0 0,1 1 1 0 0,-1-1-1 0 0,0 0 1 0 0,0 0-1 0 0,1 0 0 0 0,-1 0 1 0 0,0 0-1 0 0,0 0 0 0 0,1 0 1 0 0,-1 0-1 0 0,0 0 0 0 0,0-1 1 0 0,1 1-1 0 0,-1 0 0 0 0,0-1 1 0 0,0 1-1 0 0,0-1 0 0 0,1 0 1 0 0,-1 1-1 0 0,0-1 0 0 0,0 0 1 0 0,0 1-1 0 0,0-1 0 0 0,0 0 1 0 0,-1 0-1 0 0,3-2 1 0 0,33-34-42 0 0,-34 35 46 0 0,11-15-97 0 0,-1-1 0 0 0,18-34 0 0 0,-24 39 238 0 0,1 0-1 0 0,1 0 0 0 0,0 0 0 0 0,1 1 0 0 0,0 0 0 0 0,1 1 0 0 0,16-16 0 0 0,-25 27-123 0 0,-1-1-1 0 0,1 1 1 0 0,0-1 0 0 0,0 0-1 0 0,0 1 1 0 0,-1-1-1 0 0,1 1 1 0 0,0 0-1 0 0,0-1 1 0 0,0 1 0 0 0,0 0-1 0 0,0-1 1 0 0,0 1-1 0 0,0 0 1 0 0,0 0 0 0 0,-1 0-1 0 0,1 0 1 0 0,0 0-1 0 0,0 0 1 0 0,0 0-1 0 0,0 0 1 0 0,0 0 0 0 0,0 1-1 0 0,0-1 1 0 0,0 0-1 0 0,1 1 1 0 0,0 0 1 0 0,-1 1-1 0 0,1-1 1 0 0,0 0 0 0 0,-1 1 0 0 0,0-1-1 0 0,1 1 1 0 0,-1 0 0 0 0,0-1 0 0 0,0 1-1 0 0,0 0 1 0 0,2 3 0 0 0,1 7 133 0 0,0 0 1 0 0,-1 0 0 0 0,3 16 0 0 0,-6-23-5 0 0,5 21 202 0 0,1-1-1 0 0,11 30 1 0 0,-13-44-882 0 0,1-1 1 0 0,0 0 0 0 0,0 0-1 0 0,11 14 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30.0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144 6 5529 0 0,'0'0'55'0'0,"0"0"0"0"0,0 0 0 0 0,0 0 1 0 0,0-1-1 0 0,0 1 0 0 0,0 0 0 0 0,0 0 0 0 0,0-1 0 0 0,0 1 0 0 0,0 0 0 0 0,0 0 0 0 0,0 0 0 0 0,0-1 0 0 0,0 1 0 0 0,0 0 1 0 0,-1 0-1 0 0,1 0 0 0 0,0-1 0 0 0,0 1 0 0 0,0 0 0 0 0,0 0 0 0 0,0 0 0 0 0,-1 0 0 0 0,1 0 0 0 0,0-1 0 0 0,0 1 0 0 0,0 0 1 0 0,-1 0-1 0 0,1 0 0 0 0,0 0 0 0 0,0 0 0 0 0,-1 0 0 0 0,1 0 0 0 0,0 0 0 0 0,0 0 0 0 0,0 0 0 0 0,-1 0 0 0 0,1 0 1 0 0,0 0-1 0 0,0 0 0 0 0,-1 0 0 0 0,1 0 0 0 0,0 0 0 0 0,0 0 0 0 0,0 0 0 0 0,-1 0 0 0 0,1 0 0 0 0,0 0 0 0 0,-1 1 0 0 0,-17 8 1928 0 0,-14 17 578 0 0,20-15-1893 0 0,0 1 0 0 0,1 1 0 0 0,1 0 0 0 0,-16 24 0 0 0,24-33-476 0 0,0 0-1 0 0,0 0 0 0 0,0 0 1 0 0,1 1-1 0 0,-1-1 0 0 0,1 0 1 0 0,0 1-1 0 0,1-1 1 0 0,-2 9-1 0 0,3-10-147 0 0,-1-1 1 0 0,0 1-1 0 0,1-1 0 0 0,-1 1 1 0 0,1-1-1 0 0,0 1 1 0 0,0-1-1 0 0,0 0 0 0 0,0 1 1 0 0,0-1-1 0 0,0 0 0 0 0,1 0 1 0 0,-1 0-1 0 0,1 0 1 0 0,-1 0-1 0 0,1 0 0 0 0,0 0 1 0 0,3 3-1 0 0,28 18-41 0 0,-23-17 2 0 0,-1 1-1 0 0,0 0 0 0 0,-1 0 0 0 0,1 0 0 0 0,12 16 0 0 0,-19-20-3 0 0,0 1 1 0 0,-1-1-1 0 0,1 0 1 0 0,0 0-1 0 0,-1 1 0 0 0,0-1 1 0 0,0 0-1 0 0,0 1 1 0 0,0-1-1 0 0,-1 1 0 0 0,1 0 1 0 0,-1-1-1 0 0,0 1 0 0 0,0-1 1 0 0,0 1-1 0 0,-1 0 1 0 0,1-1-1 0 0,-1 1 0 0 0,0-1 1 0 0,0 1-1 0 0,0-1 1 0 0,-3 6-1 0 0,-42 67-1668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30.3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33 3681 0 0,'8'-6'51'0'0,"-4"3"334"0"0,0 0 1 0 0,0 0 0 0 0,0 1-1 0 0,0-1 1 0 0,0 1 0 0 0,1 0-1 0 0,-1 0 1 0 0,1 0-1 0 0,0 0 1 0 0,8-1 0 0 0,-13 4-293 0 0,0-1 0 0 0,1 0 0 0 0,-1 1 0 0 0,0-1 1 0 0,0 1-1 0 0,0-1 0 0 0,1 1 0 0 0,-1-1 0 0 0,0 0 0 0 0,0 1 1 0 0,0-1-1 0 0,0 1 0 0 0,0-1 0 0 0,0 1 0 0 0,0-1 0 0 0,0 1 1 0 0,0-1-1 0 0,0 1 0 0 0,0-1 0 0 0,0 1 0 0 0,0-1 1 0 0,0 1-1 0 0,0-1 0 0 0,-1 1 0 0 0,1-1 0 0 0,0 1 0 0 0,0-1 1 0 0,0 0-1 0 0,-1 1 0 0 0,1-1 0 0 0,0 1 0 0 0,-1-1 0 0 0,1 0 1 0 0,-1 1-1 0 0,-11 23 917 0 0,10-21-686 0 0,-5 11 24 0 0,0-1-1 0 0,1 1 0 0 0,1 1 1 0 0,0-1-1 0 0,1 1 0 0 0,1 0 1 0 0,0 0-1 0 0,-1 15 0 0 0,4-26-274 0 0,0 0 0 0 0,0 1 0 0 0,0-1 0 0 0,1 0 0 0 0,-1 0 0 0 0,1 0 0 0 0,0 0-1 0 0,0 0 1 0 0,0 0 0 0 0,0-1 0 0 0,1 1 0 0 0,0 0 0 0 0,0-1 0 0 0,0 1 0 0 0,0-1 0 0 0,0 1-1 0 0,1-1 1 0 0,-1 0 0 0 0,1 0 0 0 0,0 0 0 0 0,0 0 0 0 0,0-1 0 0 0,0 1 0 0 0,1-1 0 0 0,-1 0 0 0 0,1 0-1 0 0,-1 0 1 0 0,1 0 0 0 0,0 0 0 0 0,0-1 0 0 0,0 0 0 0 0,0 0 0 0 0,0 0 0 0 0,5 0 0 0 0,-1 0 6 0 0,0 0 0 0 0,-1-1 1 0 0,1 0-1 0 0,0-1 1 0 0,0 0-1 0 0,-1 0 1 0 0,1 0-1 0 0,0-1 0 0 0,-1 0 1 0 0,1-1-1 0 0,-1 0 1 0 0,0 0-1 0 0,0 0 0 0 0,0-1 1 0 0,-1 0-1 0 0,11-8 1 0 0,-14 10-62 0 0,1-1 1 0 0,-1 0-1 0 0,1 0 1 0 0,-1-1-1 0 0,0 1 1 0 0,0 0-1 0 0,0-1 1 0 0,-1 0-1 0 0,1 0 1 0 0,-1 0-1 0 0,0 0 1 0 0,0 0-1 0 0,-1 0 1 0 0,1 0 0 0 0,-1-1-1 0 0,0 1 1 0 0,0-1-1 0 0,0 1 1 0 0,0-1-1 0 0,-1 1 1 0 0,0-1-1 0 0,0 1 1 0 0,0-1-1 0 0,-1 0 1 0 0,1 1-1 0 0,-1-1 1 0 0,0 1-1 0 0,0 0 1 0 0,-3-6-1 0 0,-1-2 259 0 0,0 1-1 0 0,-1-1 0 0 0,-14-18 1 0 0,-6 3-995 0 0,23 25-59 0 0,-1-1 0 0 0,0 1-1 0 0,1-1 1 0 0,-1 1 0 0 0,0 0 0 0 0,-6-1-1 0 0,-5-1-5711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30.6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0 102 3681 0 0,'44'54'9179'0'0,"-39"-45"-8302"0"0,2 0 0 0 0,-1 0 0 0 0,1-1 0 0 0,0 0 0 0 0,1 0 0 0 0,0-1 0 0 0,13 10 0 0 0,-20-16-858 0 0,-1-1 0 0 0,0 0-1 0 0,0 0 1 0 0,1 1 0 0 0,-1-1-1 0 0,0 0 1 0 0,1 0 0 0 0,-1 0-1 0 0,0 1 1 0 0,1-1 0 0 0,-1 0-1 0 0,0 0 1 0 0,1 0 0 0 0,-1 0-1 0 0,0 0 1 0 0,1 0 0 0 0,-1 0-1 0 0,1 0 1 0 0,-1 0 0 0 0,0 0-1 0 0,1 0 1 0 0,-1 0 0 0 0,0 0-1 0 0,1 0 1 0 0,-1 0 0 0 0,0 0-1 0 0,1 0 1 0 0,-1 0 0 0 0,0-1-1 0 0,1 1 1 0 0,-1 0 0 0 0,0 0-1 0 0,1 0 1 0 0,-1-1 0 0 0,1 1-1 0 0,1-15 473 0 0,-9-22 216 0 0,6 34-600 0 0,-2-9-185 0 0,0 0 0 0 0,1 0-1 0 0,0-1 1 0 0,1 1 0 0 0,0 0 0 0 0,1-1 0 0 0,1 1 0 0 0,0 0 0 0 0,0 0 0 0 0,6-23 0 0 0,1 16-7417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30.9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152 0 6913 0 0,'0'1'23'0'0,"0"-1"0"0"0,0 0 0 0 0,0 1 0 0 0,0-1 0 0 0,0 1 0 0 0,-1-1 0 0 0,1 0 0 0 0,0 1 0 0 0,0-1 0 0 0,0 0 0 0 0,0 1 0 0 0,0-1 0 0 0,0 0 0 0 0,-1 1 0 0 0,1-1 0 0 0,0 0 0 0 0,0 1 0 0 0,-1-1-1 0 0,1 0 1 0 0,0 0 0 0 0,0 1 0 0 0,-1-1 0 0 0,1 0 0 0 0,0 0 0 0 0,-1 1 0 0 0,1-1 0 0 0,0 0 0 0 0,-1 0 0 0 0,1 0 0 0 0,0 0 0 0 0,-1 0 0 0 0,1 1 0 0 0,0-1 0 0 0,-1 0 0 0 0,-18 8 502 0 0,15-7 174 0 0,-48 25 4858 0 0,45-22-5148 0 0,0 0 0 0 0,0 0 0 0 0,1 1 0 0 0,0 0 0 0 0,0 0 0 0 0,0 0 0 0 0,1 1 0 0 0,-1 0 0 0 0,-4 8 0 0 0,9-13-378 0 0,1 0 1 0 0,0 0-1 0 0,-1 0 1 0 0,1 0-1 0 0,0 0 1 0 0,-1 1-1 0 0,1-1 1 0 0,0 0-1 0 0,0 0 1 0 0,0 0-1 0 0,0 1 1 0 0,0-1-1 0 0,1 0 1 0 0,-1 0-1 0 0,0 0 1 0 0,0 0-1 0 0,1 1 1 0 0,-1-1-1 0 0,1 0 1 0 0,-1 0-1 0 0,1 0 1 0 0,-1 0-1 0 0,1 0 1 0 0,0 0-1 0 0,-1 0 1 0 0,1 0-1 0 0,0 0 1 0 0,0-1-1 0 0,0 1 1 0 0,0 0-1 0 0,0 0 1 0 0,0-1-1 0 0,0 1 1 0 0,0 0-1 0 0,0-1 1 0 0,2 1-1 0 0,48 24 33 0 0,-40-21 67 0 0,1 1-62 0 0,1 0 0 0 0,-1 1-1 0 0,0 1 1 0 0,0 0 0 0 0,15 12-1 0 0,-25-17-58 0 0,0-1-1 0 0,0 1 1 0 0,-1 0-1 0 0,1 0 1 0 0,0 0-1 0 0,-1 0 0 0 0,1 0 1 0 0,-1 0-1 0 0,0 1 1 0 0,0-1-1 0 0,0 0 1 0 0,0 1-1 0 0,0-1 1 0 0,0 1-1 0 0,0-1 0 0 0,-1 1 1 0 0,1-1-1 0 0,-1 1 1 0 0,0-1-1 0 0,0 1 1 0 0,0 0-1 0 0,0-1 1 0 0,0 1-1 0 0,-1-1 1 0 0,1 1-1 0 0,-1-1 0 0 0,0 1 1 0 0,1-1-1 0 0,-1 1 1 0 0,0-1-1 0 0,0 1 1 0 0,-1-1-1 0 0,1 0 1 0 0,0 0-1 0 0,-4 4 0 0 0,-4 5-34 0 0,0 0-1 0 0,-1 0 0 0 0,-1-1 0 0 0,-17 14 0 0 0,8-9-109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31.6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53 138 6449 0 0,'-15'1'1258'0'0,"12"0"-764"0"0,-1-1 0 0 0,1 0 0 0 0,-1 0 0 0 0,0 0 0 0 0,0 0 0 0 0,1-1 0 0 0,-1 1 0 0 0,-5-2 0 0 0,44-13 3172 0 0,253-55-3185 0 0,-238 59-594 0 0,32-4 7 0 0,-1 3-1 0 0,88-1 1 0 0,167 14 29 0 0,-67 19 30 0 0,-107-6 34 0 0,-147-13 13 0 0,848 43 64 0 0,-544-44 25 0 0,547 10 398 0 0,605 22 1597 0 0,-1378-33-4002 0 0,-53-2-4073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32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4860 2 10594 0 0,'1'0'49'0'0,"0"0"1"0"0,0-1-1 0 0,0 1 0 0 0,-1 0 0 0 0,1 0 0 0 0,0 0 1 0 0,0 0-1 0 0,0 0 0 0 0,0 0 0 0 0,0 0 0 0 0,0 0 0 0 0,0 0 1 0 0,-1 0-1 0 0,1 0 0 0 0,0 1 0 0 0,0-1 0 0 0,0 0 0 0 0,0 1 1 0 0,-1-1-1 0 0,1 0 0 0 0,0 1 0 0 0,0-1 0 0 0,-1 1 1 0 0,1-1-1 0 0,0 1 0 0 0,0 0 0 0 0,20 17 24 0 0,-15-12 75 0 0,-1 0 0 0 0,0 0-1 0 0,0 1 1 0 0,-1 0 0 0 0,0 0 0 0 0,0 0 0 0 0,-1 0 0 0 0,0 1 0 0 0,0-1 0 0 0,0 1 0 0 0,-1 0 0 0 0,2 12 0 0 0,0 12 978 0 0,0 59-1 0 0,-3-61-672 0 0,-6 239 314 0 0,2 55-104 0 0,36 95-619 0 0,-11-170-24 0 0,2-34 279 0 0,9-1 0 0 0,63 217 0 0 0,-92-419-213 0 0,17 87 440 0 0,-19-90-387 0 0,-1 0 0 0 0,-1 0 0 0 0,1 0 0 0 0,-2 1 0 0 0,1-1-1 0 0,-1 0 1 0 0,-1 0 0 0 0,-3 15 0 0 0,3-21-141 0 0,0 1-1 0 0,0 0 0 0 0,0-1 1 0 0,-1 0-1 0 0,1 1 1 0 0,-1-1-1 0 0,0 0 0 0 0,0 0 1 0 0,0-1-1 0 0,0 1 0 0 0,0 0 1 0 0,-1-1-1 0 0,1 0 1 0 0,-1 0-1 0 0,0 0 0 0 0,1 0 1 0 0,-1-1-1 0 0,0 1 1 0 0,0-1-1 0 0,-7 1 0 0 0,-11 2-6 0 0,1-1 0 0 0,-39 1 0 0 0,35-3 43 0 0,-796 72 992 0 0,-45 27-2995 0 0,166-25-1303 0 0,-796 0 291 0 0,460-76 970 0 0,972-1 937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32.8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84 5985 0 0,'2'-7'374'0'0,"1"0"-1"0"0,1 0 1 0 0,-1 0-1 0 0,1 0 1 0 0,7-9-1 0 0,9-17 3713 0 0,-15 54-1234 0 0,-1-4-2859 0 0,4 112 1201 0 0,-6-76-736 0 0,12 72-1 0 0,33 76-292 0 0,92 247-1 0 0,32 127-187 0 0,-151-459 619 0 0,-6 1-1 0 0,-4 1 1 0 0,-9 180 0 0 0,-11-205 504 0 0,6-61-1058 0 0,-1 38-1 0 0,5-65-1611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48.0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267 1398 2401 0 0,'-11'2'171'0'0,"1"1"0"0"0,0 1 0 0 0,1 0 0 0 0,-1 0 0 0 0,1 1 0 0 0,-17 10 0 0 0,-49 43 1941 0 0,31-22-1305 0 0,-19 20 5013 0 0,79-70-4279 0 0,1 1-1 0 0,35-21 0 0 0,3-2-964 0 0,116-94 261 0 0,191-133-100 0 0,145-44 335 0 0,-259 158-573 0 0,25-14-270 0 0,175-102-152 0 0,-369 216-74 0 0,155-113-1012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48.62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126 124 5529 0 0,'5'-13'623'0'0,"1"0"0"0"0,11-18 0 0 0,-11 20 666 0 0,0 1 0 0 0,-1-1 1 0 0,0 1-1 0 0,4-15 0 0 0,-17 31 1669 0 0,-2 8-2338 0 0,-23 58-436 0 0,3 2-1 0 0,4 1 1 0 0,-28 127-1 0 0,47-176-68 0 0,1 0-1 0 0,2 1 1 0 0,0 0-1 0 0,1 38 1 0 0,3-59-95 0 0,1 1 1 0 0,-1 0-1 0 0,1-1 1 0 0,0 1-1 0 0,1-1 0 0 0,-1 1 1 0 0,1-1-1 0 0,1 0 1 0 0,-1 1-1 0 0,1-1 0 0 0,0 0 1 0 0,0-1-1 0 0,1 1 1 0 0,0-1-1 0 0,0 1 1 0 0,0-1-1 0 0,1 0 0 0 0,-1 0 1 0 0,1-1-1 0 0,0 0 1 0 0,1 1-1 0 0,-1-2 0 0 0,9 6 1 0 0,3-2 63 0 0,0 0 0 0 0,1 0 0 0 0,0-2 1 0 0,0-1-1 0 0,0 0 0 0 0,1-1 0 0 0,-1 0 0 0 0,1-2 0 0 0,0-1 1 0 0,-1 0-1 0 0,1-1 0 0 0,22-4 0 0 0,24-7-77 0 0,-1-4 1 0 0,70-25-1 0 0,-30 8-1749 0 0,-84 27-185 0 0,-3 1-4201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49.2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58 33 6913 0 0,'-2'-1'144'0'0,"-39"-7"1177"0"0,26-1 1735 0 0,20 7-2468 0 0,0 0 0 0 0,0 1-1 0 0,0 0 1 0 0,0 0-1 0 0,0 0 1 0 0,8 1-1 0 0,144-3 1546 0 0,-45 0-1269 0 0,172 17 0 0 0,-277-13-850 0 0,-1 0 0 0 0,1 0 0 0 0,0 1 0 0 0,-1-1 0 0 0,0 2-1 0 0,1-1 1 0 0,9 6 0 0 0,-14-7 9 0 0,0 1 0 0 0,0-1 0 0 0,0 1-1 0 0,0 0 1 0 0,0-1 0 0 0,0 1 0 0 0,-1 0 0 0 0,1 0 0 0 0,0 0-1 0 0,-1 1 1 0 0,0-1 0 0 0,0 0 0 0 0,0 0 0 0 0,0 1 0 0 0,0-1-1 0 0,0 1 1 0 0,0-1 0 0 0,-1 1 0 0 0,1-1 0 0 0,-1 1 0 0 0,0-1-1 0 0,0 5 1 0 0,-2 27 208 0 0,-2-1-1 0 0,-1 1 1 0 0,-2-1-1 0 0,-1 0 0 0 0,-18 46 1 0 0,-1 7-91 0 0,26-83-265 0 0,-3 18 223 0 0,9-11-3130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49.8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91 5529 0 0,'-5'-63'2716'0'0,"5"36"6939"0"0,6 141-8401 0 0,36 200 1 0 0,-8-87-1110 0 0,-27-170-116 0 0,62 454 235 0 0,-65-491-287 0 0,29 208 233 0 0,-30-188-378 0 0,-1 0-1 0 0,-2 1 1 0 0,-9 66-1 0 0,9-106 2 0 0,0 1-81 0 0,0 0 0 0 0,-1 0 1 0 0,1 0-1 0 0,0 0 0 0 0,-1 0 1 0 0,1 0-1 0 0,-1-1 0 0 0,0 1 1 0 0,0 0-1 0 0,0 0 0 0 0,0 0 1 0 0,-2 2-1 0 0,0-5-1242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0.83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 54 5497 0 0,'-1'0'15'0'0,"0"0"-1"0"0,0-1 1 0 0,1 1 0 0 0,-1 0-1 0 0,0-1 1 0 0,1 1 0 0 0,-1-1-1 0 0,0 1 1 0 0,1-1 0 0 0,-1 1-1 0 0,1-1 1 0 0,-1 0-1 0 0,1 1 1 0 0,-1-1 0 0 0,1 0-1 0 0,-1 1 1 0 0,1-1 0 0 0,-1 0-1 0 0,1 0 1 0 0,0 1 0 0 0,0-1-1 0 0,-1 0 1 0 0,1 0 0 0 0,0 0-1 0 0,0 1 1 0 0,0-1-1 0 0,0 0 1 0 0,0 0 0 0 0,0 0-1 0 0,0 1 1 0 0,0-1 0 0 0,0 0-1 0 0,0 0 1 0 0,1-1 0 0 0,0 1 7 0 0,1-1 0 0 0,-1 1 0 0 0,1 0 0 0 0,-1-1 0 0 0,1 1 0 0 0,0 0 0 0 0,0 0 0 0 0,-1 0 0 0 0,1 0 0 0 0,0 1 0 0 0,0-1 0 0 0,0 0 0 0 0,0 1 0 0 0,2-1 0 0 0,30-5 1205 0 0,-1 2 0 0 0,1 1 0 0 0,0 2 0 0 0,53 4 0 0 0,-43-2-517 0 0,328 26 1946 0 0,-202-13-2324 0 0,510 51-95 0 0,142 11 626 0 0,4-66-37 0 0,-548-26-845 0 0,334-16 766 0 0,-1 28-522 0 0,-598 4-233 0 0,32 2-56 0 0,-42-2 68 0 0,0 1 1 0 0,-1-1-1 0 0,1 1 1 0 0,0-1-1 0 0,0 1 1 0 0,-1 0-1 0 0,1 0 1 0 0,0 0-1 0 0,-1 1 0 0 0,1-1 1 0 0,4 4-1 0 0,-3 0 185 0 0,0-1 0 0 0,-1 1 0 0 0,1 1-1 0 0,-1-1 1 0 0,0 1 0 0 0,0-1 0 0 0,-1 1-1 0 0,0 0 1 0 0,2 6 0 0 0,11 60 52 0 0,-10-44-70 0 0,92 420 304 0 0,36-9-332 0 0,-16-90-194 0 0,-92-257 45 0 0,24 175-1 0 0,-47-247 10 0 0,13 166-21 0 0,-15-164 14 0 0,-1 0 0 0 0,-1 0 0 0 0,0 0 0 0 0,-2-1 0 0 0,0 1 1 0 0,-11 28-1 0 0,13-45 15 0 0,0-1 1 0 0,-1 1 0 0 0,0 0-1 0 0,0-1 1 0 0,0 1 0 0 0,0-1-1 0 0,-1 0 1 0 0,0 0 0 0 0,1-1-1 0 0,-1 1 1 0 0,-1-1-1 0 0,1 0 1 0 0,0 0 0 0 0,-1 0-1 0 0,0 0 1 0 0,0-1 0 0 0,1 0-1 0 0,-1 0 1 0 0,-1 0 0 0 0,-6 1-1 0 0,-11 2 78 0 0,0-1-1 0 0,0-1 1 0 0,-34-1-1 0 0,17 0-44 0 0,-1700 42-190 0 0,1435-45-312 0 0,-651-14-84 0 0,-65 11 1620 0 0,980 6-1041 0 0,-63 1 111 0 0,92-4-253 0 0,0 0 0 0 0,0 0 1 0 0,1-1-1 0 0,-1 0 1 0 0,0-1-1 0 0,-14-6 0 0 0,18 4-722 0 0,4 0-221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1.20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 31 4145 0 0,'-12'-22'617'0'0,"10"13"720"0"0,12 14 983 0 0,-4 2-1762 0 0,0-1 1 0 0,0 1-1 0 0,-1 1 1 0 0,0-1-1 0 0,0 1 0 0 0,-1 0 1 0 0,0 0-1 0 0,5 15 0 0 0,19 74 1187 0 0,-23-80-1413 0 0,10 61 824 0 0,11 160 1 0 0,-3-20-1027 0 0,-17-180-496 0 0,2 0 0 0 0,2-1 1 0 0,23 61-1 0 0,-22-72-580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1.5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11 167 3681 0 0,'-2'-4'269'0'0,"0"1"0"0"0,1-1 0 0 0,0 0 0 0 0,0 0 0 0 0,0 0 0 0 0,0 1 0 0 0,0-1 0 0 0,1 0 0 0 0,0 0 0 0 0,-1 0 0 0 0,2 0 0 0 0,0-7 0 0 0,-1 4 96 0 0,1 0-1 0 0,1 0 1 0 0,-1 0-1 0 0,1 1 1 0 0,1-1 0 0 0,3-8-1 0 0,-4 11-194 0 0,0 1 0 0 0,1-1 0 0 0,-1 1 0 0 0,1 0-1 0 0,0 0 1 0 0,-1 0 0 0 0,1 0 0 0 0,1 0 0 0 0,-1 0 0 0 0,0 1 0 0 0,1 0 0 0 0,-1 0 0 0 0,1 0-1 0 0,7-3 1 0 0,-4 3 47 0 0,-1 0 1 0 0,1 0-1 0 0,0 1 0 0 0,0 0 0 0 0,0 1 0 0 0,0-1 0 0 0,0 1 1 0 0,9 1-1 0 0,-3 1 53 0 0,0 0 1 0 0,0 1-1 0 0,0 1 1 0 0,0 0-1 0 0,-1 0 1 0 0,1 1-1 0 0,-1 1 1 0 0,20 12 0 0 0,-15-6-161 0 0,0 1 0 0 0,-1 1 0 0 0,-1 0 1 0 0,0 1-1 0 0,-1 0 0 0 0,18 26 1 0 0,-28-35-90 0 0,1 1 1 0 0,-1 0 0 0 0,0 0 0 0 0,0 0-1 0 0,-1 1 1 0 0,0-1 0 0 0,0 1 0 0 0,-1 0-1 0 0,0 0 1 0 0,0 0 0 0 0,-1 0 0 0 0,0 0-1 0 0,-1 0 1 0 0,1 0 0 0 0,-2 0 0 0 0,1 0-1 0 0,-1 0 1 0 0,0 0 0 0 0,-4 13-1 0 0,2-14 49 0 0,0 1-1 0 0,-1-1 0 0 0,1 0 0 0 0,-2 0 0 0 0,1 0 0 0 0,-1-1 1 0 0,0 1-1 0 0,0-1 0 0 0,-1 0 0 0 0,0-1 0 0 0,0 0 0 0 0,-7 5 0 0 0,-8 5 162 0 0,-1-2-1 0 0,-34 15 0 0 0,-11 7-1435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1.9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6913 0 0,'3'2'271'0'0,"1"-1"-1"0"0,-1 2 0 0 0,0-1 0 0 0,0 0 1 0 0,-1 0-1 0 0,1 1 0 0 0,0 0 0 0 0,-1-1 0 0 0,1 1 1 0 0,-1 0-1 0 0,0 0 0 0 0,2 4 0 0 0,3 5 501 0 0,0 1 0 0 0,-1 0 0 0 0,-1 0 0 0 0,0 1-1 0 0,0-1 1 0 0,-1 1 0 0 0,-1 0 0 0 0,1 16 0 0 0,6 120 513 0 0,-9-93-971 0 0,0-41-311 0 0,5 57 26 0 0,-6-67-40 0 0,2 0 0 0 0,-1 1-1 0 0,1-1 1 0 0,0 0 0 0 0,0 0 0 0 0,0 0 0 0 0,1-1 0 0 0,6 11-1 0 0,-8-16-24 0 0,-1 1 0 0 0,0 0 0 0 0,1-1 0 0 0,-1 1 0 0 0,1-1 0 0 0,-1 1 0 0 0,1-1 0 0 0,-1 1 0 0 0,1-1 0 0 0,-1 1 0 0 0,1-1 0 0 0,0 0 0 0 0,-1 1 0 0 0,1-1 0 0 0,0 0 0 0 0,-1 0 0 0 0,1 1 0 0 0,0-1 0 0 0,-1 0-1 0 0,1 0 1 0 0,0 0 0 0 0,-1 0 0 0 0,1 0 0 0 0,0 0 0 0 0,0 0 0 0 0,-1 0 0 0 0,1 0 0 0 0,1 0 0 0 0,-1-1-22 0 0,1 0 1 0 0,0 0-1 0 0,-1 0 0 0 0,1 0 0 0 0,-1 0 1 0 0,1 0-1 0 0,-1 0 0 0 0,0 0 0 0 0,1-1 1 0 0,-1 1-1 0 0,1-2 0 0 0,26-45-640 0 0,-25 43 633 0 0,41-99-8 0 0,-32 72 251 0 0,2 0-1 0 0,0 2 1 0 0,34-53-1 0 0,-47 82-104 0 0,0-1 0 0 0,0 1 0 0 0,0-1-1 0 0,0 1 1 0 0,0 0 0 0 0,0-1 0 0 0,0 1 0 0 0,1 0 0 0 0,-1 0 0 0 0,0 0-1 0 0,1 0 1 0 0,-1 0 0 0 0,1 0 0 0 0,-1 0 0 0 0,1 0 0 0 0,-1 1 0 0 0,1-1-1 0 0,0 0 1 0 0,-1 1 0 0 0,1 0 0 0 0,0-1 0 0 0,0 1 0 0 0,-1 0 0 0 0,1 0 0 0 0,0 0-1 0 0,1 0 1 0 0,-1 1-22 0 0,0 0-1 0 0,0 0 1 0 0,0 0-1 0 0,0 1 1 0 0,-1-1-1 0 0,1 0 1 0 0,-1 1-1 0 0,1 0 1 0 0,-1-1-1 0 0,1 1 0 0 0,-1 0 1 0 0,0-1-1 0 0,0 1 1 0 0,0 0-1 0 0,0 0 1 0 0,0 0-1 0 0,0 0 1 0 0,-1 0-1 0 0,1 0 1 0 0,-1 0-1 0 0,1 3 1 0 0,6 30 246 0 0,-2-1 0 0 0,1 58 0 0 0,0 4-1391 0 0,-3-76-958 0 0,0 0 1 0 0,11 35 0 0 0,-5-29-3820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2.3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56 179 11058 0 0,'2'2'5009'0'0,"-3"3"-3826"0"0,2-1-429 0 0,3 5-515 0 0,0 1 0 0 0,1-1 0 0 0,0 0 0 0 0,0 0 0 0 0,1 0 0 0 0,0-1 1 0 0,1 0-1 0 0,-1 0 0 0 0,16 13 0 0 0,-20-19-227 0 0,1 1 0 0 0,0-1 0 0 0,0 0 0 0 0,1 1 0 0 0,-1-1 0 0 0,0 0 0 0 0,1-1 0 0 0,-1 1 0 0 0,1-1 0 0 0,-1 1 0 0 0,1-1 0 0 0,0 0 0 0 0,-1-1 1 0 0,1 1-1 0 0,0-1 0 0 0,0 1 0 0 0,0-1 0 0 0,0 0 0 0 0,-1 0 0 0 0,1-1 0 0 0,0 1 0 0 0,0-1 0 0 0,0 0 0 0 0,-1 0 0 0 0,1 0 0 0 0,0-1 0 0 0,-1 1 0 0 0,1-1 0 0 0,-1 0 0 0 0,6-3 0 0 0,-6 2 2 0 0,0 1 0 0 0,0-1 0 0 0,0 1 0 0 0,-1-1 0 0 0,1 0 0 0 0,-1 0 0 0 0,1 0 0 0 0,-1-1 0 0 0,0 1-1 0 0,0-1 1 0 0,0 1 0 0 0,-1-1 0 0 0,1 1 0 0 0,-1-1 0 0 0,1-6 0 0 0,-1 3 11 0 0,0 1-1 0 0,-1 0 1 0 0,0-1 0 0 0,0 1-1 0 0,-1-1 1 0 0,0 1 0 0 0,0 0 0 0 0,0 0-1 0 0,-3-7 1 0 0,0 0 66 0 0,-1 1-1 0 0,-1-1 1 0 0,0 1-1 0 0,-1 0 1 0 0,0 0-1 0 0,-1 1 1 0 0,0 0-1 0 0,-13-13 1 0 0,15 18-59 0 0,-1 1 0 0 0,1 0-1 0 0,-1 0 1 0 0,1 1 0 0 0,-1 0 0 0 0,-1 0 0 0 0,1 1 0 0 0,0 0 0 0 0,-1 0 0 0 0,0 1 0 0 0,1 0 0 0 0,-1 0 0 0 0,-12-1-1 0 0,16 3-117 0 0,1-1 0 0 0,-1 1 0 0 0,1 0 0 0 0,0 0 0 0 0,-1 1 0 0 0,1-1-1 0 0,0 1 1 0 0,-1 0 0 0 0,1 0 0 0 0,0 0 0 0 0,-1 0 0 0 0,1 0 0 0 0,0 1-1 0 0,0-1 1 0 0,0 1 0 0 0,0 0 0 0 0,1 0 0 0 0,-1 0 0 0 0,0 0-1 0 0,1 1 1 0 0,0-1 0 0 0,-1 1 0 0 0,1-1 0 0 0,0 1 0 0 0,0 0 0 0 0,0 0-1 0 0,1 0 1 0 0,-1 0 0 0 0,1 0 0 0 0,0 0 0 0 0,-1 0 0 0 0,2 1-1 0 0,-1-1 1 0 0,-1 4 0 0 0,2 27-3120 0 0,4-19-2830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2.7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73 6913 0 0,'-1'-18'290'0'0,"0"15"200"0"0,1 1 0 0 0,-1-1 0 0 0,1 0 0 0 0,0 1 0 0 0,0-1 0 0 0,0 0 0 0 0,0 1 0 0 0,1-6 1 0 0,8 4 1654 0 0,9 11-1269 0 0,-12-4-612 0 0,0 1 1 0 0,0 0-1 0 0,-1 1 0 0 0,1 0 1 0 0,-1 0-1 0 0,0 0 0 0 0,-1 0 0 0 0,1 1 1 0 0,-1-1-1 0 0,0 1 0 0 0,6 12 1 0 0,-2 2 336 0 0,0 1 0 0 0,8 32 0 0 0,-10-29-123 0 0,15 35 1 0 0,-18-52-398 0 0,0 0 0 0 0,1-1 1 0 0,0 1-1 0 0,0-1 1 0 0,0 0-1 0 0,1 0 0 0 0,0 0 1 0 0,1 0-1 0 0,6 5 1 0 0,-12-11-90 0 0,1 1 0 0 0,0 0 0 0 0,-1-1 1 0 0,1 1-1 0 0,0-1 0 0 0,0 1 0 0 0,0-1 1 0 0,-1 1-1 0 0,1-1 0 0 0,0 0 0 0 0,0 1 1 0 0,0-1-1 0 0,0 0 0 0 0,0 0 1 0 0,0 0-1 0 0,0 0 0 0 0,-1 1 0 0 0,1-1 1 0 0,0 0-1 0 0,0 0 0 0 0,0-1 0 0 0,0 1 1 0 0,0 0-1 0 0,0 0 0 0 0,1-1 0 0 0,0 0 10 0 0,-1 0 0 0 0,0 0 0 0 0,0 0 0 0 0,1 0 0 0 0,-1 0-1 0 0,0-1 1 0 0,0 1 0 0 0,0 0 0 0 0,0-1 0 0 0,-1 1-1 0 0,1-1 1 0 0,0 1 0 0 0,0-3 0 0 0,3-7-79 0 0,-1-1-1 0 0,0 1 1 0 0,1-17 0 0 0,-3 18-295 0 0,3-12 290 0 0,1 0 0 0 0,1 0-1 0 0,1 1 1 0 0,1 0 0 0 0,12-24-1 0 0,-16 37 61 0 0,0 1 0 0 0,0 0 1 0 0,1 0-1 0 0,0 0 0 0 0,0 1 0 0 0,0-1 0 0 0,1 1 0 0 0,0 1 0 0 0,0-1 0 0 0,1 1 0 0 0,0 0 1 0 0,-1 0-1 0 0,2 1 0 0 0,-1 0 0 0 0,0 0 0 0 0,1 1 0 0 0,9-4 0 0 0,-14 7 52 0 0,0-1-1 0 0,1 1 0 0 0,-1 0 1 0 0,0-1-1 0 0,1 2 0 0 0,-1-1 1 0 0,0 0-1 0 0,1 1 0 0 0,-1-1 1 0 0,0 1-1 0 0,1 0 0 0 0,-1 0 1 0 0,0 0-1 0 0,0 1 0 0 0,0-1 1 0 0,0 1-1 0 0,0-1 1 0 0,0 1-1 0 0,-1 0 0 0 0,1 0 1 0 0,0 1-1 0 0,-1-1 0 0 0,0 0 1 0 0,1 1-1 0 0,-1-1 0 0 0,0 1 1 0 0,0 0-1 0 0,-1 0 0 0 0,1 0 1 0 0,1 3-1 0 0,6 12 280 0 0,-1 0 1 0 0,-1 1-1 0 0,9 37 0 0 0,-10-36-215 0 0,20 85 170 0 0,12 38-483 0 0,-15-67-2363 0 0,-16-52 1622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3.1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1 396 8290 0 0,'32'-9'1401'0'0,"1"-1"0"0"0,-1-2 0 0 0,-1 0 0 0 0,0-3 0 0 0,41-25 0 0 0,-64 34-1086 0 0,0 0 0 0 0,0 0 0 0 0,-1-1 0 0 0,1 0 0 0 0,-1-1 0 0 0,-1 0 0 0 0,0 0 0 0 0,0 0 1 0 0,8-15-1 0 0,-11 15-216 0 0,0 0 0 0 0,0 1 0 0 0,-1-1 1 0 0,0 0-1 0 0,-1 0 0 0 0,1-1 1 0 0,-2 1-1 0 0,1 0 0 0 0,-1 0 0 0 0,0 0 1 0 0,-1-1-1 0 0,0 1 0 0 0,-3-12 1 0 0,3 12-45 0 0,-1 1 0 0 0,0 0 0 0 0,0 0 1 0 0,-1 0-1 0 0,0 1 0 0 0,0-1 1 0 0,-9-11-1 0 0,11 16-44 0 0,0 1-1 0 0,0-1 1 0 0,0 1 0 0 0,-1 0 0 0 0,1-1-1 0 0,-1 1 1 0 0,1 0 0 0 0,-1 0 0 0 0,1 0-1 0 0,-1 0 1 0 0,0 0 0 0 0,1 1 0 0 0,-1-1-1 0 0,0 0 1 0 0,0 1 0 0 0,1-1 0 0 0,-1 1-1 0 0,0 0 1 0 0,0 0 0 0 0,0 0 0 0 0,0-1-1 0 0,0 2 1 0 0,1-1 0 0 0,-1 0 0 0 0,0 0-1 0 0,0 1 1 0 0,0-1 0 0 0,0 1 0 0 0,1-1-1 0 0,-1 1 1 0 0,0 0 0 0 0,1-1 0 0 0,-1 1-1 0 0,0 0 1 0 0,1 0 0 0 0,-3 2 0 0 0,-4 3-16 0 0,1 1 1 0 0,-1-1-1 0 0,1 1 1 0 0,1 1 0 0 0,-1-1-1 0 0,1 1 1 0 0,0 0-1 0 0,1 1 1 0 0,0-1-1 0 0,1 1 1 0 0,-5 10 0 0 0,1 1-48 0 0,1 1 1 0 0,0 0-1 0 0,-6 41 1 0 0,12-53 51 0 0,0 0-1 0 0,0-1 1 0 0,1 1 0 0 0,0 0-1 0 0,1 0 1 0 0,0 0 0 0 0,0 0-1 0 0,1 0 1 0 0,0-1 0 0 0,0 1-1 0 0,1-1 1 0 0,1 1 0 0 0,-1-1-1 0 0,1 0 1 0 0,9 13 0 0 0,-6-11-11 0 0,1 0 1 0 0,1-1 0 0 0,0 0-1 0 0,0-1 1 0 0,1 0 0 0 0,0 0 0 0 0,0-1-1 0 0,1 0 1 0 0,0 0 0 0 0,18 6-1 0 0,-5-2-468 0 0,0-2-1 0 0,0-1 1 0 0,1-1 0 0 0,0-1-1 0 0,40 4 1 0 0,-24-8-6349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4.21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43 34 1376 0 0,'-2'-3'547'0'0,"-12"-20"4213"0"0,13 22-4526 0 0,1 1-1 0 0,-1-1 1 0 0,1 0-1 0 0,-1 1 1 0 0,1-1-1 0 0,-1 1 0 0 0,0 0 1 0 0,1-1-1 0 0,-1 1 1 0 0,0-1-1 0 0,1 1 1 0 0,-1 0-1 0 0,0-1 1 0 0,0 1-1 0 0,1 0 1 0 0,-1 0-1 0 0,0 0 1 0 0,0 0-1 0 0,1 0 1 0 0,-1 0-1 0 0,0 0 1 0 0,0 0-1 0 0,1 0 1 0 0,-1 0-1 0 0,0 0 1 0 0,0 0-1 0 0,1 0 1 0 0,-1 1-1 0 0,0-1 1 0 0,0 0-1 0 0,1 0 1 0 0,-1 1-1 0 0,0-1 1 0 0,-1 2 607 0 0,2-2-774 0 0,0 1 1 0 0,-1-1-1 0 0,1 0 1 0 0,0 0-1 0 0,0 0 1 0 0,0 0-1 0 0,0 1 1 0 0,0-1-1 0 0,0 0 1 0 0,0 0-1 0 0,0 0 1 0 0,0 1-1 0 0,0-1 1 0 0,0 0-1 0 0,0 0 1 0 0,0 0-1 0 0,2 3 1081 0 0,-2-3-1080 0 0,11 9 795 0 0,12 2-493 0 0,17 3 121 0 0,0-3 1 0 0,0-1-1 0 0,74 9 1 0 0,126-3-168 0 0,-227-16-284 0 0,727 7 649 0 0,-463-8-466 0 0,404-9-59 0 0,-4-50-716 0 0,-594 49-1627 0 0,-45 7-4960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4.78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318 40 2897 0 0,'0'-2'331'0'0,"0"0"1"0"0,0 0 0 0 0,0 1 0 0 0,1-1 0 0 0,-1 0 0 0 0,0 0 0 0 0,1 1-1 0 0,0-1 1 0 0,-1 1 0 0 0,1-1 0 0 0,0 0 0 0 0,0 1 0 0 0,0-1-1 0 0,0 1 1 0 0,0 0 0 0 0,0-1 0 0 0,0 1 0 0 0,1 0 0 0 0,-1 0-1 0 0,0-1 1 0 0,1 1 0 0 0,-1 0 0 0 0,1 1 0 0 0,-1-1 0 0 0,1 0-1 0 0,-1 0 1 0 0,1 1 0 0 0,2-2 0 0 0,-5 5 28 0 0,1 0-1 0 0,-1 0 1 0 0,0 0 0 0 0,0 0 0 0 0,0 0-1 0 0,0 0 1 0 0,0-1 0 0 0,-1 1-1 0 0,1-1 1 0 0,-3 4 0 0 0,-26 33 271 0 0,-2-2 0 0 0,-1-1 0 0 0,-59 49 0 0 0,-3 4 76 0 0,92-87-686 0 0,-4 5 66 0 0,1 0 0 0 0,-1 0 1 0 0,1 0-1 0 0,0 1 0 0 0,-4 9 0 0 0,9-16-70 0 0,0 0-1 0 0,0 1 0 0 0,1-1 0 0 0,-1 1 0 0 0,0-1 1 0 0,1 1-1 0 0,0-1 0 0 0,-1 1 0 0 0,1-1 0 0 0,0 1 1 0 0,0-1-1 0 0,0 1 0 0 0,0 0 0 0 0,0-1 0 0 0,0 1 1 0 0,0-1-1 0 0,0 1 0 0 0,1-1 0 0 0,-1 1 1 0 0,1-1-1 0 0,-1 1 0 0 0,1-1 0 0 0,-1 1 0 0 0,1-1 1 0 0,0 0-1 0 0,0 1 0 0 0,0-1 0 0 0,0 0 0 0 0,0 0 1 0 0,0 1-1 0 0,0-1 0 0 0,0 0 0 0 0,0 0 0 0 0,1 0 1 0 0,-1 0-1 0 0,0-1 0 0 0,1 1 0 0 0,1 1 0 0 0,7 3 40 0 0,-1-1-1 0 0,1 0 1 0 0,0-1-1 0 0,1 0 1 0 0,-1-1-1 0 0,0 0 0 0 0,22 2 1 0 0,79-5-903 0 0,-74-1-370 0 0,9 1-5716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5.3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56 5 8754 0 0,'-2'-1'134'0'0,"0"0"-1"0"0,0 1 1 0 0,0-1 0 0 0,0 1-1 0 0,0-1 1 0 0,0 1 0 0 0,0 0-1 0 0,0 0 1 0 0,0 0 0 0 0,0 0-1 0 0,0 0 1 0 0,0 1 0 0 0,0-1-1 0 0,0 0 1 0 0,0 1 0 0 0,0 0 0 0 0,0-1-1 0 0,-3 3 1 0 0,4-3-11 0 0,-1 1 0 0 0,1 0 0 0 0,0 0 0 0 0,0 0 0 0 0,0 1 0 0 0,0-1 0 0 0,1 0 0 0 0,-1 0 0 0 0,0 0 0 0 0,0 1 0 0 0,1-1 0 0 0,-1 0 0 0 0,0 1 1 0 0,1-1-1 0 0,0 1 0 0 0,-1-1 0 0 0,1 0 0 0 0,0 1 0 0 0,0-1 0 0 0,-1 1 0 0 0,1-1 0 0 0,1 1 0 0 0,-1-1 0 0 0,0 1 0 0 0,0-1 0 0 0,0 1 0 0 0,2 2 0 0 0,3 14 275 0 0,1 0 1 0 0,0-1-1 0 0,2 0 0 0 0,0 0 0 0 0,1-1 1 0 0,0 0-1 0 0,2 0 0 0 0,0-1 0 0 0,21 23 1 0 0,14 8-185 0 0,74 58 0 0 0,-62-55 256 0 0,-7-9-278 0 0,-34-28-146 0 0,0 1 1 0 0,-1 0-1 0 0,-1 1 1 0 0,0 1 0 0 0,-1 0-1 0 0,-1 1 1 0 0,13 19-1 0 0,-25-32-42 0 0,1 0 0 0 0,0 0-1 0 0,-1 0 1 0 0,0 1 0 0 0,0-1-1 0 0,0 1 1 0 0,0-1 0 0 0,0 0-1 0 0,-1 1 1 0 0,0 0 0 0 0,1-1-1 0 0,-1 1 1 0 0,-1-1 0 0 0,1 1-1 0 0,0-1 1 0 0,-2 7 0 0 0,0-5 31 0 0,0 0 1 0 0,-1 0 0 0 0,1 0 0 0 0,-1 0 0 0 0,0 0 0 0 0,0-1 0 0 0,0 1-1 0 0,-1-1 1 0 0,-7 7 0 0 0,-6 4 190 0 0,-2-1-1 0 0,0 0 1 0 0,0-2-1 0 0,-24 12 1 0 0,31-18-90 0 0,-12 7-127 0 0,-14 8 194 0 0,-36 25 1 0 0,62-37-931 0 0,1 0 0 0 0,0 1-1 0 0,-17 19 1 0 0,16-12-6310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5.93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237 12 7834 0 0,'3'-12'2838'0'0,"3"17"-706"0"0,5 16-522 0 0,-10-11-1325 0 0,-1 0 0 0 0,0-1-1 0 0,-1 1 1 0 0,0 0 0 0 0,0-1 0 0 0,-1 1 0 0 0,0 0 0 0 0,-7 17 0 0 0,2-5 85 0 0,-68 225 1968 0 0,30-104-1847 0 0,-43 228 0 0 0,81-319-508 0 0,4-18-981 0 0,-14 50 0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6.20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55 3225 0 0,'20'-55'11738'0'0,"-10"74"-10043"0"0,25 69 165 0 0,120 286 1472 0 0,-105-268-3155 0 0,91 143 1 0 0,-140-247-199 0 0,49 67-171 0 0,-46-64-37 0 0,1 1 0 0 0,0-1 1 0 0,0 0-1 0 0,1 0 0 0 0,-1-1 0 0 0,1 0 1 0 0,0 0-1 0 0,0 0 0 0 0,11 4 0 0 0,-9-6-1727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6.39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44 145 8290 0 0,'-5'-1'483'0'0,"-19"-5"-610"0"0,23 6 320 0 0,0 0-1 0 0,1 0 0 0 0,-1 0 0 0 0,0-1 0 0 0,0 1 0 0 0,1 0 1 0 0,-1-1-1 0 0,0 1 0 0 0,1 0 0 0 0,-1-1 0 0 0,0 1 1 0 0,1-1-1 0 0,-1 1 0 0 0,0-1 0 0 0,1 1 0 0 0,-1-1 1 0 0,1 1-1 0 0,-1-1 0 0 0,1 0 0 0 0,-1 1 0 0 0,1-1 1 0 0,-1-1-1 0 0,2 1 107 0 0,1-1 1 0 0,-1 0-1 0 0,0 1 1 0 0,1-1 0 0 0,-1 1-1 0 0,1 0 1 0 0,-1-1-1 0 0,1 1 1 0 0,0 0-1 0 0,-1 0 1 0 0,1 0-1 0 0,0 0 1 0 0,0 0 0 0 0,0 1-1 0 0,0-1 1 0 0,0 0-1 0 0,2 1 1 0 0,3-3 37 0 0,216-87-849 0 0,-189 76-1048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6.8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64 212 1376 0 0,'0'-18'625'0'0,"-8"-13"5223"0"0,8 30-5511 0 0,-1-1 0 0 0,0 0 0 0 0,1 1 0 0 0,-1-1 0 0 0,0 0 0 0 0,0 1 0 0 0,0-1 0 0 0,0 1 0 0 0,0 0 0 0 0,0-1 0 0 0,-1 1 0 0 0,1 0 0 0 0,0-1 0 0 0,-1 1 0 0 0,1 0 0 0 0,-1 0-1 0 0,0 0 1 0 0,1 1 0 0 0,-1-1 0 0 0,1 0 0 0 0,-1 0 0 0 0,0 1 0 0 0,0-1 0 0 0,1 1 0 0 0,-4-1 0 0 0,4 1-252 0 0,1 0 0 0 0,-1 0 0 0 0,0 1 0 0 0,1-1-1 0 0,-1 0 1 0 0,0 0 0 0 0,1 0 0 0 0,-1 1 0 0 0,0-1-1 0 0,1 0 1 0 0,-1 0 0 0 0,0 1 0 0 0,1-1 0 0 0,-1 1 0 0 0,1-1-1 0 0,-1 1 1 0 0,1-1 0 0 0,-1 1 0 0 0,1-1 0 0 0,-1 1-1 0 0,1-1 1 0 0,-1 1 0 0 0,1-1 0 0 0,0 1 0 0 0,-1 1 0 0 0,-4 23 750 0 0,10 23-355 0 0,8-2-73 0 0,2-1 0 0 0,2 0 0 0 0,1-2 0 0 0,3 0 0 0 0,51 79 0 0 0,-67-113-474 0 0,1-1 1 0 0,1 0 0 0 0,-1-1-1 0 0,1 0 1 0 0,0 0-1 0 0,1 0 1 0 0,0-1 0 0 0,0 0-1 0 0,0-1 1 0 0,10 5-1 0 0,-16-8 47 0 0,1-1-1 0 0,-1 0 1 0 0,1 0-1 0 0,-1 0 1 0 0,1 0-1 0 0,0-1 1 0 0,-1 1-1 0 0,1-1 1 0 0,0 1-1 0 0,0-1 1 0 0,-1 0-1 0 0,1 0 1 0 0,0 0-1 0 0,0-1 1 0 0,-1 1-1 0 0,1-1 1 0 0,0 1-1 0 0,-1-1 1 0 0,1 0-1 0 0,0 0 1 0 0,-1 0-1 0 0,1-1 1 0 0,-1 1-1 0 0,0 0 1 0 0,1-1-1 0 0,-1 0 0 0 0,0 1 1 0 0,0-1-1 0 0,0 0 1 0 0,0 0-1 0 0,0 0 1 0 0,0 0-1 0 0,-1-1 1 0 0,1 1-1 0 0,-1 0 1 0 0,0-1-1 0 0,1 1 1 0 0,-1-1-1 0 0,1-4 1 0 0,12-45-342 0 0,-14 46 311 0 0,2-1 0 0 0,-1 0 0 0 0,1 1 0 0 0,-1-1-1 0 0,2 1 1 0 0,-1-1 0 0 0,1 1 0 0 0,0 0 0 0 0,6-9-1 0 0,-8 14 51 0 0,0 0 0 0 0,1 0 0 0 0,-1 0 0 0 0,0 0 0 0 0,1 1 0 0 0,-1-1 0 0 0,0 1 0 0 0,1-1 0 0 0,-1 1 0 0 0,1-1 0 0 0,-1 1-1 0 0,1 0 1 0 0,-1 0 0 0 0,1 0 0 0 0,-1 0 0 0 0,1 0 0 0 0,-1 0 0 0 0,1 0 0 0 0,-1 0 0 0 0,1 0 0 0 0,-1 1 0 0 0,1-1 0 0 0,-1 1 0 0 0,1-1 0 0 0,-1 1-1 0 0,3 1 1 0 0,40 23-38 0 0,-35-19 35 0 0,20 12 172 0 0,0-1-1 0 0,1-2 0 0 0,41 15 0 0 0,-60-26-88 0 0,-1-1 0 0 0,1-1-1 0 0,0 0 1 0 0,1 0 0 0 0,21 0-1 0 0,-27-3-59 0 0,0 1-1 0 0,0-1 1 0 0,0 0-1 0 0,0 0 0 0 0,-1-1 1 0 0,1 1-1 0 0,0-1 1 0 0,-1 0-1 0 0,1-1 0 0 0,-1 0 1 0 0,0 0-1 0 0,6-4 1 0 0,-4 1 25 0 0,-1 0 1 0 0,0 0-1 0 0,0 0 1 0 0,-1-1 0 0 0,0 0-1 0 0,0 0 1 0 0,0 0 0 0 0,-1-1-1 0 0,0 1 1 0 0,-1-1-1 0 0,0 0 1 0 0,0 0 0 0 0,2-12-1 0 0,3-14 37 0 0,-3 0 0 0 0,2-36 0 0 0,-2 17-56 0 0,7-88-218 0 0,-4 31-4185 0 0,-6 89-2158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7.3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392 12 6449 0 0,'-2'-1'194'0'0,"0"-1"-1"0"0,0 1 1 0 0,-1 0-1 0 0,1-1 1 0 0,0 1-1 0 0,-1 1 1 0 0,1-1-1 0 0,-1 0 1 0 0,1 1-1 0 0,-1-1 1 0 0,1 1-1 0 0,-1-1 1 0 0,0 1-1 0 0,1 0 1 0 0,-1 0-1 0 0,-4 1 1 0 0,-46 5 2360 0 0,27 1-1897 0 0,1 1 0 0 0,0 1-1 0 0,0 1 1 0 0,0 1 0 0 0,1 1-1 0 0,1 1 1 0 0,0 1 0 0 0,1 1-1 0 0,-26 23 1 0 0,46-36-634 0 0,0-1 1 0 0,0 1-1 0 0,0-1 0 0 0,0 1 1 0 0,1 0-1 0 0,-1 0 0 0 0,0 0 1 0 0,1 0-1 0 0,-1 0 0 0 0,1 0 1 0 0,0 0-1 0 0,0 1 0 0 0,0-1 1 0 0,0 0-1 0 0,0 1 0 0 0,0-1 0 0 0,1 0 1 0 0,-1 1-1 0 0,1-1 0 0 0,-1 1 1 0 0,1-1-1 0 0,0 1 0 0 0,0 2 1 0 0,1-1-48 0 0,1-1 0 0 0,-1 0 0 0 0,1 0 0 0 0,0 1 0 0 0,0-1 0 0 0,0 0 0 0 0,0-1 0 0 0,0 1 0 0 0,0 0 0 0 0,1 0 0 0 0,-1-1 0 0 0,1 0 0 0 0,0 1 0 0 0,0-1 0 0 0,5 3 0 0 0,19 11-85 0 0,1-2 0 0 0,54 21-1 0 0,-58-26 222 0 0,0 1-1 0 0,-1 1 0 0 0,0 0 1 0 0,-1 2-1 0 0,25 18 0 0 0,-44-28-99 0 0,1 0 0 0 0,0 0 0 0 0,-1 1 1 0 0,0-1-1 0 0,0 1 0 0 0,0 0 0 0 0,0 0 0 0 0,0 0 0 0 0,-1 0 0 0 0,0 0 0 0 0,0 0 0 0 0,0 1 1 0 0,0-1-1 0 0,-1 1 0 0 0,1-1 0 0 0,-1 1 0 0 0,0 0 0 0 0,-1-1 0 0 0,1 1 0 0 0,-1 0 0 0 0,0 0 1 0 0,0 0-1 0 0,-1-1 0 0 0,1 1 0 0 0,-1 0 0 0 0,0-1 0 0 0,0 1 0 0 0,-1 0 0 0 0,1-1 0 0 0,-1 1 1 0 0,0-1-1 0 0,0 0 0 0 0,-6 8 0 0 0,-3 5 213 0 0,-2 0 0 0 0,0-1-1 0 0,0 0 1 0 0,-2-1 0 0 0,0-1 0 0 0,-24 18 0 0 0,-67 43 678 0 0,92-66-1310 0 0,0-1 1 0 0,-1-1-1 0 0,0 0 1 0 0,0-1-1 0 0,-31 7 1 0 0,29-11-6753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7.8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525 274 7834 0 0,'-82'-7'989'0'0,"-103"6"0"0"0,-39-3 2431 0 0,221 3-3282 0 0,0 1 0 0 0,0 0 0 0 0,0-1 0 0 0,1 1 0 0 0,-1-1 0 0 0,0 0 0 0 0,0 0 0 0 0,-5-3 0 0 0,7 4-112 0 0,1 0 0 0 0,0 0-1 0 0,0 0 1 0 0,0 0 0 0 0,0 0 0 0 0,0-1-1 0 0,-1 1 1 0 0,1 0 0 0 0,0 0 0 0 0,0 0-1 0 0,0 0 1 0 0,0-1 0 0 0,0 1 0 0 0,0 0-1 0 0,0 0 1 0 0,0 0 0 0 0,0-1 0 0 0,-1 1-1 0 0,1 0 1 0 0,0 0 0 0 0,0-1 0 0 0,0 1-1 0 0,0 0 1 0 0,0 0 0 0 0,0 0 0 0 0,0-1-1 0 0,1 1 1 0 0,-1 0 0 0 0,0 0 0 0 0,0 0-1 0 0,0-1 1 0 0,0 1 0 0 0,0 0 0 0 0,0 0-1 0 0,0 0 1 0 0,0-1 0 0 0,0 1 0 0 0,1 0-1 0 0,-1 0 1 0 0,16-10 721 0 0,20-4-408 0 0,0 2 0 0 0,1 1-1 0 0,50-7 1 0 0,117-7-48 0 0,-181 23-205 0 0,257-27 753 0 0,1021-79 999 0 0,146 93-1887 0 0,-896 18 34 0 0,-527-3-81 0 0,-10 1-422 0 0,-1-1 0 0 0,0 0 1 0 0,25-5-1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8.4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4226 1 456 0 0,'13'9'916'0'0,"-1"0"0"0"0,0 1 0 0 0,0 1 0 0 0,-1 0 0 0 0,-1 1 0 0 0,0 0-1 0 0,12 17 1 0 0,-10-9-203 0 0,-1 0-1 0 0,-1 0 1 0 0,-1 1-1 0 0,9 31 1 0 0,-2 12 24 0 0,-3 1 0 0 0,7 100 0 0 0,-15-115-284 0 0,80 571 1670 0 0,-65-499-1516 0 0,-5 1 1 0 0,-6 0 0 0 0,-4 0-1 0 0,-15 140 1 0 0,9-245-581 0 0,-1 1 0 0 0,-1-1 0 0 0,-1 0 0 0 0,-8 25 0 0 0,10-39-13 0 0,1 0-1 0 0,-1 0 1 0 0,0 0 0 0 0,0 0 0 0 0,-1 0-1 0 0,1 0 1 0 0,-1-1 0 0 0,0 1 0 0 0,0-1-1 0 0,0 0 1 0 0,0 1 0 0 0,-1-2 0 0 0,1 1 0 0 0,-1 0-1 0 0,0-1 1 0 0,0 1 0 0 0,0-1 0 0 0,0 0-1 0 0,0-1 1 0 0,0 1 0 0 0,0-1 0 0 0,-1 1-1 0 0,-6 0 1 0 0,-41 2 329 0 0,-1-2 0 0 0,-88-8 0 0 0,62 1-92 0 0,-1378 14-2130 0 0,168 105 1521 0 0,298 21 1335 0 0,836-103-678 0 0,10-2-831 0 0,47-16-5457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8.84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390 15 4145 0 0,'-5'-3'112'0'0,"0"1"-1"0"0,0 0 1 0 0,0 0 0 0 0,0 1 0 0 0,-1-1-1 0 0,1 1 1 0 0,0 0 0 0 0,-1 1-1 0 0,1-1 1 0 0,-1 1 0 0 0,1 0 0 0 0,-1 1-1 0 0,1-1 1 0 0,-10 3 0 0 0,-9 2 711 0 0,-43 16 0 0 0,65-21-792 0 0,-9 4 216 0 0,1 0 0 0 0,-1 1 1 0 0,1 0-1 0 0,0 1 1 0 0,0 0-1 0 0,0 1 1 0 0,1 0-1 0 0,0 0 0 0 0,1 1 1 0 0,0 0-1 0 0,0 0 1 0 0,0 1-1 0 0,-9 14 1 0 0,8-8 42 0 0,1 1-1 0 0,1 0 1 0 0,0 0 0 0 0,1 1 0 0 0,1-1 0 0 0,0 1 0 0 0,2 1 0 0 0,-3 21 0 0 0,-3 52 1086 0 0,5 145 0 0 0,28 92 497 0 0,90 319 1120 0 0,-40-279-2287 0 0,-57-279-980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05.4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126 297 6449 0 0,'-30'1'1796'0'0,"22"0"-1514"0"0,-1 0 0 0 0,0-1 0 0 0,1 0 0 0 0,-1-1 0 0 0,1 0 0 0 0,-1 0 0 0 0,0 0 0 0 0,1-1 0 0 0,-11-4 0 0 0,21 4-125 0 0,-1 0 1 0 0,0 1-1 0 0,1-1 0 0 0,-1 1 1 0 0,1 0-1 0 0,-1-1 1 0 0,1 1-1 0 0,-1 0 0 0 0,1 0 1 0 0,0 0-1 0 0,0 0 0 0 0,-1 0 1 0 0,3 0-1 0 0,-3 0-70 0 0,47-22 11 0 0,2 2 0 0 0,0 2 0 0 0,65-15 0 0 0,163-24 284 0 0,-187 41-68 0 0,533-67 486 0 0,-505 76-812 0 0,0 4 0 0 0,154 15 0 0 0,-187-2 3 0 0,-2 4 0 0 0,0 4 0 0 0,163 55 0 0 0,-202-54 28 0 0,0 2 0 0 0,-1 2-1 0 0,-1 2 1 0 0,-1 2 0 0 0,-1 2-1 0 0,44 39 1 0 0,-41-26 10 0 0,0 2 1 0 0,-3 2-1 0 0,-2 2 0 0 0,53 82 1 0 0,-62-83 40 0 0,-3 1 1 0 0,-2 1 0 0 0,-1 1 0 0 0,-3 1 0 0 0,-3 1-1 0 0,-1 1 1 0 0,-3 0 0 0 0,-1 2 0 0 0,-4-1 0 0 0,5 70-1 0 0,-13-25 286 0 0,-18 174-1 0 0,-40 96 462 0 0,40-265-487 0 0,-3 13-64 0 0,-5-1 1 0 0,-46 133-1 0 0,30-140 146 0 0,-5-2-1 0 0,-4-1 1 0 0,-93 141-1 0 0,98-180-183 0 0,-3-2 0 0 0,-3-2 0 0 0,-2-2 0 0 0,-3-3 0 0 0,-119 95 0 0 0,142-128-91 0 0,0-1 0 0 0,-2-2 0 0 0,0-1 0 0 0,-2-2 0 0 0,-70 25 0 0 0,84-38 475 0 0,12-6-1670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05.93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56 174 400 0 0,'7'-18'1125'0'0,"-1"-1"1"0"0,0 0-1 0 0,-2 0 0 0 0,0-1 0 0 0,-1 1 1 0 0,-1-1-1 0 0,-5-19 5881 0 0,-13 87-6158 0 0,-3 25-589 0 0,2 0-1 0 0,4 1 0 0 0,-7 137 0 0 0,20-198-229 0 0,1 1 0 0 0,0-1 0 0 0,0 1 0 0 0,2-1 0 0 0,-1 0 0 0 0,2 0 0 0 0,0 0 0 0 0,7 17 0 0 0,-7-23 38 0 0,-1-1 1 0 0,1 1 0 0 0,1-1 0 0 0,-1 0-1 0 0,1 0 1 0 0,0 0 0 0 0,0-1-1 0 0,1 0 1 0 0,0 0 0 0 0,0 0 0 0 0,0-1-1 0 0,0 0 1 0 0,1 0 0 0 0,-1 0 0 0 0,1-1-1 0 0,10 4 1 0 0,8-1 173 0 0,0 0 1 0 0,0-1-1 0 0,0-2 1 0 0,1 0-1 0 0,-1-2 1 0 0,40-3-1 0 0,55 4-1612 0 0,-105 0-3229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06.75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21 8290 0 0,'0'-1'262'0'0,"-1"1"0"0"0,1-1 0 0 0,-1 1 0 0 0,1-1 0 0 0,0 0 0 0 0,-1 0 0 0 0,1 1 0 0 0,0-1 1 0 0,0 0-1 0 0,0 1 0 0 0,0-1 0 0 0,-1 0 0 0 0,1 0 0 0 0,0 1 0 0 0,0-1 0 0 0,0 0 0 0 0,1 0 0 0 0,-1 1 0 0 0,0-1 1 0 0,0 0-1 0 0,0 0 0 0 0,0 1 0 0 0,1-1 0 0 0,-1 0 0 0 0,0 1 0 0 0,1-2 0 0 0,0 2-153 0 0,-1 0 0 0 0,1 0 0 0 0,0 0 0 0 0,-1 0 0 0 0,1 0 0 0 0,-1 0-1 0 0,1 0 1 0 0,-1 0 0 0 0,1 0 0 0 0,0 0 0 0 0,-1 0 0 0 0,1 0 0 0 0,-1 1 0 0 0,1-1 0 0 0,-1 0 0 0 0,1 0 0 0 0,-1 1-1 0 0,1-1 1 0 0,-1 0 0 0 0,1 1 0 0 0,-1-1 0 0 0,0 1 0 0 0,1-1 0 0 0,-1 0 0 0 0,1 1 0 0 0,-1-1 0 0 0,0 1 0 0 0,0-1-1 0 0,1 1 1 0 0,-1-1 0 0 0,0 1 0 0 0,0-1 0 0 0,1 1 0 0 0,-1-1 0 0 0,0 2 0 0 0,8 15 313 0 0,-1-1-1 0 0,-1 1 1 0 0,-1 1 0 0 0,0-1 0 0 0,3 29-1 0 0,5 95-52 0 0,-12-117-349 0 0,20 177 184 0 0,-15-168-697 0 0,2 0-1 0 0,1-1 1 0 0,1 0-1 0 0,15 31 1 0 0,-22-55-1582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07.1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9 417 1840 0 0,'-2'-12'430'0'0,"-1"-1"0"0"0,2 1 0 0 0,-1-1 0 0 0,2 1 0 0 0,0-1 0 0 0,0 1 0 0 0,1-1 0 0 0,1 1 1 0 0,0-1-1 0 0,1 1 0 0 0,0 0 0 0 0,1 0 0 0 0,0 0 0 0 0,1 1 0 0 0,0-1 0 0 0,1 1 0 0 0,0 0 0 0 0,1 1 0 0 0,0-1 0 0 0,1 1 0 0 0,0 1 0 0 0,0-1 0 0 0,1 1 0 0 0,15-12 0 0 0,6-2 1124 0 0,54-31-1 0 0,-73 48-1298 0 0,1 0 0 0 0,0 0 0 0 0,0 1 0 0 0,0 1 0 0 0,1 0 0 0 0,0 1 0 0 0,-1 0 0 0 0,18-2 0 0 0,-27 5-201 0 0,0 0 0 0 0,0 0 0 0 0,-1 0 0 0 0,1 1 0 0 0,0-1 0 0 0,0 1 0 0 0,-1-1 0 0 0,1 1 0 0 0,-1 0 0 0 0,1 0 0 0 0,0 0 0 0 0,-1 0 0 0 0,1 0 0 0 0,-1 1 0 0 0,0-1 0 0 0,0 1 0 0 0,1 0 0 0 0,-1-1 0 0 0,2 3 0 0 0,-1 0 30 0 0,-1 0 0 0 0,1-1-1 0 0,-1 1 1 0 0,0 0 0 0 0,0 0 0 0 0,-1 0 0 0 0,1 1-1 0 0,-1-1 1 0 0,1 0 0 0 0,0 9 0 0 0,-1 2 84 0 0,0 0 0 0 0,-1 0 1 0 0,0 0-1 0 0,-1 1 0 0 0,-6 27 0 0 0,-4-4-98 0 0,-2 0 0 0 0,-1 0 0 0 0,-38 70 0 0 0,-2 6 3 0 0,53-114-70 0 0,0 1 0 0 0,0 0 0 0 0,0 0 0 0 0,1 0 1 0 0,-1 0-1 0 0,0 0 0 0 0,1 0 0 0 0,0 0 0 0 0,-1 0 1 0 0,1 0-1 0 0,0 0 0 0 0,0 0 0 0 0,0 0 0 0 0,0 0 1 0 0,0 0-1 0 0,1 0 0 0 0,-1 0 0 0 0,1 0 0 0 0,-1 0 1 0 0,1 0-1 0 0,0 0 0 0 0,0 0 0 0 0,0 0 0 0 0,1 2 1 0 0,0-2 2 0 0,0-1 0 0 0,0 0 1 0 0,0 1-1 0 0,0-1 1 0 0,0 0-1 0 0,1 0 0 0 0,-1 0 1 0 0,0 0-1 0 0,1-1 1 0 0,-1 1-1 0 0,1 0 0 0 0,-1-1 1 0 0,0 0-1 0 0,1 0 1 0 0,-1 0-1 0 0,1 0 0 0 0,-1 0 1 0 0,1 0-1 0 0,4-1 1 0 0,44-8 638 0 0,67-21 1 0 0,-29 6-1721 0 0,2 7-5312 0 0,-61 15-237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07.4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1 538 4609 0 0,'1'1'87'0'0,"0"-1"1"0"0,0 0-1 0 0,0 1 1 0 0,0-1-1 0 0,1 0 0 0 0,-1 0 1 0 0,0 0-1 0 0,0 0 1 0 0,0 0-1 0 0,0 0 0 0 0,1 0 1 0 0,-1 0-1 0 0,0 0 1 0 0,0-1-1 0 0,0 1 0 0 0,0 0 1 0 0,0-1-1 0 0,2 0 1 0 0,26-11 1633 0 0,-23 9-1390 0 0,30-12 687 0 0,-2-1 1 0 0,0-2-1 0 0,-1-2 1 0 0,51-38 0 0 0,-72 47-996 0 0,0 1 0 0 0,0-1 0 0 0,-1-1 0 0 0,-1 0 0 0 0,0 0 1 0 0,-1-1-1 0 0,0-1 0 0 0,-1 1 0 0 0,0-1 0 0 0,-1-1 0 0 0,-1 1 1 0 0,0-1-1 0 0,7-31 0 0 0,-11 34 12 0 0,0 0-1 0 0,-1 0 1 0 0,0 1-1 0 0,-1-1 1 0 0,0 0 0 0 0,-1 0-1 0 0,-1 0 1 0 0,-3-16-1 0 0,4 25-15 0 0,0 0-1 0 0,0 0 0 0 0,0 0 1 0 0,0 0-1 0 0,0 0 0 0 0,-1 0 1 0 0,0 0-1 0 0,1 0 1 0 0,-1 0-1 0 0,0 1 0 0 0,-1-1 1 0 0,1 1-1 0 0,0 0 0 0 0,-1-1 1 0 0,1 1-1 0 0,-1 0 0 0 0,1 0 1 0 0,-1 1-1 0 0,0-1 0 0 0,0 1 1 0 0,0-1-1 0 0,0 1 0 0 0,0 0 1 0 0,0 0-1 0 0,0 0 0 0 0,-1 0 1 0 0,1 1-1 0 0,0 0 0 0 0,0-1 1 0 0,-1 1-1 0 0,1 0 0 0 0,0 0 1 0 0,-1 1-1 0 0,-4 0 0 0 0,-2 1 46 0 0,0 1-1 0 0,0 0 0 0 0,1 0 1 0 0,-1 1-1 0 0,1 0 0 0 0,0 1 0 0 0,0 0 1 0 0,0 0-1 0 0,1 1 0 0 0,0 0 1 0 0,0 1-1 0 0,0-1 0 0 0,1 2 0 0 0,0-1 1 0 0,0 1-1 0 0,1 0 0 0 0,0 0 1 0 0,0 1-1 0 0,1 0 0 0 0,0 0 0 0 0,1 0 1 0 0,0 0-1 0 0,0 1 0 0 0,1 0 1 0 0,-3 15-1 0 0,4-17-92 0 0,0 0 0 0 0,0 0 1 0 0,1 1-1 0 0,1-1 0 0 0,0 0 0 0 0,0 0 0 0 0,0 1 1 0 0,1-1-1 0 0,0 0 0 0 0,0 0 0 0 0,1 1 0 0 0,1-1 1 0 0,-1-1-1 0 0,1 1 0 0 0,0 0 0 0 0,1-1 0 0 0,0 1 1 0 0,0-1-1 0 0,1 0 0 0 0,-1 0 0 0 0,1-1 1 0 0,1 1-1 0 0,0-1 0 0 0,-1-1 0 0 0,2 1 0 0 0,-1-1 1 0 0,1 0-1 0 0,0 0 0 0 0,0-1 0 0 0,0 1 0 0 0,12 4 1 0 0,3-2-1290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07.7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152 15 4489 0 0,'0'-1'18'0'0,"0"1"0"0"0,0-1 1 0 0,0 1-1 0 0,0-1 0 0 0,0 1 1 0 0,0-1-1 0 0,0 0 0 0 0,-1 1 0 0 0,1-1 1 0 0,0 1-1 0 0,0-1 0 0 0,0 1 0 0 0,-1-1 1 0 0,1 1-1 0 0,0-1 0 0 0,0 1 1 0 0,-1-1-1 0 0,1 1 0 0 0,0 0 0 0 0,-1-1 1 0 0,1 1-1 0 0,-1 0 0 0 0,1-1 0 0 0,0 1 1 0 0,-1 0-1 0 0,1-1 0 0 0,-1 1 0 0 0,1 0 1 0 0,-1 0-1 0 0,1-1 0 0 0,-1 1 1 0 0,1 0-1 0 0,-1 0 0 0 0,0 0 0 0 0,-25 4 2828 0 0,-21 19 1981 0 0,42-18-4502 0 0,-1-1-1 0 0,1 1 0 0 0,-1 0 1 0 0,1 0-1 0 0,1 0 0 0 0,-1 1 1 0 0,1 0-1 0 0,0 0 0 0 0,0 0 1 0 0,1 0-1 0 0,0 1 0 0 0,0-1 1 0 0,0 1-1 0 0,-2 10 1 0 0,4-12-244 0 0,0 0 0 0 0,0 0 0 0 0,1 0 0 0 0,0 0 0 0 0,0 0 1 0 0,1 0-1 0 0,-1 0 0 0 0,1 0 0 0 0,0 0 0 0 0,0 0 0 0 0,0 0 1 0 0,1-1-1 0 0,0 1 0 0 0,0-1 0 0 0,0 1 0 0 0,1-1 0 0 0,-1 1 0 0 0,1-1 1 0 0,0 0-1 0 0,0 0 0 0 0,6 5 0 0 0,5 2 163 0 0,-1 0 0 0 0,31 17 0 0 0,-30-20-196 0 0,0 1 0 0 0,0 0 0 0 0,-1 1 0 0 0,-1 0 0 0 0,19 19 0 0 0,-28-26-63 0 0,-1 0 0 0 0,0 0 0 0 0,0 1 0 0 0,0-1 0 0 0,0 0 0 0 0,-1 1 0 0 0,1-1 0 0 0,-1 1 0 0 0,0 0 0 0 0,0-1 0 0 0,0 1 0 0 0,-1 0 0 0 0,1 0 0 0 0,-1-1 1 0 0,0 1-1 0 0,0 0 0 0 0,0 0 0 0 0,-1 0 0 0 0,1-1 0 0 0,-1 1 0 0 0,0 0 0 0 0,0-1 0 0 0,0 1 0 0 0,0 0 0 0 0,-1-1 0 0 0,0 1 0 0 0,1-1 0 0 0,-5 6 0 0 0,0 0-204 0 0,-1 0 1 0 0,0-1-1 0 0,0 0 1 0 0,-1 0 0 0 0,0 0-1 0 0,0-1 1 0 0,-16 11 0 0 0,14-12-666 0 0,0 0 1 0 0,0-1-1 0 0,-1 0 1 0 0,-11 4 0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08.14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37 456 0 0,'9'-14'1085'0'0,"13"-8"8561"0"0,-22 22-9454 0 0,0 1-1 0 0,1-1 0 0 0,-1 1 0 0 0,0-1 0 0 0,0 1 0 0 0,1-1 1 0 0,-1 1-1 0 0,0-1 0 0 0,0 1 0 0 0,0-1 0 0 0,0 1 1 0 0,0-1-1 0 0,0 1 0 0 0,1 0 0 0 0,-1-1 0 0 0,0 1 0 0 0,-1-1 1 0 0,1 1-1 0 0,0-1 0 0 0,0 1 0 0 0,0 0 0 0 0,1 23 1137 0 0,-1-1-834 0 0,1 0 0 0 0,1 0 0 0 0,7 30 0 0 0,-7-45-477 0 0,0 0 0 0 0,0-1 0 0 0,1 1 0 0 0,0-1 0 0 0,0 1 0 0 0,1-1 0 0 0,-1-1 0 0 0,2 1 0 0 0,-1 0 0 0 0,1-1 0 0 0,0 0 0 0 0,0 0 0 0 0,10 8 0 0 0,-14-13-32 0 0,0 0 1 0 0,0 0-1 0 0,0 0 1 0 0,1 0 0 0 0,-1-1-1 0 0,0 1 1 0 0,1 0-1 0 0,-1-1 1 0 0,0 1-1 0 0,1 0 1 0 0,-1-1 0 0 0,1 0-1 0 0,-1 1 1 0 0,1-1-1 0 0,0 0 1 0 0,-1 0 0 0 0,1 0-1 0 0,-1 0 1 0 0,1 0-1 0 0,-1 0 1 0 0,1 0-1 0 0,-1-1 1 0 0,1 1 0 0 0,2-1-1 0 0,-2-1-40 0 0,0 1 0 0 0,0-1 0 0 0,0 0 0 0 0,0 1 0 0 0,0-1 0 0 0,0 0 1 0 0,0 0-1 0 0,0 0 0 0 0,-1-1 0 0 0,1 1 0 0 0,-1 0 0 0 0,0-1 0 0 0,1-2 0 0 0,4-9-227 0 0,-1 0-1 0 0,-1 0 1 0 0,5-28 0 0 0,-9 41 282 0 0,1-6 223 0 0,1-1 1 0 0,0 1 0 0 0,0-1 0 0 0,1 1 0 0 0,-1-1-1 0 0,2 1 1 0 0,3-7 0 0 0,-6 13-162 0 0,0 0-1 0 0,-1 0 1 0 0,1 0-1 0 0,0 0 1 0 0,0 0-1 0 0,0 1 1 0 0,-1-1-1 0 0,1 0 1 0 0,0 0 0 0 0,0 1-1 0 0,0-1 1 0 0,0 0-1 0 0,1 1 1 0 0,-1-1-1 0 0,0 1 1 0 0,0-1-1 0 0,0 1 1 0 0,0 0 0 0 0,0 0-1 0 0,3-1 1 0 0,-2 2-22 0 0,0-1-1 0 0,0 1 1 0 0,-1-1 0 0 0,1 1 0 0 0,0 0 0 0 0,0 0 0 0 0,-1 0 0 0 0,1 0 0 0 0,0 0-1 0 0,-1 0 1 0 0,1 0 0 0 0,-1 0 0 0 0,1 1 0 0 0,-1-1 0 0 0,0 1 0 0 0,0-1 0 0 0,2 4-1 0 0,25 33 979 0 0,-14-18-1130 0 0,0-2-1 0 0,27 28 1 0 0,-31-36-785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08.68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31 32 3681 0 0,'-8'-10'3204'0'0,"7"8"-2675"0"0,0 1-1 0 0,0-1 1 0 0,1 1-1 0 0,-1-1 0 0 0,0 1 1 0 0,-1 0-1 0 0,0-2 529 0 0,1 2-528 0 0,0 0-1 0 0,-1 0 1 0 0,1 0-1 0 0,-1 0 0 0 0,1 0 1 0 0,-1 0-1 0 0,-1 0 1 0 0,6 11 3475 0 0,1 12-3392 0 0,-4-22-501 0 0,8 54 514 0 0,-3 0-1 0 0,-2 69 1 0 0,4 49-602 0 0,11-57-889 0 0,-10-83-101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09.00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6913 0 0,'8'3'12335'0'0,"-2"13"-11859"0"0,0 0 0 0 0,-1 0 0 0 0,0 0 0 0 0,-2 1 0 0 0,4 31 0 0 0,-3 95-89 0 0,-1-36-431 0 0,0-66-1023 0 0,1 0-4122 0 0,1-4-1768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09.19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1 121 10594 0 0,'2'-3'472'0'0,"3"-1"96"0"0,0 1-455 0 0,2 1-113 0 0,-2-1 0 0 0,2 0 0 0 0,1-1 248 0 0,3 0 24 0 0,14-6 8 0 0,10-2 0 0 0,9-3-184 0 0,0 0-32 0 0,-2 3 0 0 0,-2 1-64 0 0,-3 1 0 0 0,-4 1 0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09.71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371 127 7802 0 0,'-13'0'68'0'0,"-62"-3"450"0"0,0-3-1 0 0,-113-24 1 0 0,187 30-479 0 0,0 0 0 0 0,0-1-1 0 0,0 1 1 0 0,0 0 0 0 0,0 0-1 0 0,0-1 1 0 0,0 1 0 0 0,0 0 0 0 0,0-1-1 0 0,1 1 1 0 0,-1-1 0 0 0,0 1-1 0 0,0-1 1 0 0,0 1 0 0 0,0-1-1 0 0,1 0 1 0 0,-1 1 0 0 0,0-1-1 0 0,1 0 1 0 0,-1 0 0 0 0,0-1-1 0 0,1 2-1 0 0,0-1 0 0 0,0 1-1 0 0,1-1 1 0 0,-1 0-1 0 0,0 1 1 0 0,1-1 0 0 0,-1 1-1 0 0,0-1 1 0 0,1 1-1 0 0,-1-1 1 0 0,1 0 0 0 0,-1 1-1 0 0,1 0 1 0 0,-1-1-1 0 0,1 1 1 0 0,-1-1 0 0 0,1 1-1 0 0,0 0 1 0 0,-1-1-1 0 0,1 1 1 0 0,0 0 0 0 0,0-1-1 0 0,46-14 1041 0 0,-44 14-1051 0 0,71-13 561 0 0,1 4 1 0 0,0 2 0 0 0,89 3 0 0 0,-63 3-299 0 0,515-8 1167 0 0,640 74 1 0 0,-346 12-828 0 0,-482-33-930 0 0,-147 7-3845 0 0,-237-41 2939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10.33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3548 1 456 0 0,'-1'1'116'0'0,"0"1"0"0"0,0 0 0 0 0,0 0 0 0 0,0 0 0 0 0,1 0-1 0 0,-1 0 1 0 0,0 0 0 0 0,1 0 0 0 0,0 0 0 0 0,-1 0 0 0 0,1 0 0 0 0,0 0 0 0 0,0 0 0 0 0,1 4-1 0 0,4 37 3035 0 0,-3-28-1683 0 0,3 10-119 0 0,1-1 1 0 0,1 0 0 0 0,1 0-1 0 0,1-1 1 0 0,18 32-1 0 0,7 20 64 0 0,14 47 65 0 0,-6 3 1 0 0,44 216-1 0 0,-76-286-1426 0 0,101 472 134 0 0,-50-261 498 0 0,-53-216-560 0 0,-2 0 0 0 0,-3 0 0 0 0,-3 72 0 0 0,0-115-122 0 0,-1 1 0 0 0,0-1 1 0 0,0 0-1 0 0,0 0 0 0 0,-1 0 1 0 0,0 0-1 0 0,-1 0 1 0 0,-5 13-1 0 0,5-16 11 0 0,0 0-1 0 0,0-1 1 0 0,-1 1 0 0 0,1-1 0 0 0,-1 1-1 0 0,1-1 1 0 0,-1 0 0 0 0,0-1-1 0 0,0 1 1 0 0,0-1 0 0 0,-1 0 0 0 0,1 0-1 0 0,-1 0 1 0 0,-6 2 0 0 0,-21 5 29 0 0,0-1 1 0 0,0-2-1 0 0,-66 5 1 0 0,-103-10-13 0 0,52-2 9 0 0,-326-4 256 0 0,246-1-281 0 0,-1103-49-157 0 0,1206 48 144 0 0,-1 7 0 0 0,1 4 0 0 0,-234 41 0 0 0,276-29-17 0 0,-320 56-504 0 0,374-68-1096 0 0,-37-1-1 0 0,36-4-5307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10.8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66 1 5497 0 0,'-18'41'4458'0'0,"11"-25"-3847"0"0,0 0 0 0 0,1 0 0 0 0,1 0 0 0 0,0 1 0 0 0,2 0 0 0 0,-4 24 0 0 0,0 107 877 0 0,7-138-1422 0 0,2 130 620 0 0,6-1 0 0 0,6 0 0 0 0,43 182-1 0 0,156 393 1871 0 0,-203-689-2496 0 0,46 149 656 0 0,-50-151-682 0 0,-2 0 0 0 0,0 1-1 0 0,-2-1 1 0 0,0 1 0 0 0,-3 39-1 0 0,1-63-74 0 0,0 1 0 0 0,-1-1 0 0 0,1 1 0 0 0,0 0 0 0 0,0-1 0 0 0,0 1-1 0 0,0-1 1 0 0,0 1 0 0 0,0 0 0 0 0,0-1 0 0 0,1 1 0 0 0,-1-1 0 0 0,0 1 0 0 0,0 0-1 0 0,0-1 1 0 0,1 1 0 0 0,-1-1 0 0 0,0 1 0 0 0,0-1 0 0 0,1 1 0 0 0,-1-1 0 0 0,0 1-1 0 0,1-1 1 0 0,0 1 0 0 0,3-1-934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12.10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6165 2529 1840 0 0,'7'4'96'0'0,"0"-2"0"0"0,0 1-1 0 0,0-1 1 0 0,1 0 0 0 0,-1 0 0 0 0,1-1-1 0 0,-1 0 1 0 0,10 0 0 0 0,10 2 444 0 0,15 1 416 0 0,-32-4-328 0 0,0 1 1 0 0,0 0-1 0 0,1 1 1 0 0,-1 0-1 0 0,0 0 1 0 0,0 1-1 0 0,11 5 1 0 0,-21-8-428 0 0,1 1 1 0 0,0-1-1 0 0,-1 0 0 0 0,1 1 1 0 0,0-1-1 0 0,-1 0 0 0 0,1 1 1 0 0,-1-1-1 0 0,1 1 0 0 0,0-1 1 0 0,-1 1-1 0 0,1-1 0 0 0,-1 1 1 0 0,0 0-1 0 0,1-1 0 0 0,-1 1 1 0 0,1 0-1 0 0,-1-1 0 0 0,0 1 1 0 0,0 0-1 0 0,1-1 0 0 0,-1 1 1 0 0,0 0-1 0 0,0-1 0 0 0,0 1 1 0 0,0 0-1 0 0,0 0 0 0 0,0-1 1 0 0,0 2-1 0 0,0 0 22 0 0,-1-1 0 0 0,0 1 0 0 0,0-1-1 0 0,0 1 1 0 0,1-1 0 0 0,-1 0 0 0 0,-1 1 0 0 0,1-1 0 0 0,0 0 0 0 0,0 0-1 0 0,0 0 1 0 0,-3 2 0 0 0,-2 1 39 0 0,0 0 0 0 0,0-1 0 0 0,0 0 0 0 0,0 0 0 0 0,-11 3 0 0 0,-32 3-29 0 0,-1-3 0 0 0,-78 1 0 0 0,46-4-224 0 0,-245 28 733 0 0,-80 4-458 0 0,-652-61 228 0 0,741 6-410 0 0,-585-62 284 0 0,225-46-386 0 0,551 96 0 0 0,2-7 0 0 0,2-5 0 0 0,-150-75 0 0 0,-23-61 334 0 0,205 121-291 0 0,4-1-77 0 0,2-4-1 0 0,3-3 1 0 0,3-4-1 0 0,4-4 1 0 0,-109-136 0 0 0,138 148 147 0 0,-69-127 1 0 0,-16-80 577 0 0,117 240-783 0 0,-109-248-320 0 0,91 194 407 0 0,-31-121 1 0 0,57 180 4 0 0,-37-128 0 0 0,37 137 0 0 0,0 2 0 0 0,-1-1 0 0 0,-1 1 0 0 0,0 0 0 0 0,-1 0 0 0 0,0 1 0 0 0,-20-21 0 0 0,28 33-29 0 0,0 0 0 0 0,0 0 0 0 0,0-1 0 0 0,-1 1 0 0 0,1 0 0 0 0,0 0 0 0 0,-1 0 0 0 0,1 0 0 0 0,-1 1 0 0 0,1-1 0 0 0,-1 0 0 0 0,1 1 0 0 0,-1-1 0 0 0,0 1 0 0 0,1-1 0 0 0,-4 0 0 0 0,4 2 49 0 0,0-1 0 0 0,0 0 0 0 0,0 0 0 0 0,0 1 0 0 0,0-1 0 0 0,0 0 0 0 0,0 1 0 0 0,0-1 0 0 0,1 1 0 0 0,-1 0 0 0 0,0-1 0 0 0,0 1 0 0 0,0-1 0 0 0,1 1 0 0 0,-1 0 0 0 0,0 0 0 0 0,1-1 0 0 0,-1 1 0 0 0,1 0 0 0 0,-1 0 0 0 0,0 1 0 0 0,-2 6-470 0 0,-1 1 0 0 0,2-1 0 0 0,-1 1 0 0 0,1 0 0 0 0,-1 11 0 0 0,-1 2-4653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12.7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180 330 8986 0 0,'-10'48'1415'0'0,"4"-23"-1062"0"0,-15 56 28 0 0,-39 100 0 0 0,-16 61-671 0 0,75-238 304 0 0,-1 0 41 0 0,1 0 0 0 0,0-1 0 0 0,1 1-1 0 0,-1 0 1 0 0,1 0 0 0 0,-1 0 0 0 0,1-1-1 0 0,0 1 1 0 0,1 0 0 0 0,-1 0-1 0 0,2 4 1 0 0,-2-7-2 0 0,1-1 1 0 0,0 0-1 0 0,-1 1 0 0 0,1-1 0 0 0,0 0 1 0 0,0 0-1 0 0,-1 0 0 0 0,1 0 1 0 0,0 1-1 0 0,0-1 0 0 0,0 0 0 0 0,-1 0 1 0 0,1-1-1 0 0,0 1 0 0 0,0 0 0 0 0,-1 0 1 0 0,1 0-1 0 0,0 0 0 0 0,0-1 0 0 0,-1 1 1 0 0,1 0-1 0 0,0-1 0 0 0,-1 1 0 0 0,1-1 1 0 0,0 1-1 0 0,-1 0 0 0 0,1-1 0 0 0,-1 1 1 0 0,1-1-1 0 0,-1 0 0 0 0,2 0 0 0 0,19-19 484 0 0,-10 6-489 0 0,1-1 0 0 0,-2 0 0 0 0,0-1 0 0 0,0 0 0 0 0,-2-1 0 0 0,0 0 0 0 0,-1 0-1 0 0,-1-1 1 0 0,0 1 0 0 0,-1-2 0 0 0,3-28 0 0 0,-2-13-79 0 0,-2-1 0 0 0,-7-75-1 0 0,1 73 848 0 0,9-111 0 0 0,-3 140-446 0 0,23-127 1789 0 0,-27 160-2121 0 0,1 0-1 0 0,-1 0 1 0 0,0 0 0 0 0,1 0-1 0 0,-1 0 1 0 0,0 0 0 0 0,1 1-1 0 0,-1-1 1 0 0,1 0-1 0 0,-1 0 1 0 0,1 1 0 0 0,0-1-1 0 0,-1 0 1 0 0,1 0 0 0 0,0 1-1 0 0,0-1 1 0 0,-1 1 0 0 0,1-1-1 0 0,0 1 1 0 0,0-1-1 0 0,0 1 1 0 0,0-1 0 0 0,-1 1-1 0 0,3-1 1 0 0,-1 1-12 0 0,1 0-1 0 0,0 0 1 0 0,-1-1 0 0 0,1 1-1 0 0,-1 1 1 0 0,1-1 0 0 0,-1 0-1 0 0,1 1 1 0 0,3 0-1 0 0,5 3 37 0 0,0 1 0 0 0,0-1 0 0 0,11 8-1 0 0,-20-11-1 0 0,53 30 358 0 0,-10-6 437 0 0,75 32 1 0 0,-81-43-1182 0 0,-1 2 0 0 0,0 2 0 0 0,-1 2 0 0 0,52 36 0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2.1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225 2161 8002 0 0,'-6'0'173'0'0,"0"-1"0"0"0,0-1 1 0 0,0 1-1 0 0,0-1 1 0 0,0 0-1 0 0,0 0 0 0 0,1-1 1 0 0,-1 0-1 0 0,1 0 0 0 0,0 0 1 0 0,0-1-1 0 0,-6-5 0 0 0,-6-5 1054 0 0,1 0-1 0 0,-17-20 1 0 0,24 22-800 0 0,0-1-1 0 0,1 0 1 0 0,0 0 0 0 0,1-1 0 0 0,1 0-1 0 0,0 0 1 0 0,0 0 0 0 0,2-1 0 0 0,0 0-1 0 0,0 0 1 0 0,2 0 0 0 0,-2-26 0 0 0,2 1-97 0 0,2-1 1 0 0,2 0 0 0 0,11-64 0 0 0,-4 63-217 0 0,1 1-1 0 0,2 0 1 0 0,27-60 0 0 0,67-114 29 0 0,-82 170-142 0 0,8-13-11 0 0,2 2 1 0 0,3 1-1 0 0,77-88 1 0 0,-52 77-14 0 0,4 4-1 0 0,86-66 1 0 0,-75 70-10 0 0,1 5 0 0 0,4 2 0 0 0,146-66 0 0 0,254-70-99 0 0,-387 158 94 0 0,1 4 0 0 0,1 5 1 0 0,119-11-1 0 0,-170 28-58 0 0,0 2 0 0 0,0 2 0 0 0,0 1 0 0 0,-1 3-1 0 0,54 13 1 0 0,-68-10-37 0 0,-1 1 0 0 0,1 1-1 0 0,-2 2 1 0 0,1 1 0 0 0,-2 1-1 0 0,0 2 1 0 0,-1 0 0 0 0,33 27-1 0 0,-35-21-131 0 0,0 0 0 0 0,-2 2 0 0 0,0 1 0 0 0,30 44 0 0 0,-29-39-3893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2.5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31 8290 0 0,'0'0'42'0'0,"-1"0"0"0"0,1 0 0 0 0,0-1 1 0 0,-1 1-1 0 0,1 0 0 0 0,-1 0 0 0 0,1 0 1 0 0,0-1-1 0 0,-1 1 0 0 0,1 0 0 0 0,0-1 0 0 0,0 1 1 0 0,-1 0-1 0 0,1-1 0 0 0,0 1 0 0 0,-1 0 1 0 0,1-1-1 0 0,0 1 0 0 0,0 0 0 0 0,0-1 0 0 0,0 1 1 0 0,-1-1-1 0 0,1 1 0 0 0,0 0 0 0 0,0-1 0 0 0,0 1 1 0 0,0-1-1 0 0,0 1 0 0 0,0-1 0 0 0,0 1 1 0 0,0 0-1 0 0,0-1 0 0 0,0 1 0 0 0,0-1 0 0 0,0 1 1 0 0,0 0-1 0 0,1-1 0 0 0,16-9 2317 0 0,-12 8-1881 0 0,1 1 0 0 0,-1 0 0 0 0,0 0 0 0 0,0 0 0 0 0,1 0 0 0 0,-1 1-1 0 0,0 0 1 0 0,1 0 0 0 0,-1 0 0 0 0,1 1 0 0 0,-1-1 0 0 0,10 4 0 0 0,-7-1-218 0 0,0 0 1 0 0,0 0 0 0 0,0 1-1 0 0,-1 1 1 0 0,1-1 0 0 0,-1 1-1 0 0,9 8 1 0 0,0 2-168 0 0,-1 1 0 0 0,0 0 0 0 0,-1 1 0 0 0,-1 1 0 0 0,15 28 0 0 0,-2-3 43 0 0,-3-6 66 0 0,-2 1 0 0 0,30 73 0 0 0,-46-98-174 0 0,-1 0-1 0 0,-1 0 1 0 0,0 0-1 0 0,-1 0 1 0 0,-1 0-1 0 0,0 0 0 0 0,0 1 1 0 0,-1-1-1 0 0,-1 0 1 0 0,0 1-1 0 0,-1-1 1 0 0,-1 0-1 0 0,-6 21 0 0 0,-2-6 26 0 0,-2 0-1 0 0,0-1 0 0 0,-2-1 0 0 0,-1 0 0 0 0,-26 32 0 0 0,6-14-399 0 0,-81 75 0 0 0,115-117 281 0 0,-6 6-225 0 0,-1 0 1 0 0,1-1 0 0 0,-2 0 0 0 0,1 0-1 0 0,-1-1 1 0 0,0 0 0 0 0,-11 5-1 0 0,2-8 262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2.8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 11058 0 0,'-1'0'28'0'0,"1"0"-1"0"0,0 0 0 0 0,0 0 1 0 0,0 0-1 0 0,0 0 1 0 0,-1 0-1 0 0,1 0 0 0 0,0 0 1 0 0,0 0-1 0 0,0 0 0 0 0,0 0 1 0 0,-1 0-1 0 0,1 0 1 0 0,0 0-1 0 0,0 0 0 0 0,0 0 1 0 0,0 0-1 0 0,-1 0 0 0 0,1 0 1 0 0,0 0-1 0 0,0 0 0 0 0,0 1 1 0 0,0-1-1 0 0,0 0 1 0 0,-1 0-1 0 0,1 0 0 0 0,0 0 1 0 0,0 0-1 0 0,0 0 0 0 0,0 1 1 0 0,0-1-1 0 0,0 0 1 0 0,0 0-1 0 0,0 0 0 0 0,0 0 1 0 0,-1 0-1 0 0,1 1 0 0 0,0-1 1 0 0,0 0-1 0 0,0 0 1 0 0,0 0-1 0 0,0 0 0 0 0,0 1 1 0 0,0-1-1 0 0,0 0 0 0 0,0 0 1 0 0,0 0-1 0 0,0 1 0 0 0,0-1 1 0 0,0 0-1 0 0,0 0 1 0 0,1 0-1 0 0,-1 0 0 0 0,0 0 1 0 0,0 1-1 0 0,0-1 0 0 0,0 0 1 0 0,0 0-1 0 0,0 25 995 0 0,5 29 710 0 0,9 80 963 0 0,-5-36-1970 0 0,32 147 0 0 0,-31-211-1306 0 0,18 40 1 0 0,-13-40-603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3.2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503 7 10594 0 0,'-2'-1'51'0'0,"1"0"0"0"0,-1 0 0 0 0,0 1 0 0 0,0-1-1 0 0,0 0 1 0 0,0 1 0 0 0,0-1 0 0 0,0 1 0 0 0,-1 0 0 0 0,1-1-1 0 0,0 1 1 0 0,0 0 0 0 0,0 0 0 0 0,0 0 0 0 0,0 1-1 0 0,0-1 1 0 0,0 1 0 0 0,0-1 0 0 0,0 1 0 0 0,0-1 0 0 0,-4 3-1 0 0,-46 25-215 0 0,36-18 626 0 0,-9 5-271 0 0,0 1 0 0 0,1 2 1 0 0,1 1-1 0 0,0 0 0 0 0,2 2 0 0 0,0 0 0 0 0,1 1 1 0 0,2 2-1 0 0,0-1 0 0 0,1 2 0 0 0,2 1 0 0 0,1 0 1 0 0,0 0-1 0 0,2 1 0 0 0,-13 47 0 0 0,7-20-233 0 0,3 1 0 0 0,2 1 0 0 0,3 1-1 0 0,-6 95 1 0 0,16-132 24 0 0,1 0 0 0 0,1 0 0 0 0,1 0 0 0 0,0 0 0 0 0,2 0 0 0 0,0-1 0 0 0,1 0 0 0 0,1 0 0 0 0,11 21 1 0 0,-12-27 5 0 0,2-1 1 0 0,0 1 0 0 0,0-1-1 0 0,1-1 1 0 0,0 0 0 0 0,1 0 0 0 0,1-1-1 0 0,-1 0 1 0 0,1-1 0 0 0,1 0 0 0 0,0-1-1 0 0,0 0 1 0 0,20 9 0 0 0,-4-6 197 0 0,0-1 1 0 0,1-2 0 0 0,0 0-1 0 0,0-2 1 0 0,1-1 0 0 0,-1-2-1 0 0,1-1 1 0 0,0-1-1 0 0,0-1 1 0 0,0-2 0 0 0,0-1-1 0 0,-1-1 1 0 0,1-2 0 0 0,-1 0-1 0 0,0-3 1 0 0,-1 0-1 0 0,0-1 1 0 0,0-2 0 0 0,-1-1-1 0 0,32-21 1 0 0,-45 24-15 0 0,-1-1 1 0 0,0 0-1 0 0,0 0 0 0 0,-2-1 1 0 0,1-1-1 0 0,-1 0 0 0 0,-1 0 1 0 0,-1-1-1 0 0,0-1 0 0 0,0 1 1 0 0,-2-1-1 0 0,0-1 0 0 0,0 1 1 0 0,-2-1-1 0 0,0-1 0 0 0,0 1 1 0 0,-2 0-1 0 0,0-1 0 0 0,-1 0 1 0 0,-1 0-1 0 0,0 0 0 0 0,-1 0 1 0 0,-1 1-1 0 0,-4-23 1 0 0,-2-8-96 0 0,-2 0 0 0 0,-2 1 0 0 0,-2 0 0 0 0,-2 1 0 0 0,-2 1 1 0 0,-2 0-1 0 0,-35-58 0 0 0,46 90-77 0 0,-1 0 0 0 0,0 1 0 0 0,0 1 0 0 0,-1-1 0 0 0,0 1 0 0 0,-1 1 0 0 0,0 0 0 0 0,0 1 0 0 0,-1 0 0 0 0,0 0 0 0 0,-1 2 0 0 0,-25-11 0 0 0,14 9-422 0 0,-1 1-1 0 0,0 2 1 0 0,0 0-1 0 0,-1 2 1 0 0,1 0 0 0 0,-33 2-1 0 0,21 2-6901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39.7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165 810 9218 0 0,'-15'1'104'0'0,"0"2"0"0"0,0 0 1 0 0,-14 5-1 0 0,25-7-105 0 0,-10 2 561 0 0,0 0 0 0 0,0-1 0 0 0,-27 0 1 0 0,41-3-494 0 0,-1 1 1 0 0,1 0 0 0 0,0-1 0 0 0,-1 1-1 0 0,1 0 1 0 0,0-1 0 0 0,0 1-1 0 0,-1 0 1 0 0,1-1 0 0 0,0 1 0 0 0,0-1-1 0 0,0 1 1 0 0,-1-1 0 0 0,1 1 0 0 0,0-1-1 0 0,0 1 1 0 0,0 0 0 0 0,0-1 0 0 0,0 1-1 0 0,0-1 1 0 0,0 1 0 0 0,0-1 0 0 0,0 1-1 0 0,0-1 1 0 0,0 1 0 0 0,1-1 0 0 0,-1 1-1 0 0,0 0 1 0 0,0-1 0 0 0,0 1 0 0 0,0-1-1 0 0,1 1 1 0 0,-1 0 0 0 0,0-1 0 0 0,0 1-1 0 0,1-1 1 0 0,-1 1 0 0 0,0 0 0 0 0,1-1-1 0 0,10-18 952 0 0,1 4-773 0 0,0 2-1 0 0,1-1 1 0 0,1 2 0 0 0,0 0-1 0 0,0 0 1 0 0,2 2-1 0 0,22-13 1 0 0,-4 1-130 0 0,92-65-85 0 0,95-60-36 0 0,-161 112-4 0 0,116-51 0 0 0,-35 30 9 0 0,229-59 0 0 0,-292 97 31 0 0,284-57 418 0 0,-179 51-310 0 0,270 1 0 0 0,-346 25-93 0 0,0 5 1 0 0,-1 5-1 0 0,203 50 1 0 0,-189-26 35 0 0,-1 4 0 0 0,208 105 0 0 0,-241-98-18 0 0,-2 3 1 0 0,-2 4-1 0 0,-3 4 1 0 0,86 80-1 0 0,-156-130 20 0 0,-1 0-1 0 0,1 1 1 0 0,-1 0-1 0 0,-1 1 1 0 0,0 0 0 0 0,0 0-1 0 0,-1 0 1 0 0,7 16-1 0 0,-11-21-29 0 0,-1 1 0 0 0,1-1 0 0 0,-1 1 0 0 0,0-1-1 0 0,-1 1 1 0 0,1-1 0 0 0,-1 1 0 0 0,0 0 0 0 0,0-1 0 0 0,-1 1-1 0 0,0-1 1 0 0,0 1 0 0 0,0-1 0 0 0,-1 1 0 0 0,1-1-1 0 0,-1 0 1 0 0,-1 1 0 0 0,1-1 0 0 0,-7 9-1 0 0,5-7-225 0 0,-1 1-1 0 0,1-1 1 0 0,-2-1-1 0 0,1 1 1 0 0,-1-1-1 0 0,0 1 1 0 0,-1-2-1 0 0,1 1 1 0 0,-1-1-1 0 0,0 0 1 0 0,0 0-1 0 0,-1-1 1 0 0,-9 4-1 0 0,-5-3-6585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0.2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134 1 5985 0 0,'0'0'36'0'0,"-1"0"0"0"0,0 0 0 0 0,0 1 0 0 0,0-1-1 0 0,0 0 1 0 0,0 1 0 0 0,0-1 0 0 0,0 1 0 0 0,0-1-1 0 0,1 1 1 0 0,-1-1 0 0 0,0 1 0 0 0,0-1 0 0 0,1 1 0 0 0,-1 0-1 0 0,0 0 1 0 0,1-1 0 0 0,-1 1 0 0 0,1 0 0 0 0,-1 0 0 0 0,1 0-1 0 0,-1-1 1 0 0,1 1 0 0 0,-1 0 0 0 0,1 0 0 0 0,-1 2-1 0 0,1 0 135 0 0,-1 0 0 0 0,1 1-1 0 0,0-1 1 0 0,0 1-1 0 0,0-1 1 0 0,0 1-1 0 0,2 6 1 0 0,1 2 707 0 0,1 1-1 0 0,0-1 1 0 0,9 18 0 0 0,91 171 4151 0 0,61 96-3508 0 0,-162-291-1463 0 0,0-1 0 0 0,0 1 0 0 0,0 0-1 0 0,-1 0 1 0 0,0 0 0 0 0,0 0 0 0 0,0 1 0 0 0,-1-1 0 0 0,0 0 0 0 0,0 1-1 0 0,0 10 1 0 0,-2-11 14 0 0,0-1 0 0 0,0 0 0 0 0,-1 1-1 0 0,1-1 1 0 0,-1 0 0 0 0,0 0 0 0 0,-1 0 0 0 0,1 0-1 0 0,-1-1 1 0 0,0 1 0 0 0,0-1 0 0 0,0 1 0 0 0,-1-1 0 0 0,-5 5-1 0 0,-16 14 85 0 0,-1-1-1 0 0,-1-1 1 0 0,0-1-1 0 0,-2-2 0 0 0,-1 0 1 0 0,0-2-1 0 0,-1-2 1 0 0,0 0-1 0 0,-45 12 1 0 0,33-18-1109 0 0,26-8-37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0.8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67 2 3681 0 0,'0'0'284'0'0,"-32"-2"-184"0"0,28 3-50 0 0,1 0 0 0 0,0 0 0 0 0,0 0 0 0 0,0 0 0 0 0,1 0 0 0 0,-1 1 0 0 0,0-1 0 0 0,0 1 0 0 0,-2 2 0 0 0,4-3-32 0 0,1-1 0 0 0,0 0 1 0 0,0 0-1 0 0,0 0 0 0 0,0 0 1 0 0,-1 1-1 0 0,1-1 0 0 0,0 0 1 0 0,0 0-1 0 0,0 1 0 0 0,0-1 1 0 0,0 0-1 0 0,0 0 0 0 0,0 1 1 0 0,0-1-1 0 0,0 0 0 0 0,-1 0 1 0 0,1 0-1 0 0,0 1 0 0 0,0-1 1 0 0,0 0-1 0 0,0 1 0 0 0,0-1 1 0 0,1 0-1 0 0,-1 0 0 0 0,0 0 1 0 0,0 1-1 0 0,0-1 0 0 0,0 0 1 0 0,0 0-1 0 0,0 1 0 0 0,0-1 1 0 0,0 0-1 0 0,1 0 0 0 0,-1 0 1 0 0,0 1-1 0 0,0-1 0 0 0,0 0 1 0 0,21 8-319 0 0,-16-7-283 0 0,15 0-1407 0 0,-17-5 1735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4.1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29 104 5529 0 0,'-2'-1'145'0'0,"0"1"1"0"0,0-1-1 0 0,1 0 0 0 0,-1 0 1 0 0,1-1-1 0 0,-1 1 0 0 0,1 0 0 0 0,-1 0 1 0 0,1-1-1 0 0,-1 1 0 0 0,1-1 0 0 0,0 1 1 0 0,0-1-1 0 0,0 0 0 0 0,0 1 1 0 0,0-1-1 0 0,0 0 0 0 0,1 0 0 0 0,-1 0 1 0 0,0 1-1 0 0,1-1 0 0 0,-1 0 0 0 0,1 0 1 0 0,0 0-1 0 0,0 0 0 0 0,0 0 0 0 0,0 0 1 0 0,0 0-1 0 0,0 0 0 0 0,0 0 1 0 0,1 0-1 0 0,0-2 0 0 0,0 1 110 0 0,0 0-1 0 0,0 0 1 0 0,1 1 0 0 0,-1-1-1 0 0,1 0 1 0 0,-1 1 0 0 0,1-1 0 0 0,0 1-1 0 0,0 0 1 0 0,0 0 0 0 0,0 0-1 0 0,1 0 1 0 0,-1 0 0 0 0,0 0-1 0 0,1 0 1 0 0,-1 1 0 0 0,1-1-1 0 0,0 1 1 0 0,0 0 0 0 0,4-2-1 0 0,-3 2-140 0 0,1 0 1 0 0,-1 1-1 0 0,0-1 0 0 0,0 1 0 0 0,0 0 0 0 0,1 0 0 0 0,-1 0 0 0 0,0 1 1 0 0,0 0-1 0 0,0-1 0 0 0,0 1 0 0 0,1 1 0 0 0,-1-1 0 0 0,-1 0 0 0 0,5 3 0 0 0,-1 0-71 0 0,-1 0 0 0 0,0 0 0 0 0,1 1 0 0 0,-2 0 0 0 0,1 0 0 0 0,-1 0 0 0 0,0 1 0 0 0,5 5 0 0 0,-1 1-33 0 0,-1 1 0 0 0,-1-1 0 0 0,0 1 0 0 0,0 1 0 0 0,-2-1 0 0 0,1 1 0 0 0,-2 0 0 0 0,5 19 1 0 0,-8-21 4 0 0,0-1 1 0 0,0 1 0 0 0,-1-1 0 0 0,0 0 0 0 0,-1 1 0 0 0,0-1 0 0 0,-6 19 0 0 0,-2 2 169 0 0,-18 40-1 0 0,6-17 301 0 0,20-54-461 0 0,1 0 0 0 0,-1 0 1 0 0,1 1-1 0 0,-1-1 0 0 0,1 0 0 0 0,0 0 0 0 0,-1 0 0 0 0,1 0 0 0 0,0 0 1 0 0,0 1-1 0 0,0-1 0 0 0,0 0 0 0 0,0 0 0 0 0,0 0 0 0 0,1 1 1 0 0,-1-1-1 0 0,0 0 0 0 0,0 0 0 0 0,1 0 0 0 0,-1 0 0 0 0,1 0 1 0 0,-1 0-1 0 0,1 0 0 0 0,-1 0 0 0 0,3 2 0 0 0,-2-2 9 0 0,1 0 0 0 0,-1 0 0 0 0,1 0 0 0 0,0 0 0 0 0,0 0 0 0 0,-1-1 0 0 0,1 1 0 0 0,0 0 0 0 0,0-1-1 0 0,0 0 1 0 0,0 1 0 0 0,0-1 0 0 0,0 0 0 0 0,2 0 0 0 0,9-1 179 0 0,0-1-1 0 0,0 0 1 0 0,20-5-1 0 0,-31 6-159 0 0,36-10-476 0 0,-1-1 0 0 0,0-3-1 0 0,-1 0 1 0 0,43-26-1 0 0,-50 23-2341 0 0,-1-1-1 0 0,46-41 0 0 0,-48 36-1810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4.6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629 127 6913 0 0,'-61'-36'968'0'0,"36"21"363"0"0,0 0 0 0 0,-46-17-1 0 0,62 28-992 0 0,-1 2-1 0 0,0-1 0 0 0,1 1 1 0 0,-1 0-1 0 0,0 1 1 0 0,0 0-1 0 0,0 1 0 0 0,-1 0 1 0 0,1 1-1 0 0,0 0 1 0 0,-16 3-1 0 0,8 1-187 0 0,1 1 0 0 0,1 1-1 0 0,-1 0 1 0 0,1 1 0 0 0,0 0-1 0 0,1 2 1 0 0,0 0 0 0 0,1 0 0 0 0,0 1-1 0 0,0 1 1 0 0,1 0 0 0 0,1 1 0 0 0,0 1-1 0 0,1 0 1 0 0,-14 21 0 0 0,16-20-165 0 0,0 0 0 0 0,1 1 0 0 0,1 0 0 0 0,0 0 0 0 0,1 0 0 0 0,1 1 0 0 0,1 0 0 0 0,0 0 0 0 0,1 1 0 0 0,1-1 0 0 0,0 1 0 0 0,2-1 0 0 0,0 1 0 0 0,1-1 0 0 0,5 31 1 0 0,1-16 0 0 0,2-1 1 0 0,2 0-1 0 0,0-1 1 0 0,2 0 0 0 0,1 0-1 0 0,21 30 1 0 0,-21-39-10 0 0,0-1 1 0 0,1-1-1 0 0,2 0 0 0 0,0-1 1 0 0,0 0-1 0 0,2-2 0 0 0,0 0 1 0 0,36 22-1 0 0,-9-13-135 0 0,1-1 0 0 0,0-3-1 0 0,2-2 1 0 0,1-2 0 0 0,55 12 0 0 0,-70-22 195 0 0,1 0 0 0 0,0-3-1 0 0,0-1 1 0 0,0-1 0 0 0,0-2 0 0 0,0-2 0 0 0,0-1 0 0 0,43-10 0 0 0,-65 10 100 0 0,0-1 1 0 0,-1-1-1 0 0,0 0 1 0 0,1-1-1 0 0,-2 0 1 0 0,1-1-1 0 0,-1 0 1 0 0,0-1-1 0 0,0-1 0 0 0,17-15 1 0 0,-17 11 84 0 0,-1-1 1 0 0,0 1-1 0 0,-1-2 0 0 0,0 1 0 0 0,-1-2 1 0 0,-1 1-1 0 0,-1-1 0 0 0,8-22 0 0 0,1-10 280 0 0,-2-2 0 0 0,12-84 0 0 0,-7-106-50 0 0,-18 200-426 0 0,-1-1 0 0 0,-8-58 0 0 0,6 89-34 0 0,1 0 0 0 0,-1 0 1 0 0,-1 1-1 0 0,0-1 0 0 0,0 1 1 0 0,-1 0-1 0 0,0 0 0 0 0,0 0 1 0 0,-1 0-1 0 0,0 1 0 0 0,-1-1 1 0 0,0 1-1 0 0,0 1 0 0 0,-1-1 1 0 0,-14-12-1 0 0,16 17-90 0 0,0 0 0 0 0,-1 0 0 0 0,1 0 0 0 0,-1 1 0 0 0,1 0 1 0 0,-1 0-1 0 0,0 0 0 0 0,0 0 0 0 0,0 1 0 0 0,0 0 0 0 0,0 1 0 0 0,-10-1 0 0 0,5 2-1386 0 0,1 0 0 0 0,-1 0 0 0 0,-16 5-1 0 0,-15 7-5140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6.1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0 533 3225 0 0,'1'-7'307'0'0,"0"1"0"0"0,1 0 1 0 0,-1 0-1 0 0,1 0 0 0 0,0 0 1 0 0,1 0-1 0 0,0 0 0 0 0,0 0 1 0 0,0 1-1 0 0,0 0 0 0 0,7-8 1 0 0,47-54 1315 0 0,-54 64-1557 0 0,21-19 376 0 0,0 0 1 0 0,1 2-1 0 0,1 0 1 0 0,1 2-1 0 0,1 1 1 0 0,32-14-1 0 0,185-67 2078 0 0,-137 64-1703 0 0,1 5 1 0 0,1 5-1 0 0,1 5 0 0 0,155-8 1 0 0,-113 23-514 0 0,-1 6 1 0 0,260 39 0 0 0,-263-16-237 0 0,-2 7 0 0 0,-2 6 0 0 0,259 105 0 0 0,-350-119-86 0 0,-1 2-1 0 0,-1 2 1 0 0,-2 3 0 0 0,-1 2-1 0 0,-1 2 1 0 0,-2 2-1 0 0,-2 2 1 0 0,-1 2 0 0 0,62 77-1 0 0,-57-54-115 0 0,-3 2 1 0 0,-3 2-1 0 0,-3 1 0 0 0,-3 3 0 0 0,35 99 0 0 0,-27-40 242 0 0,-6 2 0 0 0,-6 1 0 0 0,-6 1 0 0 0,-6 2-1 0 0,-6 0 1 0 0,-3 145 0 0 0,-16-165 169 0 0,-5 0 0 0 0,-4-1 0 0 0,-6 0 1 0 0,-68 221-1 0 0,-134 265 746 0 0,198-549-995 0 0,-27 66 227 0 0,-111 188-1 0 0,109-228-181 0 0,-3-1-1 0 0,-3-3 1 0 0,-99 96 0 0 0,68-80 29 0 0,-131 177 0 0 0,219-267-107 0 0,-3 7-591 0 0,-1-1 0 0 0,0 0 0 0 0,0 0 0 0 0,-12 10 0 0 0,16-16 413 0 0,1 0 0 0 0,0 0 0 0 0,-1 0 0 0 0,1 0-1 0 0,-1 0 1 0 0,0 0 0 0 0,1-1 0 0 0,-1 1 0 0 0,0-1 0 0 0,1 1 0 0 0,-1-1 0 0 0,0 1-1 0 0,1-1 1 0 0,-1 0 0 0 0,0 0 0 0 0,0 0 0 0 0,0 0 0 0 0,1 0 0 0 0,-1 0-1 0 0,0 0 1 0 0,0-1 0 0 0,1 1 0 0 0,-1-1 0 0 0,0 1 0 0 0,1-1 0 0 0,-1 0 0 0 0,0 0-1 0 0,1 1 1 0 0,-1-1 0 0 0,-2-2 0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6.4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 80 6913 0 0,'-11'-37'1303'0'0,"-6"-5"9321"0"0,12 69-9656 0 0,4 67 150 0 0,12 96 1 0 0,-10-177-1085 0 0,0-1-1 0 0,1 0 1 0 0,1 0 0 0 0,0 0 0 0 0,0 0 0 0 0,1 0 0 0 0,1-1 0 0 0,0 1 0 0 0,0-1 0 0 0,1-1 0 0 0,0 1-1 0 0,1-1 1 0 0,1 0 0 0 0,-1 0 0 0 0,2-1 0 0 0,-1 0 0 0 0,1 0 0 0 0,0-1 0 0 0,1-1 0 0 0,0 1-1 0 0,0-1 1 0 0,1-1 0 0 0,0 0 0 0 0,0-1 0 0 0,0 0 0 0 0,1 0 0 0 0,-1-1 0 0 0,18 3 0 0 0,-7-3 5 0 0,-1 0 0 0 0,1-2 0 0 0,-1 0 0 0 0,1-2 1 0 0,0 0-1 0 0,0-2 0 0 0,21-4 0 0 0,-1-2-964 0 0,-1-2 1 0 0,65-25-1 0 0,-71 22-6503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7.1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52 5985 0 0,'2'-3'318'0'0,"0"1"-1"0"0,1-1 0 0 0,-1 1 1 0 0,1 0-1 0 0,-1 0 0 0 0,1 0 1 0 0,0 0-1 0 0,0 0 0 0 0,0 0 0 0 0,0 1 1 0 0,0 0-1 0 0,5-2 0 0 0,41-12 1892 0 0,-35 12-1750 0 0,1 0 0 0 0,0 2-1 0 0,0-1 1 0 0,1 2 0 0 0,-1 0 0 0 0,0 1 0 0 0,0 0 0 0 0,0 1 0 0 0,0 1 0 0 0,27 8 0 0 0,-34-8-419 0 0,0 1 0 0 0,0-1 0 0 0,0 1 0 0 0,-1 1 0 0 0,1-1 1 0 0,-1 1-1 0 0,0 1 0 0 0,-1-1 0 0 0,1 1 0 0 0,-1 0 0 0 0,0 1 0 0 0,-1-1 0 0 0,0 1 0 0 0,0 0 1 0 0,0 1-1 0 0,-1-1 0 0 0,0 1 0 0 0,0 0 0 0 0,-1 0 0 0 0,3 10 0 0 0,-2-3-93 0 0,-1 1 0 0 0,0-1 0 0 0,-1 1 0 0 0,-1 0 0 0 0,-1 0 0 0 0,0-1 0 0 0,-1 1 0 0 0,0 0 0 0 0,-2 0 0 0 0,0-1-1 0 0,-7 23 1 0 0,-1-8-312 0 0,0-1-1 0 0,-3 0 0 0 0,0-1 0 0 0,-32 46 0 0 0,43-70 303 0 0,0 0-1 0 0,1 0 0 0 0,0 0 1 0 0,0 0-1 0 0,0 0 0 0 0,0 1 1 0 0,0-1-1 0 0,1 0 0 0 0,-1 6 1 0 0,2-9 19 0 0,0 0 0 0 0,0-1 0 0 0,0 1 0 0 0,0 0 0 0 0,0-1 0 0 0,0 1 0 0 0,0 0 0 0 0,0-1 0 0 0,0 1 1 0 0,1 0-1 0 0,-1-1 0 0 0,0 1 0 0 0,1 0 0 0 0,-1-1 0 0 0,0 1 0 0 0,1-1 0 0 0,-1 1 0 0 0,1-1 0 0 0,-1 1 0 0 0,0-1 1 0 0,1 1-1 0 0,-1-1 0 0 0,1 1 0 0 0,1 0 0 0 0,-1-1-111 0 0,1 1 0 0 0,0 0 0 0 0,0-1 0 0 0,0 1 0 0 0,0-1 0 0 0,1 0 0 0 0,-1 0 0 0 0,0 0-1 0 0,0 0 1 0 0,0 0 0 0 0,0 0 0 0 0,3-1 0 0 0,35-7-1418 0 0,-26 5 1271 0 0,0 0-1 0 0,0 1 1 0 0,1 0 0 0 0,-1 1 0 0 0,29 2-1 0 0,-39-1 447 0 0,-1 1 0 0 0,1 0-1 0 0,-1 0 1 0 0,0 0 0 0 0,0 0-1 0 0,1 1 1 0 0,-1-1-1 0 0,0 1 1 0 0,0 0 0 0 0,0 0-1 0 0,0 0 1 0 0,-1 0 0 0 0,1 1-1 0 0,-1-1 1 0 0,1 1-1 0 0,-1-1 1 0 0,0 1 0 0 0,0 0-1 0 0,0 0 1 0 0,0 0 0 0 0,0 0-1 0 0,-1 0 1 0 0,1 0-1 0 0,-1 1 1 0 0,0-1 0 0 0,0 0-1 0 0,0 1 1 0 0,-1-1 0 0 0,1 1-1 0 0,-1 3 1 0 0,1 2 193 0 0,0 0 1 0 0,-1 0 0 0 0,0 0-1 0 0,-1 1 1 0 0,0-1 0 0 0,0 0-1 0 0,-1 0 1 0 0,0-1 0 0 0,-1 1-1 0 0,0 0 1 0 0,0-1 0 0 0,-1 1-1 0 0,-9 14 1 0 0,4-9-585 0 0,0 0 0 0 0,-2-1 0 0 0,1-1 0 0 0,-2 0 0 0 0,0 0 0 0 0,-23 18 0 0 0,16-16-743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7.6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727 416 5985 0 0,'-15'-76'2369'0'0,"10"42"-684"0"0,-2 0-1 0 0,-1 0 1 0 0,-2 1-1 0 0,-21-50 1 0 0,27 75-1501 0 0,0 0 0 0 0,0 0 0 0 0,-1 1 0 0 0,-1-1 1 0 0,1 1-1 0 0,-1 0 0 0 0,0 1 0 0 0,-1-1 0 0 0,0 1 0 0 0,0 0 1 0 0,0 1-1 0 0,0 0 0 0 0,-1 0 0 0 0,0 1 0 0 0,0-1 0 0 0,0 2 1 0 0,-1-1-1 0 0,1 1 0 0 0,-1 1 0 0 0,0-1 0 0 0,0 2 0 0 0,-12-2 0 0 0,9 2-155 0 0,0 2-1 0 0,0 0 0 0 0,0 0 0 0 0,0 1 0 0 0,0 0 0 0 0,0 1 0 0 0,1 0 1 0 0,0 1-1 0 0,-1 1 0 0 0,1 0 0 0 0,0 0 0 0 0,-17 12 0 0 0,4-1-23 0 0,1 1 1 0 0,0 1-1 0 0,1 1 0 0 0,-23 27 1 0 0,26-25-12 0 0,2 2-1 0 0,0 0 1 0 0,2 1 0 0 0,0 0 0 0 0,2 1 0 0 0,1 1 0 0 0,1 0 0 0 0,-10 34 0 0 0,12-26-45 0 0,1 1 0 0 0,1 0-1 0 0,2 1 1 0 0,2-1 0 0 0,1 1-1 0 0,4 39 1 0 0,-1-59-72 0 0,1-1 0 0 0,1 1 0 0 0,0-1 0 0 0,1 0-1 0 0,1 0 1 0 0,0 0 0 0 0,1-1 0 0 0,11 20 0 0 0,-5-15-81 0 0,1 0 0 0 0,0-1 0 0 0,2 0 0 0 0,0-1 0 0 0,21 19 0 0 0,-3-9 83 0 0,1-1 0 0 0,1-1-1 0 0,1-2 1 0 0,1-2 0 0 0,68 29 0 0 0,-69-35 284 0 0,0-2-1 0 0,2-1 1 0 0,-1-2 0 0 0,1-1 0 0 0,1-2 0 0 0,0-2 0 0 0,63 0-1 0 0,-84-5-21 0 0,0-1 0 0 0,0-1 0 0 0,1-1 0 0 0,-1 0 0 0 0,-1-2-1 0 0,1 0 1 0 0,-1-1 0 0 0,0 0 0 0 0,0-1 0 0 0,0-1-1 0 0,-1-1 1 0 0,-1-1 0 0 0,1 0 0 0 0,-1-1 0 0 0,-1 0 0 0 0,0-1-1 0 0,-1-1 1 0 0,16-18 0 0 0,1-9 109 0 0,-2-2-1 0 0,-1-1 1 0 0,29-65 0 0 0,46-145 254 0 0,-95 233-475 0 0,-1-1-1 0 0,0 0 1 0 0,-2 0-1 0 0,0-1 1 0 0,-2 1-1 0 0,0-1 1 0 0,-1 0-1 0 0,-4-39 1 0 0,0 44-132 0 0,0-1 0 0 0,-2 1 0 0 0,0 0 0 0 0,0 0 0 0 0,-2 1 0 0 0,0-1 0 0 0,-1 1 0 0 0,0 1 0 0 0,-2 0 0 0 0,0 0 0 0 0,-12-15 0 0 0,-23-18-1560 0 0,13 19-3811 0 0,5 5-1117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8.6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7336 1963 10594 0 0,'3'-4'479'0'0,"0"0"0"0"0,1 1-1 0 0,0-1 1 0 0,-1 1 0 0 0,1 0-1 0 0,7-4 1 0 0,12-11 3125 0 0,-40 66-765 0 0,6-25-2930 0 0,-2-1 0 0 0,0-1 0 0 0,-1 1 0 0 0,0-2-1 0 0,-28 29 1 0 0,-100 86-672 0 0,96-93 689 0 0,40-36 74 0 0,-192 165 102 0 0,163-145-73 0 0,-2 0 0 0 0,-1-2 1 0 0,-76 34-1 0 0,-355 106-1265 0 0,-12-39-243 0 0,41-34 1489 0 0,-702 57 0 0 0,919-134 794 0 0,-276-18 0 0 0,337-8-227 0 0,1-8 0 0 0,-230-57 0 0 0,275 43-438 0 0,1-4 1 0 0,3-6-1 0 0,-165-88 1 0 0,151 59-456 0 0,2-5 1 0 0,-177-148 0 0 0,108 68-313 0 0,-262-238-51 0 0,381 322 716 0 0,3-4 1 0 0,4-2-1 0 0,4-4 0 0 0,-93-158 1 0 0,-108-314 1190 0 0,227 458-1375 0 0,4-2-1 0 0,4-1 0 0 0,-29-193 0 0 0,49 200 110 0 0,7 54-5212 0 0,2 22-640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9.2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208 53 10138 0 0,'-5'-19'878'0'0,"-1"6"1929"0"0,5 13-2706 0 0,0 1 1 0 0,0-1-1 0 0,0 1 0 0 0,1 0 0 0 0,-1 0 1 0 0,0 0-1 0 0,0-1 0 0 0,1 1 1 0 0,-1 0-1 0 0,0 0 0 0 0,1 0 0 0 0,-1 0 1 0 0,1 0-1 0 0,-1 0 0 0 0,1 0 0 0 0,0 0 1 0 0,-1 2-1 0 0,-105 260 1917 0 0,51-119-1675 0 0,54-141-320 0 0,0 0-13 0 0,0 0 0 0 0,0 0 0 0 0,-1-1 0 0 0,1 1 0 0 0,-1 0 0 0 0,1 0 0 0 0,-1-1 0 0 0,0 1 0 0 0,0-1 0 0 0,-4 5 0 0 0,5-36 290 0 0,7-29-853 0 0,19-85-1 0 0,-2 19 711 0 0,-20 97-33 0 0,-3 18 16 0 0,1 0-1 0 0,0 0 0 0 0,0 0 1 0 0,1 0-1 0 0,0 1 1 0 0,1-1-1 0 0,0 1 0 0 0,0-1 1 0 0,5-8-1 0 0,-8 17-98 0 0,0 0 0 0 0,1-1-1 0 0,-1 1 1 0 0,0 0 0 0 0,1-1 0 0 0,-1 1-1 0 0,0 0 1 0 0,1 0 0 0 0,-1-1 0 0 0,0 1-1 0 0,1 0 1 0 0,-1 0 0 0 0,1 0 0 0 0,-1-1-1 0 0,1 1 1 0 0,-1 0 0 0 0,0 0 0 0 0,1 0-1 0 0,-1 0 1 0 0,1 0 0 0 0,-1 0-1 0 0,1 0 1 0 0,-1 0 0 0 0,1 0 0 0 0,-1 0-1 0 0,1 0 1 0 0,-1 0 0 0 0,0 0 0 0 0,1 0-1 0 0,0 1 1 0 0,15 11 623 0 0,6 17 33 0 0,-22-28-692 0 0,60 102 1106 0 0,-46-76-989 0 0,0 0-1 0 0,2-1 0 0 0,1 0 0 0 0,1-2 0 0 0,38 40 1 0 0,-36-47-257 0 0,1-1 0 0 0,0-1-1 0 0,2-1 1 0 0,-1 0 0 0 0,2-2 0 0 0,36 14 0 0 0,-11-7-630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9.7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86 1 11979 0 0,'4'6'3328'0'0,"4"13"-2393"0"0,-7-3-668 0 0,0 1 0 0 0,-1-1 1 0 0,-1 0-1 0 0,0 1 0 0 0,-4 16 0 0 0,-24 82 451 0 0,14-60-600 0 0,1-4-80 0 0,2-11 18 0 0,-6 47 0 0 0,16-76-50 0 0,1-1 0 0 0,0 0 0 0 0,0 0 0 0 0,2 1 0 0 0,-1-1 1 0 0,1 0-1 0 0,1 0 0 0 0,-1 1 0 0 0,8 18 0 0 0,-7-23 37 0 0,1 1 0 0 0,0-1 0 0 0,0 0 0 0 0,1-1 0 0 0,0 1 0 0 0,0-1 0 0 0,0 1 0 0 0,1-1 0 0 0,-1 0 0 0 0,1-1 0 0 0,1 1 0 0 0,-1-1 1 0 0,0 0-1 0 0,1 0 0 0 0,0-1 0 0 0,0 0 0 0 0,0 0 0 0 0,0 0 0 0 0,1-1 0 0 0,-1 0 0 0 0,1 0 0 0 0,-1 0 0 0 0,1-1 0 0 0,0 0 0 0 0,0 0 0 0 0,-1-1 0 0 0,1 0 0 0 0,7-1 0 0 0,17-2 227 0 0,0-1 1 0 0,0-2-1 0 0,0-1 0 0 0,50-19 1 0 0,-57 18-277 0 0,107-28-1846 0 0,-58 17-5006 0 0,-51 14 1340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50.0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 1 10594 0 0,'-5'5'2628'0'0,"4"-4"-2336"0"0,1-1 0 0 0,-1 1 0 0 0,1 0 0 0 0,0 0 0 0 0,-1-1-1 0 0,1 1 1 0 0,0 0 0 0 0,-1 1 0 0 0,-6 31 2741 0 0,7-27-2367 0 0,-20 130 2763 0 0,8 71-3060 0 0,16-41 75 0 0,9-82-2316 0 0,-9-66-900 0 0,1-1 0 0 0,10 25 0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50.5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915 33 10594 0 0,'-5'-4'117'0'0,"0"1"-1"0"0,0-1 0 0 0,0 1 1 0 0,-1 0-1 0 0,1 0 0 0 0,-1 1 1 0 0,1 0-1 0 0,-1 0 0 0 0,0 0 1 0 0,0 1-1 0 0,0 0 0 0 0,0 0 1 0 0,0 0-1 0 0,0 1 0 0 0,-1 0 1 0 0,-6 1-1 0 0,-16 1 247 0 0,1 3 1 0 0,0 0-1 0 0,0 2 0 0 0,0 1 1 0 0,1 1-1 0 0,0 1 0 0 0,1 1 1 0 0,0 2-1 0 0,-47 31 0 0 0,24-10 483 0 0,2 3 0 0 0,1 2-1 0 0,-72 79 1 0 0,92-88-1001 0 0,2 1 0 0 0,2 1-1 0 0,0 1 1 0 0,2 1 0 0 0,2 1 0 0 0,1 1-1 0 0,2 0 1 0 0,1 1 0 0 0,2 0-1 0 0,-9 49 1 0 0,14-46-48 0 0,1 0 0 0 0,2 1 0 0 0,2-1 0 0 0,1 1 0 0 0,3-1 0 0 0,1 0 0 0 0,1 1 0 0 0,3-1 0 0 0,22 75 0 0 0,-22-94 9 0 0,1 0 0 0 0,1-1 0 0 0,1 0-1 0 0,1 0 1 0 0,1-1 0 0 0,0 0 0 0 0,1-1 0 0 0,1-1 0 0 0,1 0 0 0 0,0-1-1 0 0,1 0 1 0 0,1-1 0 0 0,0-1 0 0 0,1-1 0 0 0,1-1 0 0 0,0 0 0 0 0,1-1-1 0 0,0-1 1 0 0,0-1 0 0 0,1-1 0 0 0,0-1 0 0 0,1 0 0 0 0,-1-2 0 0 0,1 0-1 0 0,33 1 1 0 0,-12-5 155 0 0,-1-2 0 0 0,1-1 0 0 0,-1-3 0 0 0,0-1-1 0 0,0-3 1 0 0,-1-1 0 0 0,51-19 0 0 0,271-132 2209 0 0,-322 141-1721 0 0,44-24 1447 0 0,114-77 1 0 0,-152 88-1084 0 0,-2-2 1 0 0,-1-3-1 0 0,66-73 1 0 0,-105 106-724 0 0,0-1 1 0 0,-1 0-1 0 0,0 0 0 0 0,0 0 1 0 0,0 0-1 0 0,-1-1 0 0 0,0 1 1 0 0,0-1-1 0 0,-1 0 0 0 0,0 0 1 0 0,0 0-1 0 0,2-13 0 0 0,-4 12 10 0 0,0 0 0 0 0,-1-1 0 0 0,0 1 0 0 0,0 0 0 0 0,-1-1 0 0 0,0 1 0 0 0,0 0 0 0 0,-1 0 0 0 0,0 0 0 0 0,-7-13 0 0 0,-14-21 78 0 0,-1 1-1 0 0,-46-57 1 0 0,-72-68 373 0 0,105 124-515 0 0,3 4-834 0 0,-53-44-1 0 0,54 54-1714 0 0,-72-43-1 0 0,47 37-4761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1.9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346 448 920 0 0,'4'-30'838'0'0,"-2"-1"0"0"0,-1 0 0 0 0,-1 1 0 0 0,-2-1 0 0 0,0 0 0 0 0,-3 1 0 0 0,0-1 0 0 0,-2 1 0 0 0,-1 1 0 0 0,-2-1 0 0 0,-20-43 0 0 0,29 70-616 0 0,0 0 1 0 0,-1 0 0 0 0,1 1-1 0 0,-1-1 1 0 0,0 1-1 0 0,0-1 1 0 0,0 1 0 0 0,0 0-1 0 0,0-1 1 0 0,0 1 0 0 0,-1 0-1 0 0,1 1 1 0 0,-1-1-1 0 0,0 0 1 0 0,1 1 0 0 0,-1-1-1 0 0,-4 0 1 0 0,5 1-70 0 0,-1 1 0 0 0,1 0 0 0 0,-1 0 0 0 0,1 0 0 0 0,-1 1 0 0 0,1-1 0 0 0,-1 0 0 0 0,1 1 0 0 0,-1 0-1 0 0,1 0 1 0 0,-1 0 0 0 0,1 0 0 0 0,0 0 0 0 0,0 0 0 0 0,-1 0 0 0 0,1 1 0 0 0,0-1 0 0 0,0 1 0 0 0,0-1 0 0 0,1 1 0 0 0,-4 3 0 0 0,-8 9 150 0 0,1 1 0 0 0,0 1-1 0 0,0-1 1 0 0,2 2 0 0 0,0 0 0 0 0,1 0 0 0 0,-10 27 0 0 0,-37 133 427 0 0,45-136-661 0 0,3 1 0 0 0,1 0 0 0 0,2 1 0 0 0,2-1 0 0 0,2 1 1 0 0,7 78-1 0 0,-3-95-39 0 0,2-1-1 0 0,0 0 1 0 0,2 0 0 0 0,0-1 0 0 0,2 0 0 0 0,1 0 0 0 0,0 0 0 0 0,2-2-1 0 0,1 1 1 0 0,0-2 0 0 0,2 0 0 0 0,28 32 0 0 0,-36-45-83 0 0,2 0 0 0 0,-1-1 0 0 0,1 0 0 0 0,0 0 0 0 0,0-1 0 0 0,1 0 0 0 0,0-1 0 0 0,0 0 1 0 0,0 0-1 0 0,0-1 0 0 0,1 0 0 0 0,0-1 0 0 0,0 0 0 0 0,0-1 0 0 0,0 0 0 0 0,0-1 0 0 0,21 0 0 0 0,-16-3-27 0 0,-1 0 0 0 0,1 0 1 0 0,-1-2-1 0 0,1 0 0 0 0,-1 0 0 0 0,0-2 0 0 0,-1 0 0 0 0,0 0 0 0 0,1-2 0 0 0,-2 1 0 0 0,1-2 1 0 0,13-11-1 0 0,-10 7 65 0 0,-1-1 1 0 0,-1-1 0 0 0,0 0-1 0 0,-1-1 1 0 0,-1 0-1 0 0,-1-1 1 0 0,0-1 0 0 0,-1 0-1 0 0,0 0 1 0 0,-2-1 0 0 0,0-1-1 0 0,-2 0 1 0 0,0 0-1 0 0,6-26 1 0 0,-9 20 96 0 0,0-1 0 0 0,-2 1 0 0 0,0 0-1 0 0,-2-1 1 0 0,-1 1 0 0 0,-1-1 0 0 0,-1 1 0 0 0,-2 0 0 0 0,0 0 0 0 0,-2 0 0 0 0,-11-27 0 0 0,-4-4 112 0 0,-2 1 0 0 0,-3 1 0 0 0,-60-92 0 0 0,85 144-179 0 0,0 0 1 0 0,0 0-1 0 0,-1 0 1 0 0,1 0-1 0 0,-1 1 1 0 0,0-1-1 0 0,1 1 1 0 0,-1-1-1 0 0,0 1 1 0 0,0 0-1 0 0,-1 0 1 0 0,1 0-1 0 0,0 1 1 0 0,-1-1-1 0 0,1 1 1 0 0,-1-1-1 0 0,1 1 1 0 0,-1 0-1 0 0,1 1 1 0 0,-6-1 0 0 0,5 1-33 0 0,0 1 0 0 0,0-1 1 0 0,1 1-1 0 0,-1 1 1 0 0,0-1-1 0 0,0 0 1 0 0,1 1-1 0 0,-1 0 0 0 0,1-1 1 0 0,0 1-1 0 0,-1 1 1 0 0,1-1-1 0 0,0 0 1 0 0,0 1-1 0 0,0 0 1 0 0,1 0-1 0 0,-1 0 0 0 0,1 0 1 0 0,-4 4-1 0 0,-2 6-722 0 0,0 1 0 0 0,0 0 0 0 0,1 0 0 0 0,-9 30 0 0 0,4-6-5955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2.3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11 300 5065 0 0,'-6'-62'2454'0'0,"4"48"-303"0"0,0 0 0 0 0,1 0-1 0 0,2-28 1 0 0,-2 42-2090 0 0,1 0 0 0 0,0 0-1 0 0,0 0 1 0 0,0-1 0 0 0,0 1 0 0 0,0 0 0 0 0,0 0-1 0 0,0 0 1 0 0,0 0 0 0 0,0-1 0 0 0,0 1 0 0 0,0 0-1 0 0,0 0 1 0 0,0 0 0 0 0,0-1 0 0 0,0 1 0 0 0,0 0-1 0 0,0 0 1 0 0,0 0 0 0 0,0 0 0 0 0,0-1 0 0 0,1 1-1 0 0,-1-1 427 0 0,1 1-427 0 0,-1 0 1 0 0,0 0 0 0 0,0 0 0 0 0,0 0 0 0 0,0 0-1 0 0,1-1 1 0 0,-1 1 0 0 0,0 0 0 0 0,0 0 0 0 0,0 0-1 0 0,0 0 1 0 0,1 0 0 0 0,-1 0 0 0 0,0 0 0 0 0,0 0-1 0 0,0 0 1 0 0,0 0 0 0 0,1 0 0 0 0,6 10 658 0 0,3 15-620 0 0,-2 34 195 0 0,-7-45-220 0 0,0-1 1 0 0,1 0 0 0 0,6 18-1 0 0,-8-30-89 0 0,0-1-1 0 0,0 1 1 0 0,0 0 0 0 0,0 0-1 0 0,0-1 1 0 0,0 1-1 0 0,0 0 1 0 0,0-1-1 0 0,1 1 1 0 0,-1 0-1 0 0,0-1 1 0 0,1 1-1 0 0,-1 0 1 0 0,0-1-1 0 0,1 1 1 0 0,-1 0-1 0 0,1-1 1 0 0,-1 1-1 0 0,1-1 1 0 0,-1 1 0 0 0,1-1-1 0 0,-1 1 1 0 0,1-1-1 0 0,0 0 1 0 0,-1 1-1 0 0,1-1 1 0 0,0 0-1 0 0,-1 1 1 0 0,1-1-1 0 0,0 0 1 0 0,-1 0-1 0 0,1 0 1 0 0,0 0-1 0 0,0 1 1 0 0,-1-1 0 0 0,1 0-1 0 0,0 0 1 0 0,-1 0-1 0 0,1 0 1 0 0,0-1-1 0 0,0 1 1 0 0,-1 0-1 0 0,1 0 1 0 0,0 0-1 0 0,-1-1 1 0 0,1 1-1 0 0,0 0 1 0 0,-1 0-1 0 0,1-1 1 0 0,0 1 0 0 0,-1-1-1 0 0,1 1 1 0 0,-1-1-1 0 0,1 1 1 0 0,-1-1-1 0 0,1 1 1 0 0,-1-1-1 0 0,1 1 1 0 0,-1-1-1 0 0,1-1 1 0 0,3-2-180 0 0,-1-1 0 0 0,1 1 0 0 0,-1-1 1 0 0,0 0-1 0 0,-1 0 0 0 0,3-7 0 0 0,19-70-2291 0 0,-17 53 2722 0 0,2-1-1 0 0,1 2 1 0 0,1-1-1 0 0,21-39 1 0 0,-31 68-173 0 0,-1-1 0 0 0,0 0 0 0 0,1 0 0 0 0,-1 0 0 0 0,0 1 0 0 0,1-1 0 0 0,-1 0 0 0 0,1 0 0 0 0,-1 1 0 0 0,1-1-1 0 0,0 0 1 0 0,-1 1 0 0 0,1-1 0 0 0,0 1 0 0 0,-1-1 0 0 0,1 1 0 0 0,0-1 0 0 0,0 1 0 0 0,0 0 0 0 0,-1-1 0 0 0,1 1 0 0 0,0 0 0 0 0,0 0 0 0 0,0-1 0 0 0,0 1 0 0 0,-1 0 0 0 0,1 0 0 0 0,0 0 0 0 0,0 0 0 0 0,0 0 0 0 0,0 0 0 0 0,0 0-1 0 0,0 0 1 0 0,-1 1 0 0 0,1-1 0 0 0,0 0 0 0 0,0 0 0 0 0,0 1 0 0 0,-1-1 0 0 0,1 0 0 0 0,0 1 0 0 0,0-1 0 0 0,-1 1 0 0 0,1-1 0 0 0,0 1 0 0 0,-1 0 0 0 0,1-1 0 0 0,0 1 0 0 0,-1 0 0 0 0,1-1 0 0 0,-1 1 0 0 0,1 0 0 0 0,0 1 0 0 0,4 6 189 0 0,1 1 0 0 0,-1 0 1 0 0,6 17-1 0 0,-7-17-73 0 0,31 80 217 0 0,14 29-37 0 0,-41-101-995 0 0,2 0-1 0 0,-1 0 1 0 0,2-1 0 0 0,17 20 0 0 0,-12-19-6320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2.7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108 52 9218 0 0,'-15'5'1157'0'0,"0"-1"0"0"0,0 0 0 0 0,0-1 0 0 0,-31-2 1769 0 0,46-1-2892 0 0,0 0 0 0 0,0 0 0 0 0,0 0 0 0 0,0 0 0 0 0,0 0 0 0 0,0 0 0 0 0,0 0 0 0 0,0 0 0 0 0,0 0 0 0 0,-1 0 0 0 0,1 0 1 0 0,0 0-1 0 0,0 0 0 0 0,0 0 0 0 0,0 0 0 0 0,0 0 0 0 0,10-9 859 0 0,14-6-537 0 0,-7 7-397 0 0,0 1 0 0 0,0 0 0 0 0,1 2 0 0 0,0 0 0 0 0,0 1 0 0 0,0 1 0 0 0,0 0 1 0 0,0 2-1 0 0,1 0 0 0 0,-1 1 0 0 0,1 0 0 0 0,33 7 0 0 0,-30-3-927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3.3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315 582 3089 0 0,'0'-6'241'0'0,"0"-1"1"0"0,0 1 0 0 0,-1-1-1 0 0,1 1 1 0 0,-1 0 0 0 0,-1-1-1 0 0,0 1 1 0 0,1 0 0 0 0,-2 0-1 0 0,1 0 1 0 0,-1 0 0 0 0,-3-5 0 0 0,3 5 145 0 0,0 1 0 0 0,0 0 1 0 0,0 0-1 0 0,-1 1 1 0 0,1-1-1 0 0,-1 1 1 0 0,-1-1-1 0 0,1 1 0 0 0,0 0 1 0 0,-1 1-1 0 0,0-1 1 0 0,0 1-1 0 0,-7-4 0 0 0,7 6-69 0 0,-1 0-1 0 0,1 0 0 0 0,-1 0 0 0 0,1 1 1 0 0,-1 0-1 0 0,1 0 0 0 0,-1 0 0 0 0,1 0 1 0 0,-1 1-1 0 0,1 0 0 0 0,-1 0 0 0 0,1 1 1 0 0,0 0-1 0 0,-1 0 0 0 0,1 0 0 0 0,0 0 0 0 0,0 1 1 0 0,1 0-1 0 0,-1 0 0 0 0,0 0 0 0 0,1 0 1 0 0,-5 5-1 0 0,-1 1-7 0 0,0 1 0 0 0,0 0 0 0 0,1 0 0 0 0,0 1 0 0 0,1 0 0 0 0,1 1 0 0 0,-12 23 0 0 0,14-23-251 0 0,0 1 1 0 0,2 0-1 0 0,-1 0 0 0 0,2 0 0 0 0,0 1 0 0 0,0-1 1 0 0,1 1-1 0 0,1-1 0 0 0,0 1 0 0 0,1-1 0 0 0,1 1 1 0 0,0-1-1 0 0,0 0 0 0 0,6 15 0 0 0,-7-22-99 0 0,1 0 0 0 0,0 0 0 0 0,1 0 0 0 0,-1-1 0 0 0,1 1-1 0 0,0-1 1 0 0,1 0 0 0 0,-1 0 0 0 0,1 0 0 0 0,0 0 0 0 0,1 0 0 0 0,-1-1 0 0 0,1 0-1 0 0,-1 0 1 0 0,1 0 0 0 0,1 0 0 0 0,-1-1 0 0 0,0 0 0 0 0,1 0 0 0 0,-1 0 0 0 0,1-1-1 0 0,0 0 1 0 0,0 0 0 0 0,0 0 0 0 0,0-1 0 0 0,0 0 0 0 0,1 0 0 0 0,-1-1 0 0 0,0 1 0 0 0,0-2-1 0 0,0 1 1 0 0,9-2 0 0 0,-3 1-299 0 0,-1-2 0 0 0,0 0 0 0 0,0 0 0 0 0,0-1 0 0 0,0 0 0 0 0,0-1-1 0 0,-1 0 1 0 0,0-1 0 0 0,0 0 0 0 0,13-11 0 0 0,-9 6-129 0 0,-1-1 0 0 0,-1-1 0 0 0,0 0 0 0 0,-1-1 0 0 0,0 0 0 0 0,12-21 0 0 0,-10 10-27 0 0,0 0-1 0 0,-2-1 1 0 0,-1 0-1 0 0,-1-1 1 0 0,-1 0-1 0 0,-1 0 1 0 0,-2-1-1 0 0,4-45 1 0 0,-9 44 424 0 0,-1-1 0 0 0,-1 1 0 0 0,-2-1 0 0 0,-10-43 0 0 0,4 35 1063 0 0,-2 1 0 0 0,-31-68 0 0 0,41 99-468 0 0,-1 0 1 0 0,0 0 0 0 0,0 0 0 0 0,-1 0 0 0 0,0 1 0 0 0,0-1-1 0 0,0 1 1 0 0,0 0 0 0 0,-1 1 0 0 0,-8-7 0 0 0,13 11-420 0 0,-1 0 0 0 0,1 0 0 0 0,0 0 0 0 0,-1 1 0 0 0,1-1 0 0 0,0 0 1 0 0,0 0-1 0 0,-1 1 0 0 0,1-1 0 0 0,0 0 0 0 0,-1 1 0 0 0,1-1 0 0 0,0 0 0 0 0,0 1 0 0 0,0-1 0 0 0,0 1 0 0 0,-1-1 1 0 0,1 0-1 0 0,0 1 0 0 0,0-1 0 0 0,0 1 0 0 0,0-1 0 0 0,0 0 0 0 0,0 1 0 0 0,0-1 0 0 0,0 1 0 0 0,0-1 1 0 0,0 0-1 0 0,0 1 0 0 0,0-1 0 0 0,0 1 0 0 0,0-1 0 0 0,0 0 0 0 0,1 1 0 0 0,-1-1 0 0 0,0 1 0 0 0,0-1 0 0 0,1 1 1 0 0,2 22 474 0 0,132 514 875 0 0,-77-388-1709 0 0,-29-87-6245 0 0,-11-23-940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3.6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1 513 3225 0 0,'14'-7'1186'0'0,"-1"-1"0"0"0,0-1 0 0 0,0 0 1 0 0,-1-1-1 0 0,0 0 0 0 0,11-13 1 0 0,-8 6-468 0 0,-1 0 0 0 0,-1-1 0 0 0,-1 0 1 0 0,0-1-1 0 0,-2 0 0 0 0,15-34 1 0 0,-19 35-608 0 0,0 0 1 0 0,0 0-1 0 0,-2-1 1 0 0,0 1-1 0 0,2-31 1 0 0,-6 43-113 0 0,0 0 1 0 0,0 0-1 0 0,0-1 1 0 0,-1 1 0 0 0,0 0-1 0 0,0 0 1 0 0,0 0 0 0 0,-1 0-1 0 0,0 0 1 0 0,0 0-1 0 0,0 0 1 0 0,-1 0 0 0 0,0 1-1 0 0,0-1 1 0 0,-1 1 0 0 0,1 0-1 0 0,-1 0 1 0 0,0 0-1 0 0,-1 1 1 0 0,-7-7 0 0 0,12 10 23 0 0,-1 0 0 0 0,0 0 1 0 0,0 0-1 0 0,0 1 0 0 0,1-1 0 0 0,-1 0 1 0 0,0 1-1 0 0,0-1 0 0 0,0 0 1 0 0,0 1-1 0 0,0-1 0 0 0,0 1 0 0 0,0 0 1 0 0,0-1-1 0 0,0 1 0 0 0,-1 0 1 0 0,1 0-1 0 0,0-1 0 0 0,0 1 0 0 0,0 0 1 0 0,0 0-1 0 0,0 0 0 0 0,0 0 1 0 0,-1 1-1 0 0,1-1 0 0 0,0 0 0 0 0,0 0 1 0 0,0 1-1 0 0,0-1 0 0 0,0 1 1 0 0,0-1-1 0 0,0 1 0 0 0,0-1 0 0 0,0 1 1 0 0,0-1-1 0 0,0 1 0 0 0,0 0 0 0 0,0 0 1 0 0,1-1-1 0 0,-1 1 0 0 0,0 0 1 0 0,0 0-1 0 0,1 0 0 0 0,-1 0 0 0 0,1 0 1 0 0,-1 0-1 0 0,1 0 0 0 0,-1 0 1 0 0,1 0-1 0 0,0 0 0 0 0,-1 0 0 0 0,1 0 1 0 0,0 0-1 0 0,0 3 0 0 0,-2 3 169 0 0,1 0 0 0 0,0 1 0 0 0,0-1 0 0 0,1 0 0 0 0,0 1 0 0 0,1-1 0 0 0,1 9 0 0 0,2 0-44 0 0,1 0-1 0 0,0 0 1 0 0,2 0 0 0 0,0-1-1 0 0,0 0 1 0 0,1 0 0 0 0,1-1-1 0 0,1 0 1 0 0,18 20 0 0 0,-7-11-574 0 0,28 25 0 0 0,27 13-5484 0 0,-59-49-484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3.8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2761 0 0,'4'0'566'0'0,"0"0"1"0"0,0 0 0 0 0,0 1 0 0 0,0 0 0 0 0,0 0 0 0 0,0 0 0 0 0,0 0-1 0 0,0 1 1 0 0,0-1 0 0 0,-1 1 0 0 0,1 0 0 0 0,-1 0 0 0 0,1 1-1 0 0,4 3 1 0 0,1 3 629 0 0,1 0 0 0 0,-1 1 0 0 0,8 12 0 0 0,-10-11-609 0 0,1-1-1 0 0,1-1 0 0 0,14 14 1 0 0,-19-21-524 0 0,-1 1-1 0 0,0-1 1 0 0,1 0 0 0 0,-1 0 0 0 0,1 0 0 0 0,-1-1 0 0 0,1 1 0 0 0,0-1 0 0 0,0 0 0 0 0,0 0-1 0 0,0 0 1 0 0,0-1 0 0 0,0 1 0 0 0,0-1 0 0 0,6 0 0 0 0,-7 0 1 0 0,-1-1 0 0 0,1 1 0 0 0,-1 0 0 0 0,0-1 0 0 0,1 0-1 0 0,-1 0 1 0 0,1 1 0 0 0,-1-1 0 0 0,0-1 0 0 0,0 1 0 0 0,0 0 0 0 0,1-1 0 0 0,-1 1 0 0 0,0-1 0 0 0,-1 1 0 0 0,1-1 0 0 0,0 0 0 0 0,0 0 0 0 0,-1 0 0 0 0,1 0 0 0 0,-1 0-1 0 0,0 0 1 0 0,1 0 0 0 0,0-3 0 0 0,2-5 97 0 0,-1 0 0 0 0,0 0 0 0 0,-1 0 0 0 0,2-17 1 0 0,-1 9-155 0 0,1-7-236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4.0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8754 0 0,'41'173'8361'0'0,"8"44"-7137"0"0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4.2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12 14747 0 0,'5'-11'4457'0'0,"-7"15"-3585"0"0,-11 16-624 0 0,9-10-2232 0 0,2 0-441 0 0,2 0-87 0 0,2 1-17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4.6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290 1 7370 0 0,'-5'-1'506'0'0,"0"1"1"0"0,0 0-1 0 0,0 1 1 0 0,0-1-1 0 0,0 1 1 0 0,1 0-1 0 0,-1 0 1 0 0,0 0 0 0 0,0 1-1 0 0,1 0 1 0 0,-1 0-1 0 0,-6 4 1 0 0,-3 2 503 0 0,0 0 1 0 0,-18 15-1 0 0,17-10-643 0 0,1 0 1 0 0,0 1-1 0 0,1 0 0 0 0,1 1 0 0 0,0 0 0 0 0,1 1 0 0 0,0 0 1 0 0,1 1-1 0 0,1 0 0 0 0,1 1 0 0 0,-12 36 0 0 0,17-44-451 0 0,0 0-1 0 0,1 1 1 0 0,1-1-1 0 0,-1 1 1 0 0,2-1-1 0 0,-1 1 1 0 0,2 0 0 0 0,-1-1-1 0 0,1 1 1 0 0,1 0-1 0 0,0-1 1 0 0,1 0-1 0 0,0 1 1 0 0,0-1-1 0 0,1 0 1 0 0,0-1 0 0 0,1 1-1 0 0,0-1 1 0 0,0 0-1 0 0,1 0 1 0 0,1 0-1 0 0,-1-1 1 0 0,10 9-1 0 0,4 1-6869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4.9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0 409 6449 0 0,'3'2'304'0'0,"0"-1"0"0"0,-1 0-1 0 0,1 1 1 0 0,0-1 0 0 0,0 0 0 0 0,0-1-1 0 0,0 1 1 0 0,0 0 0 0 0,0-1-1 0 0,0 0 1 0 0,0 0 0 0 0,0 0 0 0 0,6 0-1 0 0,41-8 3945 0 0,-41 6-3738 0 0,0-2 0 0 0,0 0 1 0 0,0 0-1 0 0,-1 0 0 0 0,1-1 1 0 0,-1 0-1 0 0,-1-1 0 0 0,1 0 1 0 0,7-7-1 0 0,-6 4-313 0 0,-1 0 0 0 0,0-1 0 0 0,-1 0-1 0 0,1 0 1 0 0,-2 0 0 0 0,11-22 0 0 0,-13 23-204 0 0,0 0-1 0 0,-1-1 0 0 0,0 1 1 0 0,-1-1-1 0 0,1 1 1 0 0,-2-1-1 0 0,1 0 1 0 0,-1 0-1 0 0,-1 0 1 0 0,0 0-1 0 0,0 0 1 0 0,-1 1-1 0 0,-1-1 0 0 0,1 0 1 0 0,-1 0-1 0 0,-1 1 1 0 0,0-1-1 0 0,0 1 1 0 0,-8-15-1 0 0,8 19-4 0 0,-1 0 0 0 0,1 0-1 0 0,-1 0 1 0 0,0 1 0 0 0,0-1 0 0 0,-1 1 0 0 0,1 0-1 0 0,-1 0 1 0 0,0 1 0 0 0,0-1 0 0 0,-9-4-1 0 0,12 7 21 0 0,0 1 0 0 0,0-1 0 0 0,0 0 0 0 0,0 1 0 0 0,0-1 0 0 0,0 1 0 0 0,-1 0 0 0 0,1 0 0 0 0,0 0 0 0 0,0 0 0 0 0,0 0 0 0 0,0 0 0 0 0,0 0 0 0 0,0 1 0 0 0,0-1 0 0 0,-1 1 0 0 0,1 0 0 0 0,0-1 0 0 0,1 1 0 0 0,-1 0 0 0 0,0 0 0 0 0,0 0 0 0 0,0 1 0 0 0,0-1 0 0 0,1 0 0 0 0,-1 1 0 0 0,1-1 0 0 0,-1 1 1 0 0,1-1-1 0 0,-1 1 0 0 0,1 0 0 0 0,0-1 0 0 0,0 1 0 0 0,0 0 0 0 0,0 0 0 0 0,-1 3 0 0 0,-1-1 43 0 0,1 1 1 0 0,0 0 0 0 0,0 0-1 0 0,0 0 1 0 0,1 0 0 0 0,-1 0-1 0 0,1 1 1 0 0,0-1 0 0 0,1 0-1 0 0,-1 1 1 0 0,1-1 0 0 0,0 0-1 0 0,1 1 1 0 0,-1-1 0 0 0,1 0-1 0 0,2 7 1 0 0,-1-6-26 0 0,1 1 0 0 0,0-1 0 0 0,0 1 0 0 0,0-1 0 0 0,1 0 0 0 0,0 0 0 0 0,0-1 0 0 0,1 1 1 0 0,0-1-1 0 0,10 9 0 0 0,0-2-51 0 0,2 0 0 0 0,-1-1 0 0 0,2-1 1 0 0,-1-1-1 0 0,1-1 0 0 0,0 0 0 0 0,33 9 0 0 0,-12-8-1203 0 0,1-2-3804 0 0,4 0-1901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5.4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0 12443 0 0,'-3'173'6509'0'0,"-5"0"-4238"0"0,-4 231-1889 0 0,16-347-247 0 0,0 4-3959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5.8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1 237 920 0 0,'12'-44'1285'0'0,"-10"39"-587"0"0,1 0 0 0 0,0-1-1 0 0,0 1 1 0 0,1 0 0 0 0,0 1-1 0 0,-1-1 1 0 0,2 1 0 0 0,-1-1 0 0 0,0 1-1 0 0,1 0 1 0 0,0 1 0 0 0,0-1-1 0 0,0 1 1 0 0,8-4 0 0 0,-8 5-456 0 0,-1-1 0 0 0,1 1 1 0 0,-1 1-1 0 0,1-1 0 0 0,-1 1 1 0 0,1-1-1 0 0,0 1 0 0 0,0 1 1 0 0,0-1-1 0 0,0 1 0 0 0,0 0 0 0 0,0 0 1 0 0,-1 0-1 0 0,1 1 0 0 0,0-1 1 0 0,0 1-1 0 0,0 0 0 0 0,0 1 1 0 0,-1-1-1 0 0,1 1 0 0 0,-1 0 1 0 0,1 0-1 0 0,-1 0 0 0 0,0 1 1 0 0,0 0-1 0 0,0 0 0 0 0,0 0 0 0 0,0 0 1 0 0,5 6-1 0 0,7 10 157 0 0,-1 0 0 0 0,-1 0 0 0 0,0 1 0 0 0,19 41 1 0 0,-11-20-57 0 0,-18-34-323 0 0,0-1-1 0 0,0 0 1 0 0,0 0-1 0 0,1-1 0 0 0,-1 1 1 0 0,2-1-1 0 0,-1 0 0 0 0,0-1 1 0 0,1 1-1 0 0,10 5 1 0 0,-14-9-33 0 0,0 0 0 0 0,1 1 0 0 0,0-2-1 0 0,-1 1 1 0 0,1 0 0 0 0,-1 0 0 0 0,1-1 0 0 0,0 0 0 0 0,0 1 0 0 0,-1-1 0 0 0,1 0 0 0 0,0 0 0 0 0,-1-1 0 0 0,1 1 0 0 0,0-1 0 0 0,-1 1 0 0 0,1-1 0 0 0,0 0 0 0 0,-1 0 0 0 0,1 0 0 0 0,-1 0 0 0 0,1 0 0 0 0,-1 0 0 0 0,0-1 0 0 0,1 1 0 0 0,-1-1 0 0 0,0 0 0 0 0,0 0 0 0 0,0 0 0 0 0,2-3 0 0 0,6-6-119 0 0,0-2 0 0 0,-2 1 0 0 0,1-1 1 0 0,-1 0-1 0 0,8-21 0 0 0,26-76 91 0 0,-22 53 94 0 0,-12 36 22 0 0,-5 11 24 0 0,0 1 0 0 0,1-1 0 0 0,0 0-1 0 0,1 1 1 0 0,0 0 0 0 0,10-14 0 0 0,-14 23-80 0 0,0-1 1 0 0,-1 0-1 0 0,1 0 1 0 0,0 0-1 0 0,0 1 0 0 0,0-1 1 0 0,0 0-1 0 0,0 1 1 0 0,0-1-1 0 0,1 1 1 0 0,-1-1-1 0 0,0 1 1 0 0,0 0-1 0 0,0-1 0 0 0,0 1 1 0 0,0 0-1 0 0,1 0 1 0 0,-1 0-1 0 0,0 0 1 0 0,0 0-1 0 0,0 0 1 0 0,1 0-1 0 0,-1 0 0 0 0,0 1 1 0 0,0-1-1 0 0,0 0 1 0 0,0 1-1 0 0,1-1 1 0 0,-1 1-1 0 0,0-1 1 0 0,0 1-1 0 0,0-1 1 0 0,0 1-1 0 0,0 0 0 0 0,0 0 1 0 0,-1-1-1 0 0,1 1 1 0 0,0 0-1 0 0,0 0 1 0 0,0 0-1 0 0,1 2 1 0 0,4 4 53 0 0,0 1 1 0 0,0 1-1 0 0,7 15 1 0 0,-11-22-54 0 0,18 40 245 0 0,16 46 1 0 0,12 27-148 0 0,-39-99-345 0 0,0-1 0 0 0,0 0 1 0 0,1 0-1 0 0,1-1 0 0 0,13 14 1 0 0,2-4-5247 0 0,1 0-1845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6.2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5 10594 0 0,'-1'0'99'0'0,"1"0"0"0"0,0-1 0 0 0,0 1 0 0 0,-1 0 0 0 0,1-1 0 0 0,0 1-1 0 0,-1 0 1 0 0,1 0 0 0 0,0-1 0 0 0,-1 1 0 0 0,1 0 0 0 0,0 0 0 0 0,-1-1-1 0 0,1 1 1 0 0,-1 0 0 0 0,1 0 0 0 0,0 0 0 0 0,-1 0 0 0 0,1 0 0 0 0,-1 0 0 0 0,1 0-1 0 0,0 0 1 0 0,-1 0 0 0 0,1 0 0 0 0,-1 0 0 0 0,1 0 0 0 0,-1 0 0 0 0,1 0 0 0 0,0 0-1 0 0,-1 0 1 0 0,1 0 0 0 0,-1 0 0 0 0,1 0 0 0 0,0 1 0 0 0,-1-1 0 0 0,1 0 0 0 0,-1 1-1 0 0,4 15 5068 0 0,0-5-5447 0 0,27 135 3426 0 0,-13-56-2649 0 0,4-1 0 0 0,47 127 0 0 0,-64-207-495 0 0,0 1 1 0 0,1-1-1 0 0,0 1 0 0 0,1-1 1 0 0,12 14-1 0 0,-17-21-4 0 0,0-1 1 0 0,1 1-1 0 0,-1 0 0 0 0,1-1 0 0 0,-1 0 0 0 0,1 1 1 0 0,-1-1-1 0 0,1 0 0 0 0,0 0 0 0 0,0 0 1 0 0,0 0-1 0 0,-1 0 0 0 0,1 0 0 0 0,0-1 0 0 0,0 1 1 0 0,0-1-1 0 0,0 1 0 0 0,0-1 0 0 0,1 0 1 0 0,-1 1-1 0 0,0-1 0 0 0,0 0 0 0 0,0-1 0 0 0,0 1 1 0 0,0 0-1 0 0,0 0 0 0 0,0-1 0 0 0,0 1 1 0 0,0-1-1 0 0,0 0 0 0 0,0 0 0 0 0,0 0 0 0 0,0 0 1 0 0,-1 0-1 0 0,4-2 0 0 0,10-10-51 0 0,1-1 0 0 0,-2-1-1 0 0,20-24 1 0 0,-21 22 57 0 0,2 1 1 0 0,-1 1-1 0 0,26-21 0 0 0,-28 28-108 0 0,1 0-1 0 0,-1 1 1 0 0,21-9-1 0 0,-1 4-6133 0 0,-7 5-1023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7.3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1 556 10138 0 0,'532'-109'4698'0'0,"-376"82"-4012"0"0,1258-149 2028 0 0,382 106-2586 0 0,-59 4 888 0 0,-560-13-138 0 0,-1088 73-907 0 0,269-17-449 0 0,-2 28-2853 0 0,-337-3 2997 0 0,60 6-724 0 0,-71-6 939 0 0,1-1 0 0 0,-1 1 0 0 0,0 1 1 0 0,0 0-1 0 0,0 0 0 0 0,14 8 0 0 0,-19-9 186 0 0,0 1 1 0 0,-1-1-1 0 0,1 1 0 0 0,-1 0 0 0 0,0 0 0 0 0,0 0 0 0 0,0 0 0 0 0,0 0 0 0 0,0 1 0 0 0,-1-1 0 0 0,1 1 0 0 0,-1-1 0 0 0,0 1 0 0 0,0-1 0 0 0,0 1 1 0 0,0 5-1 0 0,1 11 1728 0 0,1 36 0 0 0,-3-37-984 0 0,53 626 2551 0 0,52-7-3033 0 0,68 273-580 0 0,-133-676 1029 0 0,16 408 1 0 0,-54-593-760 0 0,-2 1-1 0 0,-3 0 1 0 0,-1-1 0 0 0,-20 84 0 0 0,19-117-30 0 0,0 1-1 0 0,-2-2 0 0 0,0 1 1 0 0,-1-1-1 0 0,-1 0 0 0 0,0-1 1 0 0,-12 16-1 0 0,12-21-14 0 0,-1 1-1 0 0,0-1 1 0 0,0-1-1 0 0,-1 0 1 0 0,0 0-1 0 0,0-1 1 0 0,-1-1 0 0 0,0 0-1 0 0,0 0 1 0 0,-17 5-1 0 0,-15 3-29 0 0,-1-1 0 0 0,-1-3 0 0 0,-53 7 0 0 0,-143 6-253 0 0,200-21 251 0 0,-228 19 40 0 0,-871 53 292 0 0,801-61-776 0 0,-832 29-584 0 0,-2-40 1345 0 0,837-13-145 0 0,-353-4 332 0 0,129 26 411 0 0,232-4-1885 0 0,207-10-1139 0 0,69-2-5409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7.6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0 16131 0 0,'-1'0'41'0'0,"1"0"0"0"0,-1 1 0 0 0,1-1 0 0 0,-1 0 0 0 0,1 0 0 0 0,0 0 0 0 0,-1 0-1 0 0,1 0 1 0 0,-1 1 0 0 0,1-1 0 0 0,0 0 0 0 0,-1 0 0 0 0,1 1 0 0 0,-1-1 0 0 0,1 0-1 0 0,0 0 1 0 0,0 1 0 0 0,-1-1 0 0 0,1 0 0 0 0,0 1 0 0 0,-1-1 0 0 0,1 1 0 0 0,0-1-1 0 0,0 0 1 0 0,0 1 0 0 0,-1-1 0 0 0,1 1 0 0 0,0-1 0 0 0,0 0 0 0 0,0 1 0 0 0,0-1-1 0 0,0 1 1 0 0,0-1 0 0 0,0 1 0 0 0,0-1 0 0 0,0 1 0 0 0,0-1 0 0 0,0 0 0 0 0,0 1-1 0 0,0-1 1 0 0,0 1 0 0 0,1 0 0 0 0,-2 34-605 0 0,1-23 629 0 0,39 770-2130 0 0,47 0 766 0 0,-68-630 1172 0 0,33 505-945 0 0,-39-217 3830 0 0,-11-354-1506 0 0,-1-13 456 0 0,15 126-1 0 0,-5-145-939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9.2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14 563 12443 0 0,'0'0'52'0'0,"-1"0"0"0"0,0 0 0 0 0,1 0 1 0 0,-1 0-1 0 0,1 0 0 0 0,-1 0 0 0 0,1 1 1 0 0,-1-1-1 0 0,1 0 0 0 0,-1 0 0 0 0,1 1 1 0 0,-1-1-1 0 0,1 0 0 0 0,-1 0 0 0 0,1 1 1 0 0,-1-1-1 0 0,1 1 0 0 0,0-1 0 0 0,-1 0 1 0 0,1 1-1 0 0,-1-1 0 0 0,1 1 0 0 0,0-1 1 0 0,0 1-1 0 0,-1-1 0 0 0,1 1 0 0 0,0-1 1 0 0,0 1-1 0 0,-1-1 0 0 0,1 1 0 0 0,0-1 1 0 0,0 1-1 0 0,0-1 0 0 0,0 1 0 0 0,0 0 1 0 0,0-1-1 0 0,0 1 0 0 0,1 0 31 0 0,0 0-1 0 0,1 1 1 0 0,-1-1-1 0 0,0-1 0 0 0,1 1 1 0 0,-1 0-1 0 0,0 0 1 0 0,1 0-1 0 0,-1-1 1 0 0,1 1-1 0 0,0-1 1 0 0,1 1-1 0 0,55 11 153 0 0,-8-7-270 0 0,1-2 0 0 0,-1-3 0 0 0,60-6 0 0 0,152-31 17 0 0,-115 14-116 0 0,-76 13 98 0 0,526-67 206 0 0,61-2 461 0 0,141-14 539 0 0,1 33 52 0 0,2443-81 510 0 0,-1320 108-985 0 0,892 22-300 0 0,-1769 0-352 0 0,-270-3 168 0 0,553 2 330 0 0,-70 25-559 0 0,525 14-4 0 0,-618 54-30 0 0,-510-27 0 0 0,923 73 0 0 0,111-10 0 0 0,-663-52 0 0 0,-381-24 0 0 0,1370 51 0 0 0,-325-15 745 0 0,-1226-52-394 0 0,427 5 244 0 0,292 19 66 0 0,-418 13-405 0 0,-636-52-2741 0 0,-88-4-5680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2.6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333 427 6449 0 0,'17'-51'965'0'0,"-1"-1"-1"0"0,-3 0 0 0 0,-2-1 0 0 0,4-58 0 0 0,-14 103-778 0 0,-1 0 1 0 0,0 1-1 0 0,0-1 0 0 0,0 0 0 0 0,-1 0 0 0 0,-1 0 0 0 0,-3-13 0 0 0,5 19-61 0 0,-1 0-1 0 0,0 1 1 0 0,0-1 0 0 0,0 0-1 0 0,0 0 1 0 0,0 1 0 0 0,-1-1 0 0 0,1 1-1 0 0,0-1 1 0 0,-1 1 0 0 0,1-1-1 0 0,-1 1 1 0 0,0 0 0 0 0,1 0-1 0 0,-1-1 1 0 0,0 1 0 0 0,0 1 0 0 0,1-1-1 0 0,-1 0 1 0 0,0 0 0 0 0,0 1-1 0 0,0-1 1 0 0,0 1 0 0 0,0-1 0 0 0,0 1-1 0 0,0 0 1 0 0,0 0 0 0 0,0 0-1 0 0,0 0 1 0 0,-1 0 0 0 0,1 1 0 0 0,0-1-1 0 0,0 0 1 0 0,-2 2 0 0 0,-5 0 246 0 0,-1 1 0 0 0,1 1 0 0 0,1-1 0 0 0,-1 2 0 0 0,0-1 0 0 0,1 1 0 0 0,-14 11 1 0 0,-54 50 331 0 0,47-38-362 0 0,25-25-319 0 0,-25 23 181 0 0,-28 34 1 0 0,50-52-183 0 0,0 0 1 0 0,1 1 0 0 0,0 0 0 0 0,0 0 0 0 0,1 1-1 0 0,0 0 1 0 0,1 0 0 0 0,0 0 0 0 0,-2 11-1 0 0,5-17-12 0 0,0 0-1 0 0,1 0 1 0 0,0 0-1 0 0,0 0 1 0 0,0 0-1 0 0,0-1 1 0 0,0 1-1 0 0,1 0 1 0 0,0 0-1 0 0,0 0 1 0 0,0-1-1 0 0,0 1 1 0 0,1 0-1 0 0,1 3 1 0 0,1 0-80 0 0,0-1 1 0 0,0 0-1 0 0,1 0 1 0 0,0-1 0 0 0,0 1-1 0 0,0-1 1 0 0,6 4-1 0 0,9 6-366 0 0,1-1-1 0 0,1-1 0 0 0,30 14 0 0 0,-49-26 390 0 0,6 4-66 0 0,35 16-304 0 0,49 33-1 0 0,-82-47 419 0 0,0 1 0 0 0,0 1 0 0 0,0 0 0 0 0,-1 0 0 0 0,-1 1 0 0 0,1 1-1 0 0,-2-1 1 0 0,1 1 0 0 0,6 14 0 0 0,-12-18-4 0 0,0-1 0 0 0,-1 1 0 0 0,0 1 1 0 0,0-1-1 0 0,-1 0 0 0 0,0 0 0 0 0,0 0 0 0 0,-1 1 0 0 0,1-1 1 0 0,-2 0-1 0 0,1 1 0 0 0,-1-1 0 0 0,0 0 0 0 0,-1 1 0 0 0,0-1 1 0 0,0 0-1 0 0,0 0 0 0 0,-1-1 0 0 0,0 1 0 0 0,0 0 1 0 0,-5 6-1 0 0,-6 9 63 0 0,0-1 1 0 0,-1 0-1 0 0,-1-1 1 0 0,-32 30-1 0 0,27-30 172 0 0,-1-2-1 0 0,-1 0 0 0 0,-1-2 1 0 0,0 0-1 0 0,-29 12 0 0 0,-27 6-7372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3.2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0 422 11522 0 0,'3'3'243'0'0,"0"1"0"0"0,1-1 0 0 0,-1 1 0 0 0,1-1 0 0 0,0 0-1 0 0,-1 0 1 0 0,1-1 0 0 0,0 1 0 0 0,1-1 0 0 0,-1 0 0 0 0,0 0-1 0 0,1 0 1 0 0,-1-1 0 0 0,1 0 0 0 0,-1 1 0 0 0,1-2-1 0 0,0 1 1 0 0,0 0 0 0 0,-1-1 0 0 0,1 0 0 0 0,0 0 0 0 0,8-2-1 0 0,-5 1-68 0 0,-1-1-1 0 0,1-1 0 0 0,-1 1 0 0 0,0-1 0 0 0,1-1 0 0 0,-2 1 0 0 0,1-1 0 0 0,0 0 0 0 0,-1-1 0 0 0,1 1 1 0 0,-1-1-1 0 0,-1-1 0 0 0,8-7 0 0 0,3-5-41 0 0,-1-1 0 0 0,-1-1 0 0 0,-1 0 0 0 0,0-1 0 0 0,13-32 0 0 0,-21 43-191 0 0,-1-1 1 0 0,0 0-1 0 0,-1 0 1 0 0,0 0 0 0 0,-1 0-1 0 0,0-1 1 0 0,0 1-1 0 0,-1-1 1 0 0,-1 1-1 0 0,0-1 1 0 0,-1 1-1 0 0,0-1 1 0 0,-5-18-1 0 0,4 25-43 0 0,0 0 0 0 0,0 1-1 0 0,-1-1 1 0 0,1 0 0 0 0,-1 1 0 0 0,-1 0-1 0 0,1-1 1 0 0,-1 1 0 0 0,1 1-1 0 0,-1-1 1 0 0,0 0 0 0 0,0 1 0 0 0,-1 0-1 0 0,1 0 1 0 0,-7-4 0 0 0,9 6 88 0 0,0 0 0 0 0,0 0-1 0 0,-1 0 1 0 0,1 0 0 0 0,0 1 0 0 0,0-1 0 0 0,0 0-1 0 0,-1 1 1 0 0,1 0 0 0 0,0-1 0 0 0,0 1 0 0 0,-1 0 0 0 0,1 0-1 0 0,0 0 1 0 0,-1 1 0 0 0,1-1 0 0 0,0 0 0 0 0,0 1-1 0 0,-1 0 1 0 0,1-1 0 0 0,0 1 0 0 0,0 0 0 0 0,0 0 0 0 0,0 0-1 0 0,0 0 1 0 0,0 1 0 0 0,0-1 0 0 0,0 0 0 0 0,1 1-1 0 0,-1 0 1 0 0,0-1 0 0 0,1 1 0 0 0,-1 0 0 0 0,1 0 0 0 0,0 0-1 0 0,0 0 1 0 0,-2 3 0 0 0,-4 12 145 0 0,0 2 1 0 0,2-1-1 0 0,0 1 0 0 0,1-1 1 0 0,0 1-1 0 0,2 1 0 0 0,0-1 1 0 0,2 0-1 0 0,0 0 0 0 0,1 1 0 0 0,0-1 1 0 0,7 25-1 0 0,-7-38-109 0 0,0 0 1 0 0,1-1-1 0 0,-1 1 1 0 0,1-1-1 0 0,1 0 0 0 0,-1 0 1 0 0,1 0-1 0 0,0 0 0 0 0,0 0 1 0 0,0 0-1 0 0,0-1 0 0 0,1 1 1 0 0,0-1-1 0 0,0 0 1 0 0,0 0-1 0 0,1-1 0 0 0,-1 1 1 0 0,1-1-1 0 0,0 0 0 0 0,0 0 1 0 0,0-1-1 0 0,0 1 1 0 0,0-1-1 0 0,1 0 0 0 0,-1 0 1 0 0,1-1-1 0 0,-1 0 0 0 0,1 0 1 0 0,-1 0-1 0 0,1-1 0 0 0,0 1 1 0 0,0-1-1 0 0,-1-1 1 0 0,1 1-1 0 0,0-1 0 0 0,-1 0 1 0 0,1 0-1 0 0,-1-1 0 0 0,1 1 1 0 0,-1-1-1 0 0,0-1 1 0 0,0 1-1 0 0,9-6 0 0 0,-1-2-135 0 0,1 0-1 0 0,-2-1 1 0 0,1 0 0 0 0,-2-1-1 0 0,1-1 1 0 0,-2 0-1 0 0,0 0 1 0 0,0-1 0 0 0,12-24-1 0 0,-2-3 402 0 0,-3 0-1 0 0,18-59 0 0 0,-35 100-243 0 0,0-1-1 0 0,0 0 1 0 0,0 0-1 0 0,0 1 1 0 0,1-1-1 0 0,-1 0 1 0 0,0 1-1 0 0,0-1 1 0 0,1 1-1 0 0,-1-1 1 0 0,0 0-1 0 0,1 1 1 0 0,-1-1-1 0 0,1 1 1 0 0,-1-1 0 0 0,0 1-1 0 0,1-1 1 0 0,-1 1-1 0 0,1-1 1 0 0,0 1-1 0 0,-1-1 1 0 0,1 1-1 0 0,-1 0 1 0 0,1-1-1 0 0,0 1 1 0 0,-1 0-1 0 0,1 0 1 0 0,-1-1-1 0 0,2 1 1 0 0,-1 0-1 0 0,0 1 0 0 0,0-1-1 0 0,0 1 1 0 0,0-1 0 0 0,0 1 0 0 0,0 0 0 0 0,0-1 0 0 0,0 1 0 0 0,0 0 0 0 0,0-1 0 0 0,0 1 0 0 0,-1 0-1 0 0,1 0 1 0 0,0 0 0 0 0,1 2 0 0 0,25 49 402 0 0,-23-43-355 0 0,21 43 212 0 0,-8-13-185 0 0,2-2 0 0 0,46 71 0 0 0,-64-107-115 0 0,0 1 0 0 0,1 0 0 0 0,-1-1 0 0 0,0 1 0 0 0,0-1 0 0 0,1 0 0 0 0,-1 1 0 0 0,1-1 0 0 0,0 0 0 0 0,-1 0 0 0 0,1 0 0 0 0,0 0 0 0 0,-1 0 0 0 0,1 0 0 0 0,0 0 0 0 0,0-1 0 0 0,0 1 0 0 0,0-1 0 0 0,0 1 0 0 0,2-1 1 0 0,-2 0-2 0 0,0 0 0 0 0,0-1 0 0 0,-1 1 0 0 0,1-1 0 0 0,0 0 0 0 0,0 1 1 0 0,0-1-1 0 0,-1 0 0 0 0,1 0 0 0 0,0 0 0 0 0,-1 0 0 0 0,1-1 0 0 0,-1 1 0 0 0,1 0 1 0 0,-1-1-1 0 0,3-2 0 0 0,4-8-9 0 0,0 0-1 0 0,-1 0 1 0 0,-1-1 0 0 0,9-20 0 0 0,-8 17-20 0 0,12-34 14 0 0,-10 28 47 0 0,20-39 0 0 0,-29 60-33 0 0,0 1 0 0 0,0 0 0 0 0,0 0 0 0 0,0 0-1 0 0,0 0 1 0 0,0 0 0 0 0,0 0 0 0 0,0 0 0 0 0,0-1 0 0 0,1 1 0 0 0,-1 0 0 0 0,0 0 0 0 0,0 0 0 0 0,0 0 0 0 0,0 0 0 0 0,0 0-1 0 0,0 0 1 0 0,0 0 0 0 0,0 0 0 0 0,1-1 0 0 0,-1 1 0 0 0,0 0 0 0 0,0 0 0 0 0,0 0 0 0 0,0 0 0 0 0,0 0 0 0 0,0 0-1 0 0,1 0 1 0 0,-1 0 0 0 0,0 0 0 0 0,0 0 0 0 0,0 0 0 0 0,0 0 0 0 0,0 0 0 0 0,1 0 0 0 0,-1 0 0 0 0,0 0 0 0 0,0 0-1 0 0,0 0 1 0 0,0 0 0 0 0,0 0 0 0 0,0 1 0 0 0,1-1 0 0 0,-1 0 0 0 0,0 0 0 0 0,0 0 0 0 0,0 0 0 0 0,0 0 0 0 0,0 0 0 0 0,0 0-1 0 0,0 0 1 0 0,0 0 0 0 0,1 0 0 0 0,-1 1 0 0 0,0-1 0 0 0,0 0 0 0 0,5 13 8 0 0,3 22 43 0 0,-8-31-36 0 0,6 34-96 0 0,-4-19 235 0 0,2 1 1 0 0,5 20-1 0 0,-7-34-363 0 0,0-1 1 0 0,0-1-1 0 0,0 1 0 0 0,0 0 0 0 0,1 0 0 0 0,0-1 1 0 0,0 1-1 0 0,0-1 0 0 0,0 0 0 0 0,1 0 0 0 0,0 0 1 0 0,6 5-1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3.5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152 18 10138 0 0,'1'0'105'0'0,"-1"-1"0"0"0,0 1 0 0 0,0-1 0 0 0,1 1 0 0 0,-1-1 0 0 0,0 1-1 0 0,0-1 1 0 0,0 1 0 0 0,0-1 0 0 0,0 1 0 0 0,0-1 0 0 0,0 1 0 0 0,0-1 0 0 0,0 0 0 0 0,0 1-1 0 0,0-1 1 0 0,0 1 0 0 0,0-1 0 0 0,-1 1 0 0 0,1-1 0 0 0,0 1 0 0 0,0-1 0 0 0,-1 1 0 0 0,1-1-1 0 0,0 1 1 0 0,0-1 0 0 0,-1 1 0 0 0,1 0 0 0 0,-1-1 0 0 0,1 1 0 0 0,0-1 0 0 0,-1 1 0 0 0,1 0 0 0 0,-1-1-1 0 0,1 1 1 0 0,-1 0 0 0 0,1 0 0 0 0,-1-1 0 0 0,-1 1 173 0 0,0 0 1 0 0,0 0-1 0 0,0 1 0 0 0,0-1 1 0 0,0 0-1 0 0,0 1 0 0 0,1-1 1 0 0,-1 1-1 0 0,0 0 0 0 0,0 0 0 0 0,-2 1 1 0 0,-4 2 443 0 0,-1 1-1 0 0,1 1 1 0 0,1 0 0 0 0,-9 7 0 0 0,8-5-557 0 0,0 1 1 0 0,1 0-1 0 0,0 0 1 0 0,1 1-1 0 0,0 0 1 0 0,0 0-1 0 0,1 1 0 0 0,1 0 1 0 0,-6 17-1 0 0,9-23-149 0 0,-1 1-1 0 0,1-1 0 0 0,1 1 0 0 0,-1 0 1 0 0,1 0-1 0 0,0-1 0 0 0,0 1 0 0 0,1 0 1 0 0,-1 0-1 0 0,1-1 0 0 0,1 1 0 0 0,-1-1 0 0 0,1 1 1 0 0,0-1-1 0 0,0 1 0 0 0,1-1 0 0 0,-1 0 1 0 0,1 0-1 0 0,0 0 0 0 0,0-1 0 0 0,5 5 1 0 0,12 12 21 0 0,44 33 0 0 0,-45-39-36 0 0,0 0 0 0 0,-1 1-1 0 0,-1 1 1 0 0,23 28 0 0 0,-36-40-1 0 0,0 1 0 0 0,-1 0 0 0 0,0-1 0 0 0,0 1 0 0 0,0 0 0 0 0,-1 1 0 0 0,0-1 0 0 0,0 0 0 0 0,-1 1-1 0 0,1-1 1 0 0,-1 1 0 0 0,-1-1 0 0 0,1 1 0 0 0,-1-1 0 0 0,0 1 0 0 0,-1 0 0 0 0,0-1 0 0 0,0 1 0 0 0,0-1 0 0 0,-1 1 0 0 0,-2 5 0 0 0,2-5-130 0 0,-1 0 0 0 0,0-1 0 0 0,-1 0 0 0 0,1 1 0 0 0,-1-1-1 0 0,0 0 1 0 0,-1-1 0 0 0,0 1 0 0 0,0-1 0 0 0,0 0 0 0 0,0 0 0 0 0,-7 4 0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4.0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202 70 10594 0 0,'0'-4'269'0'0,"-1"1"-1"0"0,0-1 1 0 0,0 1-1 0 0,0 0 0 0 0,0-1 1 0 0,-1 1-1 0 0,0 0 1 0 0,1 0-1 0 0,-1 0 1 0 0,0 0-1 0 0,0 0 0 0 0,-1 1 1 0 0,1-1-1 0 0,0 1 1 0 0,-1-1-1 0 0,0 1 0 0 0,1 0 1 0 0,-1 0-1 0 0,0 0 1 0 0,0 0-1 0 0,0 0 1 0 0,-1 1-1 0 0,1-1 0 0 0,0 1 1 0 0,0 0-1 0 0,-1 0 1 0 0,1 0-1 0 0,-1 1 1 0 0,1-1-1 0 0,-1 1 0 0 0,1 0 1 0 0,-1 0-1 0 0,1 0 1 0 0,-1 0-1 0 0,1 1 1 0 0,-1-1-1 0 0,1 1 0 0 0,-1 0 1 0 0,-5 2-1 0 0,2 1-178 0 0,1-1 0 0 0,1 1 1 0 0,-1 0-1 0 0,0 0 0 0 0,1 1 0 0 0,0-1 0 0 0,0 1 0 0 0,1 0 0 0 0,-1 1 1 0 0,1-1-1 0 0,0 1 0 0 0,0 0 0 0 0,1 0 0 0 0,0 0 0 0 0,0 0 0 0 0,0 1 1 0 0,1-1-1 0 0,0 1 0 0 0,0 0 0 0 0,1-1 0 0 0,-1 1 0 0 0,1 8 0 0 0,0-4-62 0 0,0 1-1 0 0,1 0 0 0 0,0-1 1 0 0,1 1-1 0 0,0 0 0 0 0,1-1 1 0 0,0 1-1 0 0,1-1 0 0 0,1 1 1 0 0,-1-1-1 0 0,2 0 0 0 0,6 13 1 0 0,-4-14-13 0 0,0 0 1 0 0,1 0-1 0 0,0-1 1 0 0,0 0 0 0 0,1 0-1 0 0,0-1 1 0 0,1 0-1 0 0,0 0 1 0 0,0-1-1 0 0,0-1 1 0 0,1 0-1 0 0,0 0 1 0 0,21 7 0 0 0,-26-11-30 0 0,0 0 1 0 0,0 0-1 0 0,-1-1 0 0 0,1 0 1 0 0,0 0-1 0 0,0 0 1 0 0,0-1-1 0 0,0 0 1 0 0,0 0-1 0 0,0-1 1 0 0,0 1-1 0 0,0-1 1 0 0,0-1-1 0 0,0 1 1 0 0,0-1-1 0 0,0 0 1 0 0,-1 0-1 0 0,1-1 1 0 0,-1 1-1 0 0,0-1 0 0 0,0 0 1 0 0,0-1-1 0 0,0 0 1 0 0,0 1-1 0 0,-1-1 1 0 0,1-1-1 0 0,-1 1 1 0 0,0-1-1 0 0,6-9 1 0 0,-5 6 19 0 0,-1 0 1 0 0,0 0-1 0 0,-1-1 0 0 0,1 1 1 0 0,-2-1-1 0 0,1 1 1 0 0,-1-1-1 0 0,0 0 1 0 0,-1 0-1 0 0,0 0 1 0 0,-1 0-1 0 0,0 0 0 0 0,0 0 1 0 0,-2-13-1 0 0,-1 4-410 0 0,0 1 0 0 0,-8-22 0 0 0,-15-30-5628 0 0,8 30-1030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4.3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1 130 3225 0 0,'30'3'2223'0'0,"0"2"0"0"0,-1 0 0 0 0,1 2 0 0 0,-1 1 0 0 0,38 17 0 0 0,-46-16-1668 0 0,1 2 0 0 0,-2 0 0 0 0,0 1 0 0 0,23 18-1 0 0,-33-20-631 0 0,1 0 0 0 0,-1 0 0 0 0,-1 1-1 0 0,1 0 1 0 0,-2 1 0 0 0,0 0 0 0 0,0 0-1 0 0,9 22 1 0 0,-14-28 97 0 0,-1-1-1 0 0,1 1 1 0 0,-1 0 0 0 0,0 0-1 0 0,-1-1 1 0 0,0 1-1 0 0,0 0 1 0 0,0 1 0 0 0,0-1-1 0 0,-1 0 1 0 0,0 0 0 0 0,0 0-1 0 0,-1 0 1 0 0,0 0-1 0 0,0 0 1 0 0,0 0 0 0 0,-1 0-1 0 0,0 0 1 0 0,0 0 0 0 0,0-1-1 0 0,-1 1 1 0 0,-5 8-1 0 0,7-13 50 0 0,0 1-1 0 0,1-1 0 0 0,-1 0 1 0 0,0 0-1 0 0,0 1 0 0 0,0-1 1 0 0,-1 0-1 0 0,1 0 0 0 0,0 0 1 0 0,0 0-1 0 0,0 0 0 0 0,-1 0 1 0 0,1-1-1 0 0,0 1 0 0 0,-1 0 1 0 0,1-1-1 0 0,-1 1 0 0 0,1-1 1 0 0,-1 1-1 0 0,1-1 0 0 0,-1 0 1 0 0,1 0-1 0 0,-1 1 0 0 0,0-1 1 0 0,1 0-1 0 0,-1-1 0 0 0,1 1 0 0 0,-1 0 1 0 0,1 0-1 0 0,-1-1 0 0 0,1 1 1 0 0,-1 0-1 0 0,1-1 0 0 0,-1 0 1 0 0,1 1-1 0 0,-1-1 0 0 0,1 0 1 0 0,0 0-1 0 0,0 0 0 0 0,-1 0 1 0 0,1 0-1 0 0,0 0 0 0 0,0 0 1 0 0,0 0-1 0 0,0 0 0 0 0,0 0 1 0 0,-1-3-1 0 0,-3-2 46 0 0,0-2 1 0 0,0 1-1 0 0,1 0 0 0 0,0-1 1 0 0,1 0-1 0 0,-1 0 0 0 0,-2-11 1 0 0,0-15-141 0 0,2-1 1 0 0,1 0-1 0 0,2 0 1 0 0,1 0-1 0 0,2 0 0 0 0,9-47 1 0 0,-7 56-1161 0 0,1 0 0 0 0,16-45 0 0 0,-7 34-5970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5.0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185 2 5065 0 0,'-3'-1'299'0'0,"0"1"0"0"0,-1 0 0 0 0,1 0 0 0 0,0 0 0 0 0,-1 0 0 0 0,1 0 0 0 0,0 1 0 0 0,-1 0 0 0 0,1-1 0 0 0,0 1 0 0 0,0 0 0 0 0,0 0 0 0 0,0 1 1 0 0,0-1-1 0 0,0 1 0 0 0,0 0 0 0 0,-3 2 0 0 0,-3 2 459 0 0,0 0 1 0 0,1 1-1 0 0,1 0 1 0 0,-10 10-1 0 0,7-6-155 0 0,2 0 0 0 0,-1 0 0 0 0,1 1 0 0 0,1 0 0 0 0,0 1 0 0 0,1 0-1 0 0,-7 19 1 0 0,12-28-525 0 0,-1 0 1 0 0,1 0-1 0 0,0 0 0 0 0,1 1 0 0 0,-1-1 0 0 0,1 0 0 0 0,0 0 1 0 0,0 1-1 0 0,0-1 0 0 0,1 0 0 0 0,-1 0 0 0 0,1 1 0 0 0,0-1 1 0 0,0 0-1 0 0,1 0 0 0 0,-1 0 0 0 0,1 0 0 0 0,0 0 0 0 0,0 0 0 0 0,0-1 1 0 0,0 1-1 0 0,1-1 0 0 0,-1 1 0 0 0,1-1 0 0 0,0 0 0 0 0,0 0 1 0 0,0 0-1 0 0,6 3 0 0 0,17 11 5 0 0,54 26-1 0 0,-57-32 21 0 0,0 1 0 0 0,0 1 0 0 0,33 26 0 0 0,-54-38-108 0 0,-1 0-1 0 0,1 0 1 0 0,-1 1-1 0 0,1-1 0 0 0,-1 0 1 0 0,1 1-1 0 0,-1-1 1 0 0,0 0-1 0 0,0 1 1 0 0,0 0-1 0 0,0-1 0 0 0,0 1 1 0 0,0 0-1 0 0,0-1 1 0 0,0 1-1 0 0,-1 0 1 0 0,1 0-1 0 0,-1 0 0 0 0,1 0 1 0 0,-1-1-1 0 0,0 1 1 0 0,1 0-1 0 0,-1 0 1 0 0,0 0-1 0 0,0 0 0 0 0,-1 0 1 0 0,1 0-1 0 0,0 0 1 0 0,-1 0-1 0 0,1-1 0 0 0,-1 1 1 0 0,1 0-1 0 0,-1 0 1 0 0,0 0-1 0 0,0-1 1 0 0,0 1-1 0 0,0 0 0 0 0,0-1 1 0 0,0 1-1 0 0,0-1 1 0 0,-1 1-1 0 0,1-1 1 0 0,-1 0-1 0 0,1 0 0 0 0,-3 2 1 0 0,-3 3 4 0 0,-1-1 0 0 0,0 0 1 0 0,0 0-1 0 0,-1-1 0 0 0,1 0 1 0 0,-1-1-1 0 0,0 0 0 0 0,-10 3 1 0 0,-7-1-380 0 0,0-2-153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5.5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0 432 10594 0 0,'9'1'2728'0'0,"51"-8"-2018"0"0,697-121 1624 0 0,979-41 0 0 0,-337 139-4160 0 0,-513-8-6846 0 0,-726 27 6915 0 0,-74 6 1629 0 0,165-30-1 0 0,-207 25 46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5.9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4389 1 6209 0 0,'0'0'1'0'0,"1"1"0"0"0,0-1 0 0 0,-1 0-1 0 0,1 1 1 0 0,0-1 0 0 0,-1 1 0 0 0,1-1 0 0 0,0 1-1 0 0,-1-1 1 0 0,1 1 0 0 0,-1-1 0 0 0,1 1 0 0 0,-1 0-1 0 0,1-1 1 0 0,-1 1 0 0 0,0 0 0 0 0,1-1 0 0 0,-1 1-1 0 0,0 0 1 0 0,1 0 0 0 0,-1-1 0 0 0,0 1 0 0 0,0 0-1 0 0,0 0 1 0 0,0 0 0 0 0,5 25 69 0 0,-5-24-55 0 0,4 64 2781 0 0,-7 122 0 0 0,-2-45-236 0 0,20 735 2705 0 0,-1-678-4707 0 0,9-2-1 0 0,69 283 1 0 0,-72-400-333 0 0,-4 2 0 0 0,-3 0 0 0 0,1 86 0 0 0,-13-136-190 0 0,-2 0 0 0 0,-2 0 0 0 0,-1 0 0 0 0,-1 0 0 0 0,-2-1 0 0 0,-1 1 0 0 0,-1-2 0 0 0,-2 1 0 0 0,-2-2 0 0 0,-25 49 0 0 0,23-54-118 0 0,-1 0-1 0 0,-1 0 1 0 0,-1-2 0 0 0,-1 0-1 0 0,-1-1 1 0 0,-1-1 0 0 0,-1-1-1 0 0,-1 0 1 0 0,-1-2 0 0 0,0-1-1 0 0,-1-1 1 0 0,-1-1 0 0 0,0-1-1 0 0,-1-2 1 0 0,0 0 0 0 0,-1-2-1 0 0,-1-1 1 0 0,1-1 0 0 0,-58 7-1 0 0,14-9 308 0 0,-1-3 1 0 0,-119-11-1 0 0,-146-36-260 0 0,206 24-421 0 0,-443-32-2780 0 0,-3 37 1329 0 0,31 2 3160 0 0,-194-51 224 0 0,425 31-3255 0 0,1 8-3704 0 0,206 19 504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6.3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 68 12899 0 0,'-29'-36'1083'0'0,"4"6"2785"0"0,20 28-2683 0 0,4 11-648 0 0,3 14-98 0 0,-2-23-428 0 0,297 1657 413 0 0,-239-1306 1251 0 0,-53-295-1458 0 0,-3 1 0 0 0,-3-1-1 0 0,-2 1 1 0 0,-12 70 0 0 0,-5-9-288 0 0,16-83-282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7.1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134 1125 11979 0 0,'-67'11'3050'0'0,"61"-11"-2997"0"0,0 0-1 0 0,1 0 1 0 0,-1 0 0 0 0,0 0-1 0 0,0-1 1 0 0,1 0-1 0 0,-1-1 1 0 0,0 1 0 0 0,-7-4-1 0 0,13 5-31 0 0,0 0-1 0 0,-1-1 0 0 0,1 1 0 0 0,0 0 1 0 0,0-1-1 0 0,0 1 0 0 0,0 0 1 0 0,-1 0-1 0 0,1-1 0 0 0,0 1 0 0 0,0 0 1 0 0,0-1-1 0 0,0 1 0 0 0,0 0 1 0 0,0-1-1 0 0,0 1 0 0 0,0 0 0 0 0,0-1 1 0 0,0 1-1 0 0,0 0 0 0 0,0-1 1 0 0,0 1-1 0 0,1 0 0 0 0,-1-1 0 0 0,0 1 1 0 0,0 0-1 0 0,0-1 0 0 0,0 1 0 0 0,0 0 1 0 0,1 0-1 0 0,-1-1 0 0 0,0 1 1 0 0,0 0-1 0 0,1 0 0 0 0,-1-1 0 0 0,0 1 1 0 0,0 0-1 0 0,1 0 0 0 0,-1 0 1 0 0,0-1-1 0 0,0 1 0 0 0,1 0 0 0 0,-1 0 1 0 0,0 0-1 0 0,1 0 0 0 0,-1 0 1 0 0,0 0-1 0 0,1 0 0 0 0,17-11 311 0 0,-18 11-311 0 0,848-391 3451 0 0,-171 153-1803 0 0,-300 116-1144 0 0,-198 62-435 0 0,245-95-99 0 0,-172 61-592 0 0,-142 59-2879 0 0,-86 27-3323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7.6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265 4 2761 0 0,'6'-2'-351'0'0,"3"1"4127"0"0,-12 19 1951 0 0,-81 180-2412 0 0,-38 103-1771 0 0,104-250-1183 0 0,4 1 0 0 0,1 0 0 0 0,3 1 0 0 0,-4 54 0 0 0,13-89-237 0 0,0 1 0 0 0,2-1 0 0 0,0 1 0 0 0,1-1 0 0 0,1 0 0 0 0,0 1 0 0 0,2-1 0 0 0,7 19 0 0 0,-9-29-70 0 0,1 1 1 0 0,0-1 0 0 0,0 0 0 0 0,1 0-1 0 0,0-1 1 0 0,1 1 0 0 0,-1-1-1 0 0,1 0 1 0 0,1 0 0 0 0,-1-1 0 0 0,1 0-1 0 0,1 0 1 0 0,-1-1 0 0 0,1 0 0 0 0,0 0-1 0 0,0-1 1 0 0,0 0 0 0 0,10 4-1 0 0,0-3 19 0 0,-1 0-1 0 0,1-2 1 0 0,0 0-1 0 0,1-1 1 0 0,-1 0-1 0 0,0-2 1 0 0,0 0-1 0 0,1-1 1 0 0,-1-1-1 0 0,35-8 1 0 0,6-6-905 0 0,109-46 0 0 0,-134 48 166 0 0,25-9-866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8.0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141 0 4609 0 0,'-72'7'1169'0'0,"62"-5"-245"0"0,0 0 1 0 0,0 0 0 0 0,0 1-1 0 0,-18 8 1 0 0,89-4 3208 0 0,-3-3-2316 0 0,87 19 1 0 0,-124-18-1520 0 0,0 0-1 0 0,0 2 0 0 0,0 0 1 0 0,-1 2-1 0 0,0 0 1 0 0,-1 1-1 0 0,24 17 0 0 0,-37-23-300 0 0,-1 0-1 0 0,0 0 0 0 0,-1 0 1 0 0,1 1-1 0 0,-1 0 0 0 0,0 0 1 0 0,0 0-1 0 0,0 0 0 0 0,-1 0 1 0 0,0 1-1 0 0,0 0 0 0 0,0 0 0 0 0,-1 0 1 0 0,1 0-1 0 0,0 7 0 0 0,-1-5-5 0 0,-1 1-1 0 0,-1-1 1 0 0,0 0-1 0 0,0 1 1 0 0,0-1-1 0 0,-1 0 1 0 0,-1 0 0 0 0,1 1-1 0 0,-1-1 1 0 0,-5 11-1 0 0,0-1-373 0 0,0-1 0 0 0,-2 0 0 0 0,0-1-1 0 0,-11 16 1 0 0,1-6-2363 0 0,-30 31-1 0 0,21-27-2843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8.5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101 111 10594 0 0,'-57'-49'2326'0'0,"49"41"-817"0"0,1 0 0 0 0,1-1 0 0 0,-1 0 1 0 0,-9-18-1 0 0,32 63-1214 0 0,-1 0 0 0 0,-2 2 0 0 0,15 75 1 0 0,8 127 772 0 0,-32-212-1050 0 0,49 432 37 0 0,29 220 62 0 0,88 588-1797 0 0,-164-1222-3507 0 0,0-3-1705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8.9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64 224 14979 0 0,'-8'-1'105'0'0,"-45"-8"1295"0"0,53 9-1403 0 0,0 0 1 0 0,-1-1-1 0 0,1 1 1 0 0,0 0 0 0 0,0-1-1 0 0,-1 1 1 0 0,1-1-1 0 0,0 1 1 0 0,0 0 0 0 0,0-1-1 0 0,-1 1 1 0 0,1-1-1 0 0,0 1 1 0 0,0-1 0 0 0,0 1-1 0 0,0-1 1 0 0,0 1-1 0 0,0-1 1 0 0,0 1 0 0 0,0-1-1 0 0,0 1 1 0 0,0-1 0 0 0,0 1-1 0 0,0 0 1 0 0,1-1-1 0 0,-1 1 1 0 0,0-1 0 0 0,0 1-1 0 0,0-1 1 0 0,1 1-1 0 0,-1 0 1 0 0,0-1 0 0 0,1 1-1 0 0,-1-1 1 0 0,0 1-1 0 0,0 0 1 0 0,1-1 0 0 0,12-15-312 0 0,-4 11 285 0 0,1 0 0 0 0,0 0-1 0 0,1 1 1 0 0,-1 1 0 0 0,1 0-1 0 0,0 0 1 0 0,-1 1-1 0 0,20-1 1 0 0,-5-1 9 0 0,424-61 917 0 0,822-13-1 0 0,-957 76-130 0 0,683 4 707 0 0,-2 48-3185 0 0,-711-24-1466 0 0,-202-18-2317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9.6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4374 0 17972 0 0,'0'1'97'0'0,"-1"0"-1"0"0,1-1 1 0 0,0 1 0 0 0,-1-1 0 0 0,1 1 0 0 0,0 0-1 0 0,0-1 1 0 0,0 1 0 0 0,-1 0 0 0 0,1-1 0 0 0,0 1-1 0 0,0 0 1 0 0,0 0 0 0 0,0-1 0 0 0,0 1-1 0 0,0 0 1 0 0,0-1 0 0 0,1 1 0 0 0,-1 0 0 0 0,0-1-1 0 0,0 1 1 0 0,0 0 0 0 0,1-1 0 0 0,0 2 0 0 0,8 32 218 0 0,-3-12-59 0 0,-1 14-61 0 0,-2 1 0 0 0,-2 0 0 0 0,-1 0 1 0 0,-5 41-1 0 0,-1 40-284 0 0,8-32 27 0 0,22 129-1 0 0,33 84-64 0 0,-12-69 86 0 0,76 637 697 0 0,-89-59 572 0 0,-33-795-1345 0 0,-6 107 233 0 0,6-110-129 0 0,-1 1-1 0 0,0-1 0 0 0,-1 0 0 0 0,0 0 1 0 0,-1 0-1 0 0,0 0 0 0 0,0 0 1 0 0,-12 17-1 0 0,14-24 23 0 0,-1 0 0 0 0,1 0 0 0 0,-1-1 1 0 0,0 1-1 0 0,0-1 0 0 0,0 1 0 0 0,0-1 0 0 0,-1 0 0 0 0,1 0 0 0 0,-1-1 0 0 0,1 1 1 0 0,-1-1-1 0 0,1 0 0 0 0,-1 0 0 0 0,0 0 0 0 0,0 0 0 0 0,1 0 0 0 0,-1-1 1 0 0,0 0-1 0 0,0 0 0 0 0,-6 0 0 0 0,-8-2 38 0 0,0-1 0 0 0,1-1 0 0 0,-27-8 0 0 0,2 0-55 0 0,-262-47-433 0 0,-507-34 0 0 0,-414 59 503 0 0,531 56 209 0 0,3 28 149 0 0,181-32-459 0 0,489-19-74 0 0,0 0 0 0 0,1-1-1 0 0,-1-2 1 0 0,-30-8 0 0 0,18-1-286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9.9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 10450 0 0,'0'0'30'0'0,"0"0"-1"0"0,0 0 1 0 0,0 0 0 0 0,0 0-1 0 0,0 0 1 0 0,-1 0-1 0 0,1 0 1 0 0,0 0-1 0 0,0 0 1 0 0,0 0 0 0 0,0 0-1 0 0,-1 0 1 0 0,1 0-1 0 0,0 0 1 0 0,0 0-1 0 0,0 0 1 0 0,0 0 0 0 0,0 0-1 0 0,-1 0 1 0 0,1 0-1 0 0,0 0 1 0 0,0 0-1 0 0,0 0 1 0 0,0 0 0 0 0,0 0-1 0 0,-1 0 1 0 0,1 1-1 0 0,0-1 1 0 0,0 0-1 0 0,0 0 1 0 0,0 0 0 0 0,0 0-1 0 0,0 0 1 0 0,0 0-1 0 0,0 1 1 0 0,0-1-1 0 0,-1 0 1 0 0,1 0 0 0 0,0 0-1 0 0,0 0 1 0 0,0 1-1 0 0,0-1 1 0 0,0 0 0 0 0,0 0-1 0 0,0 0 1 0 0,0 0-1 0 0,0 0 1 0 0,0 1-1 0 0,-4 16 1564 0 0,0 17 958 0 0,4 45-548 0 0,4-1 0 0 0,17 101 1 0 0,-8-79-1434 0 0,0 12-423 0 0,-2-1-129 0 0,31 125 0 0 0,-29-191-3189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0.1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 13163 0 0,'1'-1'62'0'0,"1"0"-1"0"0,-1 0 1 0 0,1 0 0 0 0,0 1 0 0 0,-1-1 0 0 0,1 0 0 0 0,0 1-1 0 0,0 0 1 0 0,-1-1 0 0 0,1 1 0 0 0,0 0 0 0 0,0 0-1 0 0,-1 0 1 0 0,1 0 0 0 0,0 0 0 0 0,0 0 0 0 0,-1 1-1 0 0,4 0 1 0 0,37 12 322 0 0,-37-11-374 0 0,1 0 22 0 0,8 2 308 0 0,0 1-1 0 0,-1 1 0 0 0,1 0 0 0 0,-1 1 0 0 0,17 12 1 0 0,-28-17-285 0 0,1 0 0 0 0,-1 0 0 0 0,1 0 0 0 0,-1 1 0 0 0,0-1 0 0 0,0 1 1 0 0,0-1-1 0 0,0 1 0 0 0,0 0 0 0 0,-1 0 0 0 0,1 0 0 0 0,-1 0 0 0 0,0 0 1 0 0,0 0-1 0 0,0 0 0 0 0,0 0 0 0 0,-1 0 0 0 0,1 0 0 0 0,-1 1 0 0 0,0-1 1 0 0,1 0-1 0 0,-2 0 0 0 0,1 1 0 0 0,0-1 0 0 0,-1 0 0 0 0,1 0 0 0 0,-1 1 1 0 0,0-1-1 0 0,0 0 0 0 0,-3 5 0 0 0,-5 11 14 0 0,0 0 0 0 0,-2 0 0 0 0,-26 33 0 0 0,-46 45 207 0 0,71-85-1551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0.5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4145 0 0,'3'1'366'0'0,"0"-1"0"0"0,-1 1 0 0 0,1 0-1 0 0,0 0 1 0 0,0 0 0 0 0,0 0 0 0 0,-1 0 0 0 0,1 1 0 0 0,-1 0 0 0 0,1-1 0 0 0,-1 1 0 0 0,0 0-1 0 0,1 0 1 0 0,-1 0 0 0 0,0 0 0 0 0,2 3 0 0 0,-1 0 184 0 0,1 1 0 0 0,-1-1 0 0 0,0 1 0 0 0,-1-1 0 0 0,1 1 0 0 0,-1 0 0 0 0,2 8 0 0 0,0 6 448 0 0,-1 0-1 0 0,-1-1 0 0 0,-1 39 1 0 0,-3-2-133 0 0,3 107 442 0 0,0-142-1253 0 0,2-1 0 0 0,0 0 1 0 0,1 0-1 0 0,2 0 0 0 0,14 37 1 0 0,-20-56-71 0 0,0 0 0 0 0,1 1 0 0 0,-1-1 1 0 0,1 0-1 0 0,0 1 0 0 0,-1-1 1 0 0,1 0-1 0 0,0 1 0 0 0,-1-1 0 0 0,1 0 1 0 0,0 0-1 0 0,0 0 0 0 0,0 0 1 0 0,0 0-1 0 0,0 0 0 0 0,1 0 1 0 0,-1 0-1 0 0,0-1 0 0 0,0 1 0 0 0,0 0 1 0 0,1 0-1 0 0,-1-1 0 0 0,0 1 1 0 0,1-1-1 0 0,-1 0 0 0 0,1 1 0 0 0,1-1 1 0 0,0-1-33 0 0,-1 1 1 0 0,0-1-1 0 0,0 0 1 0 0,0-1-1 0 0,0 1 0 0 0,0 0 1 0 0,0-1-1 0 0,0 1 1 0 0,-1-1-1 0 0,1 1 1 0 0,0-1-1 0 0,-1 0 1 0 0,1 0-1 0 0,-1 0 0 0 0,0 0 1 0 0,2-3-1 0 0,47-78-164 0 0,27-42 546 0 0,-67 112-201 0 0,0 0 0 0 0,1 1 0 0 0,0 0 0 0 0,0 1 0 0 0,2 0 0 0 0,22-15 0 0 0,-33 24-87 0 0,0 1 1 0 0,0-1 0 0 0,0 1 0 0 0,1 0 0 0 0,-1 0-1 0 0,0 0 1 0 0,1 0 0 0 0,-1 0 0 0 0,1 0 0 0 0,-1 1-1 0 0,1-1 1 0 0,-1 1 0 0 0,1-1 0 0 0,-1 1 0 0 0,1 0-1 0 0,0 0 1 0 0,-1 0 0 0 0,1 1 0 0 0,-1-1 0 0 0,1 1-1 0 0,-1-1 1 0 0,1 1 0 0 0,-1 0 0 0 0,1 0-1 0 0,-1 0 1 0 0,0 0 0 0 0,3 2 0 0 0,-1 1 9 0 0,0 0 0 0 0,0 0-1 0 0,0 0 1 0 0,0 1 0 0 0,-1 0 0 0 0,0-1 0 0 0,0 1 0 0 0,0 1-1 0 0,0-1 1 0 0,-1 0 0 0 0,2 6 0 0 0,21 72 337 0 0,2 3-683 0 0,-1-31-5861 0 0,-13-34-1156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0.9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86 68 6913 0 0,'-26'10'1633'0'0,"23"-8"-772"0"0,-1 0 1 0 0,1 0 0 0 0,-1 0-1 0 0,1 1 1 0 0,0 0 0 0 0,-1-1-1 0 0,2 1 1 0 0,-1 1-1 0 0,0-1 1 0 0,0 0 0 0 0,-3 6-1 0 0,-4 12-1014 0 0,8-15 280 0 0,1 0-1 0 0,-1 0 1 0 0,1 0 0 0 0,0-1 0 0 0,0 1-1 0 0,1 0 1 0 0,0 0 0 0 0,0 0 0 0 0,0 0-1 0 0,1 0 1 0 0,0 0 0 0 0,0 0 0 0 0,2 5-1 0 0,0-1 47 0 0,1-1 0 0 0,0 0-1 0 0,0 0 1 0 0,1 0-1 0 0,0-1 1 0 0,0 1-1 0 0,12 12 1 0 0,-12-14-118 0 0,1-1 1 0 0,-1 0 0 0 0,1 0-1 0 0,1 0 1 0 0,-1-1 0 0 0,1 0-1 0 0,0 0 1 0 0,0-1 0 0 0,1 1-1 0 0,-1-2 1 0 0,1 1 0 0 0,0-1-1 0 0,0 0 1 0 0,0-1 0 0 0,0 0-1 0 0,1 0 1 0 0,-1-1 0 0 0,0 0-1 0 0,1-1 1 0 0,9 0 0 0 0,-14 0-49 0 0,0-1 0 0 0,-1 1 1 0 0,1-1-1 0 0,0 0 1 0 0,0-1-1 0 0,0 1 0 0 0,-1-1 1 0 0,1 1-1 0 0,-1-1 1 0 0,1 0-1 0 0,-1-1 0 0 0,0 1 1 0 0,0 0-1 0 0,0-1 1 0 0,0 0-1 0 0,0 0 0 0 0,0 0 1 0 0,-1 0-1 0 0,1 0 0 0 0,-1 0 1 0 0,0-1-1 0 0,0 1 1 0 0,0-1-1 0 0,-1 1 0 0 0,1-1 1 0 0,-1 0-1 0 0,0 0 1 0 0,0 0-1 0 0,0 1 0 0 0,-1-1 1 0 0,1 0-1 0 0,-1 0 1 0 0,0 0-1 0 0,0-5 0 0 0,-1-5-1 0 0,0 1 0 0 0,-1-1 0 0 0,-1 1 0 0 0,0 0 0 0 0,0 0 0 0 0,-1 0 0 0 0,-1 0 0 0 0,-11-22 0 0 0,7 21-116 0 0,1 0 1 0 0,-2 1 0 0 0,1 0-1 0 0,-2 0 1 0 0,-20-19 0 0 0,-13-1-6493 0 0,21 21-330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1.2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 3225 0 0,'2'-2'666'0'0,"0"1"1"0"0,0 0-1 0 0,0-1 1 0 0,0 1 0 0 0,0 0-1 0 0,0 0 1 0 0,1 0-1 0 0,-1 1 1 0 0,0-1 0 0 0,1 0-1 0 0,-1 1 1 0 0,0 0-1 0 0,1-1 1 0 0,-1 1 0 0 0,1 0-1 0 0,-1 0 1 0 0,1 0-1 0 0,-1 1 1 0 0,0-1 0 0 0,1 1-1 0 0,2 0 1 0 0,-2 1-340 0 0,0-1 0 0 0,0 1-1 0 0,0 0 1 0 0,0 0 0 0 0,-1 1 0 0 0,1-1 0 0 0,-1 0 0 0 0,1 1 0 0 0,-1 0 0 0 0,0-1-1 0 0,0 1 1 0 0,0 0 0 0 0,2 4 0 0 0,2 7-255 0 0,0 0 0 0 0,0 1 0 0 0,-1 0 0 0 0,-1 0 0 0 0,3 22 0 0 0,0 14 170 0 0,13 62 62 0 0,-17-102-350 0 0,0 0 0 0 0,1 0 1 0 0,0 0-1 0 0,1-1 0 0 0,0 0 0 0 0,1 0 0 0 0,11 16 0 0 0,-16-25 38 0 0,0 1 0 0 0,0-1-1 0 0,0 0 1 0 0,0 0 0 0 0,0 0 0 0 0,0 0 0 0 0,0 0-1 0 0,1 0 1 0 0,-1 0 0 0 0,0 0 0 0 0,1 0 0 0 0,-1-1-1 0 0,0 1 1 0 0,1-1 0 0 0,-1 1 0 0 0,1-1 0 0 0,-1 1 0 0 0,1-1-1 0 0,-1 0 1 0 0,1 0 0 0 0,0 0 0 0 0,-1 0 0 0 0,1 0-1 0 0,-1 0 1 0 0,1 0 0 0 0,-1 0 0 0 0,1 0 0 0 0,-1-1-1 0 0,1 1 1 0 0,-1-1 0 0 0,1 1 0 0 0,-1-1 0 0 0,0 0-1 0 0,1 1 1 0 0,-1-1 0 0 0,0 0 0 0 0,1 0 0 0 0,-1 0 0 0 0,0 0-1 0 0,2-2 1 0 0,5-5-104 0 0,0-1 1 0 0,-1 0-1 0 0,1 0 0 0 0,7-15 1 0 0,-4 9-61 0 0,223-284-6850 0 0,-233 298 7004 0 0,5-6 212 0 0,0 0 0 0 0,0 1 0 0 0,1 0 0 0 0,0 0 0 0 0,11-7 0 0 0,-16 13-103 0 0,-1-1-1 0 0,0 0 1 0 0,1 0 0 0 0,-1 1-1 0 0,1-1 1 0 0,-1 1-1 0 0,1-1 1 0 0,-1 1-1 0 0,1 0 1 0 0,0-1-1 0 0,-1 1 1 0 0,1 0 0 0 0,-1 0-1 0 0,1 0 1 0 0,-1 0-1 0 0,1 1 1 0 0,0-1-1 0 0,-1 0 1 0 0,1 1-1 0 0,-1-1 1 0 0,1 1-1 0 0,-1-1 1 0 0,1 1 0 0 0,-1 0-1 0 0,0-1 1 0 0,1 1-1 0 0,-1 0 1 0 0,0 0-1 0 0,1 0 1 0 0,-1 0-1 0 0,0 0 1 0 0,0 1 0 0 0,0-1-1 0 0,0 0 1 0 0,0 0-1 0 0,0 1 1 0 0,0-1-1 0 0,1 3 1 0 0,4 10 256 0 0,-1-1-1 0 0,0 1 1 0 0,0 0-1 0 0,-2 0 1 0 0,1 0 0 0 0,-2 1-1 0 0,0-1 1 0 0,0 17 0 0 0,9 54-327 0 0,-9-76-259 0 0,1-1 0 0 0,-1 0 0 0 0,2 0 0 0 0,-1 0 0 0 0,1 0 0 0 0,0-1 0 0 0,9 14 0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1.6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64 305 456 0 0,'7'-1'530'0'0,"0"0"-1"0"0,0 0 1 0 0,0-1 0 0 0,0 0-1 0 0,0 0 1 0 0,-1-1 0 0 0,1 0-1 0 0,-1 0 1 0 0,0 0 0 0 0,1-1-1 0 0,8-6 1 0 0,-7 4-251 0 0,0-1 1 0 0,-1 1 0 0 0,0-1-1 0 0,0 0 1 0 0,0-1-1 0 0,-1 0 1 0 0,9-14 0 0 0,-11 15 101 0 0,-1-1-1 0 0,-1 1 1 0 0,1-1 0 0 0,-1 0 0 0 0,-1 0 0 0 0,1 0 0 0 0,-1 0 0 0 0,-1-1 0 0 0,0 1 0 0 0,0-9 0 0 0,0 11 53 0 0,-1 1-1 0 0,0-1 1 0 0,0 0 0 0 0,0 0 0 0 0,0 1-1 0 0,-1-1 1 0 0,0 0 0 0 0,0 1 0 0 0,0 0 0 0 0,-1-1-1 0 0,0 1 1 0 0,0 0 0 0 0,0 0 0 0 0,-8-8 0 0 0,10 12-365 0 0,-1 0 0 0 0,1 0 0 0 0,-1 0 0 0 0,0-1 0 0 0,1 1 0 0 0,-1 1 0 0 0,0-1 0 0 0,0 0 1 0 0,1 0-1 0 0,-1 1 0 0 0,0-1 0 0 0,0 1 0 0 0,0-1 0 0 0,0 1 0 0 0,0 0 0 0 0,0 0 0 0 0,0 0 1 0 0,0 0-1 0 0,-3 0 0 0 0,1 1 2 0 0,-1 1 1 0 0,1-1 0 0 0,0 0 0 0 0,0 1-1 0 0,1 0 1 0 0,-1 0 0 0 0,0 0 0 0 0,-6 5-1 0 0,-1 3 32 0 0,0 0-1 0 0,0 1 0 0 0,1 0 0 0 0,-11 15 1 0 0,14-17-67 0 0,1 1 1 0 0,0-1 0 0 0,0 1-1 0 0,1 0 1 0 0,0 0-1 0 0,1 1 1 0 0,1-1 0 0 0,-1 1-1 0 0,1 0 1 0 0,1 0-1 0 0,-1 13 1 0 0,2-16-21 0 0,1 0 0 0 0,1 0 0 0 0,0 0 0 0 0,0-1 0 0 0,0 1 0 0 0,1 0 0 0 0,0-1 0 0 0,0 1 1 0 0,1-1-1 0 0,0 0 0 0 0,0 1 0 0 0,1-1 0 0 0,0-1 0 0 0,0 1 0 0 0,1-1 0 0 0,9 11 0 0 0,-6-8-20 0 0,1 0 0 0 0,0-1 1 0 0,0-1-1 0 0,1 1 0 0 0,-1-2 0 0 0,2 1 1 0 0,-1-1-1 0 0,1-1 0 0 0,0 0 0 0 0,0 0 1 0 0,21 4-1 0 0,-20-6-1632 0 0,1 0-1 0 0,0-2 1 0 0,20 1-1 0 0,-2-3-5415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2.2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13827 0 0,'6'3'580'0'0,"-1"0"0"0"0,1 1 0 0 0,0 0 0 0 0,-1 0 0 0 0,0 0 0 0 0,0 1 0 0 0,0 0 0 0 0,-1 0 0 0 0,7 9 0 0 0,-5-5-165 0 0,-1 0 0 0 0,0 1 0 0 0,0 0 0 0 0,-1 0 0 0 0,4 15-1 0 0,-1 8-183 0 0,-1 1-1 0 0,3 63 0 0 0,-6-58 91 0 0,3 44-171 0 0,12 113 229 0 0,-13-170-389 0 0,0 1-1 0 0,2-1 1 0 0,1-1-1 0 0,0 1 1 0 0,17 29-1 0 0,-16-36-402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2.5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26 110 13827 0 0,'-8'22'1415'0'0,"5"-13"-1196"0"0,-1 0 0 0 0,1 1 0 0 0,1-1-1 0 0,0 1 1 0 0,-2 14 0 0 0,4-21-166 0 0,1 0 0 0 0,-1 0 0 0 0,0 0 0 0 0,1 0 0 0 0,-1 0 0 0 0,1 0-1 0 0,0 0 1 0 0,0 0 0 0 0,0 0 0 0 0,0-1 0 0 0,1 1 0 0 0,-1 0 0 0 0,1-1 0 0 0,0 1 0 0 0,0-1 0 0 0,-1 1-1 0 0,2-1 1 0 0,-1 0 0 0 0,0 0 0 0 0,0 0 0 0 0,1 0 0 0 0,3 2 0 0 0,0 0 60 0 0,0-1 0 0 0,1 0 0 0 0,-1 0 0 0 0,1-1-1 0 0,0 1 1 0 0,0-1 0 0 0,0-1 0 0 0,0 0 0 0 0,0 0 0 0 0,0 0 0 0 0,0 0 0 0 0,1-1 0 0 0,-1-1 0 0 0,0 1 0 0 0,0-1 0 0 0,0 0 0 0 0,0-1 0 0 0,0 0 0 0 0,0 0-1 0 0,0 0 1 0 0,7-4 0 0 0,-8 3-7 0 0,1 0-1 0 0,0 0 0 0 0,-1-1 1 0 0,0 0-1 0 0,0-1 0 0 0,0 1 1 0 0,0-1-1 0 0,-1 0 1 0 0,1 0-1 0 0,-1-1 0 0 0,-1 1 1 0 0,1-1-1 0 0,-1-1 0 0 0,0 1 1 0 0,0 0-1 0 0,-1-1 0 0 0,0 0 1 0 0,0 0-1 0 0,-1 0 0 0 0,3-11 1 0 0,-4 13-144 0 0,-1 0 0 0 0,0 1 0 0 0,0-1 0 0 0,0 0 0 0 0,-1 1-1 0 0,1-1 1 0 0,-1 1 0 0 0,-1-1 0 0 0,1 0 0 0 0,0 1 0 0 0,-1 0 0 0 0,0-1 0 0 0,0 1 0 0 0,0 0 0 0 0,-1 0 0 0 0,1 0 0 0 0,-1 0 0 0 0,0 1 0 0 0,0-1 0 0 0,0 1 0 0 0,-1 0 0 0 0,1-1-1 0 0,-1 2 1 0 0,0-1 0 0 0,0 0 0 0 0,-7-3 0 0 0,0 0-128 0 0,0 0 0 0 0,-1 1-1 0 0,1 1 1 0 0,-1 0-1 0 0,0 0 1 0 0,0 2 0 0 0,0-1-1 0 0,0 1 1 0 0,-14 0 0 0 0,-2 2-1160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2.9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0 2761 0 0,'13'12'18784'0'0,"-22"-3"-16046"0"0,-1 4-4698 0 0,3-1 2058 0 0,0 1 0 0 0,0 0-1 0 0,2 0 1 0 0,0 1-1 0 0,0 0 1 0 0,1 0-1 0 0,1 0 1 0 0,0 0-1 0 0,1 1 1 0 0,1-1-1 0 0,0 0 1 0 0,1 1 0 0 0,2 16-1 0 0,-1-24-144 0 0,0 1-1 0 0,0-1 1 0 0,1 0-1 0 0,-1 0 1 0 0,2 0 0 0 0,-1-1-1 0 0,1 1 1 0 0,0-1-1 0 0,0 1 1 0 0,1-1 0 0 0,0 0-1 0 0,0 0 1 0 0,1 0-1 0 0,-1-1 1 0 0,1 0-1 0 0,0 0 1 0 0,1 0 0 0 0,-1 0-1 0 0,1-1 1 0 0,0 0-1 0 0,0 0 1 0 0,0 0 0 0 0,1-1-1 0 0,-1 0 1 0 0,1 0-1 0 0,0-1 1 0 0,0 0 0 0 0,8 2-1 0 0,12 0-1832 0 0,1-4-5519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3.5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134 549 6625 0 0,'34'-62'848'0'0,"-18"22"8131"0"0,-29 57-5965 0 0,-27 37-1560 0 0,17-23-727 0 0,4-6-459 0 0,2 0 1 0 0,0 1-1 0 0,2 1 0 0 0,-19 43 1 0 0,33-69-268 0 0,0 1-1 0 0,1-1 1 0 0,-1 1-1 0 0,0-1 1 0 0,1 1 0 0 0,-1-1-1 0 0,1 1 1 0 0,0-1 0 0 0,-1 1-1 0 0,1 0 1 0 0,0-1-1 0 0,0 1 1 0 0,0 0 0 0 0,0-1-1 0 0,0 1 1 0 0,1-1 0 0 0,-1 1-1 0 0,0 0 1 0 0,1-1-1 0 0,-1 1 1 0 0,1-1 0 0 0,0 1-1 0 0,0-1 1 0 0,-1 1 0 0 0,1-1-1 0 0,0 0 1 0 0,0 1 0 0 0,0-1-1 0 0,0 0 1 0 0,0 0-1 0 0,1 1 1 0 0,-1-1 0 0 0,0 0-1 0 0,0 0 1 0 0,3 1 0 0 0,-1-1-35 0 0,0-1-1 0 0,0 1 1 0 0,0-1 0 0 0,-1 1 0 0 0,1-1 0 0 0,0 0 0 0 0,0 0 0 0 0,0 0 0 0 0,0-1 0 0 0,0 1 0 0 0,0-1 0 0 0,0 1 0 0 0,0-1 0 0 0,0 0 0 0 0,-1 0 0 0 0,1 0 0 0 0,0-1 0 0 0,4-2 0 0 0,7-6-34 0 0,-1 0 0 0 0,0-1 1 0 0,-1 0-1 0 0,17-20 0 0 0,-17 18 69 0 0,0 0 0 0 0,1 1-1 0 0,22-17 1 0 0,-33 28 9 0 0,0 0 1 0 0,0 0-1 0 0,0 0 1 0 0,0 0-1 0 0,0 0 1 0 0,0 1 0 0 0,0-1-1 0 0,0 1 1 0 0,0-1-1 0 0,1 1 1 0 0,-1 0-1 0 0,0 0 1 0 0,0 0-1 0 0,0 0 1 0 0,0 0-1 0 0,1 1 1 0 0,-1-1 0 0 0,0 1-1 0 0,0-1 1 0 0,0 1-1 0 0,0 0 1 0 0,0 0-1 0 0,0 0 1 0 0,0 0-1 0 0,0 0 1 0 0,2 1-1 0 0,6 6 113 0 0,0 0-1 0 0,0 0 0 0 0,13 16 0 0 0,11 9 49 0 0,-27-29-266 0 0,0 1 0 0 0,0-1 0 0 0,1 0 1 0 0,-1 0-1 0 0,1-1 0 0 0,0 0 0 0 0,0 0 0 0 0,0-1 1 0 0,0 0-1 0 0,1-1 0 0 0,-1 0 0 0 0,0 0 0 0 0,1 0 1 0 0,-1-1-1 0 0,1-1 0 0 0,-1 1 0 0 0,0-1 0 0 0,1-1 0 0 0,-1 1 1 0 0,12-5-1 0 0,-8 1-99 0 0,-1 0-1 0 0,0-1 1 0 0,0 0 0 0 0,0 0 0 0 0,-1-1-1 0 0,0-1 1 0 0,0 1 0 0 0,-1-2 0 0 0,0 1-1 0 0,0-1 1 0 0,-1-1 0 0 0,0 0 0 0 0,7-12 0 0 0,-4 3-909 0 0,-1-1 0 0 0,0 0 0 0 0,-2-1 0 0 0,0 0 0 0 0,-1 0 1 0 0,-2-1-1 0 0,0 0 0 0 0,-1 0 0 0 0,2-31 0 0 0,-4-75 621 0 0,-10 0 4543 0 0,5 95-2130 0 0,3 19-1032 0 0,0 9-417 0 0,0 1 0 0 0,0-1-1 0 0,0 0 1 0 0,-1 0 0 0 0,1 1-1 0 0,-1-1 1 0 0,0 0 0 0 0,0 1-1 0 0,-1-1 1 0 0,0 1 0 0 0,1-1 0 0 0,-1 1-1 0 0,-6-8 1 0 0,8 11-430 0 0,0 1 1 0 0,-1 0-1 0 0,1 0 0 0 0,-1 0 1 0 0,1 0-1 0 0,-1 0 1 0 0,1-1-1 0 0,-1 1 0 0 0,1 0 1 0 0,-1 0-1 0 0,1 0 0 0 0,-1 0 1 0 0,1 0-1 0 0,-1 0 0 0 0,1 1 1 0 0,-1-1-1 0 0,1 0 0 0 0,0 0 1 0 0,-1 0-1 0 0,1 0 1 0 0,-1 0-1 0 0,1 1 0 0 0,-1-1 1 0 0,1 0-1 0 0,0 0 0 0 0,-1 1 1 0 0,1-1-1 0 0,-1 0 0 0 0,1 1 1 0 0,0-1-1 0 0,0 0 0 0 0,-1 1 1 0 0,1-1-1 0 0,0 1 1 0 0,-1-1-1 0 0,1 0 0 0 0,0 1 1 0 0,0-1-1 0 0,0 1 0 0 0,0-1 1 0 0,-1 1-1 0 0,1-1 0 0 0,0 1 1 0 0,0-1-1 0 0,0 1 0 0 0,0-1 1 0 0,0 1-1 0 0,-6 24 356 0 0,1 10-270 0 0,2 0 0 0 0,2 0-1 0 0,1-1 1 0 0,2 1 0 0 0,1 0 0 0 0,10 43 0 0 0,3-7-6 0 0,50 135 0 0 0,-62-195-248 0 0,7 19 256 0 0,1-1 1 0 0,17 28-1 0 0,-24-49-383 0 0,-1-1 1 0 0,1 0-1 0 0,0 0 1 0 0,1 0-1 0 0,0-1 1 0 0,0 1-1 0 0,0-1 0 0 0,1-1 1 0 0,0 1-1 0 0,0-1 1 0 0,0-1-1 0 0,12 7 1 0 0,0-4-7604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4.3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35 15755 0 0,'0'0'33'0'0,"0"0"0"0"0,1 0 0 0 0,-1 0-1 0 0,0 0 1 0 0,0-1 0 0 0,0 1 0 0 0,0 0 0 0 0,0 0-1 0 0,0 0 1 0 0,0 0 0 0 0,0-1 0 0 0,0 1-1 0 0,0 0 1 0 0,1 0 0 0 0,-1 0 0 0 0,0 0 0 0 0,0 0-1 0 0,0 0 1 0 0,0-1 0 0 0,0 1 0 0 0,1 0-1 0 0,-1 0 1 0 0,0 0 0 0 0,0 0 0 0 0,0 0 0 0 0,0 0-1 0 0,1 0 1 0 0,-1 0 0 0 0,0 0 0 0 0,0 0-1 0 0,0 0 1 0 0,1 0 0 0 0,-1 0 0 0 0,0 0-1 0 0,0 0 1 0 0,0 0 0 0 0,0 0 0 0 0,1 0 0 0 0,-1 0-1 0 0,0 0 1 0 0,0 0 0 0 0,0 0 0 0 0,0 0-1 0 0,1 0 1 0 0,-1 0 0 0 0,0 1 0 0 0,0-1 0 0 0,0 0-1 0 0,0 0 1 0 0,8 12 1063 0 0,0 14 740 0 0,-8 1-1552 0 0,-1-1 0 0 0,-2 0 1 0 0,0 0-1 0 0,-2 0 1 0 0,-14 46-1 0 0,-6 32 145 0 0,23-95-437 0 0,-5 51-192 0 0,7-58 187 0 0,0 0 1 0 0,0 0-1 0 0,0 0 1 0 0,0 0-1 0 0,0 0 1 0 0,0 0-1 0 0,1 0 1 0 0,-1 0 0 0 0,1 0-1 0 0,-1 0 1 0 0,1-1-1 0 0,0 1 1 0 0,0 0-1 0 0,-1 0 1 0 0,1 0-1 0 0,1-1 1 0 0,-1 1-1 0 0,0-1 1 0 0,0 1-1 0 0,1-1 1 0 0,-1 1 0 0 0,0-1-1 0 0,1 0 1 0 0,0 1-1 0 0,1 0 1 0 0,-2-2-92 0 0,0 0-1 0 0,1 0 1 0 0,-1 0 0 0 0,0 0 0 0 0,0 0 0 0 0,1 0 0 0 0,-1 0 0 0 0,0 0-1 0 0,0-1 1 0 0,1 1 0 0 0,-1 0 0 0 0,0-1 0 0 0,0 1 0 0 0,0-1 0 0 0,1 1 0 0 0,-1-1-1 0 0,0 0 1 0 0,0 0 0 0 0,0 1 0 0 0,0-1 0 0 0,0 0 0 0 0,-1 0 0 0 0,1 0-1 0 0,0 0 1 0 0,0 0 0 0 0,0 0 0 0 0,-1 0 0 0 0,1 0 0 0 0,-1 0 0 0 0,1 0-1 0 0,-1-1 1 0 0,1 1 0 0 0,-1 0 0 0 0,1-2 0 0 0,14-47-1491 0 0,-15 48 1530 0 0,6-42-689 0 0,-1-1 1 0 0,-3 0 0 0 0,-1 0-1 0 0,-8-57 1 0 0,1-33 4002 0 0,10 148 1134 0 0,10 17-3092 0 0,-7-14-765 0 0,-1-2-406 0 0,0-1-1 0 0,1 1 1 0 0,1-2 0 0 0,0 1-1 0 0,0-1 1 0 0,1 0 0 0 0,18 17 0 0 0,-24-26-143 0 0,0 0 0 0 0,0-1 0 0 0,0 1 0 0 0,1-1 0 0 0,-1 0 0 0 0,1 0 0 0 0,-1 0 0 0 0,1 0 0 0 0,0-1 0 0 0,0 1 0 0 0,0-1 1 0 0,0 0-1 0 0,0 0 0 0 0,0-1 0 0 0,0 1 0 0 0,0-1 0 0 0,0 0 0 0 0,0 0 0 0 0,1 0 0 0 0,-1 0 0 0 0,0-1 0 0 0,0 0 1 0 0,0 0-1 0 0,0 0 0 0 0,0 0 0 0 0,0 0 0 0 0,-1-1 0 0 0,1 0 0 0 0,0 0 0 0 0,-1 0 0 0 0,1 0 0 0 0,3-3 0 0 0,11-10-174 0 0,0-1 0 0 0,0 0 0 0 0,18-24 0 0 0,-19 20 300 0 0,1 1 1 0 0,27-22 0 0 0,-44 40-72 0 0,0 1 0 0 0,1-1 1 0 0,-1 0-1 0 0,0 0 0 0 0,1 0 0 0 0,-1 1 0 0 0,1-1 1 0 0,-1 0-1 0 0,1 1 0 0 0,-1 0 0 0 0,1-1 0 0 0,-1 1 1 0 0,1 0-1 0 0,-1 0 0 0 0,1 0 0 0 0,-1 0 0 0 0,1 0 0 0 0,-1 0 1 0 0,1 0-1 0 0,0 0 0 0 0,1 1 0 0 0,-1 0 17 0 0,1 0 0 0 0,0 1-1 0 0,-1-1 1 0 0,1 1 0 0 0,-1-1-1 0 0,0 1 1 0 0,1 0 0 0 0,-1 0-1 0 0,0 0 1 0 0,3 4 0 0 0,3 5 113 0 0,0 0 0 0 0,-1 1 1 0 0,10 23-1 0 0,-16-32-136 0 0,22 47 223 0 0,39 81 93 0 0,-49-108-427 0 0,0-1 1 0 0,1-1 0 0 0,28 31 0 0 0,-39-49-10 0 0,-1 0 0 0 0,1 0 0 0 0,0 0 0 0 0,1-1 0 0 0,-1 1 0 0 0,0-1 0 0 0,1 0 0 0 0,0 0 0 0 0,-1 0 0 0 0,1-1 1 0 0,6 3-1 0 0,5-3-721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4.6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 6913 0 0,'-3'10'9172'0'0,"4"6"-4811"0"0,9 21-3027 0 0,-4-18-294 0 0,15 93-289 0 0,12 45-54 0 0,-27-134-557 0 0,1 0-1 0 0,1-1 0 0 0,2 0 1 0 0,18 34-1 0 0,-24-49-116 0 0,1-1 0 0 0,-1 1 0 0 0,1-1 0 0 0,0 0 0 0 0,0 0 0 0 0,1-1 0 0 0,0 1 0 0 0,0-1 0 0 0,0-1 0 0 0,10 7 0 0 0,-11-9-11 0 0,0 0-1 0 0,0 0 1 0 0,-1-1 0 0 0,1 1 0 0 0,0-1-1 0 0,0-1 1 0 0,0 1 0 0 0,0 0 0 0 0,0-1-1 0 0,1 0 1 0 0,-1-1 0 0 0,0 1 0 0 0,0-1-1 0 0,0 0 1 0 0,0 0 0 0 0,0 0 0 0 0,5-3-1 0 0,20-8-178 0 0,0-2-1 0 0,34-20 0 0 0,19-11-1098 0 0,-59 34 659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6.4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2351 1 13363 0 0,'20'12'4417'0'0,"-11"-4"-4085"0"0,-1 2 1 0 0,0-1-1 0 0,0 1 1 0 0,-1 0-1 0 0,0 1 1 0 0,-1-1-1 0 0,0 1 1 0 0,-1 1 0 0 0,0-1-1 0 0,0 1 1 0 0,-2 0-1 0 0,5 21 1 0 0,0 15-149 0 0,5 90 0 0 0,-13-132-149 0 0,3 85 2 0 0,-4 0 0 0 0,-21 158 0 0 0,11-186-72 0 0,-3 0 0 0 0,-2-1 0 0 0,-3-1 0 0 0,-46 102 0 0 0,49-130 21 0 0,-2 0 0 0 0,-2-2-1 0 0,0 0 1 0 0,-2-1 0 0 0,-1-1-1 0 0,-2-2 1 0 0,0 0 0 0 0,-2-1-1 0 0,-1-2 1 0 0,-52 35 0 0 0,-55 28-566 0 0,-174 81-1 0 0,240-137 823 0 0,0-2 0 0 0,-2-4-1 0 0,-1-3 1 0 0,-135 24 0 0 0,143-39-70 0 0,0-3 0 0 0,0-3 0 0 0,-1-3 0 0 0,1-2 0 0 0,-83-17 0 0 0,33-3-56 0 0,1-6-1 0 0,-114-45 1 0 0,203 66-60 0 0,1 0 1 0 0,-33-20 0 0 0,51 26-140 0 0,-1 0-1 0 0,1 0 1 0 0,0-1 0 0 0,0 0 0 0 0,1 0 0 0 0,-1 0-1 0 0,1-1 1 0 0,0 1 0 0 0,0-1 0 0 0,0 0-1 0 0,1 0 1 0 0,0 0 0 0 0,0-1 0 0 0,0 1-1 0 0,-4-12 1 0 0,7-5-2663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6.9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48 6913 0 0,'8'-18'1172'0'0,"-7"17"-746"0"0,1-1 0 0 0,-1 0-1 0 0,-6-23 9867 0 0,5 26-10169 0 0,0-1 1 0 0,0 0-1 0 0,0 1 0 0 0,-10 13 893 0 0,-2 13-765 0 0,2 0 0 0 0,0 0 0 0 0,-9 45 0 0 0,-8 89 556 0 0,24-141-792 0 0,2-11-15 0 0,-5 26 21 0 0,0 48 0 0 0,6-73-17 0 0,0 0 0 0 0,1 0-1 0 0,0-1 1 0 0,0 1 0 0 0,1 0 0 0 0,1 0 0 0 0,-1-1-1 0 0,2 1 1 0 0,7 16 0 0 0,-11-26-16 0 0,0 0 0 0 0,0 0 1 0 0,0 0-1 0 0,0 0 0 0 0,0 0 0 0 0,0 0 1 0 0,1 0-1 0 0,-1 0 0 0 0,0 0 0 0 0,0 0 1 0 0,0 1-1 0 0,0-1 0 0 0,0 0 0 0 0,0 0 1 0 0,0 0-1 0 0,0 0 0 0 0,0 0 1 0 0,1 0-1 0 0,-1 0 0 0 0,0 0 0 0 0,0 0 1 0 0,0 0-1 0 0,0 0 0 0 0,0 0 0 0 0,0 0 1 0 0,0 0-1 0 0,0 0 0 0 0,1 0 0 0 0,-1 0 1 0 0,0 0-1 0 0,0 0 0 0 0,0 0 0 0 0,0 0 1 0 0,0 0-1 0 0,0 0 0 0 0,0 0 0 0 0,0 0 1 0 0,1 0-1 0 0,-1-1 0 0 0,0 1 0 0 0,0 0 1 0 0,0 0-1 0 0,0 0 0 0 0,0 0 0 0 0,0 0 1 0 0,0 0-1 0 0,0 0 0 0 0,0 0 0 0 0,0 0 1 0 0,0 0-1 0 0,0-1 0 0 0,0 1 0 0 0,1 0 1 0 0,-1 0-1 0 0,0 0 0 0 0,0 0 0 0 0,0 0 1 0 0,0 0-1 0 0,0 0 0 0 0,0 0 0 0 0,0-1 1 0 0,0 1-1 0 0,0 0 0 0 0,0 0 0 0 0,0 0 1 0 0,0 0-1 0 0,0 0 0 0 0,-1 0 0 0 0,5-17-692 0 0,1-23-360 0 0,-4 36 914 0 0,4-86 0 0 0,-6 69 297 0 0,1-1 0 0 0,2 1 0 0 0,0-1 0 0 0,1 1 0 0 0,1 0 0 0 0,1 0 0 0 0,10-27 0 0 0,-13 45-73 0 0,-1 0 0 0 0,1 0 0 0 0,0 1 0 0 0,0-1-1 0 0,0 0 1 0 0,0 1 0 0 0,0-1 0 0 0,1 1 0 0 0,-1 0 0 0 0,1 0 0 0 0,-1 0 0 0 0,1 0 0 0 0,0 0 0 0 0,0 1 0 0 0,0-1 0 0 0,0 1-1 0 0,4-2 1 0 0,-1 1 23 0 0,0 1 1 0 0,0 0-1 0 0,1 0 0 0 0,-1 1 0 0 0,0-1 0 0 0,1 1 0 0 0,-1 1 0 0 0,10 1 0 0 0,8 3 336 0 0,0 1 0 0 0,-1 2 0 0 0,36 15 0 0 0,-54-21-330 0 0,4 2-186 0 0,0 1 0 0 0,1-2 0 0 0,0 1 0 0 0,0-1 0 0 0,0-1 0 0 0,0 0 0 0 0,0 0 0 0 0,0-1 0 0 0,1 0 0 0 0,-1-1 0 0 0,16-1 0 0 0,-4-4-8651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1.8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 1 7834 0 0,'-1'0'246'0'0,"0"0"1"0"0,0 1-1 0 0,0-1 1 0 0,0 0-1 0 0,0 1 1 0 0,0-1-1 0 0,0 1 1 0 0,0-1-1 0 0,1 1 1 0 0,-1 0-1 0 0,0-1 1 0 0,0 1-1 0 0,0 0 1 0 0,1-1 0 0 0,-1 1-1 0 0,0 0 1 0 0,1 0-1 0 0,-1 0 1 0 0,1 0-1 0 0,-1 0 1 0 0,1 0-1 0 0,-1 0 1 0 0,1 0-1 0 0,0 0 1 0 0,-1 0-1 0 0,1 0 1 0 0,0 0-1 0 0,0 0 1 0 0,0 1-1 0 0,-4 36 713 0 0,4-33-557 0 0,3 159 1042 0 0,1-5-1006 0 0,-23 99-131 0 0,1-33-302 0 0,18-214-167 0 0,1 53 77 0 0,-1-59-333 0 0,1-1 0 0 0,0 0 1 0 0,0 0-1 0 0,1 0 0 0 0,-1 0 0 0 0,1 0 0 0 0,3 6 0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2.3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1 7834 0 0,'-2'0'132'0'0,"1"0"0"0"0,-1 1 1 0 0,1 0-1 0 0,-1-1 1 0 0,1 1-1 0 0,0 0 0 0 0,-1 0 1 0 0,1-1-1 0 0,0 1 0 0 0,0 0 1 0 0,-1 0-1 0 0,1 1 0 0 0,0-1 1 0 0,0 0-1 0 0,0 0 1 0 0,1 0-1 0 0,-1 1 0 0 0,0-1 1 0 0,0 0-1 0 0,1 1 0 0 0,-1-1 1 0 0,0 1-1 0 0,1-1 1 0 0,0 1-1 0 0,-1-1 0 0 0,1 1 1 0 0,0-1-1 0 0,0 1 0 0 0,0-1 1 0 0,0 1-1 0 0,0-1 1 0 0,0 1-1 0 0,0-1 0 0 0,0 1 1 0 0,1-1-1 0 0,-1 1 0 0 0,0-1 1 0 0,1 1-1 0 0,0-1 1 0 0,-1 1-1 0 0,2 0 0 0 0,4 11 398 0 0,0-1 1 0 0,1 0-1 0 0,16 21 0 0 0,-8-11-75 0 0,13 28 163 0 0,32 81 1 0 0,-44-92-288 0 0,1 0-1 0 0,2-1 1 0 0,1-1 0 0 0,38 51 0 0 0,-54-84-345 0 0,0 0-1 0 0,-1 1 1 0 0,1-2-1 0 0,1 1 1 0 0,-1 0 0 0 0,0-1-1 0 0,1 0 1 0 0,0 0-1 0 0,0 0 1 0 0,7 3 0 0 0,-10-6 5 0 0,0 1 1 0 0,1 0 0 0 0,-1-1-1 0 0,0 0 1 0 0,0 0 0 0 0,1 1 0 0 0,-1-1-1 0 0,0-1 1 0 0,0 1 0 0 0,1 0-1 0 0,-1 0 1 0 0,0-1 0 0 0,0 0-1 0 0,0 1 1 0 0,0-1 0 0 0,1 0 0 0 0,-1 0-1 0 0,0 0 1 0 0,0 0 0 0 0,-1 0-1 0 0,1 0 1 0 0,0-1 0 0 0,0 1 0 0 0,-1-1-1 0 0,1 1 1 0 0,0-1 0 0 0,1-3-1 0 0,8-9-184 0 0,-1 0 1 0 0,-1-1-1 0 0,0 0 0 0 0,-1-1 0 0 0,-1 1 0 0 0,0-2 0 0 0,-1 1 0 0 0,-1-1 0 0 0,4-20 0 0 0,0-19 0 0 0,3-83 0 0 0,-7 71 536 0 0,-5 61-21 0 0,1-1 0 0 0,0 1 0 0 0,1 0 1 0 0,0-1-1 0 0,0 1 0 0 0,6-13 0 0 0,-8 19-236 0 0,0 0 0 0 0,1 0 0 0 0,-1 1 0 0 0,1-1 0 0 0,0 0 0 0 0,-1 0 0 0 0,1 0 0 0 0,0 1 0 0 0,-1-1 0 0 0,1 0 1 0 0,0 1-1 0 0,0-1 0 0 0,0 1 0 0 0,-1-1 0 0 0,1 1 0 0 0,0-1 0 0 0,0 1 0 0 0,0 0 0 0 0,0-1 0 0 0,0 1 0 0 0,0 0 0 0 0,2-1 0 0 0,-2 2-7 0 0,1-1 0 0 0,0 1 1 0 0,0-1-1 0 0,0 1 0 0 0,-1 0 0 0 0,1-1 1 0 0,0 1-1 0 0,0 0 0 0 0,-1 0 0 0 0,1 0 1 0 0,-1 1-1 0 0,1-1 0 0 0,-1 0 0 0 0,0 0 1 0 0,1 1-1 0 0,1 2 0 0 0,6 7 58 0 0,-1 0 1 0 0,0 1-1 0 0,-1 0 1 0 0,0 0-1 0 0,-1 1 0 0 0,9 25 1 0 0,16 84 134 0 0,0-2-136 0 0,-24-98-292 0 0,2 0 1 0 0,17 32-1 0 0,-21-46-574 0 0,0 0 0 0 0,1 0 0 0 0,0 0 0 0 0,0 0 0 0 0,9 7 0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2.7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0 514 2761 0 0,'4'1'5930'0'0,"6"-13"-3374"0"0,10-17-618 0 0,-11 10-1452 0 0,-2 0-1 0 0,-1-1 0 0 0,0 0 0 0 0,-1 0 0 0 0,3-28 0 0 0,1-107-333 0 0,-1 12 396 0 0,-7 119-818 0 0,-1 19-653 0 0,-2 17-392 0 0,-2 14 779 0 0,1 1 0 0 0,2-1 0 0 0,1 1 1 0 0,3 27-1 0 0,-1-41 848 0 0,0 0 1 0 0,1 0 0 0 0,1 0-1 0 0,0 0 1 0 0,1-1 0 0 0,0 1 0 0 0,1-1-1 0 0,0 0 1 0 0,1-1 0 0 0,9 12 0 0 0,0 0 225 0 0,1-1 1 0 0,1-1-1 0 0,1 0 1 0 0,1-2 0 0 0,1 0-1 0 0,30 21 1 0 0,-47-38-802 0 0,-1 0 0 0 0,1 0 0 0 0,0 0 0 0 0,0 0 1 0 0,0-1-1 0 0,1 0 0 0 0,-1 1 0 0 0,0-2 0 0 0,0 1 1 0 0,1 0-1 0 0,-1-1 0 0 0,1 0 0 0 0,-1 0 0 0 0,0 0 1 0 0,7-2-1 0 0,3-4-5181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3.2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 3225 0 0,'12'-11'10954'0'0,"3"49"-7425"0"0,4 47-1346 0 0,-14-56-1951 0 0,1-1 1 0 0,1 0-1 0 0,1-1 0 0 0,1 0 0 0 0,19 37 1 0 0,-28-64-248 0 0,0 1 0 0 0,1 0 0 0 0,-1-1 1 0 0,0 1-1 0 0,1-1 0 0 0,-1 1 0 0 0,0 0 0 0 0,1-1 1 0 0,-1 1-1 0 0,1-1 0 0 0,-1 1 0 0 0,1-1 1 0 0,-1 1-1 0 0,1-1 0 0 0,-1 0 0 0 0,1 1 1 0 0,0-1-1 0 0,-1 0 0 0 0,1 1 0 0 0,-1-1 1 0 0,1 0-1 0 0,0 0 0 0 0,-1 1 0 0 0,1-1 1 0 0,0 0-1 0 0,-1 0 0 0 0,1 0 0 0 0,0 0 1 0 0,0 0-1 0 0,-1 0 0 0 0,1 0 0 0 0,0 0 1 0 0,0 0-1 0 0,1-1-41 0 0,-1 0-1 0 0,1-1 1 0 0,0 1 0 0 0,-1 0 0 0 0,1 0-1 0 0,-1-1 1 0 0,0 1 0 0 0,0-1 0 0 0,1 1 0 0 0,-1-1-1 0 0,2-2 1 0 0,20-50-997 0 0,-22 53 1043 0 0,19-63-243 0 0,12-33 149 0 0,-28 86 349 0 0,2-1-1 0 0,-1 1 1 0 0,2 0 0 0 0,-1 1 0 0 0,16-19-1 0 0,-22 28-209 0 0,1 1 0 0 0,0-1 0 0 0,-1 0 0 0 0,1 1 1 0 0,0-1-1 0 0,-1 0 0 0 0,1 1 0 0 0,0-1 0 0 0,-1 1 0 0 0,1-1 0 0 0,0 1 0 0 0,0-1 0 0 0,0 1 0 0 0,0 0 0 0 0,0 0 0 0 0,-1-1 0 0 0,1 1 0 0 0,0 0 0 0 0,0 0 0 0 0,0 0 0 0 0,0 0 0 0 0,0 0 0 0 0,0 0 0 0 0,0 0 0 0 0,0 0 0 0 0,0 0 0 0 0,-1 0 1 0 0,1 0-1 0 0,2 1 0 0 0,-1 0-2 0 0,0 1 0 0 0,0-1 0 0 0,-1 1 0 0 0,1-1 0 0 0,0 1 0 0 0,0 0 0 0 0,-1-1 0 0 0,1 1 0 0 0,-1 0 0 0 0,0 0 0 0 0,2 3 0 0 0,3 7 25 0 0,-1-1 0 0 0,0 1 1 0 0,5 17-1 0 0,-3 1 53 0 0,-6-21-117 0 0,1 0 0 0 0,0-1 1 0 0,0 1-1 0 0,1 0 0 0 0,1-1 0 0 0,-1 0 1 0 0,1 0-1 0 0,0 0 0 0 0,1 0 0 0 0,7 9 1 0 0,-12-17 1 0 0,1 1 1 0 0,-1-1-1 0 0,1 0 1 0 0,-1 1-1 0 0,1-1 1 0 0,0 0 0 0 0,-1 1-1 0 0,1-1 1 0 0,-1 0-1 0 0,1 0 1 0 0,0 1-1 0 0,-1-1 1 0 0,1 0-1 0 0,0 0 1 0 0,-1 0-1 0 0,1 0 1 0 0,0 0 0 0 0,-1 0-1 0 0,1 0 1 0 0,0 0-1 0 0,-1 0 1 0 0,1 0-1 0 0,0-1 1 0 0,-1 1-1 0 0,1 0 1 0 0,-1 0-1 0 0,1 0 1 0 0,0-1 0 0 0,-1 1-1 0 0,1 0 1 0 0,-1-1-1 0 0,1 1 1 0 0,-1-1-1 0 0,1 1 1 0 0,-1-1-1 0 0,1 1 1 0 0,-1-1-1 0 0,1 1 1 0 0,-1-1 0 0 0,0 1-1 0 0,1-1 1 0 0,-1 1-1 0 0,0-1 1 0 0,1 0-1 0 0,-1 1 1 0 0,0-1-1 0 0,0 1 1 0 0,0-1-1 0 0,1 0 1 0 0,13-38-209 0 0,-13 35 205 0 0,9-44 295 0 0,-8 37-173 0 0,-1 0 0 0 0,2 1-1 0 0,-1-1 1 0 0,1 1-1 0 0,1 0 1 0 0,0 0 0 0 0,0 0-1 0 0,9-13 1 0 0,-12 23-113 0 0,-1-1 1 0 0,1 1 0 0 0,0-1-1 0 0,-1 1 1 0 0,1 0-1 0 0,-1-1 1 0 0,1 1 0 0 0,0 0-1 0 0,-1-1 1 0 0,1 1-1 0 0,0 0 1 0 0,0 0 0 0 0,-1 0-1 0 0,1 0 1 0 0,0 0-1 0 0,-1 0 1 0 0,1 0 0 0 0,0 0-1 0 0,0 0 1 0 0,-1 0-1 0 0,1 0 1 0 0,0 0 0 0 0,-1 0-1 0 0,1 1 1 0 0,0-1-1 0 0,-1 0 1 0 0,1 0 0 0 0,0 1-1 0 0,-1-1 1 0 0,1 0-1 0 0,0 1 1 0 0,-1-1 0 0 0,1 1-1 0 0,-1-1 1 0 0,1 1-1 0 0,-1-1 1 0 0,1 1 0 0 0,-1 0-1 0 0,1-1 1 0 0,-1 1-1 0 0,0-1 1 0 0,1 1 0 0 0,-1 0-1 0 0,21 31 43 0 0,-19-29-44 0 0,24 55-1079 0 0,-21-46 207 0 0,-1 0 1 0 0,2 0 0 0 0,0-1-1 0 0,0 0 1 0 0,1 0-1 0 0,14 16 1 0 0,-4-10-5922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3.5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20 5529 0 0,'0'-2'176'0'0,"-1"1"-1"0"0,1 0 1 0 0,0 0-1 0 0,-1 0 1 0 0,1 0-1 0 0,-1 0 0 0 0,0 0 1 0 0,1 1-1 0 0,-1-1 1 0 0,0 0-1 0 0,1 0 1 0 0,-1 0-1 0 0,0 0 1 0 0,0 1-1 0 0,0-1 1 0 0,0 0-1 0 0,0 1 1 0 0,0-1-1 0 0,0 1 1 0 0,0-1-1 0 0,0 1 0 0 0,0-1 1 0 0,0 1-1 0 0,0 0 1 0 0,0 0-1 0 0,0-1 1 0 0,0 1-1 0 0,-2 0 1 0 0,2 1 114 0 0,-1 0 1 0 0,1-1 0 0 0,0 1 0 0 0,-1 0-1 0 0,1 0 1 0 0,0 0 0 0 0,0 0 0 0 0,0 0 0 0 0,0 0-1 0 0,-1 0 1 0 0,2 1 0 0 0,-1-1 0 0 0,0 0-1 0 0,0 1 1 0 0,0-1 0 0 0,1 0 0 0 0,-1 1-1 0 0,0-1 1 0 0,1 1 0 0 0,-1 2 0 0 0,-2 8 138 0 0,0 0 1 0 0,1-1-1 0 0,0 1 1 0 0,1 0-1 0 0,0 0 1 0 0,1 1-1 0 0,1-1 1 0 0,0 0 0 0 0,0 0-1 0 0,7 23 1 0 0,-6-26-334 0 0,0 0 0 0 0,1-1 0 0 0,1 1 1 0 0,0-1-1 0 0,0 0 0 0 0,0 0 1 0 0,1 0-1 0 0,0 0 0 0 0,0-1 0 0 0,1 0 1 0 0,0 0-1 0 0,1-1 0 0 0,-1 1 0 0 0,1-1 1 0 0,8 5-1 0 0,-14-10-86 0 0,0 0 0 0 0,1 0 0 0 0,-1 0 0 0 0,0-1 0 0 0,1 1 0 0 0,-1 0 0 0 0,0-1 0 0 0,1 1 0 0 0,-1-1 0 0 0,1 1 0 0 0,-1-1 0 0 0,1 1 0 0 0,-1-1 0 0 0,1 0 0 0 0,0 0 0 0 0,-1 0 0 0 0,1 0 1 0 0,-1 0-1 0 0,1 0 0 0 0,-1-1 0 0 0,1 1 0 0 0,-1 0 0 0 0,3-1 0 0 0,-3-1-8 0 0,0 1 0 0 0,0 0 0 0 0,1 0 0 0 0,-1 0 0 0 0,0-1 0 0 0,-1 1 0 0 0,1 0 0 0 0,0-1 1 0 0,0 1-1 0 0,0-1 0 0 0,-1 1 0 0 0,1-1 0 0 0,-1 0 0 0 0,1 1 0 0 0,-1-1 0 0 0,0 1 0 0 0,1-4 0 0 0,-1-5-5 0 0,0 1 0 0 0,0-1 0 0 0,-1 1 0 0 0,0-1-1 0 0,-1 1 1 0 0,-3-12 0 0 0,-2 2-324 0 0,0 0 0 0 0,-2 1 1 0 0,-1 0-1 0 0,0 1 0 0 0,-1 0 1 0 0,-1 0-1 0 0,-18-20 0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3.8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0 323 2304 0 0,'6'-1'445'0'0,"-1"0"0"0"0,0 0 0 0 0,0-1-1 0 0,1 0 1 0 0,-1 0 0 0 0,0 0-1 0 0,-1-1 1 0 0,1 1 0 0 0,0-1-1 0 0,4-4 1 0 0,29-13 3772 0 0,-34 19-3892 0 0,-1 0-1 0 0,1 0 0 0 0,-1 0 1 0 0,1 1-1 0 0,0-1 0 0 0,-1 1 1 0 0,1 0-1 0 0,-1 1 1 0 0,1-1-1 0 0,0 0 0 0 0,-1 1 1 0 0,1 0-1 0 0,-1 0 1 0 0,1 0-1 0 0,-1 0 0 0 0,0 0 1 0 0,1 1-1 0 0,-1 0 1 0 0,0-1-1 0 0,0 1 0 0 0,0 1 1 0 0,0-1-1 0 0,0 0 1 0 0,-1 1-1 0 0,5 3 0 0 0,-1 2 53 0 0,1 1 0 0 0,-1-1 0 0 0,-1 1 0 0 0,1 0 0 0 0,-1 0 0 0 0,-1 1-1 0 0,6 16 1 0 0,-15-46-194 0 0,0 1 0 0 0,2-1 0 0 0,0 0 0 0 0,1 0 0 0 0,1-21 0 0 0,3-5-674 0 0,7-53-1 0 0,-7 87-143 0 0,0 1 1 0 0,0 0-1 0 0,1-1 1 0 0,1 1-1 0 0,6-16 0 0 0,2 6-6403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4.2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69 5065 0 0,'-1'6'591'0'0,"0"-1"-1"0"0,0 1 1 0 0,0-1-1 0 0,0 1 1 0 0,1-1 0 0 0,0 1-1 0 0,0 0 1 0 0,1-1-1 0 0,0 1 1 0 0,0-1 0 0 0,0 1-1 0 0,2 5 1 0 0,0 3 413 0 0,12 50 2243 0 0,-14-60-3021 0 0,1 1 0 0 0,-1-1 0 0 0,1 0 0 0 0,0 0 0 0 0,0 0 0 0 0,0 0 0 0 0,1-1 0 0 0,-1 1 0 0 0,1-1 0 0 0,0 1 0 0 0,0-1 0 0 0,6 5 0 0 0,-8-7-190 0 0,0-1-1 0 0,0 1 0 0 0,0-1 0 0 0,0 1 1 0 0,0-1-1 0 0,0 1 0 0 0,1-1 0 0 0,-1 0 1 0 0,0 0-1 0 0,0 1 0 0 0,0-1 0 0 0,0 0 1 0 0,1 0-1 0 0,-1 0 0 0 0,0 0 0 0 0,0 0 1 0 0,0 0-1 0 0,0-1 0 0 0,0 1 0 0 0,1 0 1 0 0,-1-1-1 0 0,0 1 0 0 0,1-1 0 0 0,0 0-29 0 0,1-1-1 0 0,-1 0 0 0 0,0 1 0 0 0,0-1 0 0 0,0 0 0 0 0,0 0 0 0 0,0 0 0 0 0,0 0 0 0 0,2-4 0 0 0,1-3-87 0 0,0-1 1 0 0,0 1 0 0 0,-1-1-1 0 0,4-11 1 0 0,4-25-97 0 0,10-32 241 0 0,-19 71 13 0 0,0 1 0 0 0,0-1-1 0 0,0 1 1 0 0,1-1 0 0 0,-1 1-1 0 0,2 0 1 0 0,-1 0 0 0 0,8-7-1 0 0,-11 12-49 0 0,0 0 0 0 0,0 0 0 0 0,0 0-1 0 0,1 0 1 0 0,-1 0 0 0 0,0 1-1 0 0,1-1 1 0 0,-1 0 0 0 0,0 1-1 0 0,1-1 1 0 0,-1 1 0 0 0,1-1-1 0 0,-1 1 1 0 0,1-1 0 0 0,-1 1-1 0 0,1 0 1 0 0,-1 0 0 0 0,1 0-1 0 0,-1 0 1 0 0,1 0 0 0 0,2 1-1 0 0,-1 0 13 0 0,-1 0 0 0 0,1 0 0 0 0,-1 0 0 0 0,1 0-1 0 0,-1 1 1 0 0,0-1 0 0 0,0 1 0 0 0,1-1-1 0 0,-1 1 1 0 0,0 0 0 0 0,2 3 0 0 0,4 5 100 0 0,0 1 0 0 0,0 0 0 0 0,10 23 0 0 0,-17-32-127 0 0,15 31 114 0 0,-1 1 1 0 0,-2 0-1 0 0,-2 1 0 0 0,-1 0 0 0 0,-2 0 0 0 0,-1 1 0 0 0,-1 0 1 0 0,0 55-1 0 0,-6-68-138 0 0,0 0 1 0 0,-2 0-1 0 0,-1-1 1 0 0,0 1-1 0 0,-2-1 1 0 0,0 0-1 0 0,-2 0 1 0 0,0 0-1 0 0,-2-1 1 0 0,0 0-1 0 0,-1-1 1 0 0,-1 0-1 0 0,-1 0 1 0 0,-24 29-1 0 0,23-35-1107 0 0,-1-2-4425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4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 12443 0 0,'-2'1'392'0'0,"0"0"1"0"0,-1 1-1 0 0,1 0 1 0 0,0-1-1 0 0,0 1 1 0 0,0 0-1 0 0,1 0 1 0 0,-1 0-1 0 0,0 0 1 0 0,1 1 0 0 0,-1-1-1 0 0,1 0 1 0 0,0 1-1 0 0,0-1 1 0 0,0 1-1 0 0,0-1 1 0 0,0 1-1 0 0,0-1 1 0 0,0 6-1 0 0,-7 54 1941 0 0,6-30-1811 0 0,5 50-1 0 0,-2-68-670 0 0,1 0 0 0 0,1 0 0 0 0,0-1-1 0 0,0 1 1 0 0,2-1 0 0 0,5 14 0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4.6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8 14283 0 0,'-5'-2'632'0'0,"2"-1"136"0"0,0 2-616 0 0,2-1-152 0 0,1 4 80 0 0,0 0-80 0 0,1 4 64 0 0,2 5-648 0 0,1 1-136 0 0,1 3-24 0 0,2 3-8 0 0,3 1 576 0 0,2-1 176 0 0,2-2-88 0 0,2-1 88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5.0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178 74 4609 0 0,'1'-3'242'0'0,"-1"-1"1"0"0,0 1-1 0 0,1 0 1 0 0,-1-1-1 0 0,-1 1 0 0 0,1 0 1 0 0,0-1-1 0 0,-1 1 1 0 0,0 0-1 0 0,1-1 1 0 0,-1 1-1 0 0,-3-5 0 0 0,3 6 3 0 0,0 0 1 0 0,0 1-1 0 0,0-1 0 0 0,-1 0 0 0 0,1 1 0 0 0,-1-1 0 0 0,1 1 0 0 0,-1 0 0 0 0,1-1 0 0 0,-1 1 0 0 0,0 0 0 0 0,1 0 1 0 0,-1 0-1 0 0,0 0 0 0 0,0 1 0 0 0,-2-2 0 0 0,0 1 64 0 0,0 1-1 0 0,0-1 1 0 0,1 1-1 0 0,-1 0 1 0 0,0 0 0 0 0,0 0-1 0 0,0 1 1 0 0,0-1 0 0 0,1 1-1 0 0,-1 0 1 0 0,0 0 0 0 0,0 0-1 0 0,1 0 1 0 0,-1 1 0 0 0,1 0-1 0 0,-1-1 1 0 0,1 1 0 0 0,0 0-1 0 0,-5 4 1 0 0,2-1-36 0 0,0 1 0 0 0,0-1 0 0 0,1 1 1 0 0,0 0-1 0 0,0 0 0 0 0,0 1 0 0 0,1 0 0 0 0,0-1 0 0 0,0 1 1 0 0,1 1-1 0 0,-5 12 0 0 0,7-16-238 0 0,0 1-1 0 0,0 0 1 0 0,0-1 0 0 0,1 1-1 0 0,-1 0 1 0 0,1 0 0 0 0,1 0-1 0 0,-1-1 1 0 0,1 1 0 0 0,-1 0-1 0 0,1-1 1 0 0,0 1 0 0 0,1 0-1 0 0,-1-1 1 0 0,1 1 0 0 0,0-1-1 0 0,0 0 1 0 0,1 1 0 0 0,-1-1-1 0 0,5 5 1 0 0,58 62-164 0 0,-41-46 113 0 0,-1 0 1 0 0,32 48-1 0 0,-50-66 27 0 0,0 1 1 0 0,-1 0-1 0 0,0 0 0 0 0,-1 0 1 0 0,1 1-1 0 0,-2-1 0 0 0,1 1 1 0 0,-1-1-1 0 0,0 1 0 0 0,-1 0 1 0 0,0 0-1 0 0,-1 0 0 0 0,1 0 1 0 0,-2 0-1 0 0,0 8 0 0 0,-1-9 6 0 0,0-1 0 0 0,0 0 0 0 0,0 0 0 0 0,-1 0 0 0 0,0 0 0 0 0,0 0 0 0 0,0-1 0 0 0,-1 1 0 0 0,0-1 0 0 0,-6 7 0 0 0,-19 12-6292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5.8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123 1 12899 0 0,'-2'0'232'0'0,"0"1"1"0"0,-1-1-1 0 0,1 1 1 0 0,0 0-1 0 0,0 0 1 0 0,-1 0 0 0 0,1 1-1 0 0,0-1 1 0 0,0 0-1 0 0,0 1 1 0 0,1-1-1 0 0,-1 1 1 0 0,0 0-1 0 0,0-1 1 0 0,1 1 0 0 0,-1 0-1 0 0,-1 3 1 0 0,-23 37 231 0 0,24-39-329 0 0,-8 21-31 0 0,0-1 1 0 0,1 1-1 0 0,2 1 1 0 0,0 0 0 0 0,2 0-1 0 0,1 0 1 0 0,1 1-1 0 0,1-1 1 0 0,2 47-1 0 0,1-63-64 0 0,0 1 0 0 0,0-2-1 0 0,1 1 1 0 0,1 0-1 0 0,3 11 1 0 0,-5-19-39 0 0,-1 1 0 0 0,1-1 0 0 0,0 1 0 0 0,0-1 1 0 0,0 0-1 0 0,0 1 0 0 0,0-1 0 0 0,0 0 0 0 0,0 1 0 0 0,0-1 0 0 0,0 0 0 0 0,0 0 0 0 0,1 0 0 0 0,-1 0 1 0 0,3 1-1 0 0,-3-2-17 0 0,0 0-1 0 0,0 0 1 0 0,1 1 0 0 0,-1-1 0 0 0,0 0 0 0 0,0-1-1 0 0,0 1 1 0 0,0 0 0 0 0,1 0 0 0 0,-1 0 0 0 0,0-1-1 0 0,0 1 1 0 0,0-1 0 0 0,0 1 0 0 0,0-1 0 0 0,0 1-1 0 0,0-1 1 0 0,0 1 0 0 0,0-1 0 0 0,0 0 0 0 0,0 0 0 0 0,0 0-1 0 0,0 1 1 0 0,1-3 0 0 0,8-8-221 0 0,-1 1 0 0 0,0-2 1 0 0,-1 1-1 0 0,0-1 0 0 0,-1-1 0 0 0,7-16 1 0 0,27-82-103 0 0,-33 83 512 0 0,2 0-1 0 0,0 1 1 0 0,29-51-1 0 0,-38 77-95 0 0,0-1 0 0 0,0 1 0 0 0,0-1 0 0 0,0 1 0 0 0,1 0 0 0 0,-1 0 0 0 0,0 0 0 0 0,1 0 0 0 0,-1 0 0 0 0,1 0 0 0 0,-1 0 0 0 0,1 0 0 0 0,-1 0 0 0 0,1 1 1 0 0,-1-1-1 0 0,1 1 0 0 0,0-1 0 0 0,0 1 0 0 0,-1 0 0 0 0,1-1 0 0 0,0 1 0 0 0,-1 0 0 0 0,1 0 0 0 0,0 0 0 0 0,0 0 0 0 0,-1 1 0 0 0,1-1 0 0 0,0 0 0 0 0,-1 1 0 0 0,1-1 0 0 0,0 1 0 0 0,-1 0 0 0 0,1-1 0 0 0,-1 1 0 0 0,1 0 0 0 0,-1 0 0 0 0,1 0 0 0 0,-1 0 0 0 0,2 2 0 0 0,9 6 270 0 0,-1 0 0 0 0,0 1 0 0 0,17 19 0 0 0,-16-15-199 0 0,84 100 257 0 0,-63-73-3272 0 0,57 57 0 0 0,-70-80 1364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6.3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73 137 6449 0 0,'-6'-10'1237'0'0,"1"0"0"0"0,0 0 0 0 0,0 0 0 0 0,-5-20 0 0 0,-7-12 2012 0 0,2 19-239 0 0,9 22-851 0 0,3 16 330 0 0,5-12-2385 0 0,-1-1-100 0 0,0-1 0 0 0,0 1-1 0 0,0 0 1 0 0,0-1 0 0 0,0 0-1 0 0,0 1 1 0 0,0-1 0 0 0,1 0 0 0 0,-1 0-1 0 0,1 0 1 0 0,-1 1 0 0 0,1-1 0 0 0,-1-1-1 0 0,1 1 1 0 0,-1 0 0 0 0,1 0 0 0 0,0-1-1 0 0,-1 1 1 0 0,1-1 0 0 0,0 1-1 0 0,0-1 1 0 0,0 0 0 0 0,-1 1 0 0 0,1-1-1 0 0,0 0 1 0 0,0 0 0 0 0,0-1 0 0 0,-1 1-1 0 0,6-1 683 0 0,12 10-464 0 0,-14-5-181 0 0,0 0 0 0 0,-1 1 0 0 0,1-1 0 0 0,-1 1 0 0 0,0 0-1 0 0,0 0 1 0 0,0 1 0 0 0,5 10 0 0 0,3 4 35 0 0,99 156 341 0 0,-19-28-470 0 0,-72-117 82 0 0,17 36 0 0 0,-31-54-94 0 0,0 1 0 0 0,-1-1 0 0 0,-1 1 0 0 0,0-1 0 0 0,4 28 0 0 0,-11-14-310 0 0,2-26 327 0 0,1-1 0 0 0,0 1 1 0 0,0 0-1 0 0,0 0 0 0 0,0-1 0 0 0,0 1 0 0 0,-1 0 0 0 0,1-1 0 0 0,0 1 0 0 0,-1 0 0 0 0,1-1 0 0 0,-1 1 0 0 0,1 0 0 0 0,0-1 1 0 0,-1 1-1 0 0,1-1 0 0 0,-1 1 0 0 0,0-1 0 0 0,1 1 0 0 0,-1-1 0 0 0,1 1 0 0 0,-1-1 0 0 0,0 0 0 0 0,1 1 0 0 0,-1-1 0 0 0,0 0 0 0 0,1 1 1 0 0,-1-1-1 0 0,0 0 0 0 0,0 0 0 0 0,1 0 0 0 0,-2 0 0 0 0,-5-3-448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6.5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27 2304 0 0,'6'-3'735'0'0,"0"-1"0"0"0,0 1 0 0 0,1 0 0 0 0,-1 0 0 0 0,1 1 0 0 0,-1 0 0 0 0,1 0 0 0 0,0 1 0 0 0,0-1 0 0 0,0 1-1 0 0,0 1 1 0 0,0 0 0 0 0,0 0 0 0 0,13 1 0 0 0,-14 0-520 0 0,1 1-1 0 0,-1-1 1 0 0,0 1 0 0 0,1 0 0 0 0,-1 0-1 0 0,0 1 1 0 0,-1 0 0 0 0,1 0-1 0 0,0 0 1 0 0,-1 1 0 0 0,0 0 0 0 0,0 0-1 0 0,0 0 1 0 0,0 1 0 0 0,0-1 0 0 0,-1 1-1 0 0,0 0 1 0 0,0 1 0 0 0,-1-1-1 0 0,1 1 1 0 0,-1-1 0 0 0,0 1 0 0 0,-1 0-1 0 0,4 11 1 0 0,-2-1 5 0 0,-1 0 1 0 0,-1 0-1 0 0,-1 0 1 0 0,0 0-1 0 0,-1 0 1 0 0,0 1-1 0 0,-1-1 1 0 0,-1 0-1 0 0,-1 0 1 0 0,0 0-1 0 0,-2 0 0 0 0,-8 22 1 0 0,12-35-274 0 0,0-1 0 0 0,0 1 0 0 0,-1-1 0 0 0,1 0-1 0 0,-1 0 1 0 0,0 1 0 0 0,0-1 0 0 0,0 0 0 0 0,0 0 0 0 0,-2 2 0 0 0,-3 0-785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6.8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1 259 9218 0 0,'16'-4'1543'0'0,"1"1"0"0"0,-1 1 1 0 0,1 1-1 0 0,22 0 0 0 0,-32 2-1229 0 0,0 0 0 0 0,0 0 0 0 0,0 1 1 0 0,0 0-1 0 0,0 0 0 0 0,0 0 0 0 0,-1 1 0 0 0,1 0 0 0 0,-1 1 0 0 0,0-1 1 0 0,0 1-1 0 0,11 9 0 0 0,-1 1-98 0 0,-1 0 1 0 0,0 1-1 0 0,0 1 0 0 0,-2 0 1 0 0,0 1-1 0 0,-1 0 0 0 0,-1 1 1 0 0,14 28-1 0 0,-23-29-142 0 0,-2-17-62 0 0,-1-1-1 0 0,1 1 1 0 0,-1 0-1 0 0,1-1 1 0 0,-1 1-1 0 0,1 0 1 0 0,-1-1-1 0 0,1 1 1 0 0,0-1-1 0 0,-1 1 1 0 0,1-1-1 0 0,-1 1 1 0 0,1 0-1 0 0,0-1 1 0 0,0 0 0 0 0,-1 1-1 0 0,1-1 1 0 0,0 1-1 0 0,0-1 1 0 0,0 1-1 0 0,0-1 1 0 0,-1 1-1 0 0,1-1 1 0 0,0 0-1 0 0,0 1 1 0 0,0-2-1 0 0,-5-22 86 0 0,0 0 0 0 0,1 0 0 0 0,1 0 0 0 0,2-1-1 0 0,1-25 1 0 0,3 3-419 0 0,14-79 1 0 0,-14 109-270 0 0,1 1 0 0 0,1 0-1 0 0,0 0 1 0 0,8-17 0 0 0,1 10-6786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7.2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1 108 2304 0 0,'15'14'702'0'0,"1"-1"0"0"0,18 12 0 0 0,-22-18 736 0 0,0 2 0 0 0,-1-1 0 0 0,0 1 0 0 0,0 1 0 0 0,-1 0 0 0 0,13 18 0 0 0,-22-27-1203 0 0,-1-1 0 0 0,0 1 0 0 0,1 0-1 0 0,-1 0 1 0 0,1-1 0 0 0,-1 1-1 0 0,1 0 1 0 0,-1-1 0 0 0,1 1 0 0 0,0-1-1 0 0,-1 1 1 0 0,1 0 0 0 0,0-1-1 0 0,-1 1 1 0 0,1-1 0 0 0,0 0 0 0 0,0 1-1 0 0,-1-1 1 0 0,1 0 0 0 0,0 1-1 0 0,0-1 1 0 0,0 0 0 0 0,0 0 0 0 0,-1 0-1 0 0,2 0 1 0 0,-1 0-121 0 0,0 0-1 0 0,0-1 1 0 0,0 1 0 0 0,0-1 0 0 0,-1 1-1 0 0,1-1 1 0 0,0 0 0 0 0,-1 1-1 0 0,1-1 1 0 0,0 0 0 0 0,-1 0-1 0 0,1 1 1 0 0,-1-1 0 0 0,1 0-1 0 0,-1 0 1 0 0,1 0 0 0 0,-1 0-1 0 0,1-1 1 0 0,1-4-42 0 0,0 0 1 0 0,0-1-1 0 0,-1 0 0 0 0,1 1 1 0 0,-1-8-1 0 0,0 2-18 0 0,-2 0 1 0 0,1 0-1 0 0,-1 0 1 0 0,-1 0-1 0 0,0 0 0 0 0,-1 1 1 0 0,0-1-1 0 0,0 1 1 0 0,-9-17-1 0 0,10 78-127 0 0,3-42 60 0 0,0-1 0 0 0,0 0 0 0 0,1 0 0 0 0,0 0 0 0 0,1 0 0 0 0,0 0 0 0 0,0 0-1 0 0,0-1 1 0 0,0 1 0 0 0,1-1 0 0 0,0 0 0 0 0,1 0 0 0 0,-1 0 0 0 0,1-1 0 0 0,1 0 0 0 0,7 7 0 0 0,9 6 73 0 0,1-1 0 0 0,46 24-1 0 0,-65-39-47 0 0,2 2 0 0 0,0-1 1 0 0,1 0-1 0 0,-1 0 0 0 0,1 0 1 0 0,0-1-1 0 0,-1 0 0 0 0,1-1 1 0 0,0 1-1 0 0,0-1 0 0 0,11 0 1 0 0,-15-2-14 0 0,-1 1 1 0 0,1 0 0 0 0,-1-1 0 0 0,1 1-1 0 0,-1-1 1 0 0,1 0 0 0 0,-1 0 0 0 0,0 0-1 0 0,0 0 1 0 0,1 0 0 0 0,-1-1 0 0 0,0 1-1 0 0,0-1 1 0 0,0 1 0 0 0,0-1 0 0 0,0 0 0 0 0,-1 1-1 0 0,1-1 1 0 0,0 0 0 0 0,-1 0 0 0 0,0-1-1 0 0,1 1 1 0 0,-1 0 0 0 0,0 0 0 0 0,0-1-1 0 0,0 1 1 0 0,0 0 0 0 0,-1-1 0 0 0,1 1 0 0 0,0-1-1 0 0,-1-4 1 0 0,1-3 6 0 0,0 0-1 0 0,-1 0 0 0 0,0 0 1 0 0,-1-1-1 0 0,0 1 1 0 0,0 0-1 0 0,-1 0 1 0 0,-1 1-1 0 0,0-1 1 0 0,0 0-1 0 0,-7-14 0 0 0,-23-38-1377 0 0,-4 6-5097 0 0,25 36-398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7.9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82 47 6913 0 0,'-18'-14'813'0'0,"15"10"-57"0"0,0 1 1 0 0,-1 0-1 0 0,1 0 0 0 0,-1 0 0 0 0,0 1 0 0 0,0-1 0 0 0,0 1 0 0 0,0 0 0 0 0,0 0 0 0 0,-1 1 1 0 0,1-1-1 0 0,-7-1 0 0 0,11 4-659 0 0,-1-1 1 0 0,1 0-1 0 0,0 0 1 0 0,-1 0-1 0 0,1 1 1 0 0,0-1-1 0 0,-1 0 1 0 0,1 1 0 0 0,0-1-1 0 0,-1 0 1 0 0,1 1-1 0 0,0-1 1 0 0,-1 0-1 0 0,1 1 1 0 0,0-1-1 0 0,0 1 1 0 0,0-1-1 0 0,-1 1 1 0 0,1-1-1 0 0,0 0 1 0 0,0 1-1 0 0,0-1 1 0 0,0 1 0 0 0,0-1-1 0 0,0 1 1 0 0,0-1-1 0 0,0 1 1 0 0,0-1-1 0 0,0 1 1 0 0,0-1-1 0 0,0 0 1 0 0,0 1-1 0 0,0-1 1 0 0,1 1-1 0 0,-1-1 1 0 0,0 1-1 0 0,0-1 1 0 0,1 1 0 0 0,6 23 363 0 0,-6-21-133 0 0,16 45 24 0 0,2-1 0 0 0,2-2 0 0 0,38 63 0 0 0,-53-98-333 0 0,1 0 0 0 0,1 0 1 0 0,-1-1-1 0 0,11 9 0 0 0,-16-16-14 0 0,1 0 0 0 0,0 1 0 0 0,0-1 0 0 0,0 0 0 0 0,0-1 0 0 0,0 1 0 0 0,0 0 0 0 0,5 1 0 0 0,-6-3-4 0 0,-1 0 0 0 0,1 1 0 0 0,-1-1 0 0 0,1 0 0 0 0,-1 0-1 0 0,1 0 1 0 0,-1 0 0 0 0,1 0 0 0 0,-1 0 0 0 0,1-1 0 0 0,-1 1 0 0 0,1 0 0 0 0,-1-1 0 0 0,0 1 0 0 0,1-1 0 0 0,-1 1-1 0 0,1-1 1 0 0,-1 0 0 0 0,0 0 0 0 0,2-1 0 0 0,-1 0-6 0 0,-1 0 0 0 0,1 0 0 0 0,-1 0 0 0 0,1 0 0 0 0,-1 0 0 0 0,0-1 0 0 0,0 1 0 0 0,0-1 0 0 0,0 1 0 0 0,0-1 0 0 0,-1 1 1 0 0,1-1-1 0 0,-1 1 0 0 0,0-1 0 0 0,1 0 0 0 0,-1 1 0 0 0,0-1 0 0 0,-1-5 0 0 0,-8-47-111 0 0,9 54 115 0 0,-32-101-2356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8.1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50 6449 0 0,'-5'-28'-590'0'0,"1"6"7425"0"0,16 46-413 0 0,54 157-1825 0 0,-44-113-4125 0 0,2-2 0 0 0,42 79-1 0 0,-60-134-906 0 0,1 0 1 0 0,-1 0-1 0 0,2-1 1 0 0,-1 1-1 0 0,2-2 1 0 0,11 13-1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8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0 608 10138 0 0,'6'-2'655'0'0,"1"0"0"0"0,-1 0 1 0 0,0-1-1 0 0,-1 1 0 0 0,1-1 0 0 0,0-1 0 0 0,-1 1 0 0 0,0-1 0 0 0,0 0 0 0 0,7-6 1 0 0,-7 5-465 0 0,4-2 32 0 0,0 0-1 0 0,-1-1 1 0 0,0 0 0 0 0,-1-1 0 0 0,0 1-1 0 0,0-2 1 0 0,-1 1 0 0 0,0-1 0 0 0,-1 0-1 0 0,0 0 1 0 0,0 0 0 0 0,-1-1 0 0 0,0 1 0 0 0,-1-1-1 0 0,0 0 1 0 0,-1 0 0 0 0,-1 0 0 0 0,1-1-1 0 0,-2 1 1 0 0,1 0 0 0 0,-3-18 0 0 0,-1-13-270 0 0,-1 0 0 0 0,-19-79-1 0 0,22 120 32 0 0,1 0 0 0 0,0 0 0 0 0,0 0 0 0 0,-1 1 0 0 0,1-1 0 0 0,0 0 0 0 0,-1 0 0 0 0,1 0-1 0 0,-1 1 1 0 0,1-1 0 0 0,-1 0 0 0 0,1 0 0 0 0,-1 1 0 0 0,1-1 0 0 0,-1 0 0 0 0,0 1 0 0 0,1-1-1 0 0,-2 0 1 0 0,2 1-3 0 0,-1 0-1 0 0,1 0 1 0 0,-1 0-1 0 0,1 0 1 0 0,-1 0-1 0 0,1 0 1 0 0,-1 0-1 0 0,1 0 1 0 0,-1 0-1 0 0,1 0 1 0 0,0 0-1 0 0,-1 0 1 0 0,1 1-1 0 0,-1-1 1 0 0,1 0-1 0 0,0 0 0 0 0,-1 0 1 0 0,1 1-1 0 0,-1-1 1 0 0,1 0-1 0 0,0 1 1 0 0,-1-1-1 0 0,1 0 1 0 0,-1 1-1 0 0,-1 1-54 0 0,1 1-1 0 0,-1-1 0 0 0,1 0 1 0 0,-1 1-1 0 0,1-1 1 0 0,0 1-1 0 0,0-1 0 0 0,0 1 1 0 0,-1 5-1 0 0,0 6-42 0 0,1 1 0 0 0,1 0 0 0 0,1-1-1 0 0,0 1 1 0 0,0 0 0 0 0,2-1 0 0 0,0 1 0 0 0,0-1 0 0 0,10 25-1 0 0,9 12 618 0 0,32 58-1 0 0,-46-94-226 0 0,-1-2-89 0 0,1 4 94 0 0,1-1 0 0 0,15 21 0 0 0,-22-34-248 0 0,1-1-1 0 0,-1 1 1 0 0,0 0 0 0 0,1 0 0 0 0,-1-1 0 0 0,1 1 0 0 0,0-1-1 0 0,0 0 1 0 0,0 0 0 0 0,0 0 0 0 0,0 0 0 0 0,0-1 0 0 0,1 1-1 0 0,-1-1 1 0 0,1 0 0 0 0,-1 0 0 0 0,1 0 0 0 0,5 1-1 0 0,-6-2-55 0 0,-1-1-1 0 0,0 1 0 0 0,1-1 1 0 0,-1 0-1 0 0,0 0 0 0 0,1 1 0 0 0,-1-1 1 0 0,0-1-1 0 0,0 1 0 0 0,0 0 0 0 0,0 0 1 0 0,0-1-1 0 0,0 1 0 0 0,0-1 1 0 0,0 0-1 0 0,-1 0 0 0 0,1 1 0 0 0,0-1 1 0 0,-1 0-1 0 0,0 0 0 0 0,1 0 1 0 0,-1-1-1 0 0,0 1 0 0 0,0 0 0 0 0,0-3 1 0 0,4-8-69 0 0,0 0 0 0 0,-2-1 0 0 0,4-14 0 0 0,-6 21 95 0 0,9-50-118 0 0,9-42 264 0 0,-16 87-134 0 0,0 0 1 0 0,2 0-1 0 0,-1 1 0 0 0,1 0 1 0 0,13-20-1 0 0,-18 30-2 0 0,1 0-1 0 0,0 0 0 0 0,0-1 1 0 0,-1 1-1 0 0,1 0 1 0 0,0 0-1 0 0,0 1 0 0 0,0-1 1 0 0,0 0-1 0 0,0 0 1 0 0,1 0-1 0 0,-1 1 0 0 0,0-1 1 0 0,0 1-1 0 0,0-1 0 0 0,1 1 1 0 0,-1-1-1 0 0,0 1 1 0 0,1-1-1 0 0,-1 1 0 0 0,0 0 1 0 0,3 0-1 0 0,-2 0 8 0 0,0 1 0 0 0,0-1 0 0 0,0 1 0 0 0,1-1 0 0 0,-1 1 1 0 0,0 0-1 0 0,0 0 0 0 0,0 0 0 0 0,0 0 0 0 0,0 1 0 0 0,0-1 0 0 0,2 3 0 0 0,6 5 130 0 0,-1 1-1 0 0,0 0 1 0 0,13 20 0 0 0,-15-19 39 0 0,10 13-116 0 0,22 29 89 0 0,-36-49-152 0 0,0-1 1 0 0,0 0-1 0 0,0 1 1 0 0,1-1-1 0 0,-1 0 0 0 0,1-1 1 0 0,0 1-1 0 0,0-1 1 0 0,0 0-1 0 0,7 3 1 0 0,-9-4-15 0 0,-1-1 0 0 0,0 0 0 0 0,0-1 0 0 0,1 1 0 0 0,-1 0 0 0 0,0 0 0 0 0,0 0 0 0 0,0-1 0 0 0,0 1 0 0 0,1-1 0 0 0,-1 1 0 0 0,0-1 0 0 0,0 1 1 0 0,0-1-1 0 0,0 0 0 0 0,0 1 0 0 0,0-1 0 0 0,0 0 0 0 0,0 0 0 0 0,-1 0 0 0 0,1 1 0 0 0,0-1 0 0 0,0 0 0 0 0,-1 0 0 0 0,1 0 0 0 0,0-1 0 0 0,0-1 0 0 0,17-37-276 0 0,-15 33 250 0 0,36-106-303 0 0,8-18 135 0 0,-45 126 200 0 0,1 0 0 0 0,-1-1 0 0 0,1 1 0 0 0,0 0 0 0 0,0 0 1 0 0,1 1-1 0 0,0-1 0 0 0,-1 1 0 0 0,1 0 0 0 0,8-7 0 0 0,-10 10 16 0 0,0 0 0 0 0,0 0-1 0 0,0 0 1 0 0,0 0-1 0 0,0 1 1 0 0,0-1 0 0 0,0 1-1 0 0,0-1 1 0 0,1 1 0 0 0,-1-1-1 0 0,0 1 1 0 0,0 0-1 0 0,0 0 1 0 0,1 0 0 0 0,-1 1-1 0 0,0-1 1 0 0,0 0 0 0 0,0 1-1 0 0,1-1 1 0 0,-1 1-1 0 0,0 0 1 0 0,0 0 0 0 0,0 0-1 0 0,0 0 1 0 0,0 0 0 0 0,0 0-1 0 0,-1 0 1 0 0,1 1 0 0 0,0-1-1 0 0,1 3 1 0 0,49 49 646 0 0,-43-42-489 0 0,1 0-1 0 0,0-1 1 0 0,1 0 0 0 0,0-1 0 0 0,18 13 0 0 0,-28-21-176 0 0,1-1 0 0 0,-1 0 0 0 0,0 1-1 0 0,0-1 1 0 0,0 0 0 0 0,1 1 0 0 0,-1-1 0 0 0,0 0 0 0 0,0 0-1 0 0,1 0 1 0 0,-1 0 0 0 0,0 0 0 0 0,1-1 0 0 0,-1 1 0 0 0,0 0 0 0 0,0 0-1 0 0,0-1 1 0 0,1 1 0 0 0,-1-1 0 0 0,0 1 0 0 0,0-1 0 0 0,0 0-1 0 0,0 1 1 0 0,0-1 0 0 0,0 0 0 0 0,0 0 0 0 0,0 1 0 0 0,0-1-1 0 0,0 0 1 0 0,0 0 0 0 0,-1 0 0 0 0,1 0 0 0 0,0 0 0 0 0,0-2-1 0 0,5-6-49 0 0,-1 1 0 0 0,-1-1 0 0 0,6-13 0 0 0,-5 10 24 0 0,2-4-90 0 0,-2 5 172 0 0,0-1 0 0 0,1 1 0 0 0,0 0 0 0 0,0 0 0 0 0,14-15 0 0 0,-18 24-66 0 0,0-1 1 0 0,0 1-1 0 0,1 0 1 0 0,-1 1-1 0 0,1-1 0 0 0,0 0 1 0 0,-1 1-1 0 0,1-1 0 0 0,0 1 1 0 0,0 0-1 0 0,0 0 0 0 0,0 0 1 0 0,0 0-1 0 0,0 0 0 0 0,0 1 1 0 0,0-1-1 0 0,0 1 0 0 0,0 0 1 0 0,0 0-1 0 0,0 0 0 0 0,0 1 1 0 0,1-1-1 0 0,-1 1 0 0 0,0-1 1 0 0,0 1-1 0 0,0 0 0 0 0,-1 0 1 0 0,5 2-1 0 0,36 19-254 0 0,-31-16-126 0 0,0 0-1 0 0,0 0 1 0 0,14 4-1 0 0,-4-4-196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9.4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30 10138 0 0,'-8'-13'1907'0'0,"-3"-3"-213"0"0,10 16-1714 0 0,1 0 0 0 0,-1 0-1 0 0,0 0 1 0 0,1 0 0 0 0,-1 0 0 0 0,0 0-1 0 0,1 0 1 0 0,-1 0 0 0 0,0 1 0 0 0,1-1-1 0 0,-1 0 1 0 0,1 0 0 0 0,-1 1 0 0 0,0-1-1 0 0,1 1 1 0 0,-1-1 0 0 0,1 0 0 0 0,-1 1-1 0 0,1-1 1 0 0,-1 1 0 0 0,1-1 0 0 0,-1 1-1 0 0,1-1 1 0 0,0 1 0 0 0,-1-1 0 0 0,1 1-1 0 0,0 0 1 0 0,-1-1 0 0 0,1 1 0 0 0,0-1 0 0 0,0 1-1 0 0,0 0 1 0 0,-1 0 0 0 0,0 2 504 0 0,0 1 1 0 0,-1-1-1 0 0,1 0 1 0 0,1 0 0 0 0,-1 1-1 0 0,0-1 1 0 0,1 1-1 0 0,-1-1 1 0 0,1 0-1 0 0,0 1 1 0 0,0-1 0 0 0,1 1-1 0 0,-1-1 1 0 0,2 5-1 0 0,17 50 1695 0 0,-8-27-2036 0 0,19 63 224 0 0,41 141 227 0 0,-52-163-1448 0 0,48 119-1 0 0,-55-163-6995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9.6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15203 0 0,'0'3'5025'0'0,"3"0"-5201"0"0,0 2-208 0 0,1 2-48 0 0,-1 3-8 0 0,0 1 312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07.2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105 213 2304 0 0,'-8'-4'568'0'0,"0"0"0"0"0,0-1-1 0 0,1 0 1 0 0,-1-1-1 0 0,1 1 1 0 0,1-1 0 0 0,-1-1-1 0 0,1 1 1 0 0,0-1-1 0 0,0 0 1 0 0,1-1 0 0 0,0 1-1 0 0,1-1 1 0 0,-6-12-1 0 0,9 17-346 0 0,0 0 0 0 0,1 0-1 0 0,-1 0 1 0 0,1 1-1 0 0,-1-1 1 0 0,1 0 0 0 0,0 0-1 0 0,0 0 1 0 0,1 0 0 0 0,-1 0-1 0 0,1 0 1 0 0,-1 0 0 0 0,1 0-1 0 0,0 0 1 0 0,0 1-1 0 0,0-1 1 0 0,1 0 0 0 0,-1 1-1 0 0,0-1 1 0 0,3-3 0 0 0,-2 5-144 0 0,-1-1 1 0 0,0 1 0 0 0,1-1 0 0 0,-1 1 0 0 0,1-1 0 0 0,-1 1 0 0 0,1 0-1 0 0,-1 0 1 0 0,1 0 0 0 0,0 0 0 0 0,0 0 0 0 0,0 0 0 0 0,-1 1 0 0 0,1-1-1 0 0,0 0 1 0 0,0 1 0 0 0,0-1 0 0 0,0 1 0 0 0,0 0 0 0 0,0 0 0 0 0,0 0-1 0 0,0 0 1 0 0,0 0 0 0 0,0 0 0 0 0,0 1 0 0 0,0-1 0 0 0,0 0 0 0 0,0 1-1 0 0,0 0 1 0 0,2 0 0 0 0,4 4 12 0 0,0 0 0 0 0,-1 0 0 0 0,0 0-1 0 0,0 0 1 0 0,-1 1 0 0 0,1 1 0 0 0,-1-1 0 0 0,-1 1 0 0 0,1 0-1 0 0,-1 0 1 0 0,0 0 0 0 0,-1 1 0 0 0,6 12 0 0 0,2 6 46 0 0,-1 1 1 0 0,13 52-1 0 0,-2 56-196 0 0,-2-8-872 0 0,-20-126 909 0 0,0 0 1 0 0,0 0-1 0 0,1 0 0 0 0,-1 1 1 0 0,0-1-1 0 0,0 0 0 0 0,1 0 1 0 0,-1 0-1 0 0,1 0 0 0 0,-1 0 1 0 0,1 0-1 0 0,-1 0 0 0 0,1 0 1 0 0,0 0-1 0 0,-1 0 1 0 0,1-1-1 0 0,0 1 0 0 0,0 0 1 0 0,1 1-1 0 0,-2-3 4 0 0,1 1-1 0 0,-1 0 1 0 0,1 0-1 0 0,0 0 1 0 0,-1-1 0 0 0,1 1-1 0 0,-1 0 1 0 0,1-1 0 0 0,-1 1-1 0 0,1 0 1 0 0,-1-1 0 0 0,0 1-1 0 0,1-1 1 0 0,-1 1 0 0 0,1 0-1 0 0,-1-1 1 0 0,0 1-1 0 0,1-1 1 0 0,-1 1 0 0 0,0-1-1 0 0,0 0 1 0 0,1 1 0 0 0,-1-1-1 0 0,0 0 1 0 0,14-44-580 0 0,-6-8 599 0 0,3-59 1 0 0,-10 76 427 0 0,2 2 1 0 0,1-1-1 0 0,2 0 0 0 0,1 1 1 0 0,15-43-1 0 0,-19 70-346 0 0,1 0 0 0 0,-1 1 0 0 0,1-1 1 0 0,0 1-1 0 0,9-11 0 0 0,-11 15-63 0 0,-1 1 1 0 0,1-1-1 0 0,0 0 0 0 0,0 0 1 0 0,0 1-1 0 0,0-1 0 0 0,0 1 1 0 0,0-1-1 0 0,0 1 0 0 0,0 0 1 0 0,1 0-1 0 0,-1 0 1 0 0,0 0-1 0 0,1 1 0 0 0,-1-1 1 0 0,1 1-1 0 0,-1-1 0 0 0,1 1 1 0 0,-1 0-1 0 0,1 0 0 0 0,2 0 1 0 0,-2 1 9 0 0,0 0 1 0 0,0 0 0 0 0,0 1-1 0 0,0-1 1 0 0,-1 1-1 0 0,1 0 1 0 0,-1 0 0 0 0,1-1-1 0 0,-1 2 1 0 0,0-1-1 0 0,1 0 1 0 0,-1 0 0 0 0,0 1-1 0 0,-1-1 1 0 0,1 1 0 0 0,0 0-1 0 0,1 3 1 0 0,23 52 460 0 0,-25-55-462 0 0,21 60 150 0 0,-3 2 1 0 0,-2 0-1 0 0,-4 1 1 0 0,-2 0-1 0 0,1 76 1 0 0,-13-109-62 0 0,-8-123-193 0 0,5 59-1 0 0,-1-38 1 0 0,5 60 67 0 0,0 0 0 0 0,1 0-1 0 0,0 0 1 0 0,0 0 0 0 0,1 0 0 0 0,1 0-1 0 0,-1 1 1 0 0,7-15 0 0 0,-8 21 9 0 0,0 0 0 0 0,0 1 0 0 0,0-1 0 0 0,0 0 0 0 0,0 0 0 0 0,1 1 0 0 0,-1-1 0 0 0,1 1 0 0 0,-1-1 0 0 0,1 1 0 0 0,-1 0 0 0 0,1 0 0 0 0,0 0 0 0 0,-1-1 0 0 0,1 2 0 0 0,0-1 0 0 0,0 0 0 0 0,0 0 0 0 0,0 0 0 0 0,2 0 0 0 0,-1 1 0 0 0,1 0 0 0 0,-1 0 0 0 0,0 0 0 0 0,1 0 0 0 0,-1 0 0 0 0,0 1 0 0 0,0 0 0 0 0,1-1 0 0 0,-1 1 0 0 0,0 0 0 0 0,5 3 0 0 0,0 0 0 0 0,0 1 0 0 0,1 0 0 0 0,-2 0 0 0 0,1 1 0 0 0,-1 0 0 0 0,1 1 0 0 0,-2-1 0 0 0,7 9 0 0 0,36 51 168 0 0,-20-25-6660 0 0,-14-20-419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08.4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30 10138 0 0,'-1'-2'497'0'0,"-1"0"0"0"0,-3-24 10520 0 0,5 30-10849 0 0,1 32 1887 0 0,1-32-2000 0 0,53 135-8 0 0,-3-7-20 0 0,-18-54-51 0 0,84 174-240 0 0,-97-215 225 0 0,1 0 1 0 0,1-2 0 0 0,2-1-1 0 0,46 48 1 0 0,-17-36-87 0 0,-49-42 109 0 0,0-1 0 0 0,0 0 0 0 0,0 0 0 0 0,0 0 0 0 0,1-1 0 0 0,-1 0 0 0 0,1 0 0 0 0,-1 0 0 0 0,12 1 0 0 0,-16-3 8 0 0,0 0 0 0 0,0 0 0 0 0,0-1 0 0 0,0 1 0 0 0,-1 0 0 0 0,1 0 1 0 0,0-1-1 0 0,0 1 0 0 0,0-1 0 0 0,0 1 0 0 0,0-1 0 0 0,0 1 0 0 0,0-1 0 0 0,-1 1 1 0 0,1-1-1 0 0,0 0 0 0 0,0 1 0 0 0,-1-1 0 0 0,1 0 0 0 0,-1 0 0 0 0,1 0 0 0 0,0 1 0 0 0,-1-1 1 0 0,1 0-1 0 0,-1 0 0 0 0,0 0 0 0 0,1 0 0 0 0,-1 0 0 0 0,0 0 0 0 0,0 0 0 0 0,1 0 1 0 0,-1 0-1 0 0,0 0 0 0 0,0 0 0 0 0,0 0 0 0 0,0 0 0 0 0,-1-1 0 0 0,-1-40-67 0 0,2 42 74 0 0,-14-84 40 0 0,5-1 0 0 0,1-156 0 0 0,8 240-39 0 0,0 1 1 0 0,0 0-1 0 0,0-1 0 0 0,0 1 0 0 0,0-1 1 0 0,0 1-1 0 0,0-1 0 0 0,0 1 0 0 0,0 0 1 0 0,0-1-1 0 0,0 1 0 0 0,0-1 0 0 0,0 1 1 0 0,0-1-1 0 0,0 1 0 0 0,0 0 0 0 0,1-1 1 0 0,-1 1-1 0 0,0 0 0 0 0,0-1 1 0 0,1 1-1 0 0,-1-1 0 0 0,0 1 0 0 0,0 0 1 0 0,1 0-1 0 0,-1-1 0 0 0,0 1 0 0 0,1 0 1 0 0,0-1-1 0 0,7 11 47 0 0,9 28 44 0 0,-15-32-90 0 0,12 29 136 0 0,-3-4-75 0 0,2-1-1 0 0,1 0 1 0 0,26 39 0 0 0,-35-61-62 0 0,1 0-1 0 0,0-1 1 0 0,0 0 0 0 0,1 0 0 0 0,0 0 0 0 0,0-1 0 0 0,1 0 0 0 0,-1 0-1 0 0,1-1 1 0 0,1 0 0 0 0,-1-1 0 0 0,1 1 0 0 0,0-2 0 0 0,0 1-1 0 0,0-1 1 0 0,13 3 0 0 0,-12-4-1 0 0,1-1 0 0 0,0 0 0 0 0,-1 0 0 0 0,1-1 0 0 0,0 0 0 0 0,-1-1 0 0 0,1 0-1 0 0,-1-1 1 0 0,1 0 0 0 0,10-4 0 0 0,-16 5 8 0 0,0-1-1 0 0,-1 0 1 0 0,1-1-1 0 0,-1 1 0 0 0,1-1 1 0 0,-1 0-1 0 0,0 0 1 0 0,0-1-1 0 0,0 1 1 0 0,-1-1-1 0 0,1 1 0 0 0,-1-1 1 0 0,0 0-1 0 0,0-1 1 0 0,0 1-1 0 0,-1 0 1 0 0,1-1-1 0 0,-1 0 0 0 0,0 1 1 0 0,0-1-1 0 0,-1 0 1 0 0,2-9-1 0 0,1-9 81 0 0,-1 0-1 0 0,-1 0 1 0 0,-1-1 0 0 0,-2 1-1 0 0,0-1 1 0 0,-1 1-1 0 0,-6-27 1 0 0,-9-16 185 0 0,-27-73-1 0 0,32 105-243 0 0,4 12 19 0 0,3 8-191 0 0,0 0-1 0 0,-5-29 1 0 0,9 42-83 0 0,1 0-332 0 0,0 1 524 0 0,0 0 0 0 0,0-1 0 0 0,0 1 0 0 0,0 0 0 0 0,0 0 0 0 0,0 0 0 0 0,0 0 0 0 0,0 0 0 0 0,0 0 0 0 0,0 0 0 0 0,0 0 0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09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144 561 6913 0 0,'-52'1'1644'0'0,"28"1"-3"0"0,-44-4 0 0 0,83 1-1109 0 0,0-1 1 0 0,0 0 0 0 0,0-1-1 0 0,15-6 1 0 0,19-3-560 0 0,505-97 1519 0 0,528-99 648 0 0,-453 106-1929 0 0,-285 49-149 0 0,-24 7-68 0 0,-222 37-39 0 0,128 3 1 0 0,-199 7-101 0 0,-1 1 0 0 0,0 0 0 0 0,49 13 0 0 0,-74-15 150 0 0,0 1-1 0 0,0-1 1 0 0,0 1 0 0 0,0-1 0 0 0,0 1-1 0 0,0-1 1 0 0,0 1 0 0 0,-1 0-1 0 0,1-1 1 0 0,0 1 0 0 0,0 0-1 0 0,-1 0 1 0 0,1 0 0 0 0,0 0-1 0 0,-1 0 1 0 0,1-1 0 0 0,-1 1-1 0 0,1 0 1 0 0,-1 0 0 0 0,0 0-1 0 0,1 1 1 0 0,-1-1 0 0 0,0 0-1 0 0,0 0 1 0 0,1 0 0 0 0,-1 0 0 0 0,0 0-1 0 0,0 0 1 0 0,0 0 0 0 0,0 0-1 0 0,-1 0 1 0 0,1 0 0 0 0,0 0-1 0 0,0 0 1 0 0,-1 2 0 0 0,-18 46 992 0 0,9-26-160 0 0,8-15-664 0 0,0 0 0 0 0,1 1-1 0 0,0-1 1 0 0,1 0 0 0 0,0 1 0 0 0,0-1-1 0 0,0 1 1 0 0,1-1 0 0 0,1 0-1 0 0,2 9 1 0 0,4 15 57 0 0,18 39 1 0 0,-4-13-143 0 0,193 535 152 0 0,-104-293-69 0 0,-93-239-133 0 0,-3 1 0 0 0,-2 0 0 0 0,4 66 0 0 0,-15-101-46 0 0,0-8 10 0 0,0 0 1 0 0,-3 34-1 0 0,0-47-1 0 0,0-1 0 0 0,0 1 0 0 0,0 0 0 0 0,-1 0 0 0 0,0-1 0 0 0,0 1 0 0 0,0-1 0 0 0,-1 1 0 0 0,0-1 0 0 0,0 0 0 0 0,0 0 0 0 0,-1 0 0 0 0,-4 5 0 0 0,-10 7 28 0 0,-1-1 0 0 0,0 0-1 0 0,-1-1 1 0 0,-1-1 0 0 0,0-1 0 0 0,-1-1 0 0 0,-33 13 0 0 0,-171 51 246 0 0,195-67-269 0 0,-372 127-6 0 0,-9-8-163 0 0,323-105 136 0 0,-120 14 0 0 0,-93-7 173 0 0,177-19-62 0 0,-177 25 24 0 0,-185 13 194 0 0,420-48-520 0 0,-1-2-1 0 0,0-3 0 0 0,1-3 1 0 0,0-3-1 0 0,-77-22 1 0 0,119 25-98 0 0,1-2 1 0 0,0 0 0 0 0,-28-16-1 0 0,40 19-100 0 0,1-1 0 0 0,0-1-1 0 0,0 0 1 0 0,1-1-1 0 0,0 0 1 0 0,1 0 0 0 0,-1-1-1 0 0,-7-11 1 0 0,4 1-5882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09.9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178 85 2304 0 0,'-44'-32'1010'0'0,"37"26"-178"0"0,-1-1 0 0 0,1 1 0 0 0,-1 1-1 0 0,-1 0 1 0 0,1 0 0 0 0,-1 0 0 0 0,0 1 0 0 0,-17-5 0 0 0,25 9-726 0 0,-1 0 0 0 0,1 0 0 0 0,0 0 0 0 0,-1 0 0 0 0,1 0 1 0 0,-1 1-1 0 0,1-1 0 0 0,0 0 0 0 0,-1 1 0 0 0,1-1 0 0 0,0 1 0 0 0,-1 0 0 0 0,1-1 0 0 0,0 1 1 0 0,0 0-1 0 0,0 0 0 0 0,0 0 0 0 0,-1-1 0 0 0,1 1 0 0 0,0 0 0 0 0,0 1 0 0 0,1-1 0 0 0,-1 0 0 0 0,0 0 1 0 0,0 0-1 0 0,1 0 0 0 0,-1 1 0 0 0,0-1 0 0 0,1 0 0 0 0,-1 1 0 0 0,1-1 0 0 0,0 0 0 0 0,-1 1 0 0 0,1 2 1 0 0,-2 7 207 0 0,0 0 0 0 0,0 1 0 0 0,1 13 0 0 0,1-19-260 0 0,-1 76 248 0 0,5-1 1 0 0,2 0 0 0 0,4-1-1 0 0,25 93 1 0 0,104 309 144 0 0,-130-454-415 0 0,146 415 67 0 0,-148-423-41 0 0,100 308 3781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2.3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22 6913 0 0,'-15'-22'5985'0'0,"15"22"-5918"0"0,0 1 1 0 0,0-1-1 0 0,0 0 1 0 0,0 0-1 0 0,0 0 1 0 0,0 0-1 0 0,0 1 1 0 0,0-1-1 0 0,0 0 0 0 0,0 0 1 0 0,0 0-1 0 0,0 0 1 0 0,0 1-1 0 0,0-1 1 0 0,0 0-1 0 0,0 0 1 0 0,0 0-1 0 0,0 1 1 0 0,0-1-1 0 0,0 1 405 0 0,1-1-404 0 0,2 51 3774 0 0,-2-41-4078 0 0,68 480 2998 0 0,31-6-3237 0 0,-100-481 471 0 0,26 96-1241 0 0,-12-60 66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2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37 10594 0 0,'-2'7'-60'0'0,"1"-1"0"0"0,1 1 0 0 0,-1-1 0 0 0,1 1 0 0 0,0-1 0 0 0,0 1-1 0 0,1 0 1 0 0,2 9 0 0 0,0 3 363 0 0,2 14 41 0 0,1-1 0 0 0,2 0 0 0 0,1-1 0 0 0,2 0 0 0 0,1 0 1 0 0,1-1-1 0 0,2 0 0 0 0,1-2 0 0 0,1 0 0 0 0,1 0 0 0 0,2-2 1 0 0,23 25-1 0 0,-26-33-352 0 0,2 0 0 0 0,0-2 0 0 0,1 0 0 0 0,1-2 0 0 0,0 0 1 0 0,1-1-1 0 0,0-1 0 0 0,1-1 0 0 0,0-1 0 0 0,34 9 0 0 0,-53-18-3 0 0,0 0-1 0 0,0 0 1 0 0,0 0 0 0 0,0-1-1 0 0,0 1 1 0 0,0-1 0 0 0,1 0-1 0 0,-1 0 1 0 0,0-1 0 0 0,0 1-1 0 0,0-1 1 0 0,0 0 0 0 0,0 0-1 0 0,0 0 1 0 0,0-1 0 0 0,0 0-1 0 0,0 1 1 0 0,-1-1 0 0 0,1 0-1 0 0,-1-1 1 0 0,1 1-1 0 0,4-5 1 0 0,-4 3 90 0 0,-1-1 1 0 0,1 1-1 0 0,-1-1 0 0 0,0 0 0 0 0,0 0 0 0 0,-1 0 1 0 0,0 0-1 0 0,0-1 0 0 0,0 1 0 0 0,0 0 0 0 0,-1-1 1 0 0,0 0-1 0 0,0 1 0 0 0,0-1 0 0 0,-1 0 1 0 0,0-5-1 0 0,-1-28 459 0 0,-2 0 1 0 0,-2 0-1 0 0,-11-43 1 0 0,-39-111 1042 0 0,51 178-1772 0 0,-2-5 538 0 0,0 0 0 0 0,-2 0 0 0 0,0 1 0 0 0,-16-28 0 0 0,21 42-434 0 0,0 1-1 0 0,0 0 0 0 0,0 1 0 0 0,-1-1 1 0 0,1 1-1 0 0,-1-1 0 0 0,0 1 0 0 0,0 0 1 0 0,0 0-1 0 0,-7-3 0 0 0,7 5-230 0 0,1-1 0 0 0,0 1 0 0 0,-1 0 0 0 0,0 1 0 0 0,1-1 0 0 0,-1 1 0 0 0,0-1 0 0 0,1 1 0 0 0,-1 0 1 0 0,1 0-1 0 0,-1 1 0 0 0,0-1 0 0 0,1 1 0 0 0,-1 0 0 0 0,1 0 0 0 0,-5 1 0 0 0,-13 7-6018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3.0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75 100 3225 0 0,'-2'0'105'0'0,"0"1"1"0"0,0-1 0 0 0,0 1 0 0 0,0 0-1 0 0,0 0 1 0 0,0-1 0 0 0,0 1 0 0 0,0 1-1 0 0,0-1 1 0 0,0 0 0 0 0,0 0 0 0 0,0 1-1 0 0,1-1 1 0 0,-1 1 0 0 0,1-1 0 0 0,-1 1-1 0 0,1 0 1 0 0,-1 0 0 0 0,1 0 0 0 0,0-1-1 0 0,0 1 1 0 0,0 0 0 0 0,-1 4 0 0 0,-4 7 692 0 0,1 1 1 0 0,-4 21 0 0 0,6-27-459 0 0,0 6-3 0 0,0-1-1 0 0,1 1 0 0 0,1-1 1 0 0,0 1-1 0 0,0 0 1 0 0,2-1-1 0 0,-1 1 0 0 0,2 0 1 0 0,0-1-1 0 0,6 22 0 0 0,-7-30-266 0 0,1 0-1 0 0,0 0 0 0 0,0 0 0 0 0,0 0 0 0 0,1 0 0 0 0,0-1 0 0 0,0 1 1 0 0,0-1-1 0 0,0 0 0 0 0,1 0 0 0 0,-1 0 0 0 0,1 0 0 0 0,0 0 0 0 0,0-1 1 0 0,1 0-1 0 0,-1 0 0 0 0,0 0 0 0 0,1-1 0 0 0,0 1 0 0 0,0-1 0 0 0,0 0 1 0 0,0 0-1 0 0,0-1 0 0 0,0 1 0 0 0,0-1 0 0 0,1 0 0 0 0,-1-1 0 0 0,0 1 1 0 0,11-2-1 0 0,-10 1 75 0 0,1-2 1 0 0,-1 1-1 0 0,1-1 1 0 0,-1 0-1 0 0,0 0 1 0 0,0 0-1 0 0,0-1 1 0 0,0 0-1 0 0,0 0 1 0 0,-1-1-1 0 0,1 0 1 0 0,-1 0-1 0 0,0 0 1 0 0,0 0-1 0 0,-1-1 1 0 0,1 0-1 0 0,-1 0 1 0 0,0 0-1 0 0,6-10 1 0 0,-1 0 161 0 0,-1 1 1 0 0,0-1-1 0 0,-1 0 0 0 0,-1-1 0 0 0,-1 1 1 0 0,7-30-1 0 0,-11 38-175 0 0,1 0 0 0 0,-2 0-1 0 0,1 0 1 0 0,-1-1 0 0 0,0 1-1 0 0,0 0 1 0 0,-1 0 0 0 0,0-1-1 0 0,0 1 1 0 0,-1 0 0 0 0,0 0-1 0 0,0 0 1 0 0,-1 0 0 0 0,1 1-1 0 0,-2-1 1 0 0,1 1 0 0 0,-1-1 0 0 0,-7-9-1 0 0,3 7-92 0 0,0 1 0 0 0,-1 0 0 0 0,0 1 0 0 0,0 0 0 0 0,-1 0 0 0 0,1 1 0 0 0,-2 0 0 0 0,1 0 0 0 0,0 2 0 0 0,-23-8 0 0 0,12 6-465 0 0,14 4-214 0 0,0 0 1 0 0,0 0 0 0 0,0 0-1 0 0,1-1 1 0 0,-8-4 0 0 0,14 7 580 0 0,0 0 0 0 0,0 0 1 0 0,-1 0-1 0 0,1 0 0 0 0,0 0 1 0 0,0 0-1 0 0,0 0 0 0 0,-1-1 0 0 0,1 1 1 0 0,0 0-1 0 0,0 0 0 0 0,0 0 1 0 0,-1 0-1 0 0,1 0 0 0 0,0-1 0 0 0,0 1 1 0 0,0 0-1 0 0,0 0 0 0 0,0 0 0 0 0,-1-1 1 0 0,1 1-1 0 0,0 0 0 0 0,0 0 1 0 0,0 0-1 0 0,0-1 0 0 0,0 1 0 0 0,0 0 1 0 0,0 0-1 0 0,0-1 0 0 0,0 1 1 0 0,0 0-1 0 0,0 0 0 0 0,0 0 0 0 0,0-1 1 0 0,0 1-1 0 0,0 0 0 0 0,0 0 1 0 0,0-1-1 0 0,0 1 0 0 0,0 0 0 0 0,0 0 1 0 0,0 0-1 0 0,0-1 0 0 0,1 1 1 0 0,-1 0-1 0 0,0 0 0 0 0,0 0 0 0 0,0-1 1 0 0,0 1-1 0 0,0 0 0 0 0,1 0 1 0 0,-1 0-1 0 0,0 0 0 0 0,0-1 0 0 0,0 1 1 0 0,1 0-1 0 0,-1 0 0 0 0,0 0 1 0 0,0 0-1 0 0,0 0 0 0 0,1 0 0 0 0,-1 0 1 0 0,8-1 4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3.3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0 14283 0 0,'1'0'84'0'0,"0"1"0"0"0,0-1 0 0 0,0 0 0 0 0,0 0 0 0 0,0 1 1 0 0,0-1-1 0 0,1 1 0 0 0,-1-1 0 0 0,0 1 0 0 0,-1-1 0 0 0,1 1 0 0 0,0 0 0 0 0,0-1 0 0 0,0 1 0 0 0,0 0 0 0 0,0 0 1 0 0,-1 0-1 0 0,1 0 0 0 0,0 0 0 0 0,-1 0 0 0 0,1 0 0 0 0,-1 0 0 0 0,1 0 0 0 0,-1 0 0 0 0,1 1 0 0 0,0 1 76 0 0,-1 0-1 0 0,1 0 0 0 0,-1 1 1 0 0,0-1-1 0 0,0 0 0 0 0,0 0 1 0 0,0 1-1 0 0,-1-1 0 0 0,0 3 0 0 0,-3 10 760 0 0,-1-1 0 0 0,-12 27 0 0 0,15-38-637 0 0,-12 26 270 0 0,-15 33 35 0 0,27-58-549 0 0,1 0-1 0 0,-1-1 1 0 0,1 1 0 0 0,0 0-1 0 0,1 1 1 0 0,-1-1 0 0 0,1 0-1 0 0,0 0 1 0 0,0 0 0 0 0,1 7-1 0 0,0-10-35 0 0,0 1-1 0 0,0-1 1 0 0,0 0 0 0 0,0 0-1 0 0,1 0 1 0 0,-1 0-1 0 0,1 0 1 0 0,-1 0 0 0 0,1 0-1 0 0,0 0 1 0 0,0 0 0 0 0,0-1-1 0 0,0 1 1 0 0,0-1-1 0 0,0 1 1 0 0,0-1 0 0 0,0 0-1 0 0,1 0 1 0 0,-1 0-1 0 0,0 0 1 0 0,1 0 0 0 0,-1-1-1 0 0,1 1 1 0 0,3 0 0 0 0,11 2-34 0 0,-1-1 1 0 0,29 0 0 0 0,-24-2-73 0 0,2 1 83 0 0,55 6 42 0 0,-71-6-40 0 0,-1 0-1 0 0,0 1 1 0 0,0-1-1 0 0,0 1 1 0 0,0 1-1 0 0,0-1 1 0 0,0 1-1 0 0,0 0 1 0 0,9 7-1 0 0,-13-8 18 0 0,0 0-1 0 0,-1 1 1 0 0,1-1-1 0 0,0 0 1 0 0,-1 1-1 0 0,1-1 1 0 0,-1 1-1 0 0,0 0 1 0 0,0-1-1 0 0,0 1 0 0 0,0 0 1 0 0,0 0-1 0 0,-1 0 1 0 0,1-1-1 0 0,-1 1 1 0 0,0 0-1 0 0,0 0 1 0 0,0 0-1 0 0,0 0 1 0 0,0 0-1 0 0,-1 0 1 0 0,1-1-1 0 0,-1 1 1 0 0,0 0-1 0 0,0 0 1 0 0,0-1-1 0 0,0 1 1 0 0,0 0-1 0 0,-2 2 1 0 0,-5 10-11 0 0,-1 1 0 0 0,0-1 0 0 0,-16 19 0 0 0,21-29-7 0 0,-44 53-689 0 0,23-30-45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4.5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8 13363 0 0,'-4'-6'2468'0'0,"4"6"-2303"0"0,-1 0-1 0 0,1 0 1 0 0,0-1-1 0 0,-1 1 1 0 0,1 0 0 0 0,-1 0-1 0 0,1 0 1 0 0,-1 0-1 0 0,1 0 1 0 0,0 0-1 0 0,-1-1 1 0 0,1 1 0 0 0,-1 0-1 0 0,1 0 1 0 0,-1 1-1 0 0,1-1 1 0 0,-1 0-1 0 0,1 0 1 0 0,0 0-1 0 0,-1 0 1 0 0,1 0 0 0 0,-1 0-1 0 0,0 1 1 0 0,0 19 2060 0 0,14 35-1672 0 0,-12-52-172 0 0,37 148-417 0 0,19 66 55 0 0,-42-170-1014 0 0,2 0-1 0 0,34 64 0 0 0,-33-80-6233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4.9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3 402 456 0 0,'-1'-8'489'0'0,"0"-1"0"0"0,0 0 0 0 0,1 1 0 0 0,0-1 0 0 0,1 0 0 0 0,0 1 0 0 0,0-1 0 0 0,1 1 0 0 0,0-1 0 0 0,1 1 0 0 0,-1 0 0 0 0,7-12-1 0 0,-3 9 77 0 0,1 0 0 0 0,0 1 0 0 0,0 0 0 0 0,1 1 0 0 0,0-1-1 0 0,1 1 1 0 0,0 1 0 0 0,12-9 0 0 0,1-1-193 0 0,-3 3-88 0 0,29-20 1 0 0,-43 32-270 0 0,0 0 0 0 0,0 1 0 0 0,0-1 0 0 0,0 1 1 0 0,1 0-1 0 0,-1 0 0 0 0,1 1 0 0 0,-1 0 0 0 0,1 0 0 0 0,0 0 1 0 0,8 0-1 0 0,-11 1-2 0 0,-1 1 1 0 0,0-1 0 0 0,0 1 0 0 0,1 0-1 0 0,-1 0 1 0 0,0-1 0 0 0,0 1-1 0 0,0 1 1 0 0,0-1 0 0 0,0 0 0 0 0,0 0-1 0 0,0 1 1 0 0,-1-1 0 0 0,1 1-1 0 0,0 0 1 0 0,-1-1 0 0 0,1 1 0 0 0,-1 0-1 0 0,0 0 1 0 0,0 0 0 0 0,0 0-1 0 0,0 0 1 0 0,0 0 0 0 0,0 0 0 0 0,0 1-1 0 0,0 1 1 0 0,3 9 288 0 0,-1 0 0 0 0,0 1 1 0 0,1 17-1 0 0,-2-13 57 0 0,-1-8-161 0 0,1 1 0 0 0,1-1 0 0 0,0 1 0 0 0,1-1 0 0 0,-1 0 1 0 0,2 0-1 0 0,10 18 0 0 0,-14-25-157 0 0,1-1 0 0 0,0 1 0 0 0,0-1 1 0 0,0 0-1 0 0,0 1 0 0 0,0-1 0 0 0,0 0 0 0 0,0 0 0 0 0,1 0 1 0 0,-1 0-1 0 0,1-1 0 0 0,0 1 0 0 0,-1-1 0 0 0,1 0 0 0 0,0 1 0 0 0,0-1 1 0 0,0 0-1 0 0,-1-1 0 0 0,1 1 0 0 0,0 0 0 0 0,0-1 0 0 0,1 0 1 0 0,-1 0-1 0 0,0 0 0 0 0,0 0 0 0 0,0 0 0 0 0,0 0 0 0 0,0-1 0 0 0,0 0 1 0 0,0 1-1 0 0,0-1 0 0 0,-1 0 0 0 0,4-2 0 0 0,0 0 125 0 0,1-1 1 0 0,-1 0-1 0 0,-1 0 0 0 0,1-1 0 0 0,-1 1 0 0 0,1-1 1 0 0,-1 0-1 0 0,-1-1 0 0 0,1 1 0 0 0,-1-1 1 0 0,0 0-1 0 0,0 0 0 0 0,-1 0 0 0 0,5-11 0 0 0,-4 8-73 0 0,-1-1 0 0 0,1 1 0 0 0,-2-1 0 0 0,1 0 0 0 0,-1 0 1 0 0,-1 1-1 0 0,0-1 0 0 0,0 0 0 0 0,-2-19 0 0 0,0 23-46 0 0,0-1 0 0 0,0 1 0 0 0,0 0 0 0 0,-1 0 1 0 0,0-1-1 0 0,-1 1 0 0 0,1 0 0 0 0,-1 1 0 0 0,0-1 1 0 0,-1 0-1 0 0,1 1 0 0 0,-1 0 0 0 0,0 0 0 0 0,-1 0 1 0 0,1 0-1 0 0,-1 1 0 0 0,0-1 0 0 0,0 1 1 0 0,-10-6-1 0 0,4 4-240 0 0,-1 1 0 0 0,0 0 0 0 0,0 1 0 0 0,0 0 1 0 0,0 0-1 0 0,-1 2 0 0 0,0-1 0 0 0,1 2 0 0 0,-14-1 0 0 0,2 1-7120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5.7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82 433 6913 0 0,'-9'-6'707'0'0,"-1"-1"0"0"0,1 0 0 0 0,-13-15 0 0 0,-10-7 4096 0 0,44 42 205 0 0,14 21-3713 0 0,5 6-1124 0 0,3 3 136 0 0,34 59 0 0 0,-48-68-256 0 0,2-1-1 0 0,1-2 1 0 0,1 0-1 0 0,38 36 1 0 0,-53-60-53 0 0,0 0 1 0 0,0-1 0 0 0,0 0 0 0 0,1 0 0 0 0,0-1-1 0 0,0 0 1 0 0,1-1 0 0 0,-1-1 0 0 0,1 1 0 0 0,-1-1-1 0 0,1-1 1 0 0,0 0 0 0 0,13 0 0 0 0,-20-2 1 0 0,0 0-1 0 0,0 0 1 0 0,0 0 0 0 0,0 0 0 0 0,1-1-1 0 0,-1 0 1 0 0,0 0 0 0 0,0 0 0 0 0,0 0-1 0 0,0 0 1 0 0,-1-1 0 0 0,1 0-1 0 0,0 0 1 0 0,0 0 0 0 0,-1 0 0 0 0,0-1-1 0 0,1 1 1 0 0,-1-1 0 0 0,0 0 0 0 0,0 0-1 0 0,0 0 1 0 0,-1 0 0 0 0,1-1 0 0 0,-1 1-1 0 0,0-1 1 0 0,0 1 0 0 0,0-1 0 0 0,0 0-1 0 0,0 0 1 0 0,-1 0 0 0 0,0 0 0 0 0,0 0-1 0 0,0 0 1 0 0,0 0 0 0 0,-1 0 0 0 0,1 0-1 0 0,-1-5 1 0 0,0-42 198 0 0,-3 0 1 0 0,-1 1-1 0 0,-22-98 1 0 0,23 131-194 0 0,-9-45 5 0 0,-3-2-49 0 0,4-1-1 0 0,2 0 0 0 0,1-93 1 0 0,11 141-503 0 0,-3 17 402 0 0,0 0 0 0 0,1-1 0 0 0,-1 1-1 0 0,0 0 1 0 0,1-1 0 0 0,-1 1 0 0 0,1 0-1 0 0,-1-1 1 0 0,0 1 0 0 0,1 0 0 0 0,-1 0-1 0 0,1-1 1 0 0,-1 1 0 0 0,1 0 0 0 0,-1 0-1 0 0,0 0 1 0 0,1 0 0 0 0,-1 0-1 0 0,1 0 1 0 0,-1 0 0 0 0,1 0 0 0 0,-1 0-1 0 0,1 0 1 0 0,-1 0 0 0 0,1 0 0 0 0,-1 0-1 0 0,1 0 1 0 0,0 0 0 0 0,7 2-1429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6.1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18 542 2817 0 0,'-10'23'951'0'0,"9"-22"-619"0"0,1 0 0 0 0,-1 0 1 0 0,0 1-1 0 0,0-1 0 0 0,1 0 1 0 0,-1 1-1 0 0,1-1 0 0 0,-1 0 0 0 0,1 1 1 0 0,-1-1-1 0 0,1 1 0 0 0,0-1 0 0 0,0 1 1 0 0,0-1-1 0 0,0 1 0 0 0,0-1 0 0 0,0 1 1 0 0,0-1-1 0 0,0 1 0 0 0,1-1 0 0 0,-1 1 1 0 0,0-1-1 0 0,1 0 0 0 0,-1 1 0 0 0,1-1 1 0 0,0 1-1 0 0,-1-1 0 0 0,1 0 0 0 0,0 0 1 0 0,0 1-1 0 0,0-1 0 0 0,0 0 0 0 0,1 1 1 0 0,33 32 1260 0 0,2-1 0 0 0,0-2 0 0 0,76 46 0 0 0,-93-65-1459 0 0,0-2 1 0 0,1-1-1 0 0,0 0 1 0 0,1-2-1 0 0,0 0 1 0 0,0-1 0 0 0,0-2-1 0 0,1 0 1 0 0,-1-1-1 0 0,44-1 1 0 0,-55-3-93 0 0,1 1-1 0 0,-1-2 1 0 0,0 1 0 0 0,0-2 0 0 0,0 0-1 0 0,0 0 1 0 0,12-6 0 0 0,-19 8-32 0 0,0-1 0 0 0,0 0 0 0 0,-1 0 0 0 0,1-1 0 0 0,-1 1 0 0 0,0-1 0 0 0,1 1 0 0 0,-1-1 0 0 0,0 0 0 0 0,-1 0 0 0 0,1-1 0 0 0,0 1 0 0 0,-1 0 0 0 0,0-1 0 0 0,0 0 0 0 0,0 1 0 0 0,0-1 0 0 0,-1 0 0 0 0,1 0 0 0 0,-1 0 0 0 0,0 0 0 0 0,1-6 0 0 0,-1-5 28 0 0,-1 0 0 0 0,0 0 0 0 0,-1 0 0 0 0,-1 0 0 0 0,-3-17 0 0 0,-24-76 219 0 0,9 41-297 0 0,10 26-94 0 0,-12-39-315 0 0,3-2 1 0 0,-14-158-1 0 0,33 205-416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6.5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118 64 3681 0 0,'18'-29'1089'0'0,"-17"28"-916"0"0,-1 0 0 0 0,1 0 0 0 0,-1 0 0 0 0,1-1 0 0 0,-1 1 0 0 0,1 0 0 0 0,-1 0 0 0 0,0 0 0 0 0,1-1 0 0 0,-1 1 0 0 0,0 0 0 0 0,0 0 0 0 0,0-1 0 0 0,0 1 0 0 0,0 0 0 0 0,0 0 0 0 0,0 0 0 0 0,-1-1 0 0 0,1 1 0 0 0,0 0-1 0 0,-1 0 1 0 0,1 0 0 0 0,-1 0 0 0 0,1-1 0 0 0,-2 0 0 0 0,1 2 8 0 0,0-1 0 0 0,-1 1-1 0 0,1 0 1 0 0,0-1 0 0 0,-1 1-1 0 0,1 0 1 0 0,0 0-1 0 0,-1 0 1 0 0,1 0 0 0 0,-1 0-1 0 0,1 0 1 0 0,0 0 0 0 0,-1 1-1 0 0,1-1 1 0 0,0 0 0 0 0,-1 1-1 0 0,1-1 1 0 0,0 1-1 0 0,0-1 1 0 0,-1 1 0 0 0,1 0-1 0 0,0-1 1 0 0,0 1 0 0 0,0 0-1 0 0,0 0 1 0 0,0 0 0 0 0,-1 2-1 0 0,-32 28 1571 0 0,32-28-1560 0 0,-9 9 363 0 0,1 0 0 0 0,-16 24 0 0 0,24-33-497 0 0,0 0 0 0 0,0 0 0 0 0,1 0 0 0 0,-1 0 1 0 0,1 1-1 0 0,-1-1 0 0 0,1 1 0 0 0,0-1 1 0 0,0 1-1 0 0,1 0 0 0 0,-1-1 0 0 0,1 1 1 0 0,0 0-1 0 0,0-1 0 0 0,0 1 0 0 0,0 0 1 0 0,1-1-1 0 0,0 5 0 0 0,1-5-56 0 0,-1-1 1 0 0,1 0-1 0 0,-1 1 0 0 0,1-1 1 0 0,0 0-1 0 0,-1 0 0 0 0,1 0 1 0 0,0-1-1 0 0,1 1 0 0 0,-1 0 0 0 0,0-1 1 0 0,0 1-1 0 0,1-1 0 0 0,4 2 1 0 0,43 16-44 0 0,-24-11 28 0 0,-13-2 82 0 0,0-1 0 0 0,0 2 0 0 0,-1 0-1 0 0,0 0 1 0 0,0 1 0 0 0,0 0 0 0 0,15 16 0 0 0,-23-19-35 0 0,1 0-1 0 0,-1 0 1 0 0,0 0 0 0 0,0 1 0 0 0,-1-1 0 0 0,1 1-1 0 0,-1 0 1 0 0,-1 0 0 0 0,1 0 0 0 0,-1 1-1 0 0,0-1 1 0 0,0 0 0 0 0,-1 1 0 0 0,0-1 0 0 0,0 1-1 0 0,-1 0 1 0 0,0-1 0 0 0,0 9 0 0 0,-3 4-143 0 0,-1-1-1 0 0,-1 0 1 0 0,0 0 0 0 0,-2-1 0 0 0,0 0 0 0 0,0 0 0 0 0,-2 0 0 0 0,-11 16 0 0 0,9-14-6754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6.9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1 11058 0 0,'-26'1'3362'0'0,"41"14"447"0"0,17 20-2820 0 0,0 1 0 0 0,-3 2 0 0 0,40 68 0 0 0,53 136-767 0 0,-112-218-250 0 0,17 40-936 0 0,-25-59 427 0 0,-1 0 0 0 0,1 0 0 0 0,-1 1-1 0 0,0-1 1 0 0,-1 1 0 0 0,1-1 0 0 0,-1 1 0 0 0,0-1 0 0 0,-1 8-1 0 0,0-8 490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7.1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1 236 1840 0 0,'0'-6'398'0'0,"0"0"-1"0"0,0 0 1 0 0,0 1-1 0 0,1-1 1 0 0,-1 0-1 0 0,2 0 1 0 0,-1 1-1 0 0,0-1 1 0 0,1 1-1 0 0,0-1 1 0 0,3-5-1 0 0,32-55 3092 0 0,-29 54-2637 0 0,0 1-1 0 0,1 0 0 0 0,0 0 0 0 0,18-15 0 0 0,-23 23-571 0 0,-1 0 0 0 0,2 0 0 0 0,-1 1-1 0 0,0-1 1 0 0,0 1 0 0 0,1 0 0 0 0,7-3 0 0 0,-10 5-131 0 0,0-1 0 0 0,0 1 0 0 0,0 0 1 0 0,1-1-1 0 0,-1 1 0 0 0,0 0 0 0 0,0 0 1 0 0,1 0-1 0 0,-1 1 0 0 0,0-1 0 0 0,0 1 1 0 0,0-1-1 0 0,0 1 0 0 0,0 0 0 0 0,0-1 1 0 0,1 1-1 0 0,1 2 0 0 0,-1-1-65 0 0,0 1 0 0 0,-1-1 1 0 0,1 1-1 0 0,-1 0 0 0 0,1 0 0 0 0,-1 0 0 0 0,0 0 0 0 0,0 0 0 0 0,-1 0 0 0 0,1 1 1 0 0,-1-1-1 0 0,1 0 0 0 0,-1 1 0 0 0,0-1 0 0 0,-1 1 0 0 0,1 0 0 0 0,0-1 1 0 0,-1 1-1 0 0,0 0 0 0 0,0-1 0 0 0,-1 6 0 0 0,0 8-32 0 0,0-1 1 0 0,-2 0-1 0 0,-5 22 1 0 0,-1-13-303 0 0,0-1 1 0 0,-2 0-1 0 0,0 0 1 0 0,-21 31 0 0 0,21-38-541 0 0,3-2-502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7.4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1 115 5985 0 0,'29'-17'4590'0'0,"-26"36"-3070"0"0,0 66 1893 0 0,-3-58-2911 0 0,0 0 0 0 0,7 41 0 0 0,-6-62-481 0 0,0 1 0 0 0,1-1-1 0 0,0 0 1 0 0,0 0 0 0 0,0 0-1 0 0,1-1 1 0 0,-1 1 0 0 0,2 0-1 0 0,-1-1 1 0 0,0 0 0 0 0,1 1-1 0 0,0-2 1 0 0,0 1 0 0 0,1 0-1 0 0,8 6 1 0 0,-10-8-19 0 0,1-1-1 0 0,-1 0 1 0 0,0 0 0 0 0,1 0-1 0 0,0-1 1 0 0,-1 1 0 0 0,1-1-1 0 0,0 0 1 0 0,-1 0 0 0 0,1 0-1 0 0,0-1 1 0 0,0 1 0 0 0,0-1-1 0 0,0 0 1 0 0,0 0 0 0 0,0 0-1 0 0,6-1 1 0 0,-5-1 48 0 0,1 0 0 0 0,0 0-1 0 0,-1 0 1 0 0,0-1 0 0 0,1 1 0 0 0,-1-1 0 0 0,0 0-1 0 0,0-1 1 0 0,0 1 0 0 0,6-8 0 0 0,-2 2 44 0 0,-1 0 0 0 0,0-1 0 0 0,-1 0 0 0 0,0 0-1 0 0,0 0 1 0 0,-1-1 0 0 0,0 0 0 0 0,-1 0 0 0 0,-1-1 0 0 0,6-18 0 0 0,-9 20-92 0 0,1 0 0 0 0,-2 0-1 0 0,1 0 1 0 0,-1 0 0 0 0,-1 0-1 0 0,0 0 1 0 0,0 1 0 0 0,-1-1 0 0 0,0 0-1 0 0,-1 0 1 0 0,0 1 0 0 0,-1 0 0 0 0,1-1-1 0 0,-2 1 1 0 0,1 1 0 0 0,-2-1 0 0 0,1 1-1 0 0,-1-1 1 0 0,0 2 0 0 0,0-1 0 0 0,-1 1-1 0 0,0 0 1 0 0,-1 0 0 0 0,0 1 0 0 0,1 0-1 0 0,-2 0 1 0 0,1 1 0 0 0,-1 0-1 0 0,0 0 1 0 0,0 1 0 0 0,0 0 0 0 0,-12-2-1 0 0,5 3-650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7.8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0 109 7370 0 0,'1'0'50'0'0,"0"0"0"0"0,-1 0 0 0 0,1 0 0 0 0,-1 0 1 0 0,1 1-1 0 0,0-1 0 0 0,-1 0 0 0 0,1 0 0 0 0,-1 0 1 0 0,1 0-1 0 0,-1 1 0 0 0,1-1 0 0 0,-1 0 0 0 0,1 1 1 0 0,-1-1-1 0 0,1 0 0 0 0,-1 1 0 0 0,0-1 0 0 0,1 0 1 0 0,-1 1-1 0 0,1-1 0 0 0,-1 1 0 0 0,0-1 0 0 0,1 1 1 0 0,-1-1-1 0 0,0 1 0 0 0,0-1 0 0 0,1 1 0 0 0,-1-1 1 0 0,0 1-1 0 0,0 0 0 0 0,9 23 740 0 0,-8-22-585 0 0,17 82 2616 0 0,-13-58-2266 0 0,0 0-1 0 0,12 32 1 0 0,-15-52-525 0 0,0 0-1 0 0,1 0 1 0 0,0 0 0 0 0,0 0-1 0 0,1-1 1 0 0,-1 1 0 0 0,1-1 0 0 0,0 0-1 0 0,1 0 1 0 0,-1 0 0 0 0,1-1 0 0 0,0 0-1 0 0,0 0 1 0 0,7 4 0 0 0,-9-6-19 0 0,0 0-1 0 0,0 0 1 0 0,0 0-1 0 0,1-1 1 0 0,-1 0 0 0 0,1 0-1 0 0,-1 0 1 0 0,1 0 0 0 0,-1 0-1 0 0,1-1 1 0 0,0 1 0 0 0,-1-1-1 0 0,1 0 1 0 0,-1 0 0 0 0,1-1-1 0 0,0 1 1 0 0,-1-1 0 0 0,1 0-1 0 0,-1 1 1 0 0,1-1 0 0 0,-1-1-1 0 0,1 1 1 0 0,-1-1 0 0 0,0 1-1 0 0,0-1 1 0 0,0 0 0 0 0,0 0-1 0 0,0 0 1 0 0,0-1 0 0 0,0 1-1 0 0,-1-1 1 0 0,1 1 0 0 0,-1-1-1 0 0,0 0 1 0 0,3-5 0 0 0,-1 3 8 0 0,0-1 0 0 0,-1-1-1 0 0,0 1 1 0 0,-1 0 0 0 0,1-1 0 0 0,-1 1 0 0 0,0-1 0 0 0,-1 0 0 0 0,0 0 0 0 0,0 0 0 0 0,0 0 0 0 0,-1 0 0 0 0,0 1 0 0 0,0-1 0 0 0,-1 0 0 0 0,0 0 0 0 0,-3-12 0 0 0,2 11-126 0 0,1 4 101 0 0,0 0-1 0 0,-1 0 0 0 0,1 0 0 0 0,-1 0 0 0 0,0 0 1 0 0,0 0-1 0 0,-5-5 0 0 0,9 45-1912 0 0,-2-31 1844 0 0,1 0 0 0 0,1 0 0 0 0,-1-1-1 0 0,1 1 1 0 0,0 0 0 0 0,0-1 0 0 0,0 0 0 0 0,1 1 0 0 0,-1-1 0 0 0,1 0 0 0 0,0 0-1 0 0,0-1 1 0 0,1 1 0 0 0,6 6 0 0 0,-4-6 188 0 0,1 1 0 0 0,-1-1 0 0 0,1 0 1 0 0,0-1-1 0 0,0 0 0 0 0,0 0 0 0 0,0 0 0 0 0,1-1 0 0 0,8 2 0 0 0,-8-2 233 0 0,1-1-1 0 0,0 0 0 0 0,0 0 0 0 0,0-1 0 0 0,-1 0 0 0 0,1 0 0 0 0,0-1 0 0 0,0 0 0 0 0,0-1 0 0 0,-1 0 0 0 0,1 0 0 0 0,-1-1 0 0 0,0 0 1 0 0,1-1-1 0 0,-1 0 0 0 0,-1 0 0 0 0,12-7 0 0 0,-14 5-193 0 0,0 1 0 0 0,0-1 0 0 0,0 0 1 0 0,0 0-1 0 0,-1-1 0 0 0,0 1 0 0 0,-1-1 0 0 0,1 0 0 0 0,-1 0 1 0 0,0 0-1 0 0,-1-1 0 0 0,0 1 0 0 0,0-1 0 0 0,-1 1 0 0 0,0-1 1 0 0,0 1-1 0 0,-1-1 0 0 0,1 0 0 0 0,-2 1 0 0 0,-1-15 0 0 0,-1 1-498 0 0,-1 1-1 0 0,-1 0 1 0 0,0 0-1 0 0,-2 0 1 0 0,0 0-1 0 0,-15-26 0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8.4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1 812 4609 0 0,'12'-12'4487'0'0,"11"-21"-1905"0"0,-21 31-2273 0 0,13-21 688 0 0,-1 0 1 0 0,-1-1 0 0 0,-2-1 0 0 0,13-36-1 0 0,-15 32-667 0 0,-1 0 0 0 0,-2-1 0 0 0,-1 1 0 0 0,-1-1-1 0 0,-1-1 1 0 0,-3-49 0 0 0,-1 75-315 0 0,1 1 0 0 0,-1-1-1 0 0,0 1 1 0 0,0-1 0 0 0,-1 1-1 0 0,1 0 1 0 0,-1 0 0 0 0,0 0 0 0 0,0-1-1 0 0,0 2 1 0 0,0-1 0 0 0,-1 0-1 0 0,-4-5 1 0 0,6 9-11 0 0,0-1-1 0 0,0 0 0 0 0,0 0 1 0 0,0 0-1 0 0,0 1 0 0 0,0-1 1 0 0,0 0-1 0 0,0 1 0 0 0,0-1 1 0 0,0 1-1 0 0,-1-1 1 0 0,1 1-1 0 0,0 0 0 0 0,0-1 1 0 0,0 1-1 0 0,-1 0 0 0 0,1 0 1 0 0,0 0-1 0 0,0 0 1 0 0,-2 0-1 0 0,1 1-1 0 0,0 0-1 0 0,0 0 1 0 0,0-1-1 0 0,0 1 1 0 0,0 1 0 0 0,1-1-1 0 0,-1 0 1 0 0,0 0-1 0 0,1 1 1 0 0,-1-1 0 0 0,1 1-1 0 0,-1-1 1 0 0,1 1-1 0 0,0-1 1 0 0,0 1 0 0 0,-2 3-1 0 0,-1 2-14 0 0,0 0 0 0 0,0 1 1 0 0,0 0-1 0 0,1-1 0 0 0,1 1 0 0 0,-1 0 0 0 0,1 0 0 0 0,1 1 0 0 0,-1-1 0 0 0,1 0 0 0 0,1 1 0 0 0,0-1 1 0 0,0 0-1 0 0,0 1 0 0 0,1-1 0 0 0,1 0 0 0 0,-1 1 0 0 0,1-1 0 0 0,0 0 0 0 0,1 0 0 0 0,0 0 1 0 0,1-1-1 0 0,-1 1 0 0 0,1-1 0 0 0,1 0 0 0 0,6 9 0 0 0,-5-7-4 0 0,2 0-1 0 0,-1-1 1 0 0,1 0-1 0 0,0 0 1 0 0,1-1 0 0 0,0 0-1 0 0,0 0 1 0 0,1-1-1 0 0,-1 0 1 0 0,1-1 0 0 0,1 0-1 0 0,-1-1 1 0 0,1 0-1 0 0,-1 0 1 0 0,1-1 0 0 0,0-1-1 0 0,0 0 1 0 0,0 0-1 0 0,14-1 1 0 0,-20-1-17 0 0,0-1 1 0 0,0 0-1 0 0,0 0 0 0 0,-1 0 0 0 0,1 0 0 0 0,0-1 1 0 0,-1 0-1 0 0,1 0 0 0 0,-1 0 0 0 0,0-1 1 0 0,0 1-1 0 0,0-1 0 0 0,0 0 0 0 0,0 0 1 0 0,0 0-1 0 0,-1-1 0 0 0,0 1 0 0 0,1-1 0 0 0,-1 0 1 0 0,-1 0-1 0 0,1 0 0 0 0,-1 0 0 0 0,1-1 1 0 0,2-6-1 0 0,4-11-177 0 0,-1 1 0 0 0,-1-1 0 0 0,7-40 0 0 0,-7-6 592 0 0,-5 46-54 0 0,0 1-1 0 0,5-26 1 0 0,-5 42-284 0 0,-1 0-1 0 0,1-1 1 0 0,0 1 0 0 0,0 0 0 0 0,0 0 0 0 0,0 1-1 0 0,1-1 1 0 0,0 0 0 0 0,0 1 0 0 0,0 0 0 0 0,1-1-1 0 0,0 1 1 0 0,6-5 0 0 0,-8 7 20 0 0,0 1-1 0 0,0-1 1 0 0,1 1-1 0 0,-1 0 1 0 0,1 0-1 0 0,-1 0 1 0 0,1 0-1 0 0,-1 0 1 0 0,1 0-1 0 0,-1 1 1 0 0,1-1 0 0 0,0 1-1 0 0,-1 0 1 0 0,1 0-1 0 0,0 0 1 0 0,-1 0-1 0 0,1 0 1 0 0,0 0-1 0 0,-1 1 1 0 0,1-1-1 0 0,0 1 1 0 0,-1 0-1 0 0,1 0 1 0 0,-1 0-1 0 0,0 0 1 0 0,1 0 0 0 0,-1 1-1 0 0,0-1 1 0 0,1 1-1 0 0,1 1 1 0 0,8 7 171 0 0,-1 0 0 0 0,0 1 1 0 0,0 1-1 0 0,11 15 1 0 0,5 6 228 0 0,-26-34-393 0 0,0-1-1 0 0,0 1 0 0 0,0 0 1 0 0,0 0-1 0 0,0-1 1 0 0,-1 1-1 0 0,1 0 1 0 0,-1-1-1 0 0,1 1 0 0 0,-1-1 1 0 0,1 1-1 0 0,-1 0 1 0 0,0-1-1 0 0,1 1 1 0 0,-1-4-1 0 0,9-41 349 0 0,-7 36-272 0 0,40-162-1581 0 0,-26 117-6796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17:29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 63 2304 0 0,'-34'-32'2699'0'0,"2"2"3564"0"0,62 68-2123 0 0,3 32-3884 0 0,-18-36 112 0 0,63 143-97 0 0,24 47-325 0 0,-73-166-411 0 0,66 94 0 0 0,-34-77-2548 0 0,-45-58-1553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17:29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79 1840 0 0,'-4'-7'5395'0'0,"18"15"-3792"0"0,24 21 57 0 0,45 61 1157 0 0,6 7-1709 0 0,-13-31-936 0 0,-76-66-173 0 0,0 0 0 0 0,0 0 0 0 0,0 1 0 0 0,1-1 0 0 0,-1 0 0 0 0,0 0-1 0 0,0 0 1 0 0,0 0 0 0 0,0 0 0 0 0,0 0 0 0 0,0 0 0 0 0,0 0 0 0 0,0 1 0 0 0,1-1 0 0 0,-1 0 0 0 0,0 0-1 0 0,0 0 1 0 0,0 0 0 0 0,0 0 0 0 0,0 0 0 0 0,1 0 0 0 0,-1 0 0 0 0,0 0 0 0 0,0 0 0 0 0,0 0 0 0 0,0 0 0 0 0,0 0-1 0 0,1 0 1 0 0,-1 0 0 0 0,0 0 0 0 0,0 0 0 0 0,0 0 0 0 0,0 0 0 0 0,0 0 0 0 0,1 0 0 0 0,-1 0 0 0 0,0 0-1 0 0,0 0 1 0 0,0 0 0 0 0,0-1 0 0 0,0 1 0 0 0,0 0 0 0 0,0 0 0 0 0,1 0 0 0 0,-1 0 0 0 0,0 0 0 0 0,0 0 0 0 0,0 0-1 0 0,0 0 1 0 0,0-1 0 0 0,0 1 0 0 0,-1-11-211 0 0,-10-18-351 0 0,9 24 435 0 0,-4-10 93 0 0,-38-122-336 0 0,41 124 346 0 0,0 0 1 0 0,1 0 0 0 0,0-1 0 0 0,1 1 0 0 0,1-1-1 0 0,0 1 1 0 0,1-1 0 0 0,4-19 0 0 0,-5 32 61 0 0,0 0 0 0 0,0 0 0 0 0,0 0 0 0 0,0-1 0 0 0,1 1 0 0 0,-1 0-1 0 0,0 0 1 0 0,1 0 0 0 0,-1 0 0 0 0,1 0 0 0 0,-1 0 0 0 0,1 0 0 0 0,0 0 0 0 0,-1 1 0 0 0,1-1 0 0 0,0 0 0 0 0,-1 0 0 0 0,1 0 0 0 0,0 1 0 0 0,0-1 0 0 0,0 0 0 0 0,0 1 0 0 0,0-1 0 0 0,0 1 0 0 0,0-1 0 0 0,0 1 0 0 0,0-1 0 0 0,0 1 0 0 0,0 0-1 0 0,0 0 1 0 0,0-1 0 0 0,0 1 0 0 0,0 0 0 0 0,0 0 0 0 0,1 0 0 0 0,-1 0 0 0 0,0 0 0 0 0,0 0 0 0 0,0 1 0 0 0,0-1 0 0 0,0 0 0 0 0,0 0 0 0 0,0 1 0 0 0,0-1 0 0 0,0 1 0 0 0,0-1 0 0 0,0 1 0 0 0,2 1 0 0 0,6 3 473 0 0,0 1 0 0 0,0 1 0 0 0,0 0 0 0 0,8 9 0 0 0,-7-7-254 0 0,7 6-56 0 0,-1 1 0 0 0,0 1 0 0 0,-2 0 1 0 0,15 23-1 0 0,41 79-102 0 0,-52-86-90 0 0,-4-6-678 0 0,2-1 0 0 0,1 0 0 0 0,34 40 0 0 0,-36-51-446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17:30.2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62 3225 0 0,'17'-18'993'0'0,"-13"13"-473"0"0,0-1 1 0 0,1 1-1 0 0,0 1 1 0 0,0-1 0 0 0,0 1-1 0 0,10-6 1 0 0,-13 9-409 0 0,0 0 1 0 0,0 1-1 0 0,0-1 1 0 0,0 0-1 0 0,0 1 0 0 0,0 0 1 0 0,0-1-1 0 0,0 1 1 0 0,0 0-1 0 0,0 0 0 0 0,0 0 1 0 0,0 1-1 0 0,0-1 1 0 0,1 0-1 0 0,-1 1 0 0 0,0-1 1 0 0,-1 1-1 0 0,1 0 0 0 0,0 0 1 0 0,0-1-1 0 0,0 1 1 0 0,0 1-1 0 0,-1-1 0 0 0,1 0 1 0 0,0 0-1 0 0,-1 1 1 0 0,2 1-1 0 0,4 3 32 0 0,-2 0 0 0 0,1 1 0 0 0,-1 0-1 0 0,0 0 1 0 0,0 0 0 0 0,-1 0 0 0 0,0 1 0 0 0,0 0 0 0 0,-1 0 0 0 0,0 0-1 0 0,3 13 1 0 0,18 40 156 0 0,-24-60-301 0 0,1 0 1 0 0,-1-1 0 0 0,0 1-1 0 0,1 0 1 0 0,-1 0 0 0 0,1-1-1 0 0,-1 1 1 0 0,1-1-1 0 0,0 1 1 0 0,-1 0 0 0 0,1-1-1 0 0,0 1 1 0 0,-1-1-1 0 0,1 1 1 0 0,0-1 0 0 0,-1 0-1 0 0,1 1 1 0 0,0-1 0 0 0,0 0-1 0 0,-1 1 1 0 0,1-1-1 0 0,0 0 1 0 0,0 0 0 0 0,0 0-1 0 0,0 0 1 0 0,1 0 8 0 0,0 0-1 0 0,0-1 1 0 0,-1 1 0 0 0,1-1-1 0 0,0 1 1 0 0,-1-1 0 0 0,1 0-1 0 0,-1 0 1 0 0,1 0-1 0 0,-1 0 1 0 0,3-2 0 0 0,5-5 78 0 0,0 0-1 0 0,0-1 1 0 0,6-11 0 0 0,-3 7 65 0 0,-10 10-127 0 0,1 0 0 0 0,0 0 1 0 0,0 0-1 0 0,0 1 0 0 0,0-1 0 0 0,0 1 1 0 0,1 0-1 0 0,-1 0 0 0 0,1 0 0 0 0,-1 1 1 0 0,1-1-1 0 0,0 1 0 0 0,-1 0 0 0 0,1 0 1 0 0,4-1-1 0 0,-5 3-22 0 0,-1-1 1 0 0,0 0-1 0 0,1 0 1 0 0,-1 1-1 0 0,1 0 1 0 0,-1-1-1 0 0,0 1 1 0 0,1 0-1 0 0,-1 0 1 0 0,0 0-1 0 0,0 0 1 0 0,0 1 0 0 0,0-1-1 0 0,0 0 1 0 0,0 1-1 0 0,0 0 1 0 0,-1-1-1 0 0,1 1 1 0 0,0 0-1 0 0,-1 0 1 0 0,1 0-1 0 0,-1 0 1 0 0,0 0-1 0 0,0 0 1 0 0,2 4-1 0 0,1 2 145 0 0,-1 1 1 0 0,0 0-1 0 0,0 0 0 0 0,-1 0 0 0 0,0 0 0 0 0,0 0 0 0 0,0 17 1 0 0,-5 71 1338 0 0,0-34-986 0 0,3-38-936 0 0,0-15-145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17:31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5 6913 0 0,'-11'-2'-247'0'0,"10"2"361"0"0,-1-1 1 0 0,1 1-1 0 0,-1-1 0 0 0,0 1 0 0 0,1 0 1 0 0,-1 0-1 0 0,0-1 0 0 0,1 1 1 0 0,-1 0-1 0 0,0 0 0 0 0,1 1 0 0 0,-1-1 1 0 0,1 0-1 0 0,-1 1 0 0 0,0-1 1 0 0,1 0-1 0 0,-1 1 0 0 0,1 0 0 0 0,-1-1 1 0 0,-1 2-1 0 0,3-1-71 0 0,0 0 0 0 0,0-1 0 0 0,0 1 0 0 0,1-1 0 0 0,-1 1-1 0 0,0-1 1 0 0,0 1 0 0 0,1-1 0 0 0,-1 1 0 0 0,0-1 0 0 0,1 1 0 0 0,-1-1 0 0 0,1 1 0 0 0,-1-1 0 0 0,0 0 0 0 0,1 1 0 0 0,-1-1 0 0 0,1 0-1 0 0,-1 1 1 0 0,1-1 0 0 0,-1 0 0 0 0,1 1 0 0 0,0-1 0 0 0,-1 0 0 0 0,1 0 0 0 0,-1 0 0 0 0,1 0 0 0 0,-1 0 0 0 0,2 1 0 0 0,18 4 29 0 0,21 3 114 0 0,0-2-1 0 0,0-2 1 0 0,45-2-1 0 0,127-13 327 0 0,52 2-101 0 0,166 13-503 0 0,-341-6 14 0 0,145 1 144 0 0,-127 17 139 0 0,-79-11-334 0 0,1 0-1 0 0,40 1 0 0 0,-13-3-1164 0 0,-44-1 595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17:32.4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31 4145 0 0,'-1'0'319'0'0,"0"-1"-119"0"0,0 0 1 0 0,0 0 0 0 0,1 0 0 0 0,-1 0 0 0 0,0 0-1 0 0,0 0 1 0 0,0 0 0 0 0,1 0 0 0 0,-1 0 0 0 0,0-1 0 0 0,1 1-1 0 0,-1 0 1 0 0,1 0 0 0 0,-1-3 0 0 0,1 4-117 0 0,0-1 0 0 0,0 1 0 0 0,0-1 0 0 0,1 1 1 0 0,-1-1-1 0 0,0 1 0 0 0,0 0 0 0 0,0-1 0 0 0,0 1 0 0 0,0-1 0 0 0,1 1 1 0 0,-1 0-1 0 0,0-1 0 0 0,0 1 0 0 0,1-1 0 0 0,-1 1 0 0 0,0 0 1 0 0,1 0-1 0 0,-1-1 0 0 0,0 1 0 0 0,1 0 0 0 0,-1-1 0 0 0,1 1 0 0 0,-1 0 1 0 0,0 0-1 0 0,1 0 0 0 0,0-1 0 0 0,1 1 67 0 0,0-1 0 0 0,0 1-1 0 0,0 0 1 0 0,0 0 0 0 0,0 0 0 0 0,0 0-1 0 0,0 0 1 0 0,1 0 0 0 0,-1 0-1 0 0,0 1 1 0 0,0-1 0 0 0,0 1 0 0 0,0-1-1 0 0,0 1 1 0 0,0 0 0 0 0,1 1 0 0 0,22 14 21 0 0,-2 2 0 0 0,0 0 0 0 0,-1 1 0 0 0,22 26 0 0 0,-24-24-36 0 0,1 0-1 0 0,1-2 0 0 0,1 0 0 0 0,28 17 0 0 0,-49-35-122 0 0,1 0 0 0 0,-1 1-1 0 0,0 0 1 0 0,1-1 0 0 0,-1 1 0 0 0,0 0-1 0 0,0 0 1 0 0,0 0 0 0 0,-1 1 0 0 0,1-1-1 0 0,0 0 1 0 0,-1 1 0 0 0,1-1 0 0 0,-1 1 0 0 0,0-1-1 0 0,0 1 1 0 0,0 0 0 0 0,0-1 0 0 0,-1 1-1 0 0,1 0 1 0 0,-1 0 0 0 0,1-1 0 0 0,-1 1 0 0 0,0 0-1 0 0,0 0 1 0 0,0 0 0 0 0,0 0 0 0 0,-1-1-1 0 0,1 1 1 0 0,-1 0 0 0 0,0 0 0 0 0,0-1-1 0 0,0 1 1 0 0,0 0 0 0 0,0-1 0 0 0,0 1 0 0 0,-1-1-1 0 0,1 1 1 0 0,-1-1 0 0 0,0 0 0 0 0,0 0-1 0 0,0 0 1 0 0,0 0 0 0 0,-4 4 0 0 0,-8 4 163 0 0,0-1 0 0 0,0 0 0 0 0,-1-1-1 0 0,0-1 1 0 0,0 0 0 0 0,-1-1 0 0 0,-22 6 0 0 0,13-4-215 0 0,-44 21 0 0 0,49-18 155 0 0,6-3-4761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5:13.9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64 120 920 0 0,'1'-4'154'0'0,"-1"0"-1"0"0,-1 0 1 0 0,1 0 0 0 0,0 1-1 0 0,-1-1 1 0 0,0 0-1 0 0,0 0 1 0 0,0 1-1 0 0,0-1 1 0 0,0 1 0 0 0,-3-5-1 0 0,2 5 81 0 0,0 1 0 0 0,0 0 0 0 0,0 0-1 0 0,0 0 1 0 0,0 1 0 0 0,0-1 0 0 0,-1 0 0 0 0,1 1-1 0 0,-1-1 1 0 0,1 1 0 0 0,-28-14 12543 0 0,34 13-13237 0 0,-2 2 524 0 0,-1-1 1 0 0,0 1-1 0 0,1 0 0 0 0,-1 0 1 0 0,1 0-1 0 0,-1 0 0 0 0,1 0 1 0 0,-1 0-1 0 0,1 0 1 0 0,-1 1-1 0 0,0-1 0 0 0,1 0 1 0 0,-1 1-1 0 0,0-1 1 0 0,1 1-1 0 0,-1 0 0 0 0,0-1 1 0 0,1 1-1 0 0,-1 0 1 0 0,0 0-1 0 0,2 1 0 0 0,22 21 687 0 0,-23-22-718 0 0,2 3 52 0 0,-1-1 1 0 0,1 0-1 0 0,0 0 0 0 0,0 0 0 0 0,1 0 0 0 0,-1-1 0 0 0,1 1 1 0 0,-1-1-1 0 0,1 0 0 0 0,0-1 0 0 0,0 1 0 0 0,-1-1 0 0 0,11 2 0 0 0,-2 4 370 0 0,-13-7-450 0 0,0 0-1 0 0,1 1 1 0 0,-1-1-1 0 0,0 0 1 0 0,0 0-1 0 0,1 1 1 0 0,-1-1-1 0 0,0 0 1 0 0,1 0-1 0 0,-1 0 0 0 0,0 1 1 0 0,1-1-1 0 0,-1 0 1 0 0,1 0-1 0 0,-1 0 1 0 0,0 0-1 0 0,1 0 1 0 0,-1 0-1 0 0,0 0 1 0 0,1 0-1 0 0,-1 0 1 0 0,1 0-1 0 0,-1 0 0 0 0,0 0 1 0 0,1 0-1 0 0,-1 0 1 0 0,0 0-1 0 0,1 0 1 0 0,-1 0-1 0 0,0-1 1 0 0,1 1-1 0 0,-1 0 1 0 0,1 0-1 0 0,-1 0 0 0 0,0-1 1 0 0,0 1-1 0 0,1 0 1 0 0,-1 0-1 0 0,0-1 1 0 0,1 1-1 0 0,-1 0 1 0 0,0 0-1 0 0,0-1 1 0 0,0 1-1 0 0,1 0 1 0 0,-1-1-1 0 0,0 1 0 0 0,1-1 310 0 0,12-16-232 0 0,12-9 66 0 0,-21 22-112 0 0,1 0 0 0 0,-1-1 0 0 0,0 1 0 0 0,0-1 0 0 0,0 0 0 0 0,3-7 0 0 0,-6 10-41 0 0,-1 1 0 0 0,1 0-1 0 0,-1 0 1 0 0,1-1 0 0 0,0 1 0 0 0,0 0 0 0 0,-1 0 0 0 0,1 0-1 0 0,0 0 1 0 0,0 0 0 0 0,0 0 0 0 0,0 0 0 0 0,0 0 0 0 0,0 0 0 0 0,0 1-1 0 0,0-1 1 0 0,0 0 0 0 0,1 1 0 0 0,-1-1 0 0 0,0 0 0 0 0,0 1-1 0 0,1 0 1 0 0,-1-1 0 0 0,0 1 0 0 0,1 0 0 0 0,-1 0 0 0 0,0-1 0 0 0,1 1-1 0 0,-1 0 1 0 0,0 1 0 0 0,1-1 0 0 0,-1 0 0 0 0,0 0 0 0 0,1 0-1 0 0,-1 1 1 0 0,0-1 0 0 0,0 1 0 0 0,1-1 0 0 0,-1 1 0 0 0,0-1-1 0 0,0 1 1 0 0,0 0 0 0 0,1 0 0 0 0,-1-1 0 0 0,0 1 0 0 0,0 0 0 0 0,0 0-1 0 0,-1 0 1 0 0,1 0 0 0 0,0 0 0 0 0,1 2 0 0 0,0-1 4 0 0,0 0 1 0 0,1 0-1 0 0,-1 0 0 0 0,1 0 1 0 0,-1 0-1 0 0,1 0 1 0 0,0 0-1 0 0,-1-1 1 0 0,1 0-1 0 0,0 1 0 0 0,0-1 1 0 0,0 0-1 0 0,0-1 1 0 0,0 1-1 0 0,1 0 0 0 0,-1-1 1 0 0,0 0-1 0 0,6 0 1 0 0,11 2-1 0 0,156 27-63 0 0,-148-23 64 0 0,-1 0 0 0 0,-1 2 0 0 0,1 1 0 0 0,36 17 0 0 0,-34-13 0 0 0,1-1 0 0 0,60 15 0 0 0,-73-24 0 0 0,84 18 0 0 0,0-5 0 0 0,148 4 0 0 0,-161-19-9 0 0,109-3 108 0 0,-159 0-89 0 0,0-3-1 0 0,0-1 0 0 0,42-12 1 0 0,19-10-62 0 0,2 4 0 0 0,0 5 0 0 0,155-10 0 0 0,-51 21 52 0 0,71 5 0 0 0,-115-9-7 0 0,1-1 87 0 0,-98 10 166 0 0,0-3-1 0 0,98-23 1 0 0,-155 28-219 0 0,30 0 74 0 0,-13 3-63 0 0,-23-2-38 0 0,0-1-13 0 0,0 1-58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5:24.2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91 2304 0 0,'-12'15'1669'0'0,"12"-16"-1648"0"0,0 1 0 0 0,0 0 1 0 0,0 0-1 0 0,0 0 0 0 0,0 0 1 0 0,0 0-1 0 0,0 0 0 0 0,0 0 1 0 0,0 0-1 0 0,0 0 0 0 0,0 0 0 0 0,0 0 1 0 0,0 0-1 0 0,1 0 0 0 0,-1 0 1 0 0,0 0-1 0 0,0 0 0 0 0,0 0 1 0 0,0 0-1 0 0,0 0 0 0 0,0 0 1 0 0,0 0-1 0 0,0 0 0 0 0,0 0 0 0 0,1 0 1 0 0,-1 0-1 0 0,0 0 0 0 0,0 0 1 0 0,0 0-1 0 0,0 0 0 0 0,0 0 1 0 0,0 0-1 0 0,0 0 0 0 0,0 0 1 0 0,0 0-1 0 0,0 0 0 0 0,1 0 1 0 0,-1 0-1 0 0,0 0 0 0 0,0 0 0 0 0,0 0 1 0 0,0 0-1 0 0,0 0 0 0 0,0 0 1 0 0,0 0-1 0 0,0 1 0 0 0,0-1 1 0 0,0 0-1 0 0,0 0 0 0 0,0 0 1 0 0,0 0-1 0 0,0 0 0 0 0,0 0 0 0 0,0 0 1 0 0,0 0-1 0 0,0 0 0 0 0,0 0 1 0 0,0 1-1 0 0,0-1 0 0 0,0 0 1 0 0,0 0-1 0 0,0 0 0 0 0,0 0 1 0 0,0 0-1 0 0,0 0 0 0 0,0 0 0 0 0,0 0 1 0 0,0 0-1 0 0,0 1 0 0 0,33-17 2420 0 0,-9 4-995 0 0,110-37 3571 0 0,-126 46-4953 0 0,0 1-1 0 0,-1 0 0 0 0,1 1 0 0 0,0 0 0 0 0,0 0 1 0 0,0 0-1 0 0,0 1 0 0 0,0 1 0 0 0,9 0 0 0 0,8 4 690 0 0,39 11 0 0 0,-51-11-538 0 0,1 0-1 0 0,0-2 1 0 0,0 0 0 0 0,0 0 0 0 0,0-2-1 0 0,1 1 1 0 0,-1-2 0 0 0,27-2 0 0 0,20-7 244 0 0,0 3 1 0 0,91 1 0 0 0,126-17 282 0 0,-52 2-327 0 0,-142 20-314 0 0,98 14 1 0 0,-24-1-19 0 0,-118-9-83 0 0,69 16 0 0 0,-69-11 0 0 0,66 6 0 0 0,64 8 220 0 0,-28-1-38 0 0,-35-17 218 0 0,-58-3-226 0 0,64 10-1 0 0,-63-7-113 0 0,1-2 1 0 0,-1-2-1 0 0,95-10 0 0 0,-23 0-42 0 0,297-32-18 0 0,105-9 0 0 0,-265 49 0 0 0,-212 4 0 0 0,-1 1 0 0 0,1 3 0 0 0,67 20 0 0 0,-79-19 11 0 0,0-2 0 0 0,0-1 0 0 0,60 1 1 0 0,20 2 7 0 0,18-4-19 0 0,-48-3 0 0 0,-15 3 5 0 0,250 2 54 0 0,-205-10-59 0 0,117-9 0 0 0,91-3 0 0 0,-107 9 0 0 0,121 1 0 0 0,-233 7 0 0 0,1 4 0 0 0,171 30 0 0 0,-227-29 0 0 0,58-2 0 0 0,11 1 0 0 0,168 14 0 0 0,-217-18 0 0 0,0-4 0 0 0,79-14 0 0 0,-22 0 15 0 0,49-9 10 0 0,78-7 37 0 0,-201 28-45 0 0,-2 2-61 0 0,81 4 1 0 0,-97-1 43 0 0,37-4 0 0 0,10 0 0 0 0,-69 4 0 0 0,2-1 0 0 0,0 1 0 0 0,0 1 0 0 0,1 0 0 0 0,-2 1 0 0 0,22 6 0 0 0,-26-8-3 0 0,-8 0 4 0 0,1 0 0 0 0,-1 0 0 0 0,0 0 0 0 0,0 0 0 0 0,0 0 0 0 0,0 0 0 0 0,0 1 0 0 0,0-1 0 0 0,0 0 0 0 0,0 0 0 0 0,0 1 0 0 0,0-1-1 0 0,0 1 1 0 0,0-1 0 0 0,0 1 0 0 0,2 0 108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5:28.1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44 1840 0 0,'-17'3'13831'0'0,"35"6"-13291"0"0,-14-7-305 0 0,1 0 0 0 0,-1 0 0 0 0,0-1 0 0 0,1 0 0 0 0,-1 0 1 0 0,6 1-1 0 0,48-1 3963 0 0,-36-2-3520 0 0,61 1-683 0 0,130 3-14 0 0,168-9 7 0 0,-176-3 8 0 0,-102 6 141 0 0,271 7 262 0 0,-276 5-319 0 0,0-5 0 0 0,0-5 0 0 0,1-3 0 0 0,-2-5 0 0 0,119-26 0 0 0,-191 29-32 0 0,-1 1 0 0 0,1 2 0 0 0,26-1 0 0 0,-47 3-429 0 0,-7 2 74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13.7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523 86 2761 0 0,'0'-4'250'0'0,"0"0"0"0"0,0 1 0 0 0,0-1 0 0 0,-1 1 0 0 0,1-1 0 0 0,-1 0 1 0 0,0 1-1 0 0,0-1 0 0 0,0 1 0 0 0,0 0 0 0 0,-1-1 0 0 0,1 1 0 0 0,-1 0 0 0 0,0 0 1 0 0,0 0-1 0 0,0 0 0 0 0,-1 0 0 0 0,1 0 0 0 0,-1 1 0 0 0,1-1 0 0 0,-1 1 0 0 0,-4-3 1 0 0,4 3-43 0 0,-1 1 1 0 0,1-1 0 0 0,-1 1-1 0 0,1 0 1 0 0,-1 0 0 0 0,1 1 0 0 0,-1-1-1 0 0,0 1 1 0 0,1 0 0 0 0,-1 0 0 0 0,0 0-1 0 0,0 0 1 0 0,1 0 0 0 0,-1 1-1 0 0,1 0 1 0 0,-1 0 0 0 0,0 0 0 0 0,1 0-1 0 0,0 0 1 0 0,-1 1 0 0 0,-5 3-1 0 0,-11 7 323 0 0,0 1-1 0 0,1 1 0 0 0,0 1 0 0 0,1 0 1 0 0,1 2-1 0 0,-16 19 0 0 0,5-2 18 0 0,1 1 1 0 0,-29 53 0 0 0,33-48-364 0 0,3 1 0 0 0,1 1 1 0 0,2 0-1 0 0,2 2 0 0 0,1-1 1 0 0,3 2-1 0 0,2 0 1 0 0,-7 88-1 0 0,15-116-181 0 0,1-1-1 0 0,1 0 1 0 0,1 1 0 0 0,0-1-1 0 0,1 0 1 0 0,1 0 0 0 0,1-1 0 0 0,0 1-1 0 0,13 26 1 0 0,-14-34-10 0 0,1 1-1 0 0,1-1 1 0 0,-1-1 0 0 0,1 1 0 0 0,1-1 0 0 0,-1 0-1 0 0,1-1 1 0 0,0 1 0 0 0,1-1 0 0 0,0-1-1 0 0,0 1 1 0 0,0-1 0 0 0,0-1 0 0 0,1 0 0 0 0,0 0-1 0 0,-1 0 1 0 0,2-1 0 0 0,8 2 0 0 0,-2-2-276 0 0,-1 0-1 0 0,1-1 1 0 0,0-1 0 0 0,0 0 0 0 0,0-1 0 0 0,0-1 0 0 0,0-1 0 0 0,-1 0 0 0 0,18-5 0 0 0,-3-2-5977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14.1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19 6449 0 0,'-4'2'288'0'0,"0"0"0"0"0,1 0-1 0 0,-1 0 1 0 0,1 1 0 0 0,-1-1-1 0 0,1 1 1 0 0,0 0-1 0 0,0 0 1 0 0,0 0 0 0 0,0 1-1 0 0,1-1 1 0 0,-1 1 0 0 0,1-1-1 0 0,0 1 1 0 0,0 0 0 0 0,0 0-1 0 0,1 0 1 0 0,-1 0 0 0 0,1 0-1 0 0,0 0 1 0 0,0 0-1 0 0,0 0 1 0 0,1 1 0 0 0,0-1-1 0 0,-1 0 1 0 0,1 0 0 0 0,1 1-1 0 0,-1-1 1 0 0,2 8 0 0 0,0-5-113 0 0,0-1 0 0 0,0 1 1 0 0,1 0-1 0 0,-1-1 1 0 0,1 0-1 0 0,1 1 0 0 0,-1-1 1 0 0,1-1-1 0 0,0 1 1 0 0,1 0-1 0 0,-1-1 0 0 0,1 0 1 0 0,0 0-1 0 0,0 0 1 0 0,1-1-1 0 0,-1 0 0 0 0,12 7 1 0 0,-9-8-40 0 0,1 1 1 0 0,0-1-1 0 0,-1 0 1 0 0,1-1-1 0 0,0 0 0 0 0,0-1 1 0 0,0 1-1 0 0,1-2 1 0 0,-1 1-1 0 0,0-1 0 0 0,0-1 1 0 0,0 0-1 0 0,17-3 1 0 0,-23 3-117 0 0,1 0 0 0 0,-1 0 0 0 0,1 0 0 0 0,-1-1 0 0 0,0 1-1 0 0,0-1 1 0 0,0 1 0 0 0,0-1 0 0 0,0 0 0 0 0,0 0 0 0 0,0-1 0 0 0,-1 1 0 0 0,1 0 0 0 0,-1-1 0 0 0,1 0 0 0 0,-1 1 0 0 0,0-1 0 0 0,0 0 0 0 0,0 0 0 0 0,-1 0 0 0 0,1-1 0 0 0,-1 1 0 0 0,1 0 0 0 0,-1 0 0 0 0,0-1 0 0 0,-1 1 0 0 0,1-1 0 0 0,0 1 0 0 0,-1-1 0 0 0,0 1 0 0 0,0-1 0 0 0,0 1 0 0 0,0-1 0 0 0,-1 1 0 0 0,1-1 0 0 0,-1 1 0 0 0,0-1-1 0 0,-1-3 1 0 0,0-2 14 0 0,-1-1-1 0 0,0 1 1 0 0,-1-1-1 0 0,0 1 0 0 0,-1 0 1 0 0,1 0-1 0 0,-2 1 0 0 0,1 0 1 0 0,-1-1-1 0 0,0 2 0 0 0,-12-12 1 0 0,14 15-209 0 0,0 1 0 0 0,0 0 1 0 0,0 1-1 0 0,0-1 1 0 0,-1 1-1 0 0,1 0 0 0 0,-1 0 1 0 0,1 0-1 0 0,-1 0 0 0 0,0 1 1 0 0,0 0-1 0 0,0 0 0 0 0,0 0 1 0 0,0 1-1 0 0,1-1 0 0 0,-1 1 1 0 0,0 0-1 0 0,0 1 0 0 0,0-1 1 0 0,0 1-1 0 0,0 0 0 0 0,0 0 1 0 0,0 1-1 0 0,-8 3 0 0 0,-2 1-1878 0 0,0 1-3506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14.6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43 10594 0 0,'1'1'128'0'0,"1"-1"-1"0"0,-1 1 1 0 0,0-1 0 0 0,0 1-1 0 0,1 0 1 0 0,-1-1-1 0 0,0 1 1 0 0,0 0-1 0 0,0 0 1 0 0,0 0 0 0 0,0 0-1 0 0,0 0 1 0 0,0 0-1 0 0,0 0 1 0 0,-1 0-1 0 0,1 0 1 0 0,0 0 0 0 0,0 0-1 0 0,0 2 1 0 0,14 28 1025 0 0,-13-24-753 0 0,22 64 2303 0 0,-19-54-2433 0 0,0 0-1 0 0,1-1 0 0 0,16 31 1 0 0,-22-46-269 0 0,1 1 0 0 0,0-1 0 0 0,-1 0 1 0 0,1 0-1 0 0,0 0 0 0 0,-1 0 0 0 0,1 0 0 0 0,0 0 0 0 0,0-1 0 0 0,0 1 1 0 0,0 0-1 0 0,0 0 0 0 0,0-1 0 0 0,0 1 0 0 0,0 0 0 0 0,1-1 1 0 0,-1 1-1 0 0,0-1 0 0 0,0 1 0 0 0,0-1 0 0 0,1 0 0 0 0,-1 0 0 0 0,2 1 1 0 0,-1-2-16 0 0,0 1 0 0 0,0-1 0 0 0,0 1 0 0 0,0-1 0 0 0,-1 0 0 0 0,1 1 1 0 0,0-1-1 0 0,-1 0 0 0 0,1 0 0 0 0,0-1 0 0 0,-1 1 0 0 0,1 0 0 0 0,-1 0 1 0 0,2-2-1 0 0,6-8-106 0 0,-1 0-1 0 0,0 0 1 0 0,10-21 0 0 0,-11 21 103 0 0,14-26-120 0 0,29-44-40 0 0,-44 71 179 0 0,2 1 0 0 0,-1 0 0 0 0,1 0 0 0 0,0 1 0 0 0,17-13 0 0 0,-23 20 30 0 0,-1 0 0 0 0,2-1 0 0 0,-1 1 0 0 0,0 0 0 0 0,0 0 1 0 0,0 1-1 0 0,0-1 0 0 0,1 0 0 0 0,-1 1 0 0 0,0-1 0 0 0,0 1 0 0 0,1 0 1 0 0,-1 0-1 0 0,0 0 0 0 0,1 0 0 0 0,-1 0 0 0 0,0 0 0 0 0,1 1 0 0 0,-1-1 0 0 0,0 1 1 0 0,1-1-1 0 0,-1 1 0 0 0,0 0 0 0 0,0 0 0 0 0,0 0 0 0 0,0 0 0 0 0,0 1 1 0 0,0-1-1 0 0,0 0 0 0 0,2 3 0 0 0,6 5 253 0 0,-1 0 1 0 0,0 1-1 0 0,0 0 0 0 0,9 16 1 0 0,0-3-93 0 0,-12-15-247 0 0,-2-2-129 0 0,1-1-1 0 0,-1 1 1 0 0,1-1 0 0 0,1 0 0 0 0,7 6 0 0 0,-12-10 164 0 0,-1-1 0 0 0,1 1 0 0 0,0-1 0 0 0,0 1-1 0 0,0-1 1 0 0,0 0 0 0 0,0 1 0 0 0,0-1 0 0 0,0 0 0 0 0,0 0 0 0 0,0 1 0 0 0,0-1 0 0 0,0 0 0 0 0,0 0-1 0 0,0 0 1 0 0,0 0 0 0 0,0-1 0 0 0,0 1 0 0 0,0 0 0 0 0,0 0 0 0 0,0-1 0 0 0,0 1 0 0 0,0 0 0 0 0,-1-1-1 0 0,1 1 1 0 0,0-1 0 0 0,0 1 0 0 0,0-1 0 0 0,0 1 0 0 0,-1-1 0 0 0,1 0 0 0 0,0 1 0 0 0,0-1 0 0 0,-1 0-1 0 0,1 0 1 0 0,-1 1 0 0 0,1-1 0 0 0,-1 0 0 0 0,1 0 0 0 0,-1 0 0 0 0,1 0 0 0 0,-1 0 0 0 0,0 0-1 0 0,1 0 1 0 0,-1 0 0 0 0,0-1 0 0 0,11-25-207 0 0,-10 20 207 0 0,1 1-1 0 0,0 0 0 0 0,1-1 1 0 0,-1 1-1 0 0,1 0 1 0 0,0 0-1 0 0,1 1 1 0 0,0-1-1 0 0,-1 1 0 0 0,2-1 1 0 0,-1 1-1 0 0,1 0 1 0 0,9-7-1 0 0,-12 11 46 0 0,0 0 0 0 0,1 0-1 0 0,-1 1 1 0 0,0-1 0 0 0,1 1 0 0 0,-1 0 0 0 0,0-1-1 0 0,1 1 1 0 0,-1 0 0 0 0,0 0 0 0 0,1 1 0 0 0,-1-1-1 0 0,0 0 1 0 0,1 1 0 0 0,-1-1 0 0 0,0 1 0 0 0,0 0-1 0 0,0 0 1 0 0,1 0 0 0 0,-1 0 0 0 0,0 0 0 0 0,0 0-1 0 0,0 1 1 0 0,-1-1 0 0 0,1 1 0 0 0,0-1-1 0 0,0 1 1 0 0,-1 0 0 0 0,1-1 0 0 0,2 5 0 0 0,4 5 118 0 0,0 0 0 0 0,0 1 0 0 0,10 21 0 0 0,-15-26-177 0 0,22 34-3224 0 0,-16-30 2105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14.9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0 2745 0 0,'-4'7'6225'0'0,"4"-6"-6053"0"0,4 18 3676 0 0,11 23-339 0 0,-13-36-2876 0 0,10 28 1039 0 0,9 47 1 0 0,8 97-1408 0 0,-25-147-445 0 0,-2-17-784 0 0,0 0-1 0 0,-2 0 1 0 0,0 1 0 0 0,-1 14 0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15.1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85 3225 0 0,'1'-4'254'0'0,"-1"0"1"0"0,1 0 0 0 0,0 0-1 0 0,0 0 1 0 0,0 0-1 0 0,1 0 1 0 0,-1 1 0 0 0,1-1-1 0 0,0 0 1 0 0,0 1 0 0 0,1-1-1 0 0,-1 1 1 0 0,1 0-1 0 0,-1 0 1 0 0,1 0 0 0 0,0 0-1 0 0,0 0 1 0 0,0 0 0 0 0,1 1-1 0 0,-1 0 1 0 0,1 0-1 0 0,-1 0 1 0 0,1 0 0 0 0,0 0-1 0 0,-1 1 1 0 0,1-1 0 0 0,6 0-1 0 0,-9 2-135 0 0,0 0 0 0 0,0 0 0 0 0,0 0-1 0 0,-1 0 1 0 0,1 0 0 0 0,0 0 0 0 0,0 0 0 0 0,0 0-1 0 0,0 1 1 0 0,0-1 0 0 0,0 0 0 0 0,0 1-1 0 0,0-1 1 0 0,-1 0 0 0 0,1 1 0 0 0,0-1 0 0 0,0 1-1 0 0,-1 0 1 0 0,1-1 0 0 0,0 1 0 0 0,-1 0 0 0 0,1-1-1 0 0,0 1 1 0 0,0 1 0 0 0,0 1 85 0 0,1-1-1 0 0,-1 1 1 0 0,0-1-1 0 0,-1 1 1 0 0,1 0 0 0 0,0-1-1 0 0,-1 1 1 0 0,1 4-1 0 0,-1 3 271 0 0,0 0-1 0 0,-1 0 0 0 0,-2 17 0 0 0,-2-8-121 0 0,0 1 0 0 0,-2-2 0 0 0,0 1 0 0 0,-9 18 0 0 0,6-19-1594 0 0,-22 31 1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15.5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4145 0 0,'2'1'130'0'0,"0"1"0"0"0,-1-1 0 0 0,1 1 0 0 0,-1-1 0 0 0,1 1 1 0 0,-1 0-1 0 0,0-1 0 0 0,0 1 0 0 0,0 0 0 0 0,0 0 0 0 0,0 0 0 0 0,0 0 0 0 0,0 0 0 0 0,0 0 1 0 0,-1 0-1 0 0,1 4 0 0 0,6 42 2300 0 0,-5-32-1302 0 0,0 0-134 0 0,2 1 0 0 0,-1-1-1 0 0,2 0 1 0 0,9 22 0 0 0,-12-32-719 0 0,1-1 0 0 0,0 0 0 0 0,0 1 1 0 0,0-1-1 0 0,1-1 0 0 0,-1 1 1 0 0,1 0-1 0 0,0-1 0 0 0,1 0 0 0 0,-1 1 1 0 0,1-2-1 0 0,0 1 0 0 0,0-1 1 0 0,0 1-1 0 0,9 3 0 0 0,-13-7-280 0 0,1 1 0 0 0,-1-1 0 0 0,1 1 0 0 0,0-1 0 0 0,-1 0 0 0 0,1 1 0 0 0,0-1 0 0 0,0 0 0 0 0,-1 0 0 0 0,1 0 0 0 0,0-1 0 0 0,-1 1 0 0 0,1 0 0 0 0,0-1 0 0 0,-1 1 0 0 0,1-1-1 0 0,-1 1 1 0 0,1-1 0 0 0,-1 0 0 0 0,3-1 0 0 0,0 0-27 0 0,-1-1 1 0 0,0 0-1 0 0,0 0 0 0 0,0 0 0 0 0,0 0 0 0 0,0 0 0 0 0,-1 0 0 0 0,3-5 0 0 0,2-3-55 0 0,-1-1 0 0 0,-1-1 0 0 0,0 1 0 0 0,5-17 0 0 0,-6 12 197 0 0,-3 10-6 0 0,0 1 1 0 0,1-1-1 0 0,-1 1 0 0 0,1 0 1 0 0,1 0-1 0 0,-1 0 0 0 0,1 0 1 0 0,0 0-1 0 0,6-8 1 0 0,-8 14-54 0 0,0-1 0 0 0,0 1 0 0 0,0 0 0 0 0,0 0 0 0 0,0 0 0 0 0,0 0 0 0 0,0 0 0 0 0,0 0 0 0 0,0 0 0 0 0,0 0 0 0 0,-1 1 0 0 0,1-1 0 0 0,0 0 1 0 0,0 0-1 0 0,0 1 0 0 0,0-1 0 0 0,0 1 0 0 0,0-1 0 0 0,-1 1 0 0 0,1-1 0 0 0,0 1 0 0 0,0-1 0 0 0,-1 1 0 0 0,1 0 0 0 0,0-1 0 0 0,-1 1 0 0 0,1 0 1 0 0,-1 0-1 0 0,1-1 0 0 0,-1 1 0 0 0,1 0 0 0 0,-1 0 0 0 0,1 0 0 0 0,-1 1 0 0 0,19 31 377 0 0,5 30 169 0 0,4 9-669 0 0,-1-28-6083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15.8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2 8754 0 0,'-1'0'197'0'0,"0"-1"1"0"0,1 1-1 0 0,-1 0 1 0 0,0 0-1 0 0,1 0 1 0 0,-1-1-1 0 0,0 1 1 0 0,1 0-1 0 0,-1 0 1 0 0,0 0-1 0 0,1 0 0 0 0,-1 0 1 0 0,0 1-1 0 0,0-1 1 0 0,1 0-1 0 0,-1 0 1 0 0,0 0-1 0 0,1 0 1 0 0,-1 1-1 0 0,0-1 1 0 0,1 0-1 0 0,-1 1 1 0 0,1-1-1 0 0,-1 1 1 0 0,0-1-1 0 0,1 0 0 0 0,-1 1 1 0 0,1-1-1 0 0,-1 2 1 0 0,0 0 91 0 0,0 0-1 0 0,0-1 1 0 0,0 1 0 0 0,0 0-1 0 0,1 0 1 0 0,-1 1-1 0 0,0-1 1 0 0,1 0 0 0 0,0 0-1 0 0,-1 2 1 0 0,1 6 279 0 0,0-1-1 0 0,1 0 1 0 0,2 16-1 0 0,32 101 1253 0 0,-4-21-1392 0 0,38 146-144 0 0,-34-144-2924 0 0,-25-79-4612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15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9 175 10594 0 0,'-1'0'70'0'0,"1"-1"-1"0"0,-1 1 1 0 0,0-1-1 0 0,1 0 1 0 0,-1 1-1 0 0,1-1 1 0 0,-1 0-1 0 0,1 0 0 0 0,-1 1 1 0 0,1-1-1 0 0,0 0 1 0 0,-1 0-1 0 0,1 0 1 0 0,0 1-1 0 0,-1-1 1 0 0,1 0-1 0 0,0 0 1 0 0,0 0-1 0 0,0 0 1 0 0,0 0-1 0 0,0 0 0 0 0,0 1 1 0 0,0-1-1 0 0,0 0 1 0 0,0 0-1 0 0,1 0 1 0 0,-1 0-1 0 0,1-1 1 0 0,0-1 135 0 0,1-1 1 0 0,-1 1-1 0 0,1 0 1 0 0,0 0 0 0 0,1 0-1 0 0,-1 0 1 0 0,4-4-1 0 0,5-4 350 0 0,0 1 0 0 0,20-14 0 0 0,-18 14-847 0 0,1 1 1 0 0,1 0-1 0 0,-1 1 0 0 0,2 0 1 0 0,-1 1-1 0 0,1 1 0 0 0,0 1 1 0 0,0 0-1 0 0,19-3 0 0 0,-13 6 206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16.3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0 377 5065 0 0,'10'-1'522'0'0,"-1"-2"0"0"0,1 1 0 0 0,-1-1 0 0 0,0 0 0 0 0,0-1 0 0 0,0 0-1 0 0,0-1 1 0 0,11-8 0 0 0,-3 3 232 0 0,5-2 130 0 0,0-2 0 0 0,-1 0 0 0 0,0-2 0 0 0,-1 0 0 0 0,28-31 0 0 0,-39 37-624 0 0,0-1 1 0 0,-1 1-1 0 0,0-2 0 0 0,-1 1 0 0 0,0-1 0 0 0,-1 0 1 0 0,0-1-1 0 0,-1 1 0 0 0,0-1 0 0 0,-1 0 0 0 0,0 0 1 0 0,1-17-1 0 0,-4 28-232 0 0,-1 0 0 0 0,0 1 0 0 0,0-1 0 0 0,0 0 0 0 0,0 1 0 0 0,0-1 0 0 0,0 0 0 0 0,0 1 0 0 0,0-1 0 0 0,0 0 0 0 0,-1 1 0 0 0,1-1 0 0 0,-1 1 0 0 0,0-1 0 0 0,1 1 0 0 0,-1-1 0 0 0,0 1 0 0 0,-1-3 0 0 0,1 4 8 0 0,0-1 1 0 0,0 0-1 0 0,0 1 0 0 0,0-1 0 0 0,0 1 0 0 0,0 0 0 0 0,0-1 0 0 0,0 1 0 0 0,0 0 0 0 0,0 0 0 0 0,0-1 0 0 0,0 1 1 0 0,0 0-1 0 0,0 0 0 0 0,0 0 0 0 0,0 0 0 0 0,0 0 0 0 0,0 1 0 0 0,0-1 0 0 0,0 0 0 0 0,-1 1 0 0 0,-4 1 70 0 0,1 0 0 0 0,0 0 0 0 0,0 1 0 0 0,0-1-1 0 0,0 1 1 0 0,1 1 0 0 0,-1-1 0 0 0,1 1-1 0 0,-5 4 1 0 0,-1 3-32 0 0,1 1-1 0 0,0 0 1 0 0,0 0 0 0 0,1 1-1 0 0,1 1 1 0 0,0-1-1 0 0,1 1 1 0 0,0 0 0 0 0,1 1-1 0 0,-5 24 1 0 0,9-31-45 0 0,0 0 0 0 0,0 0 0 0 0,1 0 0 0 0,0 0 0 0 0,0 0-1 0 0,1 0 1 0 0,0 0 0 0 0,0-1 0 0 0,5 14 0 0 0,-4-15-13 0 0,0-1-1 0 0,1 0 0 0 0,0 0 0 0 0,0 0 0 0 0,0 0 1 0 0,0 0-1 0 0,1-1 0 0 0,0 1 0 0 0,0-1 0 0 0,0 0 0 0 0,0 0 1 0 0,1-1-1 0 0,-1 1 0 0 0,9 4 0 0 0,-3-3 24 0 0,1 0 1 0 0,0 0-1 0 0,0-1 0 0 0,0 0 0 0 0,1-1 0 0 0,-1 0 1 0 0,1-1-1 0 0,0 0 0 0 0,0-1 0 0 0,0 0 0 0 0,12-2 1 0 0,-6 0-326 0 0,0-1 0 0 0,0-1 0 0 0,0-1 0 0 0,-1-1 0 0 0,1 0 0 0 0,26-12 0 0 0,-10 1-7374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19.9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231 160 3681 0 0,'2'-34'1120'0'0,"0"19"-617"0"0,-2 1 0 0 0,0-25 0 0 0,0 36-333 0 0,-1 1-1 0 0,1-1 1 0 0,0 0-1 0 0,-1 0 1 0 0,0 1 0 0 0,0-1-1 0 0,0 0 1 0 0,0 1-1 0 0,0-1 1 0 0,0 1-1 0 0,-1-1 1 0 0,1 1-1 0 0,-1 0 1 0 0,0-1-1 0 0,1 1 1 0 0,-1 0-1 0 0,0 0 1 0 0,0 0-1 0 0,-3-2 1 0 0,2 3 0 0 0,1 0-1 0 0,0 0 1 0 0,-1 1 0 0 0,1-1 0 0 0,0 0-1 0 0,-1 1 1 0 0,1-1 0 0 0,-1 1 0 0 0,1 0 0 0 0,-1 0-1 0 0,1 0 1 0 0,-1 0 0 0 0,1 0 0 0 0,-1 1 0 0 0,1-1-1 0 0,-1 1 1 0 0,1 0 0 0 0,0-1 0 0 0,-1 1 0 0 0,1 0-1 0 0,0 0 1 0 0,0 1 0 0 0,-1-1 0 0 0,1 0 0 0 0,0 1-1 0 0,0-1 1 0 0,0 1 0 0 0,-2 3 0 0 0,-5 3 164 0 0,1 1 0 0 0,0 0 0 0 0,0 1 0 0 0,-9 14 0 0 0,5-4-106 0 0,0 1-1 0 0,1 0 0 0 0,1 0 0 0 0,1 1 0 0 0,1 0 0 0 0,1 0 1 0 0,1 1-1 0 0,-5 29 0 0 0,11-50-243 0 0,0-1 0 0 0,-1 1 1 0 0,1-1-1 0 0,0 1 0 0 0,0-1 1 0 0,0 1-1 0 0,0-1 0 0 0,0 1 0 0 0,0-1 1 0 0,0 1-1 0 0,1-1 0 0 0,-1 1 1 0 0,0-1-1 0 0,1 1 0 0 0,-1-1 0 0 0,1 1 1 0 0,0-1-1 0 0,-1 0 0 0 0,1 1 1 0 0,0-1-1 0 0,0 0 0 0 0,0 0 0 0 0,0 0 1 0 0,0 1-1 0 0,0-1 0 0 0,0 0 1 0 0,0 0-1 0 0,2 1 0 0 0,-1-2-7 0 0,0 0 1 0 0,-1 0-1 0 0,1 0 0 0 0,0-1 0 0 0,0 1 0 0 0,-1 0 1 0 0,1-1-1 0 0,0 1 0 0 0,-1-1 0 0 0,1 1 0 0 0,0-1 1 0 0,-1 0-1 0 0,1 0 0 0 0,-1 0 0 0 0,1 1 1 0 0,-1-2-1 0 0,0 1 0 0 0,1 0 0 0 0,-1 0 0 0 0,0 0 1 0 0,0-1-1 0 0,0 1 0 0 0,0 0 0 0 0,1-3 0 0 0,7-6-54 0 0,-2-1 0 0 0,0 0 0 0 0,0-1 0 0 0,-1 1 0 0 0,0-1 0 0 0,4-17 0 0 0,16-77 2954 0 0,-19 162-3 0 0,-1-24-2763 0 0,-4-14-83 0 0,1 0 0 0 0,0-1 0 0 0,2 1 0 0 0,0-1 0 0 0,15 33 0 0 0,-15-41-272 0 0,1 0-1 0 0,0 0 1 0 0,0 0 0 0 0,1 0-1 0 0,0-1 1 0 0,0-1-1 0 0,1 1 1 0 0,0-1-1 0 0,1 0 1 0 0,0-1 0 0 0,12 8-1 0 0,-10-8-835 0 0,0 0 0 0 0,1-1 1 0 0,14 5-1 0 0,8-1-1150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35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182 92 2761 0 0,'1'-4'441'0'0,"0"1"0"0"0,0-1 0 0 0,0 1 0 0 0,-1-1 0 0 0,0 0 0 0 0,1 1 0 0 0,-1-1 0 0 0,-1 0 0 0 0,1 1 1 0 0,0-1-1 0 0,-1 1 0 0 0,0-1 0 0 0,0 0 0 0 0,0 1 0 0 0,0 0 0 0 0,0-1 0 0 0,-1 1 0 0 0,-3-5 0 0 0,4 6-239 0 0,0 1 0 0 0,0-1 0 0 0,-1 1 0 0 0,1-1 0 0 0,-1 1 0 0 0,1 0 0 0 0,-1-1 0 0 0,0 1 0 0 0,0 0 0 0 0,1 0 0 0 0,-1 0 0 0 0,0 1 0 0 0,0-1 0 0 0,0 0 0 0 0,0 1-1 0 0,0-1 1 0 0,0 1 0 0 0,0 0 0 0 0,0-1 0 0 0,0 1 0 0 0,0 0 0 0 0,0 0 0 0 0,0 0 0 0 0,0 1 0 0 0,0-1 0 0 0,0 0 0 0 0,0 1 0 0 0,0 0 0 0 0,0-1 0 0 0,0 1-1 0 0,1 0 1 0 0,-1 0 0 0 0,0 0 0 0 0,-3 2 0 0 0,-3 3-42 0 0,0-1 0 0 0,1 2 0 0 0,0-1 0 0 0,0 1 0 0 0,0 0 0 0 0,1 0 0 0 0,0 1 0 0 0,1 0 0 0 0,-1 0 0 0 0,2 0 0 0 0,-1 0 0 0 0,1 1 0 0 0,0 0 0 0 0,1 0 0 0 0,0 0 0 0 0,-3 14 0 0 0,3-7-68 0 0,0 0-1 0 0,1 0 1 0 0,0 1-1 0 0,1-1 1 0 0,1 0 0 0 0,1 1-1 0 0,0-1 1 0 0,1 0-1 0 0,4 16 1 0 0,-2-17-72 0 0,1-2 0 0 0,0 1 1 0 0,1 0-1 0 0,10 17 1 0 0,12 6-1443 0 0,-23-32 528 0 0,0-1 0 0 0,0 0-1 0 0,0 0 1 0 0,0 0 0 0 0,7 3-1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35.3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0 145 1376 0 0,'4'-5'198'0'0,"-1"0"0"0"0,1 0 0 0 0,0 0 0 0 0,0 0 0 0 0,1 1 0 0 0,-1-1 0 0 0,10-5 1 0 0,-12 8 200 0 0,0 0 0 0 0,1 1 1 0 0,-1-1-1 0 0,1 1 1 0 0,0 0-1 0 0,-1 0 1 0 0,1 0-1 0 0,0 0 0 0 0,0 1 1 0 0,0-1-1 0 0,4 0 1 0 0,-7 1-240 0 0,1 1 0 0 0,-1-1 0 0 0,1 1-1 0 0,-1-1 1 0 0,1 0 0 0 0,-1 1 0 0 0,1-1 0 0 0,-1 1 0 0 0,0-1 0 0 0,1 1 0 0 0,-1-1 0 0 0,0 1 0 0 0,1-1 0 0 0,-1 1 0 0 0,0 0 0 0 0,0-1 0 0 0,0 1 0 0 0,1-1 0 0 0,-1 1 0 0 0,0 0 0 0 0,0-1 0 0 0,0 1 0 0 0,0 0 0 0 0,0-1 0 0 0,0 1 0 0 0,0-1 0 0 0,0 1 0 0 0,-1 0-1 0 0,1-1 1 0 0,0 1 0 0 0,0-1 0 0 0,0 1 0 0 0,-1 0 0 0 0,-5 28 1732 0 0,5-25-1446 0 0,-3 10 160 0 0,1 0-1 0 0,1 1 1 0 0,1-1 0 0 0,0 1-1 0 0,1-1 1 0 0,0 1 0 0 0,4 19-1 0 0,-4-29-543 0 0,1-1 0 0 0,0 1 0 0 0,0-1 0 0 0,0 0 0 0 0,1 1 0 0 0,-1-1 0 0 0,1 0 0 0 0,0 0 0 0 0,0 0-1 0 0,1 0 1 0 0,-1 0 0 0 0,1 0 0 0 0,0-1 0 0 0,0 1 0 0 0,0-1 0 0 0,0 0 0 0 0,1 0 0 0 0,-1 0 0 0 0,1 0 0 0 0,0-1-1 0 0,0 1 1 0 0,0-1 0 0 0,0 0 0 0 0,0 0 0 0 0,0-1 0 0 0,0 1 0 0 0,8 1 0 0 0,-5-3-49 0 0,0 0-1 0 0,0 0 1 0 0,-1-1 0 0 0,1 1 0 0 0,0-1 0 0 0,-1-1 0 0 0,1 1-1 0 0,-1-1 1 0 0,0-1 0 0 0,1 1 0 0 0,-1-1 0 0 0,0 0-1 0 0,0 0 1 0 0,-1-1 0 0 0,1 0 0 0 0,9-8 0 0 0,-8 6 1 0 0,0 0 1 0 0,0 0-1 0 0,-1-1 1 0 0,0 0-1 0 0,0 0 1 0 0,0-1-1 0 0,-1 1 1 0 0,0-1-1 0 0,-1-1 1 0 0,0 1-1 0 0,5-15 1 0 0,-8 17-53 0 0,0 0 0 0 0,0 1 0 0 0,-1-1 0 0 0,0 0 0 0 0,0 0 1 0 0,-1 1-1 0 0,0-1 0 0 0,0 0 0 0 0,0 1 0 0 0,0-1 0 0 0,-1 1 0 0 0,0-1 0 0 0,0 1 0 0 0,-1 0 1 0 0,0 0-1 0 0,1 0 0 0 0,-2 0 0 0 0,1 0 0 0 0,0 0 0 0 0,-1 1 0 0 0,0 0 0 0 0,0 0 0 0 0,-5-4 1 0 0,-6-5-186 0 0,-1 1 1 0 0,0 0-1 0 0,0 1 0 0 0,-1 1 1 0 0,-26-12-1 0 0,8 10-6074 0 0,20 9 268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35.7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11979 0 0,'3'0'226'0'0,"0"0"0"0"0,0 0 0 0 0,-1 1 1 0 0,1-1-1 0 0,0 1 0 0 0,0-1 0 0 0,0 1 0 0 0,-1 0 1 0 0,1 0-1 0 0,-1 1 0 0 0,1-1 0 0 0,0 0 1 0 0,-1 1-1 0 0,0-1 0 0 0,1 1 0 0 0,-1 0 1 0 0,0 0-1 0 0,0 0 0 0 0,0 0 0 0 0,0 0 1 0 0,0 0-1 0 0,-1 1 0 0 0,1-1 0 0 0,-1 1 1 0 0,1-1-1 0 0,-1 1 0 0 0,2 4 0 0 0,1 8 296 0 0,0 0 0 0 0,-1 0-1 0 0,0 0 1 0 0,0 20 0 0 0,6 28-87 0 0,-7-59-428 0 0,-1 0 1 0 0,1 0-1 0 0,-1 0 1 0 0,1 0 0 0 0,1 0-1 0 0,-1 0 1 0 0,0 0-1 0 0,1-1 1 0 0,0 1 0 0 0,0-1-1 0 0,5 6 1 0 0,-7-9-12 0 0,0 1 1 0 0,0-1-1 0 0,0 1 1 0 0,-1-1-1 0 0,1 1 0 0 0,0-1 1 0 0,0 1-1 0 0,0-1 1 0 0,0 0-1 0 0,0 0 0 0 0,1 1 1 0 0,-1-1-1 0 0,0 0 1 0 0,0 0-1 0 0,0 0 0 0 0,0 0 1 0 0,0 0-1 0 0,0 0 1 0 0,0-1-1 0 0,2 1 1 0 0,-1-1-12 0 0,-1 0 1 0 0,1 0 0 0 0,0 0 0 0 0,0-1 0 0 0,-1 1 0 0 0,1 0 0 0 0,0-1 0 0 0,-1 1 0 0 0,0-1 0 0 0,1 0 0 0 0,-1 1 0 0 0,0-1 0 0 0,0 0 0 0 0,2-3 0 0 0,6-14-198 0 0,0-2 1 0 0,6-21-1 0 0,-11 30 230 0 0,-1-1-1 0 0,2 1 1 0 0,0-1-1 0 0,1 1 0 0 0,0 1 1 0 0,0-1-1 0 0,1 1 1 0 0,1 0-1 0 0,12-13 1 0 0,-20 23 2 0 0,1 1 0 0 0,-1 0 1 0 0,1-1-1 0 0,0 1 0 0 0,-1-1 0 0 0,1 1 1 0 0,-1 0-1 0 0,1-1 0 0 0,0 1 0 0 0,-1 0 1 0 0,1 0-1 0 0,0 0 0 0 0,-1-1 0 0 0,1 1 1 0 0,0 0-1 0 0,-1 0 0 0 0,1 0 0 0 0,0 0 1 0 0,-1 0-1 0 0,1 0 0 0 0,0 0 1 0 0,-1 1-1 0 0,1-1 0 0 0,0 0 0 0 0,-1 0 1 0 0,1 0-1 0 0,-1 1 0 0 0,1-1 0 0 0,0 0 1 0 0,-1 1-1 0 0,1-1 0 0 0,-1 0 0 0 0,1 1 1 0 0,-1-1-1 0 0,1 1 0 0 0,-1-1 0 0 0,1 1 1 0 0,-1-1-1 0 0,1 1 0 0 0,-1-1 1 0 0,0 1-1 0 0,1-1 0 0 0,-1 1 0 0 0,0 0 1 0 0,0-1-1 0 0,1 1 0 0 0,-1 0 0 0 0,0-1 1 0 0,0 1-1 0 0,0 0 0 0 0,13 44 512 0 0,-10-34-466 0 0,2 8-15 0 0,-2-7-343 0 0,0 1 0 0 0,1-1 0 0 0,11 21 1 0 0,-9-24-770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36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35 11979 0 0,'3'-8'-754'0'0,"16"-19"8913"0"0,-8 41-5998 0 0,11 29-1939 0 0,-1 2 0 0 0,-3 0 0 0 0,-1 1 0 0 0,-2 0 0 0 0,16 93 0 0 0,-10-3-1842 0 0,-16-101-6002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36.2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67 6913 0 0,'103'-41'10827'0'0,"-50"21"-11513"0"0,-33 14-53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36.5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1 141 7370 0 0,'44'-34'4521'0'0,"-41"32"-4069"0"0,0 0-1 0 0,0 0 1 0 0,0 0-1 0 0,1 0 1 0 0,-1 1-1 0 0,1-1 1 0 0,-1 1 0 0 0,1 0-1 0 0,0 0 1 0 0,0 1-1 0 0,-1-1 1 0 0,6 1-1 0 0,-5 0-274 0 0,-1 1-1 0 0,1 0 1 0 0,0 0 0 0 0,0 1-1 0 0,-1-1 1 0 0,1 1 0 0 0,-1 0-1 0 0,1 0 1 0 0,-1 0 0 0 0,0 1-1 0 0,0-1 1 0 0,0 1 0 0 0,0-1-1 0 0,0 1 1 0 0,-1 0 0 0 0,1 0-1 0 0,-1 0 1 0 0,0 1 0 0 0,0-1-1 0 0,3 5 1 0 0,2 8 22 0 0,-1-1-1 0 0,-1 1 0 0 0,6 25 1 0 0,-2-9-55 0 0,-9-30-142 0 0,0-1 0 0 0,1 0 0 0 0,-1 1 1 0 0,0-1-1 0 0,1 0 0 0 0,-1 1 0 0 0,1-1 1 0 0,-1 0-1 0 0,1 1 0 0 0,0-1 0 0 0,-1 0 1 0 0,1 0-1 0 0,0 0 0 0 0,0 0 0 0 0,0 0 0 0 0,0 0 1 0 0,0 0-1 0 0,0 0 0 0 0,0 0 0 0 0,0 0 1 0 0,0 0-1 0 0,0-1 0 0 0,1 1 0 0 0,-1 0 0 0 0,0-1 1 0 0,2 1-1 0 0,-1-1-1 0 0,-1-1-1 0 0,1 0 1 0 0,-1 1-1 0 0,0-1 1 0 0,0 0 0 0 0,1 0-1 0 0,-1 0 1 0 0,0 0 0 0 0,0 0-1 0 0,0 0 1 0 0,0-1 0 0 0,0 1-1 0 0,0 0 1 0 0,0 0-1 0 0,-1-1 1 0 0,1 1 0 0 0,0 0-1 0 0,-1-1 1 0 0,1 1 0 0 0,-1-1-1 0 0,1 1 1 0 0,-1-1 0 0 0,0 1-1 0 0,0-3 1 0 0,56-221-2551 0 0,-50 205 1226 0 0,-2 7-3848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37.1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123 99 5065 0 0,'0'-2'386'0'0,"-1"0"0"0"0,1 1 0 0 0,-1-1 0 0 0,1 0 0 0 0,-1 1 0 0 0,0-1 0 0 0,0 1 0 0 0,1-1 0 0 0,-1 1 0 0 0,0-1 0 0 0,0 1 0 0 0,-1-1 0 0 0,1 1 0 0 0,0 0 0 0 0,0 0-1 0 0,-1-1 1 0 0,1 1 0 0 0,0 0 0 0 0,-1 0 0 0 0,1 0 0 0 0,-1 1 0 0 0,0-1 0 0 0,1 0 0 0 0,-1 1 0 0 0,0-1 0 0 0,-1 0 0 0 0,1 0-139 0 0,0 1 0 0 0,0-1 0 0 0,0 1 0 0 0,0-1 0 0 0,0 1 1 0 0,0-1-1 0 0,0 1 0 0 0,0 0 0 0 0,0 0 0 0 0,-1 0 0 0 0,1 1 0 0 0,0-1 0 0 0,0 0 0 0 0,0 1 0 0 0,0-1 0 0 0,0 1 0 0 0,0 0 0 0 0,0 0 1 0 0,0-1-1 0 0,1 1 0 0 0,-4 3 0 0 0,0 1-117 0 0,1 1 1 0 0,0 0-1 0 0,0 0 0 0 0,1 0 1 0 0,-1 0-1 0 0,2 0 1 0 0,-1 1-1 0 0,1 0 0 0 0,-1-1 1 0 0,2 1-1 0 0,-2 7 1 0 0,1-2-95 0 0,0 0 1 0 0,1 1-1 0 0,1-1 1 0 0,0 0 0 0 0,2 19-1 0 0,-1-25-41 0 0,1 0 0 0 0,-1 0 0 0 0,1 0 0 0 0,0-1 0 0 0,0 1 0 0 0,1-1 0 0 0,0 1 0 0 0,0-1-1 0 0,0 0 1 0 0,0 0 0 0 0,1 0 0 0 0,0-1 0 0 0,0 1 0 0 0,0-1 0 0 0,1 0 0 0 0,0 0 0 0 0,-1 0 0 0 0,1-1 0 0 0,0 1 0 0 0,1-1 0 0 0,-1-1-1 0 0,0 1 1 0 0,1-1 0 0 0,0 0 0 0 0,-1 0 0 0 0,1 0 0 0 0,0-1 0 0 0,0 0 0 0 0,0 0 0 0 0,0-1 0 0 0,0 1 0 0 0,0-1 0 0 0,0-1-1 0 0,0 1 1 0 0,0-1 0 0 0,0 0 0 0 0,0 0 0 0 0,0-1 0 0 0,0 0 0 0 0,0 0 0 0 0,-1 0 0 0 0,1-1 0 0 0,-1 1 0 0 0,0-1 0 0 0,0-1 0 0 0,8-5-1 0 0,-10 6-2 0 0,0 0 0 0 0,0 0 0 0 0,-1 0 0 0 0,1-1 0 0 0,-1 1-1 0 0,1-1 1 0 0,-1 1 0 0 0,-1-1 0 0 0,1 0 0 0 0,0 1 0 0 0,-1-1-1 0 0,0 0 1 0 0,0 0 0 0 0,1-8 0 0 0,-1 5 17 0 0,-1-1 0 0 0,0 1 1 0 0,-1 0-1 0 0,1-1 0 0 0,-1 1 1 0 0,-1 0-1 0 0,-4-13 0 0 0,-2-3-157 0 0,-2 1 0 0 0,-1 0 0 0 0,-27-39 0 0 0,11 27-919 0 0,7 13-4535 0 0,5 7-922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37.4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0 11058 0 0,'-1'0'194'0'0,"-1"1"0"0"0,1-1 0 0 0,0 1 0 0 0,-1-1 0 0 0,1 1 0 0 0,0 0 0 0 0,0-1 0 0 0,-1 1 0 0 0,1 0 1 0 0,0 0-1 0 0,0 0 0 0 0,0 0 0 0 0,0 0 0 0 0,0 0 0 0 0,0 0 0 0 0,0 0 0 0 0,1 0 0 0 0,-1 0 0 0 0,0 0 0 0 0,0 1 0 0 0,1-1 0 0 0,-1 0 0 0 0,1 1 0 0 0,-1-1 0 0 0,1 2 0 0 0,-9 35 1552 0 0,9-37-1719 0 0,-4 31 680 0 0,2 1 0 0 0,2-1 0 0 0,0 1 0 0 0,3 0-1 0 0,7 39 1 0 0,46 158-83 0 0,-48-204-1151 0 0,1 0 0 0 0,21 41 1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38.2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221 70 7370 0 0,'-1'-3'302'0'0,"0"-1"1"0"0,0 0 0 0 0,0 1 0 0 0,-1-1 0 0 0,1 1-1 0 0,-1-1 1 0 0,0 1 0 0 0,0 0 0 0 0,0-1 0 0 0,-1 1-1 0 0,1 0 1 0 0,-1 1 0 0 0,0-1 0 0 0,0 0 0 0 0,0 1-1 0 0,0 0 1 0 0,0-1 0 0 0,0 1 0 0 0,-1 0 0 0 0,1 1-1 0 0,-1-1 1 0 0,1 1 0 0 0,-1-1 0 0 0,0 1 0 0 0,-5-1-1 0 0,4 2-57 0 0,1-1 0 0 0,-1 1 0 0 0,1 1-1 0 0,-1-1 1 0 0,1 1 0 0 0,-1-1 0 0 0,1 1-1 0 0,0 1 1 0 0,-1-1 0 0 0,1 1 0 0 0,0-1-1 0 0,0 1 1 0 0,0 0 0 0 0,0 0 0 0 0,0 1 0 0 0,1-1-1 0 0,-1 1 1 0 0,1 0 0 0 0,-1 0 0 0 0,1 0-1 0 0,-5 7 1 0 0,1 1-113 0 0,0 0 0 0 0,1 0-1 0 0,0 0 1 0 0,1 0 0 0 0,0 1-1 0 0,1 0 1 0 0,0 0 0 0 0,1 0-1 0 0,0 1 1 0 0,1-1 0 0 0,1 1 0 0 0,0-1-1 0 0,1 19 1 0 0,2 18-83 0 0,3 0-1 0 0,11 51 1 0 0,-13-79-45 0 0,4 10-124 0 0,0-1-1 0 0,2 0 1 0 0,13 31 0 0 0,7 1-7524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38.7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7 454 456 0 0,'-1'-3'152'0'0,"0"-1"1"0"0,0 1-1 0 0,0 0 0 0 0,0 0 1 0 0,1-1-1 0 0,-1 1 0 0 0,1-1 0 0 0,0 1 1 0 0,0 0-1 0 0,0-1 0 0 0,0 1 1 0 0,1-1-1 0 0,-1 1 0 0 0,1 0 0 0 0,0-1 1 0 0,0 1-1 0 0,0 0 0 0 0,1 0 1 0 0,-1 0-1 0 0,1 0 0 0 0,0 0 0 0 0,-1 0 1 0 0,1 0-1 0 0,0 0 0 0 0,4-3 1 0 0,6-6 119 0 0,0 0 1 0 0,1 1 0 0 0,0 0-1 0 0,1 1 1 0 0,0 1 0 0 0,0 0 0 0 0,1 1-1 0 0,0 0 1 0 0,1 1 0 0 0,-1 1-1 0 0,19-4 1 0 0,26-7-225 0 0,99-12-1 0 0,-159 29-44 0 0,9-1 86 0 0,-2-1 266 0 0,0 1 1 0 0,0 0-1 0 0,-1 0 0 0 0,1 1 0 0 0,0-1 1 0 0,0 2-1 0 0,0-1 0 0 0,0 1 1 0 0,12 3-1 0 0,-18-4-149 0 0,0 1-1 0 0,-1 0 1 0 0,1-1 0 0 0,-1 1 0 0 0,0 0 0 0 0,1 0 0 0 0,-1-1 0 0 0,0 1-1 0 0,1 0 1 0 0,-1 0 0 0 0,0 0 0 0 0,0-1 0 0 0,0 1 0 0 0,1 0 0 0 0,-1 0-1 0 0,0 0 1 0 0,0 0 0 0 0,0 0 0 0 0,0-1 0 0 0,-1 1 0 0 0,1 0 0 0 0,0 0-1 0 0,0 0 1 0 0,-1 1 0 0 0,-7 29 1981 0 0,3-17-1072 0 0,5-10-880 0 0,0-1 0 0 0,0 0 0 0 0,0 0 0 0 0,1 1 1 0 0,-1-1-1 0 0,1 0 0 0 0,-1 0 0 0 0,1 1 0 0 0,3 4 0 0 0,-4-7-217 0 0,0 0 0 0 0,0 0-1 0 0,1 0 1 0 0,-1 0 0 0 0,0 0 0 0 0,1-1 0 0 0,-1 1 0 0 0,1 0-1 0 0,-1 0 1 0 0,1-1 0 0 0,0 1 0 0 0,-1 0 0 0 0,1-1 0 0 0,-1 1 0 0 0,1 0-1 0 0,0-1 1 0 0,0 1 0 0 0,-1-1 0 0 0,1 1 0 0 0,0-1 0 0 0,0 0 0 0 0,0 1-1 0 0,0-1 1 0 0,-1 0 0 0 0,1 1 0 0 0,0-1 0 0 0,0 0 0 0 0,0 0 0 0 0,0 0-1 0 0,0 0 1 0 0,0 0 0 0 0,0 0 0 0 0,0 0 0 0 0,0 0 0 0 0,-1 0-1 0 0,1 0 1 0 0,0-1 0 0 0,0 1 0 0 0,1-1 0 0 0,0 0-22 0 0,-1-1 1 0 0,1 1-1 0 0,-1-1 1 0 0,1 1-1 0 0,-1-1 0 0 0,0 0 1 0 0,1 0-1 0 0,-1 0 1 0 0,0 0-1 0 0,0 0 0 0 0,0 0 1 0 0,0 0-1 0 0,-1 0 1 0 0,1 0-1 0 0,-1 0 1 0 0,1 0-1 0 0,-1-4 0 0 0,4-38-318 0 0,-7 3 5 0 0,-2 1 0 0 0,-2-1 1 0 0,-1 1-1 0 0,-15-42 0 0 0,71 217 2512 0 0,62 209-1529 0 0,-87-274-612 0 0,-15-49-915 0 0,0 0 0 0 0,12 20 0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39.4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12 263 6449 0 0,'-1'0'176'0'0,"1"0"0"0"0,-1 1 0 0 0,0-1-1 0 0,0 1 1 0 0,1-1 0 0 0,-1 1 0 0 0,0-1-1 0 0,1 1 1 0 0,-1 0 0 0 0,1-1 0 0 0,-1 1-1 0 0,1 0 1 0 0,-1 0 0 0 0,1-1 0 0 0,-1 1-1 0 0,1 0 1 0 0,0 0 0 0 0,-1-1 0 0 0,1 1-1 0 0,0 0 1 0 0,0 0 0 0 0,-1 0 0 0 0,1 0-1 0 0,0-1 1 0 0,0 1 0 0 0,0 0 0 0 0,0 0-1 0 0,0 0 1 0 0,0 0 0 0 0,1 1 0 0 0,2 28 2851 0 0,1-24-2660 0 0,-1 0 0 0 0,1 0 1 0 0,0-1-1 0 0,1 1 1 0 0,-1-1-1 0 0,1 0 1 0 0,0 0-1 0 0,0-1 0 0 0,1 1 1 0 0,8 5-1 0 0,2 0 285 0 0,0-1 0 0 0,29 12 0 0 0,-4-7-317 0 0,-39-13-321 0 0,0 0 0 0 0,0-1-1 0 0,0 1 1 0 0,0-1 0 0 0,0 0-1 0 0,0 1 1 0 0,0-1 0 0 0,1 0-1 0 0,-1 0 1 0 0,0 0 0 0 0,0 0-1 0 0,0-1 1 0 0,0 1 0 0 0,0-1-1 0 0,0 1 1 0 0,0-1 0 0 0,3-1-1 0 0,-5 1-8 0 0,1 0-1 0 0,-1 0 1 0 0,0 0-1 0 0,1 0 1 0 0,-1 0-1 0 0,0 0 1 0 0,0 0-1 0 0,0 0 1 0 0,0 0-1 0 0,0 0 1 0 0,0 0-1 0 0,0-1 1 0 0,0 1-1 0 0,0 0 1 0 0,0 0-1 0 0,-1 0 1 0 0,1 0-1 0 0,0 0 1 0 0,-1 0-1 0 0,1 0 1 0 0,-1 0-1 0 0,1 0 1 0 0,-1 0-1 0 0,0 0 1 0 0,-15-23 88 0 0,-3 5-121 0 0,0 1 0 0 0,-34-24 0 0 0,28 24-11 0 0,-27-28-1 0 0,51 46 39 0 0,1-1-1 0 0,-1 1 1 0 0,0-1 0 0 0,1 0 0 0 0,-1 1 0 0 0,1-1-1 0 0,-1 0 1 0 0,1 0 0 0 0,-1 1 0 0 0,1-1-1 0 0,0 0 1 0 0,-1 0 0 0 0,1 0 0 0 0,0 0-1 0 0,0 1 1 0 0,0-1 0 0 0,0 0 0 0 0,-1 0-1 0 0,1 0 1 0 0,0 0 0 0 0,1 0 0 0 0,-1 0 0 0 0,0 1-1 0 0,0-1 1 0 0,0 0 0 0 0,0 0 0 0 0,1 0-1 0 0,-1 0 1 0 0,0 0 0 0 0,1 1 0 0 0,-1-1-1 0 0,0 0 1 0 0,1 0 0 0 0,-1 1 0 0 0,1-1 0 0 0,0 0-1 0 0,-1 1 1 0 0,1-1 0 0 0,-1 0 0 0 0,1 1-1 0 0,0-1 1 0 0,0 1 0 0 0,-1-1 0 0 0,1 1-1 0 0,0-1 1 0 0,1 1 0 0 0,6-5 2 0 0,1 0 1 0 0,-1 1-1 0 0,16-4 1 0 0,-12 3-14 0 0,19-7 3 0 0,0 1 0 0 0,0 1 0 0 0,1 2 0 0 0,0 1 0 0 0,34-2 1 0 0,-64 9 10 0 0,0 0 0 0 0,0 0 0 0 0,0 0 0 0 0,0 0-1 0 0,-1 0 1 0 0,1 1 0 0 0,0-1 0 0 0,0 1 0 0 0,0-1 0 0 0,-1 1 0 0 0,1 0 0 0 0,0 0 0 0 0,-1-1 0 0 0,1 1 0 0 0,0 0 0 0 0,-1 1 0 0 0,0-1 0 0 0,1 0 0 0 0,-1 0 0 0 0,0 1 0 0 0,1-1 0 0 0,-1 0 0 0 0,0 1 0 0 0,0 0 0 0 0,0-1 0 0 0,0 1 0 0 0,0-1 0 0 0,0 4 0 0 0,3 4 38 0 0,-1 1 0 0 0,-1 0 0 0 0,0 0-1 0 0,1 13 1 0 0,3 10 144 0 0,-4-23-142 0 0,1 0 1 0 0,0-1-1 0 0,0 1 1 0 0,1-1-1 0 0,1 1 1 0 0,-1-1-1 0 0,7 9 1 0 0,-9-16-38 0 0,-1 0 0 0 0,1 0 0 0 0,0 0 1 0 0,0 0-1 0 0,0-1 0 0 0,0 1 0 0 0,0-1 0 0 0,0 1 1 0 0,0-1-1 0 0,0 1 0 0 0,1-1 0 0 0,-1 0 1 0 0,0 0-1 0 0,1 0 0 0 0,-1-1 0 0 0,1 1 0 0 0,-1-1 1 0 0,1 1-1 0 0,0-1 0 0 0,-1 0 0 0 0,1 0 0 0 0,-1 0 1 0 0,1 0-1 0 0,0 0 0 0 0,-1 0 0 0 0,1-1 1 0 0,-1 1-1 0 0,1-1 0 0 0,-1 0 0 0 0,1 0 0 0 0,-1 0 1 0 0,4-2-1 0 0,2-2 21 0 0,0 0 1 0 0,0-1-1 0 0,0 0 1 0 0,0 0-1 0 0,-1-1 0 0 0,0 0 1 0 0,-1 0-1 0 0,0-1 1 0 0,0 1-1 0 0,0-2 1 0 0,8-15-1 0 0,3-3-31 0 0,-17 27 5 0 0,1-1 0 0 0,-1 1 0 0 0,0 0 0 0 0,1-1 0 0 0,-1 1 0 0 0,0 0 0 0 0,1-1 0 0 0,-1 1 0 0 0,1 0 0 0 0,-1 0 0 0 0,1-1 0 0 0,-1 1 0 0 0,1 0 0 0 0,-1 0 0 0 0,1 0 0 0 0,-1 0 0 0 0,1 0 0 0 0,-1-1 0 0 0,1 1 0 0 0,-1 0 0 0 0,1 0 0 0 0,-1 0 0 0 0,1 0 0 0 0,-1 1 0 0 0,1-1 0 0 0,-1 0 0 0 0,1 0 0 0 0,-1 0 0 0 0,0 0 0 0 0,1 0 0 0 0,-1 1 0 0 0,1-1 0 0 0,-1 0 0 0 0,1 0 0 0 0,-1 1 0 0 0,0-1 0 0 0,1 0 0 0 0,-1 1 0 0 0,1-1 0 0 0,-1 0 0 0 0,0 1 0 0 0,1 0 0 0 0,20 22 0 0 0,-10-10 0 0 0,-7-10 2 0 0,1 1 1 0 0,0-1-1 0 0,0 0 1 0 0,0 0-1 0 0,1 0 1 0 0,-1-1-1 0 0,1 0 1 0 0,-1 0-1 0 0,1 0 1 0 0,0-1-1 0 0,0 0 1 0 0,-1 0-1 0 0,1 0 1 0 0,0-1-1 0 0,0 0 1 0 0,6-1-1 0 0,-8 1 25 0 0,1 0 0 0 0,-1-1 0 0 0,0 1 1 0 0,0-1-1 0 0,0 0 0 0 0,0 0 0 0 0,0-1 0 0 0,0 1 0 0 0,0-1 0 0 0,0 0 1 0 0,-1 0-1 0 0,1 0 0 0 0,-1-1 0 0 0,1 1 0 0 0,-1-1 0 0 0,0 0 0 0 0,0 0 1 0 0,0 0-1 0 0,0 0 0 0 0,-1 0 0 0 0,1-1 0 0 0,-1 1 0 0 0,2-5 0 0 0,1-4 66 0 0,-1-1 0 0 0,0 1 0 0 0,-1-1-1 0 0,-1 0 1 0 0,0 0 0 0 0,-1-1 0 0 0,0-15 0 0 0,-1 19-426 0 0,0 0 0 0 0,-1-1 0 0 0,-1 1 0 0 0,1 0 0 0 0,-2-1 0 0 0,1 1 0 0 0,-1 0 0 0 0,-1 1 0 0 0,-7-17 0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2.1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21 7834 0 0,'-21'-21'10131'0'0,"16"37"-8896"0"0,0 47-528 0 0,3 1 0 0 0,3 0 1 0 0,10 75-1 0 0,-5-72-547 0 0,16 143-199 0 0,-5-50-5114 0 0,-14-133-1178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2.6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0 201 7370 0 0,'2'-2'68'0'0,"-1"-1"1"0"0,1 1-1 0 0,0-1 1 0 0,0 1-1 0 0,0 0 1 0 0,0-1-1 0 0,0 1 1 0 0,1 0-1 0 0,-1 1 1 0 0,1-1-1 0 0,-1 0 1 0 0,1 1-1 0 0,0-1 1 0 0,4-1-1 0 0,4-4 57 0 0,29-19 900 0 0,1 2 1 0 0,1 1-1 0 0,1 2 1 0 0,0 2 0 0 0,75-21-1 0 0,-111 37-826 0 0,1 2 0 0 0,0-1 1 0 0,0 1-1 0 0,0 0 0 0 0,0 1 0 0 0,0 0 0 0 0,0 0 1 0 0,0 1-1 0 0,0 0 0 0 0,13 3 0 0 0,-15-2-107 0 0,-1 0 1 0 0,1 0-1 0 0,-1 1 1 0 0,0 0-1 0 0,0 0 0 0 0,-1 0 1 0 0,1 1-1 0 0,0-1 0 0 0,-1 1 1 0 0,0 0-1 0 0,0 0 0 0 0,0 1 1 0 0,-1-1-1 0 0,1 1 1 0 0,3 7-1 0 0,6 13 255 0 0,-2 0-1 0 0,-1 0 1 0 0,9 32-1 0 0,-11-29-166 0 0,2 0 0 0 0,19 37 0 0 0,-29-64-152 0 0,1 0 0 0 0,-1 0 0 0 0,1 1 0 0 0,0-1 0 0 0,-1 0 0 0 0,1 0 1 0 0,0 0-1 0 0,0 0 0 0 0,0 0 0 0 0,0 0 0 0 0,0 0 0 0 0,0-1 0 0 0,0 1 0 0 0,0 0 1 0 0,0 0-1 0 0,0-1 0 0 0,0 1 0 0 0,1-1 0 0 0,-1 1 0 0 0,0-1 0 0 0,0 1 0 0 0,1-1 1 0 0,-1 0-1 0 0,0 1 0 0 0,0-1 0 0 0,1 0 0 0 0,1 0 0 0 0,0-1-5 0 0,0 0-1 0 0,-1 0 1 0 0,1 0 0 0 0,-1 0-1 0 0,1 0 1 0 0,-1-1-1 0 0,1 1 1 0 0,-1-1 0 0 0,0 1-1 0 0,0-1 1 0 0,0 0-1 0 0,3-3 1 0 0,3-5 13 0 0,0 1 1 0 0,-1-1-1 0 0,0 0 1 0 0,-1 0-1 0 0,6-14 1 0 0,8-30 158 0 0,-16 41-108 0 0,0-1 1 0 0,1 1-1 0 0,1 0 1 0 0,0 0-1 0 0,1 1 0 0 0,0 0 1 0 0,1 0-1 0 0,12-14 0 0 0,-20 25-82 0 0,0 1-1 0 0,1-1 1 0 0,-1 1-1 0 0,0 0 1 0 0,1-1-1 0 0,-1 1 0 0 0,0 0 1 0 0,1 0-1 0 0,-1-1 1 0 0,0 1-1 0 0,1 0 1 0 0,-1 0-1 0 0,0-1 0 0 0,1 1 1 0 0,-1 0-1 0 0,1 0 1 0 0,-1 0-1 0 0,1 0 1 0 0,-1 0-1 0 0,0 0 0 0 0,1-1 1 0 0,-1 1-1 0 0,1 0 1 0 0,-1 0-1 0 0,1 0 1 0 0,-1 1-1 0 0,1-1 0 0 0,-1 0 1 0 0,0 0-1 0 0,1 0 1 0 0,-1 0-1 0 0,1 0 1 0 0,7 16 111 0 0,-2 34 71 0 0,-5-35-103 0 0,2 4-82 0 0,1-1 0 0 0,0 1 0 0 0,2-1 0 0 0,0 0 0 0 0,1-1 0 0 0,1 1 0 0 0,0-1-1 0 0,21 30 1 0 0,-17-31-1370 0 0,1 0-1 0 0,21 20 0 0 0,-18-21-5616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3.0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125 60 6449 0 0,'0'-3'243'0'0,"0"1"0"0"0,-1-1 0 0 0,1 0 0 0 0,-1 0 0 0 0,1 1 0 0 0,-1-1 0 0 0,0 1 0 0 0,0-1-1 0 0,0 1 1 0 0,-1-1 0 0 0,1 1 0 0 0,0-1 0 0 0,-1 1 0 0 0,0 0 0 0 0,1 0 0 0 0,-1 0 0 0 0,0 0 0 0 0,0 0-1 0 0,0 0 1 0 0,0 1 0 0 0,-1-1 0 0 0,-3-2 0 0 0,5 4-86 0 0,-1-1 1 0 0,0 0-1 0 0,1 1 1 0 0,-1-1-1 0 0,0 1 0 0 0,1 0 1 0 0,-1-1-1 0 0,0 1 0 0 0,1 0 1 0 0,-1 0-1 0 0,0 0 0 0 0,1 0 1 0 0,-1 0-1 0 0,0 0 1 0 0,0 1-1 0 0,1-1 0 0 0,-1 1 1 0 0,1-1-1 0 0,-1 1 0 0 0,0 0 1 0 0,1-1-1 0 0,-1 1 0 0 0,1 0 1 0 0,-1 0-1 0 0,1 0 1 0 0,0 0-1 0 0,-1 0 0 0 0,1 0 1 0 0,0 1-1 0 0,0-1 0 0 0,0 0 1 0 0,0 1-1 0 0,0-1 0 0 0,0 0 1 0 0,0 1-1 0 0,-1 2 0 0 0,-4 9 89 0 0,0 1 0 0 0,1-1-1 0 0,1 0 1 0 0,0 1 0 0 0,1 0-1 0 0,-2 17 1 0 0,4-25-212 0 0,0 0 0 0 0,1 0 0 0 0,0 0 0 0 0,0 0 0 0 0,0 0 0 0 0,1 0 0 0 0,0 0 0 0 0,0 0 0 0 0,0 0 0 0 0,1 0 0 0 0,0 0 0 0 0,0 0 0 0 0,0-1 0 0 0,1 1 0 0 0,0-1 0 0 0,6 9 0 0 0,-8-12-34 0 0,0-1-1 0 0,-1 0 0 0 0,1 0 1 0 0,0 0-1 0 0,0-1 1 0 0,0 1-1 0 0,0 0 0 0 0,1 0 1 0 0,-1 0-1 0 0,0-1 1 0 0,0 1-1 0 0,0-1 0 0 0,1 1 1 0 0,-1-1-1 0 0,0 1 1 0 0,0-1-1 0 0,1 0 0 0 0,-1 0 1 0 0,0 1-1 0 0,1-1 1 0 0,-1 0-1 0 0,0 0 0 0 0,1 0 1 0 0,-1-1-1 0 0,2 1 1 0 0,0-1-13 0 0,-1 0 0 0 0,1-1 1 0 0,-1 1-1 0 0,0 0 1 0 0,0-1-1 0 0,0 1 0 0 0,0-1 1 0 0,0 0-1 0 0,0 0 1 0 0,0 0-1 0 0,-1 0 0 0 0,3-3 1 0 0,2-4 1 0 0,-1-1 1 0 0,1 0-1 0 0,-2 0 1 0 0,8-21-1 0 0,-6-1 139 0 0,-6 27-27 0 0,1-1-1 0 0,0 0 1 0 0,0 1 0 0 0,0-1-1 0 0,0 1 1 0 0,1 0-1 0 0,0-1 1 0 0,0 1-1 0 0,0 0 1 0 0,1 0 0 0 0,5-8-1 0 0,-7 13-84 0 0,-1-1-1 0 0,1 1 1 0 0,0 0 0 0 0,-1 0-1 0 0,1-1 1 0 0,-1 1-1 0 0,1 0 1 0 0,-1 0-1 0 0,1 0 1 0 0,-1 0 0 0 0,1 0-1 0 0,0 0 1 0 0,-1 0-1 0 0,1 0 1 0 0,-1 0-1 0 0,1 0 1 0 0,0 0 0 0 0,-1 0-1 0 0,1 0 1 0 0,-1 0-1 0 0,1 0 1 0 0,-1 1-1 0 0,1-1 1 0 0,-1 0 0 0 0,1 0-1 0 0,-1 1 1 0 0,1-1-1 0 0,-1 0 1 0 0,1 1-1 0 0,-1-1 1 0 0,1 1 0 0 0,-1-1-1 0 0,1 0 1 0 0,-1 1-1 0 0,0-1 1 0 0,1 1-1 0 0,-1-1 1 0 0,0 1 0 0 0,0-1-1 0 0,1 1 1 0 0,-1 0-1 0 0,0-1 1 0 0,0 1-1 0 0,0-1 1 0 0,0 1 0 0 0,0-1-1 0 0,1 2 1 0 0,7 27 126 0 0,-5-13-118 0 0,0-1 0 0 0,1 0 0 0 0,1 0 1 0 0,0 0-1 0 0,12 22 0 0 0,-13-31-227 0 0,0 0 0 0 0,0 0 0 0 0,0-1 0 0 0,1 1 0 0 0,0-1 0 0 0,0 0 0 0 0,0-1 0 0 0,0 1 0 0 0,1-1 1 0 0,0 0-1 0 0,0 0 0 0 0,0-1 0 0 0,0 0 0 0 0,0 0 0 0 0,7 2 0 0 0,9 2-2078 0 0,-1-3-3963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3.2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1 165 10594 0 0,'0'-18'367'0'0,"0"1"228"0"0,0 0-1 0 0,2 1 1 0 0,0-1 0 0 0,0 1 0 0 0,2-1 0 0 0,10-29 2022 0 0,-14 46-2525 0 0,1 0 0 0 0,-1 0 0 0 0,0 0 0 0 0,0 0 0 0 0,0 0 0 0 0,1 0 0 0 0,-1 0 0 0 0,0-1 0 0 0,0 1 0 0 0,1 0 0 0 0,-1 0 0 0 0,0 0 0 0 0,0 0 0 0 0,1 0 0 0 0,-1 0 0 0 0,0 0-1 0 0,0 1 1 0 0,1-1 0 0 0,-1 0 0 0 0,0 0 0 0 0,1 0 0 0 0,7 12 1425 0 0,3 22-725 0 0,-11-33-644 0 0,25 85 512 0 0,3-2 1 0 0,54 110-1 0 0,15 25-2597 0 0,-85-201-3270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3.4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6 164 8754 0 0,'-1'-3'288'0'0,"0"-1"1"0"0,0 0-1 0 0,0 1 0 0 0,0-1 1 0 0,1 0-1 0 0,-1 0 1 0 0,1 1-1 0 0,0-1 0 0 0,1 0 1 0 0,-1 0-1 0 0,0 0 0 0 0,1 1 1 0 0,0-1-1 0 0,0 0 1 0 0,0 1-1 0 0,0-1 0 0 0,1 1 1 0 0,0-1-1 0 0,-1 1 0 0 0,1 0 1 0 0,0 0-1 0 0,1-1 1 0 0,-1 2-1 0 0,0-1 0 0 0,1 0 1 0 0,5-4-1 0 0,-1 0 14 0 0,1 0 0 0 0,1 1 0 0 0,-1 0 0 0 0,1 0 0 0 0,0 1 0 0 0,1 0 0 0 0,-1 0 0 0 0,17-4-1 0 0,-19 7-518 0 0,1 0 0 0 0,0 0-1 0 0,0 1 1 0 0,0 0 0 0 0,0 0-1 0 0,0 1 1 0 0,0 0-1 0 0,0 1 1 0 0,0-1 0 0 0,0 2-1 0 0,0-1 1 0 0,10 4 0 0 0,7 3 189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4.1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2 234 6913 0 0,'-1'-6'9704'0'0,"17"-2"-7172"0"0,-13 7-2790 0 0,0 1 384 0 0,-1-1 0 0 0,1 1-1 0 0,0 0 1 0 0,0 1 0 0 0,0-1 0 0 0,0 0 0 0 0,0 1 0 0 0,0-1 0 0 0,-1 1 0 0 0,1 0 0 0 0,0 0 0 0 0,0 0 0 0 0,-1 1 0 0 0,1-1 0 0 0,-1 0 0 0 0,1 1-1 0 0,-1 0 1 0 0,0 0 0 0 0,1-1 0 0 0,-1 1 0 0 0,0 0 0 0 0,0 1 0 0 0,-1-1 0 0 0,4 4 0 0 0,2 4-26 0 0,0 1 0 0 0,0 0-1 0 0,-1 0 1 0 0,4 12 0 0 0,15 31-22 0 0,17 45 39 0 0,-47-119-108 0 0,1 1 1 0 0,0-1-1 0 0,2 0 1 0 0,0 0 0 0 0,1 0-1 0 0,1 0 1 0 0,1 0-1 0 0,1 0 1 0 0,5-24-1 0 0,-2 17-39 0 0,2 1-1 0 0,0 0 1 0 0,2 1 0 0 0,1 0-1 0 0,0 0 1 0 0,22-34 0 0 0,-6 27-2606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4.9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89 7922 0 0,'-8'0'7291'0'0,"8"0"-7156"0"0,-4 19 1905 0 0,5 29-2133 0 0,-1-43 914 0 0,1 3-617 0 0,0 0 0 0 0,1 0 0 0 0,0 0 0 0 0,0 0 0 0 0,0 0 0 0 0,1-1 0 0 0,8 15 0 0 0,-10-20-162 0 0,0 1 0 0 0,0-1-1 0 0,0 0 1 0 0,0-1 0 0 0,0 1-1 0 0,1 0 1 0 0,-1 0-1 0 0,1 0 1 0 0,-1-1 0 0 0,1 1-1 0 0,0-1 1 0 0,-1 1 0 0 0,1-1-1 0 0,0 0 1 0 0,0 1 0 0 0,0-1-1 0 0,0 0 1 0 0,0-1 0 0 0,0 1-1 0 0,0 0 1 0 0,1 0 0 0 0,-1-1-1 0 0,0 1 1 0 0,0-1 0 0 0,0 0-1 0 0,1 0 1 0 0,-1 0 0 0 0,0 0-1 0 0,1 0 1 0 0,-1 0 0 0 0,0 0-1 0 0,0-1 1 0 0,3 0 0 0 0,-2-1-52 0 0,0 0 0 0 0,1-1 0 0 0,-1 1 0 0 0,0-1 0 0 0,0 0 0 0 0,-1 0 0 0 0,1 0 0 0 0,0 0 1 0 0,-1 0-1 0 0,0 0 0 0 0,0-1 0 0 0,0 1 0 0 0,2-6 0 0 0,18-48-186 0 0,-19 43 68 0 0,0-1-1 0 0,-2 1 1 0 0,1-19 0 0 0,0-1-1 0 0,-2 34 133 0 0,0-1-1 0 0,0 1 1 0 0,0-1-1 0 0,0 0 0 0 0,0 1 1 0 0,0-1-1 0 0,0 1 1 0 0,0-1-1 0 0,0 0 1 0 0,1 1-1 0 0,-1-1 0 0 0,0 1 1 0 0,0-1-1 0 0,0 1 1 0 0,1-1-1 0 0,-1 1 1 0 0,0-1-1 0 0,1 1 0 0 0,-1-1 1 0 0,0 1-1 0 0,1-1 1 0 0,-1 1-1 0 0,1-1 1 0 0,-1 1-1 0 0,1 0 0 0 0,-1-1 1 0 0,1 1-1 0 0,0-1 1 0 0,12 9 230 0 0,7 24 258 0 0,-8-6-35 0 0,0-1 0 0 0,23 33 1 0 0,-29-50-471 0 0,0 0 0 0 0,0 0 0 0 0,0 0 0 0 0,1-1 1 0 0,0 0-1 0 0,1-1 0 0 0,0 0 0 0 0,0 0 0 0 0,0 0 1 0 0,13 6-1 0 0,-19-11-35 0 0,0 0 0 0 0,0-1 0 0 0,0 1 1 0 0,0-1-1 0 0,0 1 0 0 0,0-1 0 0 0,0 0 0 0 0,0 0 0 0 0,0 0 1 0 0,0 0-1 0 0,0 0 0 0 0,0 0 0 0 0,0 0 0 0 0,0-1 1 0 0,0 1-1 0 0,0-1 0 0 0,0 1 0 0 0,3-2 0 0 0,-2 0-33 0 0,1-1-1 0 0,-1 1 1 0 0,0 0-1 0 0,0-1 1 0 0,0 0-1 0 0,0 1 0 0 0,-1-1 1 0 0,1 0-1 0 0,2-4 1 0 0,4-8-110 0 0,-1 0 1 0 0,-1 0-1 0 0,9-26 1 0 0,-11 30 243 0 0,2-7 162 0 0,0 0 0 0 0,2 1 0 0 0,0 0 0 0 0,1 0 0 0 0,1 1 0 0 0,20-24 0 0 0,-30 39-186 0 0,0 1 0 0 0,-1 0 1 0 0,1-1-1 0 0,-1 1 0 0 0,1 0 0 0 0,-1 0 1 0 0,1 0-1 0 0,0-1 0 0 0,-1 1 1 0 0,1 0-1 0 0,0 0 0 0 0,-1 0 1 0 0,1 0-1 0 0,-1 0 0 0 0,1 0 1 0 0,0 0-1 0 0,-1 0 0 0 0,1 0 1 0 0,0 1-1 0 0,-1-1 0 0 0,1 0 0 0 0,-1 0 1 0 0,1 0-1 0 0,0 1 0 0 0,-1-1 1 0 0,1 0-1 0 0,-1 1 0 0 0,1-1 1 0 0,-1 0-1 0 0,1 1 0 0 0,-1-1 1 0 0,1 1-1 0 0,-1-1 0 0 0,0 1 1 0 0,1-1-1 0 0,-1 1 0 0 0,0-1 1 0 0,1 1-1 0 0,-1-1 0 0 0,0 1 0 0 0,1 0 1 0 0,-1-1-1 0 0,0 1 0 0 0,0-1 1 0 0,0 2-1 0 0,13 28 48 0 0,-13-29-61 0 0,17 70 158 0 0,-14-56-158 0 0,-1 0 0 0 0,2 0 0 0 0,0-1 0 0 0,1 0 0 0 0,1 1 1 0 0,0-2-1 0 0,0 1 0 0 0,15 20 0 0 0,-21-34-16 0 0,0 0 0 0 0,0 1 1 0 0,0-1-1 0 0,0 0 0 0 0,0 0 1 0 0,0 0-1 0 0,1 0 0 0 0,-1 0 0 0 0,0 0 1 0 0,0 0-1 0 0,0 0 0 0 0,0 1 0 0 0,0-1 1 0 0,1 0-1 0 0,-1 0 0 0 0,0 0 1 0 0,0 0-1 0 0,0 0 0 0 0,1 0 0 0 0,-1 0 1 0 0,0 0-1 0 0,0 0 0 0 0,0 0 1 0 0,0 0-1 0 0,1 0 0 0 0,-1 0 0 0 0,0 0 1 0 0,0 0-1 0 0,0 0 0 0 0,0 0 0 0 0,1-1 1 0 0,-1 1-1 0 0,0 0 0 0 0,0 0 1 0 0,0 0-1 0 0,0 0 0 0 0,0 0 0 0 0,1 0 1 0 0,-1 0-1 0 0,0 0 0 0 0,0-1 0 0 0,0 1 1 0 0,0 0-1 0 0,0 0 0 0 0,0 0 1 0 0,1-1-1 0 0,6-12 26 0 0,3-19 54 0 0,-9 29-64 0 0,33-97 215 0 0,-30 89-212 0 0,2-1 0 0 0,-1 2-1 0 0,2-1 1 0 0,-1 1-1 0 0,1 0 1 0 0,14-15-1 0 0,-21 25-14 0 0,1-1-1 0 0,0 1 0 0 0,-1-1 1 0 0,1 1-1 0 0,0 0 1 0 0,-1 0-1 0 0,1-1 1 0 0,0 1-1 0 0,-1 0 1 0 0,1 0-1 0 0,0-1 1 0 0,0 1-1 0 0,-1 0 1 0 0,1 0-1 0 0,0 0 0 0 0,-1 0 1 0 0,1 0-1 0 0,0 0 1 0 0,0 1-1 0 0,-1-1 1 0 0,1 0-1 0 0,0 0 1 0 0,0 0-1 0 0,-1 1 1 0 0,1-1-1 0 0,0 0 0 0 0,-1 1 1 0 0,1-1-1 0 0,-1 0 1 0 0,1 1-1 0 0,0-1 1 0 0,-1 1-1 0 0,1-1 1 0 0,-1 1-1 0 0,1-1 1 0 0,-1 1-1 0 0,1 0 1 0 0,0 0-1 0 0,22 32 0 0 0,-13-18 48 0 0,3 0-415 0 0,1-1 0 0 0,1 0 0 0 0,0-1 0 0 0,1 0 0 0 0,21 12 0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5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154 41 2304 0 0,'-17'-40'13389'0'0,"16"40"-13102"0"0,-17 11 2896 0 0,13-7-2931 0 0,0 1 0 0 0,1-1 0 0 0,0 1 1 0 0,0 0-1 0 0,0 0 0 0 0,0 1 0 0 0,1-1 0 0 0,0 1 1 0 0,0-1-1 0 0,0 1 0 0 0,1 0 0 0 0,0 0 0 0 0,-2 9 1 0 0,4-11-250 0 0,-1 1 0 0 0,1-1 0 0 0,0 1 0 0 0,0-1 0 0 0,1 1 1 0 0,0-1-1 0 0,-1 1 0 0 0,1-1 0 0 0,1 1 0 0 0,-1-1 0 0 0,1 0 1 0 0,0 0-1 0 0,-1 0 0 0 0,2 0 0 0 0,-1 0 0 0 0,0 0 0 0 0,1-1 1 0 0,0 1-1 0 0,5 5 0 0 0,2 0-3 0 0,1 0 0 0 0,0 0 0 0 0,18 10 0 0 0,-19-13 0 0 0,0 0 0 0 0,-1 1 0 0 0,1 0 0 0 0,15 17 0 0 0,-25-23 0 0 0,1-1 0 0 0,0 1 0 0 0,-1 0 0 0 0,1 0 0 0 0,-1 0 0 0 0,1-1 0 0 0,-1 1 0 0 0,1 0 0 0 0,-1 0 0 0 0,0 0 0 0 0,1 0 0 0 0,-1 0 0 0 0,0 0 0 0 0,0 0 0 0 0,0 0 0 0 0,0 0 0 0 0,0 0 0 0 0,0 0 0 0 0,0 0 0 0 0,0 0 0 0 0,0 0 0 0 0,0 0 0 0 0,0 0 0 0 0,-1 0 0 0 0,1 1 0 0 0,-1-1 0 0 0,0 1 0 0 0,-1 0 0 0 0,1 0 0 0 0,0 0 0 0 0,-1-1 0 0 0,1 1 0 0 0,-1-1 0 0 0,0 1 0 0 0,1-1 0 0 0,-5 3 0 0 0,-3 1 0 0 0,0-1 0 0 0,0 0 0 0 0,-17 6 0 0 0,5-4-87 0 0,-1 0 0 0 0,-29 3 0 0 0,11-7-6092 0 0,18-3-832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6.4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23 364 15203 0 0,'-16'9'3536'0'0,"23"-9"-1926"0"0,27-16-1009 0 0,-22 7-522 0 0,-1-1 0 0 0,-1 1 1 0 0,1-2-1 0 0,-2 1 0 0 0,1-2 1 0 0,-2 1-1 0 0,1-1 0 0 0,11-24 0 0 0,-16 28-102 0 0,-1-1-1 0 0,0 0 1 0 0,0 0-1 0 0,-1 0 1 0 0,0 0 0 0 0,-1 0-1 0 0,0 0 1 0 0,-1-1-1 0 0,1 1 1 0 0,-2 0-1 0 0,1-1 1 0 0,-2 1-1 0 0,1 0 1 0 0,-6-18-1 0 0,5 21-1 0 0,0 0-1 0 0,0 0 1 0 0,-1 0-1 0 0,0 1 1 0 0,0-1-1 0 0,0 0 1 0 0,-1 1 0 0 0,0 0-1 0 0,0 0 1 0 0,0 0-1 0 0,-8-6 1 0 0,10 9 9 0 0,0 1 1 0 0,1 0 0 0 0,-1 0-1 0 0,0 0 1 0 0,0 0 0 0 0,0 0-1 0 0,0 1 1 0 0,0-1 0 0 0,1 1-1 0 0,-2-1 1 0 0,1 1 0 0 0,0-1-1 0 0,0 1 1 0 0,0 0 0 0 0,0 0-1 0 0,-3 0 1 0 0,3 1 9 0 0,-1 0 0 0 0,1 0 0 0 0,-1 0 0 0 0,1 0 0 0 0,-1 0 0 0 0,1 0 0 0 0,0 1 0 0 0,0-1 0 0 0,-1 1 0 0 0,1-1 1 0 0,0 1-1 0 0,0 0 0 0 0,0 0 0 0 0,1 0 0 0 0,-4 4 0 0 0,0 2 30 0 0,0 1 0 0 0,1 0 0 0 0,0 0 0 0 0,0 0 0 0 0,1 0 0 0 0,0 0 0 0 0,0 1 0 0 0,1 0 0 0 0,1-1 0 0 0,-1 1 0 0 0,2 0-1 0 0,-1 0 1 0 0,1 0 0 0 0,1-1 0 0 0,0 1 0 0 0,0 0 0 0 0,1 0 0 0 0,0-1 0 0 0,1 1 0 0 0,5 14 0 0 0,-4-16-27 0 0,0 1-1 0 0,0 0 1 0 0,1-1-1 0 0,0 1 1 0 0,0-1-1 0 0,1-1 1 0 0,0 1-1 0 0,0-1 1 0 0,12 10-1 0 0,-13-13 4 0 0,0 0 0 0 0,1 0 0 0 0,0 0 0 0 0,0-1 0 0 0,0 0 0 0 0,0 0 0 0 0,0 0 0 0 0,0-1 0 0 0,1 0 0 0 0,-1-1 0 0 0,1 1 0 0 0,0-1 0 0 0,-1 0 0 0 0,10-1 0 0 0,-11 0-1 0 0,1 0 0 0 0,0-1 1 0 0,-1 1-1 0 0,1-2 0 0 0,-1 1 1 0 0,0 0-1 0 0,1-1 0 0 0,-1 0 0 0 0,0-1 1 0 0,0 1-1 0 0,0-1 0 0 0,0 0 0 0 0,5-4 1 0 0,-3 1 1 0 0,0 0-1 0 0,0 0 1 0 0,-1-1 0 0 0,0-1 0 0 0,0 1 0 0 0,-1-1-1 0 0,7-10 1 0 0,-3-1 2 0 0,0 0-1 0 0,-2 0 1 0 0,0-1 0 0 0,-1 0-1 0 0,0 0 1 0 0,2-28 0 0 0,0-36 7 0 0,16 111 764 0 0,-4 0-510 0 0,-1 1-81 0 0,2 0 0 0 0,28 27-1 0 0,-42-48-158 0 0,1-1 1 0 0,-1 1-1 0 0,1-1 0 0 0,0 0 0 0 0,1-1 0 0 0,-1 0 0 0 0,1 0 0 0 0,0-1 0 0 0,1 0 0 0 0,-1-1 0 0 0,1 0 0 0 0,9 2 0 0 0,-17-5-12 0 0,-1 0 0 0 0,0 0 0 0 0,0 0 0 0 0,0 0-1 0 0,0-1 1 0 0,0 1 0 0 0,0 0 0 0 0,0 0 0 0 0,0-1 0 0 0,0 1 0 0 0,0-1-1 0 0,0 1 1 0 0,0-1 0 0 0,0 1 0 0 0,-1-1 0 0 0,1 0 0 0 0,0 1-1 0 0,0-1 1 0 0,0 0 0 0 0,-1 0 0 0 0,1 1 0 0 0,0-1 0 0 0,-1 0 0 0 0,1 0-1 0 0,-1 0 1 0 0,1 0 0 0 0,-1 0 0 0 0,1 0 0 0 0,-1 0 0 0 0,0 0-1 0 0,1 0 1 0 0,-1 0 0 0 0,0 0 0 0 0,0-2 0 0 0,5-47 213 0 0,-4 36-185 0 0,7-59-1038 0 0,-2 41-4853 0 0,0 5-1404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7.0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1 364 3681 0 0,'4'6'281'0'0,"0"-1"0"0"0,0 1 0 0 0,1-1 0 0 0,0 0 0 0 0,0 0 0 0 0,0 0 0 0 0,0 0 0 0 0,1-1 0 0 0,0 0 0 0 0,0-1 0 0 0,0 1 0 0 0,10 3 0 0 0,-13-5-34 0 0,1-2-1 0 0,-1 1 1 0 0,1 0 0 0 0,-1-1-1 0 0,1 1 1 0 0,0-1-1 0 0,-1 0 1 0 0,1 0-1 0 0,-1 0 1 0 0,1-1 0 0 0,-1 1-1 0 0,1-1 1 0 0,-1 0-1 0 0,1 0 1 0 0,-1 0 0 0 0,1-1-1 0 0,-1 1 1 0 0,0-1-1 0 0,0 1 1 0 0,0-1 0 0 0,0 0-1 0 0,0 0 1 0 0,0-1-1 0 0,-1 1 1 0 0,6-6 0 0 0,-3 2-115 0 0,0-1 1 0 0,0-1-1 0 0,0 1 1 0 0,-1-1-1 0 0,0 0 1 0 0,-1 0-1 0 0,1 0 1 0 0,-2 0 0 0 0,1 0-1 0 0,-1-1 1 0 0,0 1-1 0 0,0-12 1 0 0,0-2 42 0 0,-1-1 1 0 0,-1 0 0 0 0,-4-34-1 0 0,4 53-82 0 0,-1 0-1 0 0,0 0 0 0 0,1 0 0 0 0,-1 0 1 0 0,-1 0-1 0 0,1 1 0 0 0,-1-1 0 0 0,1 1 1 0 0,-4-6-1 0 0,5 8-55 0 0,-1 1 0 0 0,1-1 0 0 0,-1 1 0 0 0,1 0 0 0 0,-1-1 0 0 0,1 1 0 0 0,-1-1 0 0 0,1 1 0 0 0,-1 0 0 0 0,1-1 0 0 0,-1 1 0 0 0,0 0 0 0 0,1-1 0 0 0,-1 1 0 0 0,0 0 0 0 0,1 0 0 0 0,-1 0 0 0 0,0 0 0 0 0,1 0 0 0 0,-1-1 0 0 0,0 1 0 0 0,1 0 0 0 0,-2 1 0 0 0,1-1 15 0 0,-1 1-1 0 0,1-1 0 0 0,-1 1 1 0 0,1 0-1 0 0,-1 0 1 0 0,1-1-1 0 0,0 1 1 0 0,-1 0-1 0 0,1 0 1 0 0,0 1-1 0 0,0-1 1 0 0,-1 0-1 0 0,0 2 1 0 0,-2 3-49 0 0,0-1 0 0 0,0 0 1 0 0,1 1-1 0 0,0 0 0 0 0,0 0 0 0 0,1 0 1 0 0,0 0-1 0 0,0 0 0 0 0,0 0 1 0 0,1 1-1 0 0,-1-1 0 0 0,2 1 0 0 0,-1-1 1 0 0,1 1-1 0 0,0-1 0 0 0,0 1 1 0 0,0-1-1 0 0,1 1 0 0 0,0-1 0 0 0,1 1 1 0 0,0-1-1 0 0,-1 0 0 0 0,2 0 1 0 0,-1 0-1 0 0,1 0 0 0 0,3 6 0 0 0,-2-5-2 0 0,1 1 0 0 0,-1-1-1 0 0,2 0 1 0 0,-1 0 0 0 0,1 0-1 0 0,0-1 1 0 0,0 0-1 0 0,0 0 1 0 0,1-1 0 0 0,0 0-1 0 0,0 0 1 0 0,0 0 0 0 0,1-1-1 0 0,0 0 1 0 0,0 0 0 0 0,0-1-1 0 0,0 0 1 0 0,0-1-1 0 0,13 3 1 0 0,-18-5 25 0 0,1 0-1 0 0,0-1 1 0 0,0 1-1 0 0,-1-1 1 0 0,1 0-1 0 0,0 0 1 0 0,-1 0 0 0 0,1 0-1 0 0,0 0 1 0 0,-1-1-1 0 0,0 0 1 0 0,1 0 0 0 0,-1 0-1 0 0,0 0 1 0 0,0 0-1 0 0,0-1 1 0 0,0 1-1 0 0,-1-1 1 0 0,4-3 0 0 0,8-10 242 0 0,-1-1 1 0 0,15-23-1 0 0,-8 11-101 0 0,-14 21-108 0 0,0-1 59 0 0,1 0 0 0 0,0 0 0 0 0,1 0-1 0 0,-1 1 1 0 0,15-11 0 0 0,-20 18-86 0 0,0 0 1 0 0,0-1 0 0 0,0 1 0 0 0,0 0-1 0 0,0 0 1 0 0,0 1 0 0 0,0-1-1 0 0,0 0 1 0 0,1 1 0 0 0,-1-1-1 0 0,0 1 1 0 0,1-1 0 0 0,-1 1 0 0 0,0 0-1 0 0,1 0 1 0 0,-1 0 0 0 0,0 1-1 0 0,1-1 1 0 0,-1 0 0 0 0,0 1-1 0 0,0 0 1 0 0,1-1 0 0 0,-1 1-1 0 0,0 0 1 0 0,0 0 0 0 0,0 0 0 0 0,0 1-1 0 0,0-1 1 0 0,0 0 0 0 0,0 1-1 0 0,0-1 1 0 0,2 4 0 0 0,14 13 275 0 0,28 39 0 0 0,10 9-87 0 0,-54-68-147 0 0,-1-1-1 0 0,1 1 1 0 0,-1-1-1 0 0,1 0 1 0 0,-1 0 0 0 0,0 1-1 0 0,0-1 1 0 0,-1 0-1 0 0,1 0 1 0 0,0-4-1 0 0,2-3 25 0 0,11-34 40 0 0,37-78-1 0 0,-44 106-840 0 0,2 0 0 0 0,0 1-1 0 0,1 0 1 0 0,1 1 0 0 0,0 0 0 0 0,1 1 0 0 0,26-24 0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7.4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0 487 2072 0 0,'4'6'504'0'0,"-1"0"0"0"0,0 0 1 0 0,0 0-1 0 0,-1 0 0 0 0,1 1 0 0 0,-1-1 0 0 0,-1 1 0 0 0,1-1 0 0 0,-1 1 0 0 0,0 9 0 0 0,3 8 1005 0 0,1 1 273 0 0,0-1 0 0 0,2 0 0 0 0,1 0 0 0 0,0 0 0 0 0,22 38 0 0 0,-30-61-1733 0 0,0-1 0 0 0,0 1 1 0 0,0-1-1 0 0,1 1 0 0 0,-1-1 0 0 0,0 0 1 0 0,0 1-1 0 0,1-1 0 0 0,-1 1 1 0 0,0-1-1 0 0,1 1 0 0 0,-1-1 1 0 0,1 0-1 0 0,-1 1 0 0 0,0-1 1 0 0,1 0-1 0 0,-1 0 0 0 0,1 1 1 0 0,-1-1-1 0 0,1 0 0 0 0,-1 0 1 0 0,1 0-1 0 0,-1 1 0 0 0,1-1 1 0 0,-1 0-1 0 0,1 0 0 0 0,-1 0 1 0 0,2 0-1 0 0,6-12 633 0 0,-1-33-265 0 0,-6 35-199 0 0,72-558 790 0 0,-74 525-908 0 0,1 34-32 0 0,-1-1-1 0 0,1 1 0 0 0,0-1 0 0 0,1 0 1 0 0,0 1-1 0 0,1-1 0 0 0,0 1 0 0 0,3-10 1 0 0,-4 18-53 0 0,-1 1 0 0 0,0-1 0 0 0,0 1 1 0 0,0 0-1 0 0,0-1 0 0 0,1 1 0 0 0,-1-1 1 0 0,0 1-1 0 0,1 0 0 0 0,-1-1 0 0 0,0 1 1 0 0,1 0-1 0 0,-1-1 0 0 0,0 1 0 0 0,1 0 1 0 0,-1 0-1 0 0,1-1 0 0 0,-1 1 0 0 0,0 0 1 0 0,1 0-1 0 0,-1-1 0 0 0,1 1 0 0 0,-1 0 1 0 0,1 0-1 0 0,-1 0 0 0 0,1 0 0 0 0,-1 0 1 0 0,0 0-1 0 0,1 0 0 0 0,-1 0 0 0 0,2 0 1 0 0,14 9 158 0 0,9 21-94 0 0,-16-14-51 0 0,0 0-1 0 0,-1 1 0 0 0,0 0 0 0 0,-2 0 1 0 0,0 1-1 0 0,-1 0 0 0 0,-1 0 1 0 0,0 0-1 0 0,-1 1 0 0 0,-2-1 0 0 0,1 22 1 0 0,-5 23-44 0 0,-2 0 0 0 0,-13 61 1 0 0,-4 43-827 0 0,21-163 728 0 0,-1 89-773 0 0,2-86 542 0 0,1 1 1 0 0,0 0 0 0 0,0 0 0 0 0,1-1 0 0 0,0 1 0 0 0,0-1 0 0 0,1 1 0 0 0,0-1 0 0 0,6 12 0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8.2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1 7834 0 0,'-7'0'1086'0'0,"6"0"-635"0"0,0-1-1 0 0,0 1 0 0 0,-1 0 1 0 0,1 0-1 0 0,0 0 1 0 0,0 0-1 0 0,-1 1 1 0 0,1-1-1 0 0,0 0 1 0 0,0 0-1 0 0,-1 1 1 0 0,1-1-1 0 0,0 1 1 0 0,-2 0-1 0 0,2 0-216 0 0,1 1 0 0 0,-1-1 0 0 0,1 0 0 0 0,0 1-1 0 0,-1-1 1 0 0,1 1 0 0 0,0-1 0 0 0,0 1 0 0 0,0-1 0 0 0,0 0 0 0 0,0 1-1 0 0,0-1 1 0 0,0 1 0 0 0,1-1 0 0 0,0 2 0 0 0,1 13 320 0 0,2 15 384 0 0,10 41 1 0 0,-12-64-905 0 0,0-1 1 0 0,1 0 0 0 0,-1 0-1 0 0,1 0 1 0 0,1 0 0 0 0,0 0 0 0 0,-1-1-1 0 0,2 0 1 0 0,-1 0 0 0 0,1 0-1 0 0,7 7 1 0 0,-11-11-30 0 0,1-1 1 0 0,-1 0-1 0 0,0 0 1 0 0,1 0-1 0 0,-1 0 0 0 0,0-1 1 0 0,1 1-1 0 0,-1 0 1 0 0,1-1-1 0 0,0 1 0 0 0,-1-1 1 0 0,1 1-1 0 0,-1-1 1 0 0,1 1-1 0 0,0-1 0 0 0,-1 0 1 0 0,1 0-1 0 0,0 0 1 0 0,-1 0-1 0 0,1 0 0 0 0,0-1 1 0 0,-1 1-1 0 0,1 0 1 0 0,0-1-1 0 0,-1 1 0 0 0,1-1 1 0 0,-1 0-1 0 0,1 1 1 0 0,-1-1-1 0 0,1 0 0 0 0,-1 0 1 0 0,1 0-1 0 0,-1 0 1 0 0,0 0-1 0 0,0 0 0 0 0,1 0 1 0 0,-1-1-1 0 0,0 1 1 0 0,0 0-1 0 0,0-1 0 0 0,0 1 1 0 0,1-3-1 0 0,5-9 39 0 0,0 0 0 0 0,0 0 0 0 0,-2 0 1 0 0,6-16-1 0 0,-4 10 23 0 0,-3 5-36 0 0,-3 10-10 0 0,0 1-1 0 0,0-1 1 0 0,1 0-1 0 0,-1 0 1 0 0,1 0-1 0 0,0 1 0 0 0,0-1 1 0 0,0 1-1 0 0,0-1 1 0 0,4-3-1 0 0,-8 53 623 0 0,-2 164 86 0 0,5-124-418 0 0,-14 120 1 0 0,11-194-228 0 0,0 1 0 0 0,-1-1-1 0 0,0 0 1 0 0,-1 0 0 0 0,0-1-1 0 0,-1 1 1 0 0,0-1 0 0 0,-1 0-1 0 0,-7 11 1 0 0,7-14-287 0 0,0-1 0 0 0,0 0 1 0 0,-1 0-1 0 0,-14 11 0 0 0,12-11-1430 0 0,-2 0 1 0 0,1-1-1 0 0,-22 10 0 0 0,0-3-6238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8.9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82 1 17052 0 0,'1'1'117'0'0,"0"0"0"0"0,-1 0-1 0 0,1 0 1 0 0,-1 0 0 0 0,1 0 0 0 0,-1 0 0 0 0,0 0 0 0 0,1 0 0 0 0,-1 0 0 0 0,0 0 0 0 0,1 0 0 0 0,-1 1 0 0 0,0-1 0 0 0,0 0 0 0 0,0 0 0 0 0,0 0 0 0 0,0 0 0 0 0,-1 1-1 0 0,1-1 1 0 0,-1 1 0 0 0,-2 30 183 0 0,-32 111 1251 0 0,21-93-1344 0 0,2 1 0 0 0,-8 66 0 0 0,19-102-284 0 0,0 1 0 0 0,1-1 0 0 0,1 0 0 0 0,0 0 0 0 0,1 0 0 0 0,0 1 0 0 0,2-2 0 0 0,0 1 0 0 0,0 0 0 0 0,1-1 0 0 0,1 0 0 0 0,9 17 0 0 0,3-5-1758 0 0,2-4-5113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9.2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4 14283 0 0,'-2'-3'1814'0'0,"4"12"-656"0"0,6 31 210 0 0,-6 36 175 0 0,-3-42-1332 0 0,1-1-1 0 0,3 0 1 0 0,0 0 0 0 0,12 47-1 0 0,-13-72-205 0 0,0-1 0 0 0,1 0 1 0 0,0 1-1 0 0,0-1 0 0 0,0 0 0 0 0,1-1 0 0 0,0 1 1 0 0,0-1-1 0 0,1 0 0 0 0,0 0 0 0 0,0 0 0 0 0,0 0 0 0 0,1-1 1 0 0,0 0-1 0 0,0 0 0 0 0,0-1 0 0 0,1 0 0 0 0,-1 0 0 0 0,1 0 1 0 0,0-1-1 0 0,0 0 0 0 0,0 0 0 0 0,1 0 0 0 0,10 1 1 0 0,-14-3-3 0 0,0 0 0 0 0,0 0 0 0 0,0-1 0 0 0,1 0 0 0 0,-1 1 0 0 0,0-2 0 0 0,0 1 0 0 0,0 0 0 0 0,0-1 0 0 0,0 0 0 0 0,0 0 0 0 0,0 0 0 0 0,0 0 0 0 0,0 0 0 0 0,-1-1 0 0 0,1 0 0 0 0,0 0 0 0 0,-1 0 0 0 0,1 0 0 0 0,-1-1 0 0 0,0 1 0 0 0,0-1 0 0 0,0 0 0 0 0,0 0 0 0 0,0 0 0 0 0,-1 0 0 0 0,1 0 0 0 0,-1-1 0 0 0,0 1 0 0 0,0-1 0 0 0,0 1 0 0 0,0-1 0 0 0,-1 0 0 0 0,2-5 0 0 0,1-2 30 0 0,-1-1 0 0 0,-1 0 1 0 0,0 1-1 0 0,-1-1 0 0 0,0 0 1 0 0,0 0-1 0 0,-1 0 1 0 0,-1 0-1 0 0,0 0 0 0 0,-5-21 1 0 0,2 18 33 0 0,0 0 1 0 0,-2 1-1 0 0,1 0 1 0 0,-14-25 0 0 0,16 34-240 0 0,0 0 1 0 0,-1 0-1 0 0,0 1 1 0 0,0-1-1 0 0,0 1 1 0 0,0-1-1 0 0,0 1 1 0 0,-1 1-1 0 0,0-1 1 0 0,0 0-1 0 0,0 1 1 0 0,0 0-1 0 0,-1 1 1 0 0,1-1-1 0 0,-7-2 1 0 0,-7 1-6849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9.5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79 14283 0 0,'-5'-16'1287'0'0,"5"16"-1279"0"0,0 0 1 0 0,0 0-1 0 0,0 0 0 0 0,0 0 0 0 0,1 0 1 0 0,-1 0-1 0 0,0 0 0 0 0,0 0 0 0 0,0 0 1 0 0,1 0-1 0 0,-1 0 0 0 0,0 0 0 0 0,0 0 0 0 0,0 0 1 0 0,1 0-1 0 0,-1 0 0 0 0,0 0 0 0 0,0 0 1 0 0,0 0-1 0 0,1 0 0 0 0,-1 0 0 0 0,0 0 0 0 0,0 0 1 0 0,0 0-1 0 0,1 0 0 0 0,-1 0 0 0 0,0 0 1 0 0,0-1-1 0 0,0 1 0 0 0,0 0 0 0 0,0 0 1 0 0,1 0-1 0 0,-1 0 0 0 0,0 0 0 0 0,0-1 0 0 0,0 1 1 0 0,0 0-1 0 0,0 0 0 0 0,0 0 0 0 0,0-1 1 0 0,0 1-1 0 0,1 0 0 0 0,-1 0 0 0 0,0 0 0 0 0,0-1 1 0 0,0 1-1 0 0,0 0 0 0 0,0 0 0 0 0,0 0 1 0 0,0-1-1 0 0,0 1 0 0 0,0 0 0 0 0,0 0 1 0 0,0 0-1 0 0,0 0 0 0 0,-1-1 0 0 0,1 1 0 0 0,3 4 230 0 0,0 1-1 0 0,-1 0 0 0 0,0 0 1 0 0,0 0-1 0 0,0 0 0 0 0,-1 0 1 0 0,1 0-1 0 0,-1 0 0 0 0,0 0 0 0 0,-1 1 1 0 0,1 6-1 0 0,1 4 232 0 0,4 21 312 0 0,0 8-139 0 0,2 0-1 0 0,20 61 1 0 0,-24-94-620 0 0,1 0 1 0 0,0-1-1 0 0,0 1 0 0 0,1-1 1 0 0,0-1-1 0 0,1 1 1 0 0,0-1-1 0 0,1 0 0 0 0,0-1 1 0 0,1 0-1 0 0,0 0 1 0 0,0-1-1 0 0,19 13 0 0 0,-25-19-21 0 0,0 0-1 0 0,-1 0 1 0 0,1 0-1 0 0,1-1 1 0 0,-1 1-1 0 0,0-1 0 0 0,0 0 1 0 0,0 0-1 0 0,1 0 1 0 0,-1-1-1 0 0,1 1 1 0 0,-1-1-1 0 0,0 0 1 0 0,1 0-1 0 0,-1 0 0 0 0,1 0 1 0 0,-1 0-1 0 0,1-1 1 0 0,3 0-1 0 0,-4-1-1 0 0,0 0 1 0 0,0 0-1 0 0,0 0 1 0 0,0 0-1 0 0,0 0 0 0 0,0-1 1 0 0,-1 1-1 0 0,1-1 0 0 0,-1 0 1 0 0,1 0-1 0 0,-1 0 1 0 0,0 0-1 0 0,0 0 0 0 0,-1 0 1 0 0,1-1-1 0 0,-1 1 0 0 0,3-7 1 0 0,3-12-186 0 0,-1-1 0 0 0,-1 0 0 0 0,-1 0 0 0 0,-1-1 0 0 0,-1 1 1 0 0,-1-1-1 0 0,-4-37 0 0 0,-1 22-568 0 0,-1 0 0 0 0,-3 1 0 0 0,-21-68 0 0 0,21 84-3792 0 0,-2 2-1216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50.1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 10594 0 0,'6'-1'517'0'0,"1"0"-1"0"0,-1 1 0 0 0,1-1 1 0 0,-1 1-1 0 0,1 1 0 0 0,-1-1 0 0 0,0 1 1 0 0,1 0-1 0 0,-1 0 0 0 0,10 4 1 0 0,-13-3-275 0 0,1-1-1 0 0,0 1 1 0 0,-1 0 0 0 0,0 1 0 0 0,1-1 0 0 0,-1 0 0 0 0,0 1-1 0 0,0 0 1 0 0,-1 0 0 0 0,1 0 0 0 0,-1 0 0 0 0,1 0-1 0 0,-1 0 1 0 0,0 1 0 0 0,0-1 0 0 0,0 1 0 0 0,0-1 0 0 0,1 6-1 0 0,1 8-48 0 0,0 1-1 0 0,-1 0 1 0 0,1 22-1 0 0,-2-16 261 0 0,9 41 0 0 0,-10-59-416 0 0,1-1 0 0 0,0 1 0 0 0,0 0 0 0 0,0-1 0 0 0,1 1 0 0 0,0-1 0 0 0,0 0 1 0 0,0 0-1 0 0,1 0 0 0 0,0 0 0 0 0,7 7 0 0 0,-11-12-38 0 0,1 1 0 0 0,-1-1 0 0 0,1 1 0 0 0,0-1 0 0 0,-1 1 0 0 0,1-1 0 0 0,0 1 0 0 0,-1-1 0 0 0,1 1 0 0 0,0-1 0 0 0,0 0 0 0 0,-1 0 0 0 0,1 1 0 0 0,0-1 0 0 0,0 0 0 0 0,0 0 0 0 0,-1 0 0 0 0,1 0 0 0 0,0 0 0 0 0,0 0 0 0 0,0 0 0 0 0,0 0 0 0 0,-1 0 0 0 0,1 0 0 0 0,0-1 0 0 0,0 1 0 0 0,1-1 0 0 0,0 0-5 0 0,-1 0 0 0 0,1 0 1 0 0,-1-1-1 0 0,1 1 0 0 0,-1-1 0 0 0,1 1 0 0 0,-1-1 1 0 0,0 0-1 0 0,1 1 0 0 0,1-5 0 0 0,2-6-33 0 0,0 0-1 0 0,7-24 1 0 0,-10 27 33 0 0,5-12 7 0 0,2-10 6 0 0,2 0-1 0 0,14-29 1 0 0,-22 52-4 0 0,1 1-1 0 0,0 0 0 0 0,0 1 0 0 0,1-1 1 0 0,0 1-1 0 0,0 0 0 0 0,0 0 1 0 0,1 0-1 0 0,-1 1 0 0 0,2 0 0 0 0,-1 0 1 0 0,0 0-1 0 0,13-6 0 0 0,-17 10 8 0 0,0 1 0 0 0,-1-1-1 0 0,1 1 1 0 0,0-1 0 0 0,0 1 0 0 0,-1 0 0 0 0,1-1-1 0 0,0 1 1 0 0,0 0 0 0 0,0 0 0 0 0,-1 0-1 0 0,1 1 1 0 0,0-1 0 0 0,0 0 0 0 0,-1 1-1 0 0,1-1 1 0 0,0 1 0 0 0,0 0 0 0 0,-1-1-1 0 0,1 1 1 0 0,-1 0 0 0 0,1 0 0 0 0,-1 0-1 0 0,1 0 1 0 0,-1 0 0 0 0,1 0 0 0 0,-1 1 0 0 0,0-1-1 0 0,0 0 1 0 0,0 1 0 0 0,0-1 0 0 0,2 3-1 0 0,3 6 79 0 0,0 0 0 0 0,-1 0-1 0 0,0 1 1 0 0,3 12-1 0 0,2 1 59 0 0,22 41-32 0 0,-28-59-111 0 0,-1-1 0 0 0,1 1 0 0 0,0-1 0 0 0,1 0 0 0 0,-1 0 0 0 0,1 0 0 0 0,0 0 0 0 0,9 6 0 0 0,-13-11-6 0 0,-1 0 0 0 0,1 0 1 0 0,-1 0-1 0 0,1 0 0 0 0,-1-1 0 0 0,1 1 0 0 0,0 0 1 0 0,-1 0-1 0 0,1 0 0 0 0,-1 0 0 0 0,1-1 0 0 0,-1 1 1 0 0,1 0-1 0 0,-1 0 0 0 0,1-1 0 0 0,-1 1 0 0 0,1-1 1 0 0,-1 1-1 0 0,0 0 0 0 0,1-1 0 0 0,-1 1 0 0 0,1-1 0 0 0,-1 1 1 0 0,0-1-1 0 0,0 1 0 0 0,1-1 0 0 0,-1 1 0 0 0,0-1 1 0 0,0 1-1 0 0,1-1 0 0 0,-1 1 0 0 0,0-1 0 0 0,0 0 1 0 0,10-28-49 0 0,-7 22 28 0 0,2-5-8 0 0,0 0 0 0 0,1 0 0 0 0,0 1 0 0 0,1 0 0 0 0,9-11 0 0 0,-12 17 6 0 0,0 1 1 0 0,0 0-1 0 0,0-1 1 0 0,1 2-1 0 0,-1-1 1 0 0,1 0 0 0 0,0 1-1 0 0,1 0 1 0 0,-1 0-1 0 0,0 0 1 0 0,1 1-1 0 0,-1 0 1 0 0,9-2 0 0 0,-12 3 10 0 0,-1 1 1 0 0,1 0 0 0 0,0 0-1 0 0,-1 0 1 0 0,1 0-1 0 0,0 0 1 0 0,-1 0 0 0 0,1 0-1 0 0,0 1 1 0 0,-1-1 0 0 0,1 0-1 0 0,-1 1 1 0 0,1 0 0 0 0,0-1-1 0 0,-1 1 1 0 0,0 0-1 0 0,1 0 1 0 0,-1 0 0 0 0,1 0-1 0 0,-1 0 1 0 0,0 0 0 0 0,0 0-1 0 0,2 2 1 0 0,23 37-903 0 0,-7-8-2048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50.5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84 5841 0 0,'2'-5'370'0'0,"0"0"0"0"0,-1 0 0 0 0,1 0 0 0 0,-1 0 0 0 0,0 0 0 0 0,1-8 0 0 0,-2 11 50 0 0,1 0 0 0 0,-1 1-1 0 0,0-1 1 0 0,0 0 0 0 0,0 0 0 0 0,0 1 0 0 0,0-1-1 0 0,0 0 1 0 0,0 1 0 0 0,-1-1 0 0 0,1 0 0 0 0,-1 1 0 0 0,1-1-1 0 0,-1 0 1 0 0,0 1 0 0 0,1-1 0 0 0,-1 1 0 0 0,0-1 0 0 0,0 1-1 0 0,0-1 1 0 0,0 1 0 0 0,0 0 0 0 0,-3-2 0 0 0,3 3-255 0 0,1 0 0 0 0,-1 0 1 0 0,0 0-1 0 0,0 0 0 0 0,0 0 1 0 0,0 0-1 0 0,1 0 0 0 0,-1 0 1 0 0,0 1-1 0 0,0-1 0 0 0,0 0 0 0 0,1 1 1 0 0,-1-1-1 0 0,0 1 0 0 0,0-1 1 0 0,1 0-1 0 0,-1 1 0 0 0,0 0 1 0 0,1-1-1 0 0,-1 1 0 0 0,1-1 1 0 0,-1 1-1 0 0,0 1 0 0 0,-17 20 47 0 0,15-17 115 0 0,-3 2-284 0 0,1 0 0 0 0,0 0 1 0 0,0 1-1 0 0,1 0 0 0 0,0 0 0 0 0,0 0 0 0 0,1 0 1 0 0,0 1-1 0 0,1-1 0 0 0,-1 1 0 0 0,2 0 1 0 0,-1 0-1 0 0,1 11 0 0 0,1-12-36 0 0,1-1 0 0 0,0 1-1 0 0,0-1 1 0 0,1 0 0 0 0,-1 0 0 0 0,2 0-1 0 0,-1 0 1 0 0,1 0 0 0 0,0 0 0 0 0,1 0-1 0 0,0-1 1 0 0,0 0 0 0 0,0 0 0 0 0,0 0 0 0 0,1 0-1 0 0,7 7 1 0 0,50 38-102 0 0,-48-41 65 0 0,-1 1 1 0 0,0 0-1 0 0,0 1 1 0 0,-1 0-1 0 0,17 23 1 0 0,-29-33 23 0 0,1 0 0 0 0,0 0 1 0 0,0 0-1 0 0,-1 0 0 0 0,1 0 0 0 0,-1 0 1 0 0,1 0-1 0 0,-1 0 0 0 0,0 0 0 0 0,0 1 0 0 0,0-1 1 0 0,0 0-1 0 0,0 0 0 0 0,-1 0 0 0 0,1 0 0 0 0,-1 0 1 0 0,1 0-1 0 0,-1 0 0 0 0,0 0 0 0 0,0 0 1 0 0,0 0-1 0 0,0 0 0 0 0,0 0 0 0 0,0 0 0 0 0,0 0 1 0 0,-1-1-1 0 0,1 1 0 0 0,0-1 0 0 0,-1 1 0 0 0,0-1 1 0 0,1 1-1 0 0,-3 0 0 0 0,-4 5 22 0 0,0-1-1 0 0,0 0 1 0 0,-1-1-1 0 0,1 0 1 0 0,-15 6 0 0 0,18-8-62 0 0,1-1 0 0 0,-1 0 0 0 0,0-1 0 0 0,0 1 0 0 0,1-1 0 0 0,-1 0 0 0 0,0 0 0 0 0,0-1 0 0 0,0 0 1 0 0,0 1-1 0 0,-1-2 0 0 0,1 1 0 0 0,0 0 0 0 0,0-1 0 0 0,0 0 0 0 0,1 0 0 0 0,-1-1 0 0 0,0 1 0 0 0,0-1 0 0 0,-6-4 0 0 0,-1-3-828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28.8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102 116 5065 0 0,'-11'-16'1658'0'0,"-2"1"-1"0"0,-18-17 1 0 0,-16-21 4287 0 0,53 74-1326 0 0,-1 31-4355 0 0,-4-31 167 0 0,9 70-153 0 0,3 1 0 0 0,5-2 0 0 0,54 164 0 0 0,-65-234-421 0 0,31 94 491 0 0,-34-99-710 0 0,-1 0 1 0 0,0 0-1 0 0,-1 0 1 0 0,-1 1-1 0 0,0 24 0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29.0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1840 0 0,'0'-2'126'0'0,"1"1"0"0"0,0-1 0 0 0,0 1 0 0 0,0-1 0 0 0,0 1 0 0 0,0 0 0 0 0,0 0 0 0 0,0 0 0 0 0,0-1 0 0 0,0 1 0 0 0,0 0 0 0 0,1 0 0 0 0,-1 0 0 0 0,0 1-1 0 0,1-1 1 0 0,2-1 0 0 0,30-11 2909 0 0,-16 6-1909 0 0,53-25 2846 0 0,92-39 3146 0 0,-52 31-8005 0 0,-88 34-5719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29.8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49 8754 0 0,'8'-11'8933'0'0,"-7"11"-8692"0"0,31-14 1813 0 0,35-5-3664 0 0,-8 15-3252 0 0,-43 4-222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29.9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82 5065 0 0,'24'-1'3023'0'0,"57"-19"1791"0"0,0-6-3279 0 0,1-1-3667 0 0,-62 20 1245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0.4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 10594 0 0,'6'-6'9451'0'0,"10"24"-7695"0"0,-6 8-1540 0 0,-1 0 1 0 0,-1 1 0 0 0,6 40 0 0 0,3 87-210 0 0,-10-85 30 0 0,-3-28-145 0 0,21 140 342 0 0,-20-157-813 0 0,1 0 1 0 0,1-1-1 0 0,1 1 1 0 0,1-1-1 0 0,16 27 1 0 0,-2-13-6490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0.9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381 231 9674 0 0,'-380'90'6836'0'0,"395"-96"-3839"0"0,100-31-1797 0 0,1096-226 974 0 0,-1187 259-2269 0 0,3 0-87 0 0,0 0 1 0 0,0 2 0 0 0,33 1 0 0 0,-58 2 31 0 0,-1-2-34 0 0,0 2-1 0 0,0-1 1 0 0,1 0-1 0 0,-1 0 1 0 0,0 0-1 0 0,0 0 1 0 0,0 1 0 0 0,0-1-1 0 0,1 0 1 0 0,-1 1-1 0 0,0-1 1 0 0,0 1-1 0 0,0 0 1 0 0,1 0-1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1.2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22 133 7834 0 0,'-21'22'8051'0'0,"35"-22"-6663"0"0,0-2 1 0 0,25-4-1 0 0,63-24 180 0 0,-82 24-1213 0 0,88-33 190 0 0,38-12-466 0 0,-126 45-806 0 0,1 2 1 0 0,0 0 0 0 0,1 1-1 0 0,-1 1 1 0 0,24 1 0 0 0,-18 5-3023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1.5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20 3225 0 0,'18'-17'4107'0'0,"-16"17"-3531"0"0,-1-1 0 0 0,0 1 0 0 0,1-1 0 0 0,-1 1-1 0 0,0-1 1 0 0,1 1 0 0 0,16 8 7159 0 0,-17-7-7449 0 0,1 17 872 0 0,-8 79 365 0 0,-4 32-949 0 0,11 201 0 0 0,1-316-670 0 0,0 1-1 0 0,0 0 1 0 0,2-1 0 0 0,8 26 0 0 0,-5-23-423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3.1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74 129 6913 0 0,'-73'16'7310'0'0,"87"-28"-3039"0"0,16-13-3542 0 0,-9 10-662 0 0,60-42 423 0 0,-27 21-3185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3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66 11522 0 0,'-15'21'1205'0'0,"15"-21"-1161"0"0,0 1-1 0 0,0-1 0 0 0,-1 1 0 0 0,1 0 1 0 0,0-1-1 0 0,0 1 0 0 0,0 0 1 0 0,0 0-1 0 0,1-1 0 0 0,-1 1 0 0 0,0-1 1 0 0,0 1-1 0 0,0 0 0 0 0,0-1 0 0 0,1 1 1 0 0,-1 0-1 0 0,0-1 0 0 0,1 1 0 0 0,-1-1 1 0 0,0 1-1 0 0,1-1 0 0 0,-1 1 0 0 0,1-1 1 0 0,-1 1-1 0 0,1-1 0 0 0,-1 1 0 0 0,1-1 1 0 0,-1 1-1 0 0,1-1 0 0 0,-1 0 0 0 0,1 1 1 0 0,0-1-1 0 0,-1 0 0 0 0,1 0 0 0 0,0 1 1 0 0,-1-1-1 0 0,1 0 0 0 0,0 0 0 0 0,0 0 1 0 0,3 1 149 0 0,1 0 1 0 0,-1-1-1 0 0,0 0 0 0 0,1 1 1 0 0,-1-1-1 0 0,1-1 0 0 0,-1 1 1 0 0,1-1-1 0 0,-1 0 1 0 0,0 0-1 0 0,0 0 0 0 0,1 0 1 0 0,6-4-1 0 0,56-30-1211 0 0,-52 25 262 0 0,49-24-2987 0 0,-30 15 1793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3.7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7 11058 0 0,'-7'-6'10414'0'0,"10"21"-10495"0"0,56 566 1543 0 0,-36-280-2160 0 0,-3-173-5974 0 0,-9-71 7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4.1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116 442 8754 0 0,'-26'4'759'0'0,"-41"1"0"0"0,65-5-537 0 0,1 0 0 0 0,0 0 1 0 0,0 0-1 0 0,-1 0 0 0 0,1 0 1 0 0,0 0-1 0 0,0 0 1 0 0,0 0-1 0 0,-1-1 0 0 0,1 1 1 0 0,0 0-1 0 0,0-1 1 0 0,0 1-1 0 0,0-1 0 0 0,-2-1 1 0 0,3 2-141 0 0,0 0 0 0 0,-1-1 0 0 0,1 1 0 0 0,0-1 0 0 0,0 1 1 0 0,0 0-1 0 0,0-1 0 0 0,0 1 0 0 0,0-1 0 0 0,0 1 0 0 0,0 0 0 0 0,0-1 1 0 0,0 1-1 0 0,0-1 0 0 0,0 1 0 0 0,0 0 0 0 0,1-1 0 0 0,-1 1 0 0 0,0 0 1 0 0,0-1-1 0 0,0 1 0 0 0,0 0 0 0 0,1-1 0 0 0,-1 1 0 0 0,0 0 0 0 0,0-1 1 0 0,1 1-1 0 0,-1 0 0 0 0,1-1 0 0 0,2-2 211 0 0,1-1-1 0 0,0 1 1 0 0,0 0 0 0 0,1 0 0 0 0,6-3 0 0 0,57-25 838 0 0,1 4 0 0 0,83-21 0 0 0,150-23-175 0 0,-118 29-600 0 0,788-148-586 0 0,-945 187-549 0 0,-9 2-228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4.4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15667 0 0,'0'0'719'0'0,"16"27"2614"0"0,-10-7-2755 0 0,-1 0 0 0 0,-1 0 1 0 0,0 0-1 0 0,0 32 0 0 0,-4 86-453 0 0,-2-41-39 0 0,2-80-196 0 0,0 11-606 0 0,2 0-1 0 0,8 50 1 0 0,-2-45-6699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5.0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27 158 10594 0 0,'-2'-8'6734'0'0,"1"12"-5434"0"0,-4 11-1049 0 0,0-1 1 0 0,1 1-1 0 0,1 0 1 0 0,0 1-1 0 0,1-1 0 0 0,1 0 1 0 0,0 1-1 0 0,1-1 1 0 0,1 1-1 0 0,0-1 0 0 0,2 0 1 0 0,-1 0-1 0 0,2 0 1 0 0,7 22-1 0 0,-8-29-248 0 0,0 0 0 0 0,0 0 0 0 0,1-1 0 0 0,0 1 0 0 0,0-1 0 0 0,1 0 0 0 0,0 0 0 0 0,0-1 0 0 0,1 1 0 0 0,0-1 0 0 0,0 0-1 0 0,0-1 1 0 0,1 0 0 0 0,0 0 0 0 0,0 0 0 0 0,0 0 0 0 0,1-1 0 0 0,-1-1 0 0 0,1 1 0 0 0,0-1 0 0 0,0-1 0 0 0,0 1 0 0 0,0-1 0 0 0,0-1 0 0 0,1 1 0 0 0,-1-1 0 0 0,1-1 0 0 0,10 0 0 0 0,-17 0-4 0 0,1 0 0 0 0,0 0 1 0 0,-1 0-1 0 0,1 0 0 0 0,0 0 0 0 0,-1-1 1 0 0,1 0-1 0 0,-1 1 0 0 0,1-1 0 0 0,-1 0 1 0 0,1 0-1 0 0,-1 0 0 0 0,1 0 0 0 0,-1-1 0 0 0,0 1 1 0 0,0-1-1 0 0,0 1 0 0 0,0-1 0 0 0,0 0 1 0 0,0 0-1 0 0,0 0 0 0 0,0 0 0 0 0,-1 0 1 0 0,1 0-1 0 0,1-4 0 0 0,-2 2-15 0 0,0 0 0 0 0,0 0 0 0 0,0 0 0 0 0,-1-1 0 0 0,0 1 1 0 0,1 0-1 0 0,-2 0 0 0 0,1 0 0 0 0,0 0 0 0 0,-1-1 0 0 0,0 1 0 0 0,0 0 0 0 0,0 0 0 0 0,0 0 0 0 0,-3-5 0 0 0,-20-47-130 0 0,-20-53-42 0 0,41 98 162 0 0,0-1 0 0 0,0 0 0 0 0,1 0 0 0 0,1 0 0 0 0,0 0 1 0 0,1 0-1 0 0,1-18 0 0 0,0 24 21 0 0,1-1 0 0 0,0 1 0 0 0,0 0 0 0 0,0 0 0 0 0,1 0 0 0 0,0 0 0 0 0,0 0 0 0 0,1 0 0 0 0,-1 1 0 0 0,1 0 0 0 0,1 0 1 0 0,-1 0-1 0 0,1 0 0 0 0,-1 0 0 0 0,1 1 0 0 0,1 0 0 0 0,-1 0 0 0 0,9-5 0 0 0,0 2 48 0 0,0-1 1 0 0,1 2-1 0 0,-1-1 0 0 0,1 2 0 0 0,0 0 1 0 0,27-4-1 0 0,-40 8-16 0 0,1 1-1 0 0,-1-1 1 0 0,1 1 0 0 0,-1 0-1 0 0,1-1 1 0 0,-1 1 0 0 0,0 0 0 0 0,1 1-1 0 0,-1-1 1 0 0,1 0 0 0 0,-1 1-1 0 0,1-1 1 0 0,-1 1 0 0 0,0 0 0 0 0,1 0-1 0 0,-1 0 1 0 0,0 0 0 0 0,0 0-1 0 0,0 1 1 0 0,0-1 0 0 0,0 0-1 0 0,0 1 1 0 0,0 0 0 0 0,2 2 0 0 0,-2 0-22 0 0,1 0 1 0 0,-1 0 0 0 0,-1 0 0 0 0,1 0-1 0 0,-1 1 1 0 0,1-1 0 0 0,-1 1 0 0 0,0-1 0 0 0,-1 1-1 0 0,1-1 1 0 0,-1 1 0 0 0,0 6 0 0 0,-1 22-11 0 0,1-10-16 0 0,0 1 1 0 0,1-1-1 0 0,8 42 0 0 0,-8-57 17 0 0,2-1 0 0 0,-1 1 0 0 0,1-1 0 0 0,0 0 0 0 0,1 0 0 0 0,0 0 0 0 0,0 0 0 0 0,0-1 0 0 0,1 1 0 0 0,0-1 0 0 0,0 0 0 0 0,0-1 0 0 0,1 1 0 0 0,0-1 0 0 0,10 7 0 0 0,-11-9 26 0 0,0 0 1 0 0,1 0 0 0 0,-1 0-1 0 0,1-1 1 0 0,0 1 0 0 0,0-1-1 0 0,0-1 1 0 0,0 1 0 0 0,0-1-1 0 0,0 0 1 0 0,0 0 0 0 0,0-1-1 0 0,0 0 1 0 0,13-1 0 0 0,-16 0-11 0 0,0 1 0 0 0,0-1 1 0 0,1 0-1 0 0,-1 0 1 0 0,0-1-1 0 0,0 1 1 0 0,0 0-1 0 0,0-1 1 0 0,-1 0-1 0 0,1 0 1 0 0,0 0-1 0 0,-1 0 1 0 0,1 0-1 0 0,-1 0 0 0 0,0-1 1 0 0,0 1-1 0 0,0-1 1 0 0,0 0-1 0 0,0 1 1 0 0,0-1-1 0 0,-1 0 1 0 0,1 0-1 0 0,-1 0 1 0 0,0 0-1 0 0,0 0 0 0 0,0-1 1 0 0,0 1-1 0 0,0 0 1 0 0,-1-6-1 0 0,1-3 20 0 0,-1 1 0 0 0,-1 0 0 0 0,0 0-1 0 0,-1 0 1 0 0,0 0 0 0 0,0 0 0 0 0,-1 0-1 0 0,-1 1 1 0 0,0-1 0 0 0,0 1 0 0 0,-1 0 0 0 0,0 0-1 0 0,-12-16 1 0 0,6 10-223 0 0,-1 0-1 0 0,-1 1 0 0 0,0 1 1 0 0,-1 0-1 0 0,0 0 1 0 0,-33-22-1 0 0,29 25-721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5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 6673 0 0,'0'1'288'0'0,"0"1"73"0"0,0 0-289 0 0,-2-2-72 0 0,0 0 0 0 0,-1-1 0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5.9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 4609 0 0,'0'-6'2827'0'0,"0"6"-2765"0"0,11-4 3246 0 0,12 2 2556 0 0,-20 3-5567 0 0,0 0 1 0 0,0 1-1 0 0,0-1 0 0 0,0 1 0 0 0,0 0 1 0 0,-1 0-1 0 0,1 0 0 0 0,-1 0 0 0 0,1 0 1 0 0,-1 1-1 0 0,0-1 0 0 0,0 1 0 0 0,0 0 1 0 0,0-1-1 0 0,0 1 0 0 0,0 0 0 0 0,2 6 1 0 0,3 7-92 0 0,-1 1 0 0 0,5 17 0 0 0,-9-27-57 0 0,3 14-101 0 0,0 0 1 0 0,-1 0 0 0 0,-2 0 0 0 0,0 1 0 0 0,-1-1 0 0 0,-1 0 0 0 0,-1 1 0 0 0,-1-1 0 0 0,-8 40 0 0 0,2-45-82 0 0,4-24-184 0 0,4-29-125 0 0,4 17 263 0 0,1-1 1 0 0,2 1 0 0 0,0 0-1 0 0,0 0 1 0 0,2 1-1 0 0,15-25 1 0 0,-16 31 79 0 0,0 0 0 0 0,1 1 0 0 0,1 0 0 0 0,0 0 0 0 0,1 1 0 0 0,0 0 0 0 0,0 1 0 0 0,2 0 0 0 0,17-11 0 0 0,-29 20 7 0 0,1 0 0 0 0,0-1 0 0 0,0 1 0 0 0,0 0-1 0 0,0 0 1 0 0,-1 1 0 0 0,1-1 0 0 0,0 0 0 0 0,0 1 0 0 0,1-1 0 0 0,-1 1 0 0 0,0 0 0 0 0,0-1-1 0 0,0 1 1 0 0,0 0 0 0 0,0 0 0 0 0,0 1 0 0 0,0-1 0 0 0,0 0 0 0 0,0 1 0 0 0,0-1 0 0 0,0 1-1 0 0,0-1 1 0 0,0 1 0 0 0,0 0 0 0 0,0 0 0 0 0,0 0 0 0 0,0 0 0 0 0,0 0 0 0 0,-1 1-1 0 0,1-1 1 0 0,-1 0 0 0 0,1 1 0 0 0,-1-1 0 0 0,1 1 0 0 0,-1 0 0 0 0,0-1 0 0 0,0 1 0 0 0,0 0-1 0 0,1 2 1 0 0,5 10 86 0 0,-2-1 0 0 0,0 1-1 0 0,-1 0 1 0 0,5 28-1 0 0,0-3-9 0 0,-8-35-82 0 0,18 44 100 0 0,-18-47-99 0 0,-1 1 0 0 0,1-1 0 0 0,-1 0 0 0 0,1 0 1 0 0,-1 1-1 0 0,1-1 0 0 0,0 0 0 0 0,0 0 1 0 0,-1 0-1 0 0,1 0 0 0 0,0 0 0 0 0,0 0 1 0 0,0 0-1 0 0,0-1 0 0 0,0 1 0 0 0,0 0 1 0 0,1 0-1 0 0,-1-1 0 0 0,0 1 0 0 0,0-1 1 0 0,0 1-1 0 0,1-1 0 0 0,-1 1 0 0 0,0-1 1 0 0,0 0-1 0 0,1 0 0 0 0,-1 1 0 0 0,0-1 1 0 0,1 0-1 0 0,-1 0 0 0 0,0 0 0 0 0,3-1 1 0 0,-2 0-20 0 0,0 0 1 0 0,0-1-1 0 0,0 1 1 0 0,0-1-1 0 0,0 1 1 0 0,-1-1-1 0 0,1 0 1 0 0,-1 0-1 0 0,1 0 1 0 0,-1 1-1 0 0,1-1 1 0 0,-1-1-1 0 0,0 1 1 0 0,1-2-1 0 0,13-39 19 0 0,-7 19-28 0 0,-5 15 8 0 0,1 1 1 0 0,0-1-1 0 0,1 1 1 0 0,-1 0-1 0 0,1 1 1 0 0,1-1-1 0 0,-1 1 0 0 0,9-7 1 0 0,-12 12 12 0 0,0 0 1 0 0,0 1-1 0 0,0-1 0 0 0,0 1 1 0 0,1 0-1 0 0,-1 0 1 0 0,1 0-1 0 0,-1 0 0 0 0,1 0 1 0 0,-1 0-1 0 0,1 0 1 0 0,0 1-1 0 0,-1-1 0 0 0,1 1 1 0 0,0 0-1 0 0,-1 0 1 0 0,1 0-1 0 0,0 0 0 0 0,-1 0 1 0 0,1 1-1 0 0,-1-1 1 0 0,1 1-1 0 0,0 0 0 0 0,-1 0 1 0 0,1 0-1 0 0,-1 0 0 0 0,1 0 1 0 0,-1 0-1 0 0,0 1 1 0 0,0-1-1 0 0,1 1 0 0 0,1 1 1 0 0,3 3-164 0 0,-1 0 1 0 0,1 1 0 0 0,-1 0-1 0 0,0 0 1 0 0,10 16-1 0 0,-7-9-1160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6.4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220 2 5529 0 0,'-1'0'222'0'0,"1"-1"-1"0"0,-1 1 1 0 0,0 0 0 0 0,0 0-1 0 0,1 0 1 0 0,-1 0 0 0 0,0 0-1 0 0,0 0 1 0 0,0 0 0 0 0,1 0-1 0 0,-1 0 1 0 0,0 0 0 0 0,0 1-1 0 0,0-1 1 0 0,1 0 0 0 0,-1 0-1 0 0,0 1 1 0 0,1-1 0 0 0,-1 0-1 0 0,0 1 1 0 0,0-1 0 0 0,1 1-1 0 0,-2 0 1 0 0,-16 12 2410 0 0,17-12-2302 0 0,-5 4-28 0 0,0 0 0 0 0,1 0 0 0 0,-1 1 0 0 0,1 0 0 0 0,0 0 0 0 0,1 0 0 0 0,0 0 0 0 0,0 1 0 0 0,0 0-1 0 0,0 0 1 0 0,1 0 0 0 0,1 0 0 0 0,-1 0 0 0 0,1 1 0 0 0,0-1 0 0 0,1 1 0 0 0,-1-1 0 0 0,2 1 0 0 0,-1 10 0 0 0,1-6-118 0 0,1-1-1 0 0,1 1 1 0 0,0 0-1 0 0,0-1 1 0 0,1 0-1 0 0,1 1 1 0 0,0-1-1 0 0,0 0 1 0 0,1-1 0 0 0,1 1-1 0 0,12 18 1 0 0,-9-17-125 0 0,0 0-7 0 0,-1 0 0 0 0,0 0 1 0 0,0 1-1 0 0,9 24 0 0 0,-16-33-43 0 0,1 0 0 0 0,-1 0 0 0 0,-1 0 0 0 0,1 1 0 0 0,-1-1 0 0 0,1 0 0 0 0,-1 0 0 0 0,0 0 0 0 0,-1 0 0 0 0,1 0 0 0 0,-1 1 0 0 0,1-1 0 0 0,-1 0 0 0 0,-1 0 0 0 0,1 0 0 0 0,0-1-1 0 0,-1 1 1 0 0,0 0 0 0 0,0 0 0 0 0,0-1 0 0 0,-5 6 0 0 0,-2 2-141 0 0,-2-1 0 0 0,1 0 0 0 0,-1-1 0 0 0,0 0 0 0 0,-1-1-1 0 0,0 0 1 0 0,-1-1 0 0 0,1 0 0 0 0,-1-1 0 0 0,-1 0 0 0 0,1-1 0 0 0,-27 6-1 0 0,14-4-7364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0.3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57 7370 0 0,'4'-1'1279'0'0,"0"1"0"0"0,-1-1-1 0 0,1 0 1 0 0,0 0 0 0 0,0 0 0 0 0,6-3 0 0 0,25-13-471 0 0,9-4-3838 0 0,-29 16-578 0 0,2 1-931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0.5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3 110 920 0 0,'-3'-3'7306'0'0,"9"-1"-5618"0"0,2-2-48 0 0,4-3-7 0 0,3 0-1 0 0,2-4-1024 0 0,1 1-200 0 0,1 0-48 0 0,8-2-3176 0 0,-2 1-641 0 0,1-1-128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0.7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9 6449 0 0,'-25'-8'10999'0'0,"31"15"-11268"0"0,8 5-4262 0 0,-6-7 3862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2.7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47 116 4609 0 0,'-3'-5'942'0'0,"0"-1"294"0"0,-1 1-1 0 0,1 0 1 0 0,-1 0 0 0 0,0 1 0 0 0,0-1 0 0 0,0 1 0 0 0,-1 0 0 0 0,-7-6 0 0 0,12 34 1710 0 0,18 116-1244 0 0,3 21-1319 0 0,-16-136-384 0 0,1 0 0 0 0,1-1 0 0 0,1 0-1 0 0,15 29 1 0 0,-20-46-103 0 0,1 0 0 0 0,0-1 1 0 0,1 1-1 0 0,0-1 0 0 0,0 0 0 0 0,0 0 0 0 0,0 0 0 0 0,13 9 0 0 0,-17-14 72 0 0,1 0 0 0 0,0 0-1 0 0,-1 0 1 0 0,1 0 0 0 0,0 0 0 0 0,0 0 0 0 0,-1-1-1 0 0,1 1 1 0 0,0 0 0 0 0,0-1 0 0 0,0 0 0 0 0,0 1 0 0 0,0-1-1 0 0,0 0 1 0 0,0 0 0 0 0,0 0 0 0 0,0 0 0 0 0,0 0-1 0 0,-1-1 1 0 0,1 1 0 0 0,0-1 0 0 0,0 1 0 0 0,0-1-1 0 0,0 0 1 0 0,0 1 0 0 0,-1-1 0 0 0,1 0 0 0 0,0 0-1 0 0,-1 0 1 0 0,1 0 0 0 0,-1-1 0 0 0,1 1 0 0 0,-1 0-1 0 0,1-1 1 0 0,-1 1 0 0 0,0-1 0 0 0,0 1 0 0 0,0-1 0 0 0,0 0-1 0 0,1-2 1 0 0,4-6 156 0 0,0-2 0 0 0,-1 1 0 0 0,-1 0 0 0 0,0-1-1 0 0,0 0 1 0 0,-1 0 0 0 0,-1 0 0 0 0,0-1 0 0 0,1-23 0 0 0,-3-9 369 0 0,-7-59 0 0 0,2 58-295 0 0,-16-63 0 0 0,17 91-406 0 0,-2 0 1 0 0,0 0 0 0 0,-1 1 0 0 0,0 0-1 0 0,-2 0 1 0 0,-13-20 0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3.0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4 5529 0 0,'11'-4'12271'0'0,"-9"8"-11112"0"0,0 4-840 0 0,1-1 0 0 0,-2 1-1 0 0,1 0 1 0 0,-1 0 0 0 0,0-1 0 0 0,0 1 0 0 0,-1 0 0 0 0,0 0 0 0 0,-1 0 0 0 0,-1 9 0 0 0,-22 91 80 0 0,11-52-260 0 0,-28 191-2480 0 0,35-201-5112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3.5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 59 5529 0 0,'-10'-58'15416'0'0,"7"77"-14764"0"0,-22 339 1223 0 0,19-281-1782 0 0,2-20-54 0 0,5 96 0 0 0,0-133-152 0 0,2 0 0 0 0,0 0 0 0 0,1 0 0 0 0,1-1 0 0 0,1 1 0 0 0,0-1 0 0 0,2 0 0 0 0,12 24 0 0 0,-18-41-140 0 0,-2 0 44 0 0,1-1-1 0 0,0 0 1 0 0,-1 0 0 0 0,1 1-1 0 0,0-1 1 0 0,0 0-1 0 0,0 0 1 0 0,0 0 0 0 0,0 0-1 0 0,0 0 1 0 0,0 0-1 0 0,0 0 1 0 0,0 0 0 0 0,0 0-1 0 0,1-1 1 0 0,-1 1-1 0 0,2 0 1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3.7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138 1 3225 0 0,'-14'25'2538'0'0,"-29"37"1"0"0,32-48-1631 0 0,1 0 1 0 0,1 0-1 0 0,0 1 1 0 0,0 0-1 0 0,2 0 1 0 0,0 1-1 0 0,0 0 1 0 0,-3 17-1 0 0,9-30-703 0 0,1 0 0 0 0,-1 0-1 0 0,1 0 1 0 0,0 0 0 0 0,0 0-1 0 0,0 1 1 0 0,1-1 0 0 0,-1 0 0 0 0,1 0-1 0 0,-1 0 1 0 0,1 0 0 0 0,0 0-1 0 0,1 0 1 0 0,-1 0 0 0 0,0-1-1 0 0,1 1 1 0 0,2 4 0 0 0,0-3-33 0 0,-1 0 1 0 0,1 0 0 0 0,1 0-1 0 0,-1 0 1 0 0,0-1 0 0 0,1 1-1 0 0,0-1 1 0 0,0-1 0 0 0,5 4-1 0 0,7 1-261 0 0,1-1-1 0 0,0-1 1 0 0,0 0-1 0 0,34 4 1 0 0,-36-7-1727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4.1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 8290 0 0,'15'-1'10594'0'0,"-12"31"-9743"0"0,-2-1-1 0 0,-2 1 1 0 0,0 0-1 0 0,-7 33 1 0 0,3-20-849 0 0,-1 56 0 0 0,15-1-311 0 0,4-33-3472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4.4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22 5529 0 0,'1'-1'131'0'0,"-1"0"-1"0"0,0 0 0 0 0,1-1 1 0 0,-1 1-1 0 0,1 0 0 0 0,-1 0 1 0 0,1 0-1 0 0,-1 0 0 0 0,1 1 1 0 0,0-1-1 0 0,0 0 0 0 0,-1 0 1 0 0,1 0-1 0 0,0 0 0 0 0,0 1 1 0 0,0-1-1 0 0,0 0 0 0 0,0 1 1 0 0,0-1-1 0 0,0 1 1 0 0,0-1-1 0 0,0 1 0 0 0,0-1 1 0 0,1 1-1 0 0,1-1 346 0 0,1 1-1 0 0,-1-1 1 0 0,0 1-1 0 0,0 0 1 0 0,0 0-1 0 0,1 1 1 0 0,-1-1-1 0 0,6 2 1 0 0,-2 0 426 0 0,1 0 1 0 0,0 1-1 0 0,-1 0 0 0 0,0 1 1 0 0,0-1-1 0 0,12 9 0 0 0,-8-2-561 0 0,-1 0 1 0 0,0 1-1 0 0,-1 0 0 0 0,0 1 0 0 0,-1 0 1 0 0,0 1-1 0 0,-1-1 0 0 0,0 1 0 0 0,-1 1 1 0 0,8 27-1 0 0,-1 3-323 0 0,-2 1 1 0 0,5 53-1 0 0,-13-74-636 0 0,-1-1 0 0 0,-1 40 0 0 0,-3-54-437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4.5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91 4545 0 0,'-2'0'128'0'0,"0"-1"0"0"0,0 1 0 0 0,-1-1 1 0 0,1 1-1 0 0,0-1 0 0 0,0 0 0 0 0,0 1 0 0 0,1-1 0 0 0,-1 0 0 0 0,0 0 1 0 0,0-1-1 0 0,0 1 0 0 0,1 0 0 0 0,-1-1 0 0 0,0 1 0 0 0,1 0 0 0 0,0-1 1 0 0,-2-2-1 0 0,2 3 75 0 0,1-1-1 0 0,0 1 1 0 0,0-1 0 0 0,0 1 0 0 0,0-1 0 0 0,0 1 0 0 0,0-1 0 0 0,0 1-1 0 0,0 0 1 0 0,0-1 0 0 0,1 1 0 0 0,-1-1 0 0 0,1 1 0 0 0,-1-1 0 0 0,1 1 0 0 0,0 0-1 0 0,-1 0 1 0 0,1-1 0 0 0,0 1 0 0 0,0 0 0 0 0,0 0 0 0 0,0 0 0 0 0,0 0-1 0 0,0 0 1 0 0,0 0 0 0 0,0 0 0 0 0,0 0 0 0 0,2-1 0 0 0,19-14 346 0 0,-5 7-4023 0 0,-3 3-783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4.9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 4145 0 0,'1'-1'243'0'0,"-1"1"0"0"0,1-1 1 0 0,-1 0-1 0 0,1 0 0 0 0,0 1 0 0 0,0-1 1 0 0,-1 0-1 0 0,1 1 0 0 0,0-1 0 0 0,0 1 1 0 0,0-1-1 0 0,-1 1 0 0 0,1-1 0 0 0,0 1 1 0 0,0-1-1 0 0,0 1 0 0 0,0 0 1 0 0,0 0-1 0 0,0 0 0 0 0,0-1 0 0 0,0 1 1 0 0,0 0-1 0 0,0 0 0 0 0,0 0 0 0 0,0 0 1 0 0,0 1-1 0 0,1-1 0 0 0,32 2 4106 0 0,-30-2-4198 0 0,-1 1 1 0 0,0 0 0 0 0,1-1 0 0 0,-1 1-1 0 0,0 0 1 0 0,1 0 0 0 0,-1 1 0 0 0,0-1-1 0 0,0 1 1 0 0,0 0 0 0 0,0-1 0 0 0,0 1-1 0 0,0 1 1 0 0,-1-1 0 0 0,1 0 0 0 0,-1 1-1 0 0,1-1 1 0 0,-1 1 0 0 0,0 0 0 0 0,0-1-1 0 0,0 1 1 0 0,0 0 0 0 0,-1 0 0 0 0,1 1-1 0 0,-1-1 1 0 0,0 0 0 0 0,0 0 0 0 0,0 1-1 0 0,0-1 1 0 0,-1 0 0 0 0,1 1 0 0 0,-1-1-1 0 0,0 6 1 0 0,-1 7 28 0 0,-1 0 1 0 0,-1-1-1 0 0,-1 1 1 0 0,0 0-1 0 0,-12 26 1 0 0,9-21 91 0 0,6-18-247 0 0,0 0-1 0 0,0-1 1 0 0,0 1-1 0 0,0 0 1 0 0,0 0 0 0 0,1 0-1 0 0,0 0 1 0 0,-1 0-1 0 0,1 0 1 0 0,0 0-1 0 0,1 0 1 0 0,-1 0-1 0 0,0 0 1 0 0,1 0-1 0 0,0 0 1 0 0,-1 0 0 0 0,3 4-1 0 0,-2-5-10 0 0,1 0 0 0 0,-1-1 0 0 0,1 0 0 0 0,-1 1 0 0 0,1-1 0 0 0,0 0 0 0 0,0 0-1 0 0,-1 0 1 0 0,1 0 0 0 0,0 0 0 0 0,0 0 0 0 0,0 0 0 0 0,0-1 0 0 0,0 1 0 0 0,0-1 0 0 0,0 1 0 0 0,0-1 0 0 0,0 0-1 0 0,0 0 1 0 0,0 0 0 0 0,0 0 0 0 0,0 0 0 0 0,0 0 0 0 0,0-1 0 0 0,1 1 0 0 0,1-1 0 0 0,25-6-805 0 0,0-1 0 0 0,53-22 0 0 0,-31 9-93 0 0,-39 17-140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5.0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40 11522 0 0,'15'-8'3764'0'0,"35"-16"1481"0"0,-46 23-5595 0 0,0-1 0 0 0,-1 1 1 0 0,1 0-1 0 0,0 0 0 0 0,0 1 0 0 0,0-1 1 0 0,0 1-1 0 0,0 0 0 0 0,0 0 0 0 0,6 0 1 0 0,-1 3-964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6.6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136 148 2761 0 0,'-8'-20'1215'0'0,"0"0"0"0"0,-13-21 0 0 0,18 35-628 0 0,-1 0-1 0 0,0 0 0 0 0,0 0 1 0 0,0 1-1 0 0,-1 0 0 0 0,0 0 1 0 0,0 0-1 0 0,0 1 0 0 0,0-1 1 0 0,-11-5-1 0 0,15 9-490 0 0,0 1-1 0 0,0-1 0 0 0,0 1 1 0 0,0 0-1 0 0,0-1 1 0 0,0 1-1 0 0,0 0 1 0 0,0 0-1 0 0,0-1 0 0 0,0 1 1 0 0,0 0-1 0 0,0 0 1 0 0,0 0-1 0 0,0 0 1 0 0,0 0-1 0 0,0 1 0 0 0,0-1 1 0 0,1 0-1 0 0,-1 0 1 0 0,0 1-1 0 0,0-1 1 0 0,0 0-1 0 0,0 1 0 0 0,0-1 1 0 0,0 1-1 0 0,0-1 1 0 0,1 1-1 0 0,-1 0 1 0 0,0-1-1 0 0,0 1 0 0 0,1 0 1 0 0,-1-1-1 0 0,0 1 1 0 0,1 0-1 0 0,-1 0 1 0 0,1 0-1 0 0,-1 0 1 0 0,1 0-1 0 0,-1-1 0 0 0,1 1 1 0 0,0 0-1 0 0,-1 0 1 0 0,1 0-1 0 0,0 0 1 0 0,0 0-1 0 0,0 0 0 0 0,0 0 1 0 0,0 1-1 0 0,-2 9 180 0 0,1 0 0 0 0,0 0 0 0 0,1 17 1 0 0,0-19-145 0 0,6 147 964 0 0,6 1 0 0 0,50 232 0 0 0,-51-337-1223 0 0,2-2 0 0 0,3 1 0 0 0,2-2 0 0 0,2 0 0 0 0,33 57 0 0 0,-49-99-1821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6.9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169 200 456 0 0,'-65'1'3145'0'0,"54"0"-1935"0"0,0 0-1 0 0,-1-1 1 0 0,1 0 0 0 0,-1-1 0 0 0,1-1-1 0 0,-20-4 1 0 0,31 6-1143 0 0,0 0-1 0 0,0 0 1 0 0,0 0-1 0 0,-1 0 1 0 0,1 0-1 0 0,0 0 1 0 0,0 0-1 0 0,0 0 1 0 0,-1 0-1 0 0,1 0 1 0 0,0 0-1 0 0,0-1 1 0 0,0 1-1 0 0,-1 0 134 0 0,1 0-134 0 0,0 0 1 0 0,0-1-1 0 0,0 1 1 0 0,0 0-1 0 0,0 0 1 0 0,-1 0-1 0 0,1 0 1 0 0,0-1-1 0 0,0 1 1 0 0,0 0-1 0 0,0 0 1 0 0,0 0-1 0 0,0-1 1 0 0,0 1-1 0 0,0 0 1 0 0,0 0-1 0 0,0 0 1 0 0,0-1-1 0 0,0 1 1 0 0,0 0-1 0 0,0 0 1 0 0,0 0-1 0 0,0-1 1 0 0,0 1-1 0 0,8-9 1308 0 0,13-6 40 0 0,22-8-93 0 0,2 2 0 0 0,81-28 0 0 0,24 4-4788 0 0,-92 28-665 0 0,-28 9-1912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3.6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457 268 920 0 0,'16'-31'623'0'0,"28"-60"2956"0"0,-39 79-2742 0 0,-1-1 1 0 0,0 1 0 0 0,-1 0-1 0 0,0-1 1 0 0,1-20 0 0 0,-4 31-670 0 0,1 0 0 0 0,-1 0 1 0 0,0 0-1 0 0,0 0 1 0 0,-1 1-1 0 0,1-1 1 0 0,0 0-1 0 0,-1 0 1 0 0,1 0-1 0 0,-1 0 1 0 0,1 0-1 0 0,-1 1 1 0 0,0-1-1 0 0,0 0 1 0 0,0 0-1 0 0,0 1 1 0 0,0-1-1 0 0,0 1 1 0 0,-1-1-1 0 0,1 1 1 0 0,0-1-1 0 0,-1 1 1 0 0,1 0-1 0 0,-1 0 1 0 0,1 0-1 0 0,-1 0 1 0 0,0 0-1 0 0,1 0 1 0 0,-1 0-1 0 0,0 0 1 0 0,0 0-1 0 0,0 1 1 0 0,1-1-1 0 0,-1 1 1 0 0,0 0-1 0 0,0-1 1 0 0,0 1-1 0 0,0 0 1 0 0,0 0-1 0 0,0 0 1 0 0,0 0-1 0 0,0 1 1 0 0,-2 0-1 0 0,-5 0 213 0 0,-1 0 0 0 0,1 1 0 0 0,0 0 1 0 0,0 1-1 0 0,0 0 0 0 0,0 1 0 0 0,-12 6 0 0 0,-1 4-85 0 0,0 1 0 0 0,1 1 0 0 0,1 1 0 0 0,0 1 0 0 0,-30 36 0 0 0,20-16-212 0 0,2 0 0 0 0,-31 56 0 0 0,38-55-10 0 0,2 1-1 0 0,2 0 1 0 0,1 1-1 0 0,2 1 1 0 0,-9 46-1 0 0,17-55-52 0 0,1 0-1 0 0,2 0 1 0 0,0 0 0 0 0,3 0 0 0 0,1 0-1 0 0,1 0 1 0 0,9 45 0 0 0,-8-66-40 0 0,0 0 0 0 0,1-1 0 0 0,0 1 0 0 0,1-1 0 0 0,0 0-1 0 0,1 0 1 0 0,0 0 0 0 0,1-1 0 0 0,0 0 0 0 0,0 0 0 0 0,1-1 0 0 0,15 14 0 0 0,-15-16 17 0 0,0-1 1 0 0,0 0 0 0 0,1-1-1 0 0,-1 0 1 0 0,1 0-1 0 0,0-1 1 0 0,0 0 0 0 0,1 0-1 0 0,-1-1 1 0 0,1 0-1 0 0,0-1 1 0 0,0 0-1 0 0,0-1 1 0 0,0 0 0 0 0,18-1-1 0 0,-11-1 8 0 0,0-1 0 0 0,0-1 0 0 0,-1-1 0 0 0,1-1 0 0 0,-1 0 0 0 0,0-1 0 0 0,0 0 0 0 0,0-1 0 0 0,18-12 0 0 0,-22 11 44 0 0,0 0 0 0 0,0-1 0 0 0,-1 0 1 0 0,0-1-1 0 0,0 0 0 0 0,-1-1 0 0 0,-1 0 0 0 0,1 0 0 0 0,-2-1 0 0 0,0 0 1 0 0,8-16-1 0 0,-15 24-39 0 0,1 1 0 0 0,-1-1 0 0 0,0 1 0 0 0,0-1 0 0 0,0 0 0 0 0,-1 1 0 0 0,1-1 1 0 0,-1 0-1 0 0,0 1 0 0 0,0-1 0 0 0,0 0 0 0 0,-1 0 0 0 0,1 1 0 0 0,-1-1 0 0 0,0 1 0 0 0,0-1 0 0 0,0 0 1 0 0,-1 1-1 0 0,1 0 0 0 0,-1-1 0 0 0,0 1 0 0 0,1 0 0 0 0,-2 0 0 0 0,1 0 0 0 0,0 0 0 0 0,-1 0 0 0 0,1 0 1 0 0,-1 1-1 0 0,0-1 0 0 0,-4-2 0 0 0,-10-8 37 0 0,-1 1 1 0 0,0 1-1 0 0,-1 1 1 0 0,-23-9-1 0 0,26 11 9 0 0,0 1 6 0 0,-1-1 0 0 0,0 2 0 0 0,0 1 0 0 0,0 0 0 0 0,-1 1 1 0 0,0 0-1 0 0,-26 0 0 0 0,38 3-76 0 0,1 1 1 0 0,-1 0-1 0 0,0 1 0 0 0,0 0 0 0 0,1 0 1 0 0,-1 0-1 0 0,0 0 0 0 0,1 1 1 0 0,-1 0-1 0 0,1 0 0 0 0,0 1 0 0 0,-1-1 1 0 0,1 1-1 0 0,0 0 0 0 0,1 0 1 0 0,-1 1-1 0 0,1 0 0 0 0,-1 0 0 0 0,1 0 1 0 0,0 0-1 0 0,0 0 0 0 0,1 1 0 0 0,0 0 1 0 0,-1-1-1 0 0,1 1 0 0 0,1 1 1 0 0,-3 4-1 0 0,1 1-104 0 0,0-1 1 0 0,1 0-1 0 0,0 1 0 0 0,1 0 0 0 0,-1 11 1 0 0,3 1-255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4.1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67 0 920 0 0,'-22'6'24127'0'0,"20"2"-23893"0"0,-9 19-3506 0 0,4-8 3357 0 0,1 1-1 0 0,0 1 1 0 0,2-1-1 0 0,0 1 1 0 0,2 0-1 0 0,0 0 1 0 0,1 0 0 0 0,1 0-1 0 0,4 31 1 0 0,-2-42-58 0 0,-1-1 0 0 0,2 1 0 0 0,-1-1 0 0 0,1 0 0 0 0,1 0 0 0 0,-1 0 0 0 0,2 0 0 0 0,-1 0 0 0 0,1-1 0 0 0,0 0 0 0 0,1 0 0 0 0,0-1 0 0 0,0 1 0 0 0,1-1 0 0 0,0 0 0 0 0,0-1 0 0 0,1 0 0 0 0,-1 0 0 0 0,1 0 0 0 0,1-1 0 0 0,-1-1 0 0 0,1 1 0 0 0,-1-1 0 0 0,17 4 0 0 0,-9-3 20 0 0,1-2-1 0 0,0 0 1 0 0,-1-1-1 0 0,1 0 0 0 0,0-1 1 0 0,0-2-1 0 0,0 1 1 0 0,0-2-1 0 0,28-6 0 0 0,-15 1-604 0 0,36-13-1 0 0,25-17-3949 0 0,-71 27-2283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4.3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138 19 7802 0 0,'-17'-6'-55'0'0,"-16"-5"2883"0"0,31 10-2144 0 0,0 1 0 0 0,0 0-1 0 0,0-1 1 0 0,0 1 0 0 0,0 0 0 0 0,0 0 0 0 0,0 0-1 0 0,0 1 1 0 0,0-1 0 0 0,0 0 0 0 0,0 1 0 0 0,0-1-1 0 0,-2 2 1 0 0,3-1-512 0 0,0 0-1 0 0,0 0 1 0 0,0 0-1 0 0,0 0 1 0 0,0 0-1 0 0,0 0 1 0 0,1 0-1 0 0,-1 0 1 0 0,0 1-1 0 0,1-1 1 0 0,-1 0-1 0 0,1 1 1 0 0,0-1-1 0 0,-1 0 1 0 0,1 1-1 0 0,0-1 1 0 0,0 3 0 0 0,-3 29 72 0 0,3-23 46 0 0,-30 361 1135 0 0,27-344-1581 0 0,-1 4-219 0 0,0 0 0 0 0,2 0 0 0 0,2 0 0 0 0,1-1 0 0 0,7 48 0 0 0,-3-54-7827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4.6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64 3 9218 0 0,'-8'-2'6250'0'0,"8"2"-6159"0"0,-12 24 2805 0 0,-6 36-875 0 0,5 29-1332 0 0,5 2 0 0 0,4 156 0 0 0,5-155-627 0 0,1-39-319 0 0,2-30-6189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5.0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1 360 456 0 0,'3'-18'1360'0'0,"1"1"1"0"0,1-1-1 0 0,1 1 0 0 0,1 0 1 0 0,0 1-1 0 0,1 0 0 0 0,17-26 0 0 0,-25 41-1232 0 0,0 0-1 0 0,1 0 0 0 0,-1 0 0 0 0,1 0 0 0 0,0 0 0 0 0,-1 0 0 0 0,1 1 0 0 0,0-1 1 0 0,-1 0-1 0 0,1 0 0 0 0,0 1 0 0 0,0-1 0 0 0,0 0 0 0 0,0 1 0 0 0,-1-1 0 0 0,1 1 0 0 0,0-1 1 0 0,0 1-1 0 0,0 0 0 0 0,0-1 0 0 0,0 1 0 0 0,0 0 0 0 0,0 0 0 0 0,0 0 0 0 0,1-1 1 0 0,-1 1-1 0 0,0 0 0 0 0,0 0 0 0 0,0 1 0 0 0,0-1 0 0 0,0 0 0 0 0,0 0 0 0 0,0 0 1 0 0,0 1-1 0 0,0-1 0 0 0,0 0 0 0 0,0 1 0 0 0,0-1 0 0 0,0 1 0 0 0,0-1 0 0 0,-1 1 0 0 0,1 0 1 0 0,0-1-1 0 0,0 1 0 0 0,0 0 0 0 0,-1 0 0 0 0,1-1 0 0 0,0 1 0 0 0,-1 0 0 0 0,2 2 1 0 0,4 5 287 0 0,0 1 1 0 0,-1 0 0 0 0,0 1-1 0 0,4 10 1 0 0,-6-12-168 0 0,31 73 336 0 0,17 37 548 0 0,-44-105-1047 0 0,0 0 0 0 0,1 0 1 0 0,1-1-1 0 0,0 0 0 0 0,0-1 0 0 0,16 14 1 0 0,-24-23-85 0 0,1-1-1 0 0,0 1 1 0 0,0-1 0 0 0,0 1 0 0 0,-1-1-1 0 0,1 0 1 0 0,0 0 0 0 0,1 0 0 0 0,-1 0-1 0 0,0 0 1 0 0,0-1 0 0 0,0 1 0 0 0,0-1-1 0 0,1 1 1 0 0,-1-1 0 0 0,0 0 0 0 0,0 0-1 0 0,1 0 1 0 0,-1 0 0 0 0,0 0 0 0 0,4-1-1 0 0,-3 0 3 0 0,1 0 0 0 0,0-1-1 0 0,-1 0 1 0 0,0 0 0 0 0,1 0 0 0 0,-1 0-1 0 0,0 0 1 0 0,0-1 0 0 0,0 1-1 0 0,0-1 1 0 0,3-5 0 0 0,6-8-1 0 0,-1-1 0 0 0,0 0 0 0 0,15-35 0 0 0,-22 42-14 0 0,52-130-637 0 0,2-4-128 0 0,-48 123 921 0 0,1 0-1 0 0,0 1 1 0 0,2 1-1 0 0,23-29 1 0 0,-35 47-104 0 0,0-1-1 0 0,0 1 1 0 0,1 0-1 0 0,-1-1 1 0 0,0 1 0 0 0,0 0-1 0 0,1 0 1 0 0,-1 0-1 0 0,0 0 1 0 0,1 0-1 0 0,-1 0 1 0 0,1 0 0 0 0,0 1-1 0 0,-1-1 1 0 0,1 0-1 0 0,0 1 1 0 0,-1-1 0 0 0,1 1-1 0 0,0 0 1 0 0,-1 0-1 0 0,3-1 1 0 0,-2 2-9 0 0,0 0-1 0 0,-1 0 1 0 0,1 0 0 0 0,-1 0 0 0 0,1 0 0 0 0,-1 0-1 0 0,1 0 1 0 0,-1 0 0 0 0,0 1 0 0 0,1-1 0 0 0,-1 1 0 0 0,0-1-1 0 0,0 1 1 0 0,0-1 0 0 0,0 1 0 0 0,0 0 0 0 0,-1-1-1 0 0,1 1 1 0 0,1 3 0 0 0,8 27 229 0 0,-1 1 0 0 0,-1 0 0 0 0,-2 1 0 0 0,-1 0 0 0 0,1 60 0 0 0,9 64 386 0 0,-9-123-745 0 0,22 117 585 0 0,-3-53-3615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5.5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 28 10594 0 0,'-2'-3'833'0'0,"0"0"-1"0"0,-1 0 1 0 0,0 1 0 0 0,0-1-1 0 0,1 1 1 0 0,-1-1-1 0 0,-1 1 1 0 0,-5-4-1 0 0,8 6-732 0 0,0 0 0 0 0,0 0 0 0 0,0-1 0 0 0,0 1 0 0 0,0 0 0 0 0,0 0-1 0 0,0 0 1 0 0,0 0 0 0 0,0 0 0 0 0,0 0 0 0 0,1 0 0 0 0,-1 1-1 0 0,0-1 1 0 0,0 0 0 0 0,0 0 0 0 0,0 1 0 0 0,0-1 0 0 0,0 1 0 0 0,1-1-1 0 0,-1 1 1 0 0,0-1 0 0 0,0 1 0 0 0,1-1 0 0 0,-1 1 0 0 0,0 0 0 0 0,1-1-1 0 0,-1 1 1 0 0,0 0 0 0 0,1-1 0 0 0,-1 1 0 0 0,1 0 0 0 0,-1 0-1 0 0,1 0 1 0 0,0 0 0 0 0,-1-1 0 0 0,1 1 0 0 0,0 0 0 0 0,0 0 0 0 0,-1 0-1 0 0,1 0 1 0 0,0 0 0 0 0,0 0 0 0 0,0 1 0 0 0,-7 36 214 0 0,1 1 1 0 0,2 0-1 0 0,2 0 1 0 0,4 53-1 0 0,-1-26-114 0 0,-1 102-180 0 0,39 293-1 0 0,-34-438-577 0 0,0-4-131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5.8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62 5529 0 0,'2'-4'565'0'0,"1"0"-1"0"0,1 1 1 0 0,-1-1-1 0 0,0 0 1 0 0,1 1-1 0 0,0 0 1 0 0,0 0-1 0 0,0 0 1 0 0,0 0-1 0 0,0 1 1 0 0,7-4-1 0 0,-4 3 177 0 0,0-1 1 0 0,0 1-1 0 0,1 1 0 0 0,0 0 0 0 0,-1 0 1 0 0,10-1-1 0 0,-13 3-556 0 0,0 0 0 0 0,0 0 0 0 0,0 1 0 0 0,0 0 0 0 0,0 0 0 0 0,0 0 1 0 0,-1 0-1 0 0,1 0 0 0 0,0 1 0 0 0,-1 0 0 0 0,1 0 0 0 0,-1 0 0 0 0,0 0 0 0 0,0 0 1 0 0,0 1-1 0 0,0-1 0 0 0,0 1 0 0 0,0 0 0 0 0,0 0 0 0 0,-1 0 0 0 0,0 0 0 0 0,1 0 1 0 0,-1 1-1 0 0,-1-1 0 0 0,1 1 0 0 0,1 3 0 0 0,5 10-28 0 0,-1 1 1 0 0,-1-1-1 0 0,-1 1 1 0 0,3 20-1 0 0,2 30 136 0 0,-3 1-1 0 0,-2 84 1 0 0,-5-87-106 0 0,3 1 1 0 0,18 100-1 0 0,-20-160-190 0 0,1 0-1 0 0,1 1 0 0 0,-1-1 1 0 0,6 10-1 0 0,-7-15-67 0 0,-1 0 0 0 0,1-1 1 0 0,0 1-1 0 0,0 0 0 0 0,1-1 0 0 0,-1 1 1 0 0,0-1-1 0 0,0 1 0 0 0,1-1 0 0 0,-1 0 1 0 0,1 0-1 0 0,-1 1 0 0 0,1-1 0 0 0,0 0 1 0 0,-1 0-1 0 0,1-1 0 0 0,0 1 0 0 0,0 0 1 0 0,-1-1-1 0 0,1 1 0 0 0,0-1 0 0 0,0 1 1 0 0,2-1-1 0 0,4-1-877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6.0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143 154 5841 0 0,'-13'-3'522'0'0,"0"1"-1"0"0,-1 0 0 0 0,1 1 1 0 0,-1 1-1 0 0,-21 2 1 0 0,-5-6 8428 0 0,55-8-7033 0 0,20-10-748 0 0,7-5-284 0 0,-24 15-846 0 0,1 0-1 0 0,0 1 0 0 0,1 1 1 0 0,0 1-1 0 0,0 1 0 0 0,28-8 0 0 0,-20 12-696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6.3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0 9218 0 0,'-2'9'11536'0'0,"12"10"-11656"0"0,-2-3 1003 0 0,-4-3-725 0 0,-2 0 0 0 0,1 1 0 0 0,-2-1 0 0 0,0 0 0 0 0,0 1 0 0 0,-1-1 1 0 0,-1 1-1 0 0,0-1 0 0 0,-1 0 0 0 0,-6 23 0 0 0,-6 12-76 0 0,-30 69 1 0 0,33-90-2 0 0,-7 14-28 0 0,6-17-13 0 0,-10 33 0 0 0,20-51-14 0 0,0-1-1 0 0,1 1 1 0 0,0 0-1 0 0,0 0 1 0 0,0 0-1 0 0,1 0 1 0 0,0 0-1 0 0,0 0 1 0 0,0-1-1 0 0,1 1 1 0 0,2 9-1 0 0,-3-13-20 0 0,1-1-1 0 0,-1 1 1 0 0,1 0 0 0 0,0-1 0 0 0,0 1-1 0 0,0-1 1 0 0,0 1 0 0 0,0-1-1 0 0,0 1 1 0 0,0-1 0 0 0,1 0-1 0 0,-1 1 1 0 0,0-1 0 0 0,1 0-1 0 0,-1 0 1 0 0,1 0 0 0 0,-1 0-1 0 0,1 0 1 0 0,-1-1 0 0 0,1 1-1 0 0,0 0 1 0 0,0-1 0 0 0,-1 1-1 0 0,1-1 1 0 0,0 1 0 0 0,0-1-1 0 0,-1 0 1 0 0,1 0 0 0 0,0 0-1 0 0,0 0 1 0 0,0 0 0 0 0,-1 0-1 0 0,4-1 1 0 0,7-2-27 0 0,-1 1 1 0 0,0-2-1 0 0,0 0 0 0 0,13-6 1 0 0,-5 2-113 0 0,118-39-1716 0 0,-44 20-3445 0 0,-69 20-952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6.5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 71 6913 0 0,'-5'2'-1631'0'0,"-25"12"14024"0"0,44-15-8321 0 0,21-8-3527 0 0,0-2 0 0 0,0-1-1 0 0,41-21 1 0 0,-59 26-530 0 0,13-7-167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7.5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33 408 10594 0 0,'-3'-3'791'0'0,"0"0"0"0"0,0 0 0 0 0,0-1 0 0 0,0 1 1 0 0,0-1-1 0 0,1 1 0 0 0,-1-1 0 0 0,1 0 0 0 0,0 0 0 0 0,1 0 0 0 0,-3-8 0 0 0,13 18 819 0 0,5 7-1398 0 0,35 53 56 0 0,-23-29-151 0 0,57 62 1 0 0,-73-90-113 0 0,-1 0-1 0 0,1-1 1 0 0,0 1 0 0 0,1-2-1 0 0,0 0 1 0 0,0 0 0 0 0,1-1-1 0 0,0 0 1 0 0,0-1 0 0 0,25 7-1 0 0,-34-12 10 0 0,1 1-1 0 0,0 0 0 0 0,-1-1 1 0 0,1 0-1 0 0,0 0 0 0 0,-1 0 0 0 0,1 0 1 0 0,0-1-1 0 0,0 1 0 0 0,-1-1 0 0 0,1 0 1 0 0,-1 0-1 0 0,1 0 0 0 0,-1-1 0 0 0,1 1 1 0 0,-1-1-1 0 0,4-2 0 0 0,-1 0 19 0 0,-1-1-1 0 0,0 1 1 0 0,-1-1-1 0 0,1 0 1 0 0,-1 0-1 0 0,0 0 0 0 0,0-1 1 0 0,0 1-1 0 0,2-7 1 0 0,3-6 66 0 0,-1-1 0 0 0,-1 0 0 0 0,-1 0 0 0 0,-1 0 0 0 0,4-31 0 0 0,-4-5 54 0 0,-2-1 0 0 0,-8-91 1 0 0,0-27-4163 0 0,6 156-3303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7.9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129 80 6449 0 0,'7'-11'163'0'0,"-4"7"204"0"0,-1 1 0 0 0,0-1 0 0 0,0 1-1 0 0,0-1 1 0 0,0 0 0 0 0,0 0 0 0 0,-1 0 0 0 0,0 0 0 0 0,1 0-1 0 0,-1 0 1 0 0,-1 0 0 0 0,1 0 0 0 0,-1 0 0 0 0,0-5 0 0 0,0 8-289 0 0,0 1 1 0 0,0 0 0 0 0,0-1 0 0 0,-1 1 0 0 0,1 0-1 0 0,0-1 1 0 0,-1 1 0 0 0,1 0 0 0 0,0 0 0 0 0,-1-1-1 0 0,1 1 1 0 0,0 0 0 0 0,-1 0 0 0 0,1 0 0 0 0,0-1-1 0 0,-1 1 1 0 0,1 0 0 0 0,0 0 0 0 0,-1 0 0 0 0,1 0-1 0 0,-1 0 1 0 0,1 0 0 0 0,0 0 0 0 0,-1 0 0 0 0,1 0-1 0 0,-1 0 1 0 0,1 0 0 0 0,0 0 0 0 0,-1 0 0 0 0,1 0 0 0 0,-1 0-1 0 0,1 0 1 0 0,0 1 0 0 0,-1-1 0 0 0,1 0 0 0 0,0 0-1 0 0,-1 0 1 0 0,1 1 0 0 0,0-1 0 0 0,-1 0 0 0 0,1 0-1 0 0,0 1 1 0 0,-1-1 0 0 0,-16 13 1116 0 0,4 0-960 0 0,0 1-1 0 0,1 1 1 0 0,1 0-1 0 0,1 0 1 0 0,0 1 0 0 0,1 0-1 0 0,0 1 1 0 0,2 0-1 0 0,0 0 1 0 0,1 1 0 0 0,0 0-1 0 0,-3 24 1 0 0,8-35-188 0 0,0 0 0 0 0,1 0 0 0 0,0 0-1 0 0,0 0 1 0 0,1 0 0 0 0,0 0 0 0 0,0 0 0 0 0,0 0 0 0 0,1 0 0 0 0,0-1 0 0 0,0 1 0 0 0,1-1-1 0 0,0 1 1 0 0,0-1 0 0 0,1 0 0 0 0,0 0 0 0 0,0 0 0 0 0,0 0 0 0 0,0-1 0 0 0,1 0-1 0 0,0 0 1 0 0,0 0 0 0 0,11 8 0 0 0,9 3 155 0 0,0-2 1 0 0,1 0-1 0 0,1-1 0 0 0,42 13 0 0 0,5 4 128 0 0,-62-25-274 0 0,-1 0 1 0 0,0 1-1 0 0,0 1 1 0 0,0 0 0 0 0,18 15-1 0 0,-26-20-52 0 0,-1 0-1 0 0,-1 0 0 0 0,1 0 1 0 0,0 1-1 0 0,0-1 1 0 0,-1 0-1 0 0,1 1 1 0 0,-1-1-1 0 0,0 1 1 0 0,0-1-1 0 0,0 1 1 0 0,0 0-1 0 0,0-1 0 0 0,-1 1 1 0 0,1 0-1 0 0,-1 0 1 0 0,0-1-1 0 0,1 1 1 0 0,-1 0-1 0 0,-1 0 1 0 0,1 0-1 0 0,0-1 1 0 0,-1 1-1 0 0,1 0 1 0 0,-1 0-1 0 0,0-1 0 0 0,0 1 1 0 0,0 0-1 0 0,0-1 1 0 0,0 1-1 0 0,-1-1 1 0 0,-2 4-1 0 0,-4 4-83 0 0,0 0-1 0 0,0-1 0 0 0,-1-1 0 0 0,0 1 1 0 0,-1-1-1 0 0,1-1 0 0 0,-2 0 1 0 0,1 0-1 0 0,-1-1 0 0 0,0 0 1 0 0,0-1-1 0 0,-1 0 0 0 0,1-1 1 0 0,-1 0-1 0 0,-14 2 0 0 0,12-6-1921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8.5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17 11979 0 0,'-12'-17'6246'0'0,"20"26"-4445"0"0,18 30-1294 0 0,-1 2 0 0 0,-2 1 0 0 0,-2 0 1 0 0,25 71-1 0 0,8 16 160 0 0,-51-123-667 0 0,14 28 0 0 0,-16-32 0 0 0,0 0 0 0 0,1 0 0 0 0,-1-1 0 0 0,0 1 0 0 0,0 0 0 0 0,1-1 0 0 0,-1 1 0 0 0,1-1 0 0 0,-1 0 0 0 0,1 1 0 0 0,0-1 0 0 0,-1 0 0 0 0,1 0 0 0 0,0 0 0 0 0,2 0 0 0 0,-3-1-18 0 0,0-1 0 0 0,0 1 1 0 0,0-1-1 0 0,-1 1 0 0 0,1-1 0 0 0,0 0 1 0 0,0 0-1 0 0,-1 1 0 0 0,1-1 0 0 0,0 0 1 0 0,-1 0-1 0 0,1 0 0 0 0,-1 0 0 0 0,1 0 0 0 0,-1 1 1 0 0,1-1-1 0 0,-1 0 0 0 0,0 0 0 0 0,1 0 1 0 0,-1 0-1 0 0,0-1 0 0 0,0 1 0 0 0,0-1 0 0 0,6-27-496 0 0,-6 28 512 0 0,13-120-456 0 0,-11 84 602 0 0,1 0 0 0 0,2 1 0 0 0,2-1 1 0 0,1 1-1 0 0,20-54 0 0 0,-28 89-130 0 0,0 0 1 0 0,1 0-1 0 0,-1-1 0 0 0,0 1 1 0 0,1 0-1 0 0,-1 0 1 0 0,1 0-1 0 0,-1 0 0 0 0,1 0 1 0 0,0 0-1 0 0,-1 0 1 0 0,1 0-1 0 0,0 1 0 0 0,0-1 1 0 0,0 0-1 0 0,-1 0 1 0 0,1 1-1 0 0,0-1 0 0 0,0 0 1 0 0,0 1-1 0 0,0-1 1 0 0,0 1-1 0 0,0-1 0 0 0,0 1 1 0 0,1-1-1 0 0,-1 1 1 0 0,0 0-1 0 0,0 0 0 0 0,0 0 1 0 0,0-1-1 0 0,0 1 1 0 0,1 0-1 0 0,-1 0 0 0 0,0 0 1 0 0,0 1-1 0 0,0-1 1 0 0,0 0-1 0 0,1 0 0 0 0,-1 1 1 0 0,0-1-1 0 0,0 1 0 0 0,0-1 1 0 0,0 1-1 0 0,0-1 1 0 0,0 1-1 0 0,0-1 0 0 0,0 1 1 0 0,0 0-1 0 0,-1 0 1 0 0,1 0-1 0 0,0-1 0 0 0,1 2 1 0 0,6 7 33 0 0,-1 0 0 0 0,1 0 0 0 0,-1 0 0 0 0,6 12 0 0 0,-10-16-44 0 0,18 32 136 0 0,-1 2 1 0 0,17 49-1 0 0,-27-60-258 0 0,1 0 0 0 0,2 0 0 0 0,1-1 0 0 0,1-1 1 0 0,1 0-1 0 0,28 34 0 0 0,-27-43-477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8.8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0 556 2304 0 0,'10'-9'1299'0'0,"-1"-1"0"0"0,0 0 0 0 0,0-1 0 0 0,-1 0-1 0 0,9-16 1 0 0,13-28 3841 0 0,-13 21-4863 0 0,-5 5 101 0 0,-1 0 0 0 0,-2 0-1 0 0,-1-1 1 0 0,-1 0 0 0 0,-1 0 0 0 0,-2-1 0 0 0,-1 0-1 0 0,-2 1 1 0 0,-3-47 0 0 0,2 74-375 0 0,0 0 1 0 0,0-1-1 0 0,-1 1 0 0 0,1 0 0 0 0,-1 0 0 0 0,0 0 1 0 0,0 0-1 0 0,0 0 0 0 0,-3-4 0 0 0,4 6-2 0 0,-1 0 0 0 0,1 1-1 0 0,-1-1 1 0 0,0 1 0 0 0,1-1 0 0 0,-1 1-1 0 0,0-1 1 0 0,1 1 0 0 0,-1 0 0 0 0,0-1-1 0 0,0 1 1 0 0,1 0 0 0 0,-1-1 0 0 0,0 1-1 0 0,0 0 1 0 0,0 0 0 0 0,1 0 0 0 0,-1 0-1 0 0,0 0 1 0 0,0 0 0 0 0,0 0 0 0 0,1 0-1 0 0,-1 0 1 0 0,0 0 0 0 0,0 0-1 0 0,0 1 1 0 0,1-1 0 0 0,-1 0 0 0 0,0 1-1 0 0,0-1 1 0 0,1 0 0 0 0,-1 1 0 0 0,0-1-1 0 0,1 1 1 0 0,-1-1 0 0 0,0 1 0 0 0,1-1-1 0 0,-1 1 1 0 0,1-1 0 0 0,-1 1 0 0 0,1 0-1 0 0,-1 0 1 0 0,-4 4 34 0 0,1 0 1 0 0,0 0-1 0 0,0 0 0 0 0,1 0 0 0 0,-1 0 0 0 0,1 1 0 0 0,1 0 1 0 0,-1-1-1 0 0,-3 11 0 0 0,-12 58 452 0 0,16-70-468 0 0,-1 11 62 0 0,1-1 1 0 0,0 1-1 0 0,1-1 1 0 0,1 1-1 0 0,0 0 1 0 0,0-1-1 0 0,2 1 1 0 0,0 0-1 0 0,1-1 1 0 0,0 0-1 0 0,6 17 1 0 0,-5-21-212 0 0,1 0 1 0 0,0 0 0 0 0,0-1-1 0 0,1 0 1 0 0,0 0-1 0 0,1-1 1 0 0,0 0 0 0 0,0 0-1 0 0,0 0 1 0 0,1-1-1 0 0,0 0 1 0 0,1 0 0 0 0,0-1-1 0 0,0 0 1 0 0,0-1-1 0 0,12 5 1 0 0,3 0-4552 0 0,3-2-1476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9.2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5 423 6449 0 0,'-1'3'575'0'0,"0"-1"-1"0"0,1 1 1 0 0,-1 0-1 0 0,1 0 0 0 0,-1 0 1 0 0,1 0-1 0 0,0 0 1 0 0,0 0-1 0 0,0 0 0 0 0,0 0 1 0 0,1 0-1 0 0,-1 0 1 0 0,1 0-1 0 0,0 0 0 0 0,0-1 1 0 0,1 4-1 0 0,-1-5-386 0 0,-1 0 0 0 0,1 0 0 0 0,-1 0-1 0 0,1-1 1 0 0,-1 1 0 0 0,1 0 0 0 0,-1-1 0 0 0,1 1-1 0 0,0 0 1 0 0,-1-1 0 0 0,1 1 0 0 0,0-1 0 0 0,-1 1 0 0 0,1-1-1 0 0,0 0 1 0 0,0 1 0 0 0,0-1 0 0 0,-1 0 0 0 0,1 1-1 0 0,0-1 1 0 0,2 0 0 0 0,-2 0-76 0 0,1 0-1 0 0,-1 0 1 0 0,1-1 0 0 0,-1 1-1 0 0,1 0 1 0 0,-1-1 0 0 0,1 0-1 0 0,-1 1 1 0 0,0-1-1 0 0,1 0 1 0 0,-1 0 0 0 0,0 0-1 0 0,1 1 1 0 0,-1-2 0 0 0,0 1-1 0 0,0 0 1 0 0,1-1-1 0 0,12-12-88 0 0,-1-1 0 0 0,-1 0-1 0 0,0 0 1 0 0,-1-1 0 0 0,-1-1-1 0 0,0 0 1 0 0,-1 0 0 0 0,-1-1-1 0 0,-1 0 1 0 0,-1-1 0 0 0,0 1-1 0 0,-1-1 1 0 0,-1 0 0 0 0,-1-1 0 0 0,-1 1-1 0 0,0 0 1 0 0,-2-1 0 0 0,0 1-1 0 0,-1-1 1 0 0,-1 1 0 0 0,-1-1-1 0 0,-6-24 1 0 0,8 42-36 0 0,1 0-1 0 0,-1 0 1 0 0,0 0-1 0 0,1 0 1 0 0,-1 0 0 0 0,0 0-1 0 0,0 0 1 0 0,0 0 0 0 0,-1 1-1 0 0,1-1 1 0 0,0 0-1 0 0,-1 1 1 0 0,1-1 0 0 0,-1 1-1 0 0,1-1 1 0 0,-1 1 0 0 0,0 0-1 0 0,1-1 1 0 0,-1 1-1 0 0,-2-1 1 0 0,2 2-7 0 0,0 0 0 0 0,1 0 0 0 0,-1 0 0 0 0,0 0-1 0 0,1 0 1 0 0,-1 0 0 0 0,0 1 0 0 0,1-1 0 0 0,-1 1 0 0 0,0-1 0 0 0,1 1 0 0 0,-1 0-1 0 0,1-1 1 0 0,-1 1 0 0 0,1 0 0 0 0,0 0 0 0 0,-1 0 0 0 0,1 0 0 0 0,0 0 0 0 0,0 0-1 0 0,-1 1 1 0 0,1-1 0 0 0,0 0 0 0 0,0 0 0 0 0,0 1 0 0 0,0 1 0 0 0,-7 9 50 0 0,0 0 0 0 0,2 0 0 0 0,-1 0 0 0 0,2 1-1 0 0,0 0 1 0 0,0 1 0 0 0,-4 22 0 0 0,5-16-144 0 0,1 1 0 0 0,1 0-1 0 0,0-1 1 0 0,3 33 0 0 0,0-43 115 0 0,0-1 0 0 0,1 0 1 0 0,0 0-1 0 0,0 0 1 0 0,1 0-1 0 0,0 0 0 0 0,0-1 1 0 0,1 1-1 0 0,0-1 1 0 0,0 0-1 0 0,1 0 0 0 0,10 13 1 0 0,-11-17-306 0 0,1 0 1 0 0,-1 0-1 0 0,1 0 0 0 0,0 0 0 0 0,0-1 1 0 0,0 1-1 0 0,10 3 0 0 0,12 3-6698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9.6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270 524 3225 0 0,'0'0'144'0'0,"0"-1"0"0"0,0 0 1 0 0,-1 0-1 0 0,1 0 0 0 0,0 1 1 0 0,-1-1-1 0 0,1 0 1 0 0,0 0-1 0 0,-1 1 0 0 0,1-1 1 0 0,-1 0-1 0 0,1 1 0 0 0,-1-1 1 0 0,0 0-1 0 0,1 1 0 0 0,-1-1 1 0 0,0 1-1 0 0,1-1 1 0 0,-1 1-1 0 0,0-1 0 0 0,0 1 1 0 0,1 0-1 0 0,-1-1 0 0 0,0 1 1 0 0,0 0-1 0 0,0 0 0 0 0,0-1 1 0 0,-3 1 287 0 0,1-1 0 0 0,-1 1 0 0 0,1 0 0 0 0,-1 0 1 0 0,1 0-1 0 0,-1 1 0 0 0,-3 0 0 0 0,-3 2 371 0 0,-1-1 0 0 0,2 1-1 0 0,-1 1 1 0 0,-11 6 0 0 0,9-3-501 0 0,0 2-1 0 0,1 0 1 0 0,0 0 0 0 0,0 1 0 0 0,1 0 0 0 0,0 1 0 0 0,1 0-1 0 0,0 0 1 0 0,1 1 0 0 0,0 0 0 0 0,1 1 0 0 0,0-1 0 0 0,-4 15-1 0 0,6-16-220 0 0,1 0-1 0 0,0 1 0 0 0,1-1 0 0 0,0 1 0 0 0,1-1 0 0 0,0 1 0 0 0,1 0 0 0 0,0 0 0 0 0,1 0 0 0 0,0 0 0 0 0,1-1 0 0 0,1 1 0 0 0,0 0 0 0 0,0 0 0 0 0,1-1 0 0 0,5 14 0 0 0,-6-21-60 0 0,-1-1-1 0 0,1 0 0 0 0,0 1 0 0 0,0-1 0 0 0,0 0 1 0 0,0 0-1 0 0,0 0 0 0 0,1 0 0 0 0,-1 0 1 0 0,1-1-1 0 0,0 1 0 0 0,0-1 0 0 0,0 0 1 0 0,0 1-1 0 0,0-2 0 0 0,1 1 0 0 0,-1 0 0 0 0,1-1 1 0 0,-1 1-1 0 0,1-1 0 0 0,-1 0 0 0 0,1 0 1 0 0,5 1-1 0 0,-3-2-43 0 0,-1-1 0 0 0,1 1 0 0 0,-1-1 0 0 0,0 1 1 0 0,0-2-1 0 0,1 1 0 0 0,-1 0 0 0 0,0-1 0 0 0,0 0 0 0 0,0 0 0 0 0,0-1 1 0 0,-1 1-1 0 0,1-1 0 0 0,-1 0 0 0 0,1-1 0 0 0,3-3 0 0 0,7-8-195 0 0,-1 0-1 0 0,0 0 1 0 0,-1-2-1 0 0,-1 0 1 0 0,-1 0-1 0 0,0-1 1 0 0,-1 0-1 0 0,-1-1 0 0 0,12-36 1 0 0,-9 17-323 0 0,-2 0 0 0 0,-1-1 0 0 0,-3 0 0 0 0,3-52 0 0 0,-7 39 394 0 0,-4 0-1 0 0,-1 0 0 0 0,-11-56 1 0 0,-26-62 2839 0 0,39 166-2419 0 0,-1 0 0 0 0,1 0 0 0 0,-1 0 0 0 0,0 0 0 0 0,0 1 0 0 0,0-1 0 0 0,0 1 0 0 0,-4-5 0 0 0,6 8-193 0 0,0 0 0 0 0,-1-1 0 0 0,1 1 0 0 0,-1-1 0 0 0,1 1 0 0 0,-1 0 0 0 0,1-1 0 0 0,0 1 0 0 0,-1 0 0 0 0,1 0 0 0 0,-1 0 0 0 0,1-1 1 0 0,-1 1-1 0 0,1 0 0 0 0,-1 0 0 0 0,0 0 0 0 0,1 0 0 0 0,-1 0 0 0 0,1 0 0 0 0,-1 0 0 0 0,1 0 0 0 0,-1 0 0 0 0,1 0 0 0 0,-1 0 0 0 0,0 0 0 0 0,0 1-9 0 0,0 0 0 0 0,0 0 0 0 0,0-1-1 0 0,0 1 1 0 0,0 0 0 0 0,0 0 0 0 0,0 0 0 0 0,0 0-1 0 0,0 0 1 0 0,1 1 0 0 0,-1-1 0 0 0,0 0-1 0 0,1 0 1 0 0,-1 0 0 0 0,0 3 0 0 0,-2 6 52 0 0,0 0 1 0 0,1 1-1 0 0,0 0 0 0 0,1-1 1 0 0,0 1-1 0 0,1 0 1 0 0,1 12-1 0 0,10 77 337 0 0,-11-97-438 0 0,86 485 2558 0 0,-78-447-2532 0 0,2 0 1 0 0,2-1-1 0 0,1 0 0 0 0,26 52 1 0 0,-25-65-4141 0 0,32 45 0 0 0,-27-47-4202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50.3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17052 0 0,'0'0'1776'0'0,"18"4"1577"0"0,1 1-3583 0 0,-13 12-2295 0 0,-4-7 2456 0 0,1-5-4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50.8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154 267 16131 0 0,'-2'-6'489'0'0,"0"0"-1"0"0,0-1 0 0 0,-1 1 0 0 0,0 0 1 0 0,-1 0-1 0 0,1 1 0 0 0,-1-1 0 0 0,0 1 0 0 0,-10-10 1 0 0,13 14-446 0 0,0-1 0 0 0,-1 1 0 0 0,1 0 0 0 0,-1 0 0 0 0,1 0 0 0 0,-1 0 0 0 0,0 0 0 0 0,1 0 1 0 0,-1 1-1 0 0,0-1 0 0 0,0 0 0 0 0,1 1 0 0 0,-1-1 0 0 0,0 1 0 0 0,0 0 0 0 0,0 0 0 0 0,0 0 0 0 0,0 0 1 0 0,1 0-1 0 0,-1 0 0 0 0,0 0 0 0 0,0 0 0 0 0,0 1 0 0 0,0-1 0 0 0,1 1 0 0 0,-1-1 0 0 0,0 1 1 0 0,0 0-1 0 0,1 0 0 0 0,-1 0 0 0 0,0 0 0 0 0,1 0 0 0 0,-1 0 0 0 0,1 0 0 0 0,0 0 0 0 0,-1 1 0 0 0,1-1 1 0 0,0 0-1 0 0,0 1 0 0 0,-2 1 0 0 0,-3 6-32 0 0,1-1 1 0 0,0 1-1 0 0,0-1 1 0 0,1 1-1 0 0,0 0 1 0 0,1 1-1 0 0,0-1 1 0 0,0 1-1 0 0,1 0 1 0 0,0-1-1 0 0,1 1 1 0 0,0 0-1 0 0,1 0 0 0 0,0 12 1 0 0,1 1 10 0 0,1-1 0 0 0,2 1 0 0 0,0-1 0 0 0,1 0 0 0 0,9 25 0 0 0,-7-31-29 0 0,0 0 0 0 0,1 0 0 0 0,1-1-1 0 0,1 0 1 0 0,0 0 0 0 0,1-1 0 0 0,0 0 0 0 0,1-1 0 0 0,1-1-1 0 0,0 0 1 0 0,1 0 0 0 0,0-2 0 0 0,20 13 0 0 0,-24-18 0 0 0,-1 0 0 0 0,1 0 0 0 0,1-1 0 0 0,-1 0 1 0 0,1-1-1 0 0,-1 0 0 0 0,1 0 0 0 0,0-1 0 0 0,21 0 0 0 0,-23-2 5 0 0,-1 0 0 0 0,0-1 0 0 0,0 0 0 0 0,0-1 0 0 0,0 0 0 0 0,0 0 0 0 0,-1-1-1 0 0,1 0 1 0 0,-1 0 0 0 0,1-1 0 0 0,-1 0 0 0 0,0 0 0 0 0,-1-1 0 0 0,11-8 0 0 0,-11 7 11 0 0,0 0 0 0 0,0 0 0 0 0,0 0 0 0 0,-1-1 0 0 0,0 0 0 0 0,-1 0 0 0 0,0 0 0 0 0,0 0 0 0 0,0-1 0 0 0,3-12 0 0 0,-3 6 31 0 0,0 0 1 0 0,-1 0 0 0 0,-1-1 0 0 0,-1 1 0 0 0,1-22-1 0 0,-5-6 86 0 0,-1 0 0 0 0,-2 1 0 0 0,-14-49 0 0 0,13 64-79 0 0,0 0-1 0 0,-2 1 1 0 0,-1 0 0 0 0,-1 0 0 0 0,-16-25 0 0 0,22 40-125 0 0,-1 1 0 0 0,-1 0 1 0 0,0 0-1 0 0,0 0 1 0 0,-1 1-1 0 0,0 0 1 0 0,0 1-1 0 0,-1-1 0 0 0,0 2 1 0 0,0-1-1 0 0,-1 1 1 0 0,1 1-1 0 0,-1 0 0 0 0,-21-8 1 0 0,16 10-519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51.2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 17052 0 0,'0'-1'76'0'0,"0"1"1"0"0,0-1 0 0 0,0 1 0 0 0,0 0 0 0 0,-1-1 0 0 0,1 1-1 0 0,0 0 1 0 0,0-1 0 0 0,0 1 0 0 0,0-1 0 0 0,0 1-1 0 0,1 0 1 0 0,-1-1 0 0 0,0 1 0 0 0,0-1 0 0 0,0 1-1 0 0,0 0 1 0 0,0-1 0 0 0,0 1 0 0 0,1 0 0 0 0,-1-1 0 0 0,0 1-1 0 0,0 0 1 0 0,0-1 0 0 0,1 1 0 0 0,-1 0 0 0 0,0-1-1 0 0,1 1 1 0 0,-1 0 0 0 0,0 0 0 0 0,1-1 0 0 0,-1 1-1 0 0,0 0 1 0 0,1 0 0 0 0,-1 0 0 0 0,0-1 0 0 0,1 1 0 0 0,-1 0-1 0 0,0 0 1 0 0,1 0 0 0 0,-1 0 0 0 0,1 0 0 0 0,-1 0-1 0 0,0 0 1 0 0,1 0 0 0 0,-1 0 0 0 0,1 0 0 0 0,-1 0-1 0 0,0 0 1 0 0,1 0 0 0 0,-1 0 0 0 0,1 0 0 0 0,-1 1 0 0 0,0-1-1 0 0,1 0 1 0 0,-1 0 0 0 0,0 0 0 0 0,1 0 0 0 0,-1 1-1 0 0,0-1 1 0 0,1 0 0 0 0,-1 1 0 0 0,0-1 0 0 0,0 0-1 0 0,1 1 1 0 0,2 1 88 0 0,-1 0-1 0 0,1 0 0 0 0,-1 1 0 0 0,0-1 1 0 0,0 1-1 0 0,0-1 0 0 0,3 5 1 0 0,2 9 111 0 0,-1 0-1 0 0,0 0 1 0 0,-2 0 0 0 0,1 1 0 0 0,1 24 0 0 0,4 89 508 0 0,-9-103-597 0 0,18 236 588 0 0,-13-215-1307 0 0,3 1-1 0 0,1-1 0 0 0,24 62 1 0 0,-26-86-210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51.5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 16388 0 0,'0'0'76'0'0,"0"1"1"0"0,-1-1 0 0 0,1 1 0 0 0,0-1 0 0 0,-1 1 0 0 0,1 0 0 0 0,0-1 0 0 0,0 1 0 0 0,-1 0 0 0 0,1-1 0 0 0,0 1 0 0 0,0 0 0 0 0,0-1 0 0 0,0 1 0 0 0,0 0 0 0 0,0-1 0 0 0,0 1 0 0 0,0 0 0 0 0,0-1 0 0 0,0 1 0 0 0,0 0 0 0 0,1-1 0 0 0,-1 1 0 0 0,0 0 0 0 0,8 23 12 0 0,-5-16 546 0 0,58 255 4089 0 0,1 137-4422 0 0,-50-325-2449 0 0,-4-43-5749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51.8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322 5 6913 0 0,'-1'0'114'0'0,"1"-1"0"0"0,0 1-1 0 0,-1 0 1 0 0,1-1-1 0 0,0 1 1 0 0,-1 0-1 0 0,1-1 1 0 0,0 1 0 0 0,-1 0-1 0 0,1 0 1 0 0,0 0-1 0 0,-1-1 1 0 0,1 1-1 0 0,-1 0 1 0 0,1 0 0 0 0,-1 0-1 0 0,1 0 1 0 0,-1 0-1 0 0,1 0 1 0 0,0 0-1 0 0,-1 0 1 0 0,1 0 0 0 0,-1 0-1 0 0,1 0 1 0 0,-1 0-1 0 0,1 0 1 0 0,-1 0-1 0 0,1 0 1 0 0,-1 0 0 0 0,-17 10 2376 0 0,-19 24 668 0 0,29-26-2370 0 0,-61 53 2038 0 0,44-41-2464 0 0,2 0-1 0 0,0 1 1 0 0,1 2-1 0 0,1 0 1 0 0,-25 38 0 0 0,44-57-323 0 0,0-1 1 0 0,0 0-1 0 0,0 1 1 0 0,0-1 0 0 0,1 1-1 0 0,0-1 1 0 0,0 1-1 0 0,0 0 1 0 0,0 0 0 0 0,0-1-1 0 0,1 1 1 0 0,0 0-1 0 0,0 0 1 0 0,0 0 0 0 0,0 0-1 0 0,0-1 1 0 0,1 1-1 0 0,0 0 1 0 0,0 0 0 0 0,0-1-1 0 0,0 1 1 0 0,0 0-1 0 0,1-1 1 0 0,0 0-1 0 0,-1 1 1 0 0,1-1 0 0 0,1 0-1 0 0,-1 0 1 0 0,0 0-1 0 0,1 0 1 0 0,-1 0 0 0 0,1 0-1 0 0,5 3 1 0 0,0 0-6 0 0,0-1 0 0 0,0 0 0 0 0,0 0-1 0 0,0-1 1 0 0,1 0 0 0 0,0-1 0 0 0,0 1 0 0 0,0-2 0 0 0,0 1 0 0 0,0-2 0 0 0,0 1 0 0 0,19 0 0 0 0,-2-3-403 0 0,-1-2 0 0 0,1 0 0 0 0,-1-2 0 0 0,39-12 0 0 0,-29 5-7419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52.0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14283 0 0,'10'3'4198'0'0,"14"5"-2156"0"0,-19-3-1875 0 0,0-1 0 0 0,0 1-1 0 0,0 0 1 0 0,-1 0 0 0 0,0 0 0 0 0,0 0 0 0 0,0 1 0 0 0,-1 0-1 0 0,0 0 1 0 0,0 0 0 0 0,0 0 0 0 0,3 11 0 0 0,2 11 95 0 0,7 45 1 0 0,-13-60-91 0 0,35 333 1068 0 0,-13-83-1863 0 0,-14-208-277 0 0,-1-34-5480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52.3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5529 0 0,'26'9'7066'0'0,"-20"-5"-6454"0"0,-1 0 1 0 0,0 1 0 0 0,0-1-1 0 0,0 1 1 0 0,-1 1-1 0 0,1-1 1 0 0,-1 0 0 0 0,-1 1-1 0 0,1 0 1 0 0,-1 0-1 0 0,3 8 1 0 0,6 14 199 0 0,8 37 0 0 0,-10-32-307 0 0,1 1-220 0 0,109 324 1544 0 0,-106-322-2267 0 0,12 38 1552 0 0,-20-37-3046 0 0,-9 0-3959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52.5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1 106 3681 0 0,'13'-1'1652'0'0,"1"0"1"0"0,-1 0 0 0 0,14-5-1 0 0,78-25-328 0 0,-72 20-888 0 0,106-32-2102 0 0,-99 32 987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52.8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9218 0 0,'46'2'2992'0'0,"-1"1"1"0"0,0 2-1 0 0,78 21 0 0 0,-117-25-2862 0 0,0 0-1 0 0,-1 1 1 0 0,1 0 0 0 0,-1 0-1 0 0,0 1 1 0 0,0 0-1 0 0,0 0 1 0 0,0 0 0 0 0,8 6-1 0 0,-11-6-104 0 0,0-1 0 0 0,-1 0 0 0 0,1 0 0 0 0,-1 1 1 0 0,1-1-1 0 0,-1 1 0 0 0,0-1 0 0 0,0 1 0 0 0,0-1 0 0 0,0 1 0 0 0,0 0 0 0 0,-1 0 0 0 0,1-1 0 0 0,-1 1 0 0 0,0 0 0 0 0,0 0 0 0 0,0 0 0 0 0,0-1 0 0 0,0 1 0 0 0,-1 0 0 0 0,0 5 0 0 0,-5 11 20 0 0,0 0-1 0 0,-1-1 1 0 0,-1 0-1 0 0,0 0 1 0 0,-12 18-1 0 0,11-22-12 0 0,1 0 0 0 0,1 1 0 0 0,0-1-1 0 0,1 2 1 0 0,0-1 0 0 0,1 1 0 0 0,-5 31 0 0 0,10-44-24 0 0,-1 0 0 0 0,1 0 1 0 0,0 1-1 0 0,0-1 0 0 0,0 0 0 0 0,1 0 1 0 0,-1 0-1 0 0,1 0 0 0 0,-1 0 0 0 0,1 0 1 0 0,0 0-1 0 0,0 0 0 0 0,0 0 1 0 0,1 0-1 0 0,-1-1 0 0 0,1 1 0 0 0,0 0 1 0 0,-1-1-1 0 0,1 1 0 0 0,0-1 0 0 0,1 0 1 0 0,-1 0-1 0 0,0 1 0 0 0,1-2 0 0 0,-1 1 1 0 0,1 0-1 0 0,-1 0 0 0 0,1-1 1 0 0,0 1-1 0 0,0-1 0 0 0,0 0 0 0 0,0 0 1 0 0,0 0-1 0 0,4 1 0 0 0,1-1-65 0 0,1 0 0 0 0,0 0 0 0 0,0-1 0 0 0,-1 0 0 0 0,1-1-1 0 0,0 0 1 0 0,0 0 0 0 0,-1-1 0 0 0,1 0 0 0 0,-1 0 0 0 0,10-5 0 0 0,25-13-2100 0 0,-22 8-5419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53.0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0 137 14283 0 0,'2'1'141'0'0,"0"0"0"0"0,0 0 0 0 0,0 0 0 0 0,0 0 0 0 0,0 0 0 0 0,0 0 0 0 0,0 0 0 0 0,0 0 0 0 0,0-1 1 0 0,0 1-1 0 0,1-1 0 0 0,-1 0 0 0 0,0 0 0 0 0,4 0 0 0 0,38-3 1236 0 0,-25 1-708 0 0,45-5 939 0 0,114-27 0 0 0,61-34-1587 0 0,-238 68-32 0 0,33-9-1242 0 0,0 1 0 0 0,0 2-1 0 0,1 1 1 0 0,52 0 0 0 0,-45 5 1091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06.7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82 102 1840 0 0,'-9'-21'1584'0'0,"-15"-28"1007"0"0,23 46-1967 0 0,-1 1 1 0 0,1 0-1 0 0,-1 0 1 0 0,0-1-1 0 0,0 1 1 0 0,0 0-1 0 0,0 0 1 0 0,0 0-1 0 0,0 1 0 0 0,0-1 1 0 0,0 0-1 0 0,-1 1 1 0 0,1 0-1 0 0,-1-1 1 0 0,-2 0-1 0 0,4 2-512 0 0,1 0 0 0 0,-1 0-1 0 0,1 0 1 0 0,-1 0 0 0 0,1 0 0 0 0,-1 0 0 0 0,1 0-1 0 0,-1 0 1 0 0,1 0 0 0 0,-1 1 0 0 0,1-1 0 0 0,-1 0-1 0 0,1 0 1 0 0,-1 0 0 0 0,1 1 0 0 0,0-1-1 0 0,-1 0 1 0 0,1 0 0 0 0,-1 1 0 0 0,1-1 0 0 0,0 0-1 0 0,-1 1 1 0 0,1-1 0 0 0,0 0 0 0 0,-1 1 0 0 0,1-1-1 0 0,0 1 1 0 0,0-1 0 0 0,-1 1 0 0 0,1-1-1 0 0,0 1 1 0 0,0-1 0 0 0,0 0 0 0 0,-1 1 0 0 0,1-1-1 0 0,0 1 1 0 0,0-1 0 0 0,0 1 0 0 0,0-1 0 0 0,0 1-1 0 0,0-1 1 0 0,0 1 0 0 0,1 0 0 0 0,0 26 551 0 0,0-23-457 0 0,21 336 1052 0 0,1 7-633 0 0,-22-337-632 0 0,0-1-142 0 0,-1-1 1 0 0,2 1 0 0 0,-1 0 0 0 0,2 0 0 0 0,-1-1 0 0 0,1 1 0 0 0,4 9 0 0 0,-1-14-1470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07.3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88 4145 0 0,'1'-3'277'0'0,"0"0"-1"0"0,-1 0 1 0 0,1 0 0 0 0,1 1-1 0 0,-1-1 1 0 0,0 0 0 0 0,1 1-1 0 0,-1-1 1 0 0,1 1 0 0 0,0 0-1 0 0,-1-1 1 0 0,1 1 0 0 0,0 0-1 0 0,1 0 1 0 0,3-3 0 0 0,37-26 3274 0 0,-40 29-3333 0 0,-1 1 0 0 0,1-1 0 0 0,0 1 1 0 0,0-1-1 0 0,-1 1 0 0 0,1 0 0 0 0,0 0 1 0 0,0 1-1 0 0,0-1 0 0 0,0 1 1 0 0,0-1-1 0 0,0 1 0 0 0,0 0 0 0 0,0 0 1 0 0,0 0-1 0 0,0 0 0 0 0,0 1 0 0 0,0-1 1 0 0,6 3-1 0 0,-6-2-51 0 0,1 1 1 0 0,0 1-1 0 0,-1-1 1 0 0,1 1-1 0 0,-1-1 1 0 0,0 1-1 0 0,1 0 1 0 0,-2 0-1 0 0,1 0 1 0 0,0 1-1 0 0,0-1 1 0 0,2 6-1 0 0,4 8 65 0 0,-1 1 1 0 0,0-1-1 0 0,-2 1 0 0 0,0 1 1 0 0,4 20-1 0 0,-4-13-60 0 0,-1 0 0 0 0,-1 1 1 0 0,-1-1-1 0 0,-2 1 0 0 0,-1 37 1 0 0,0-87 111 0 0,5-36 0 0 0,1 32-97 0 0,2 0 0 0 0,19-48 0 0 0,-22 62-160 0 0,2 1 0 0 0,-1 0 0 0 0,2 0 0 0 0,-1 0 0 0 0,2 1 0 0 0,-1 0 0 0 0,18-16 0 0 0,-25 25-21 0 0,0 1-1 0 0,1 0 1 0 0,0-1-1 0 0,-1 1 1 0 0,1 0 0 0 0,-1 0-1 0 0,1 0 1 0 0,0 0-1 0 0,0 0 1 0 0,0 0-1 0 0,0 0 1 0 0,-1 1-1 0 0,1-1 1 0 0,0 1 0 0 0,0 0-1 0 0,0-1 1 0 0,0 1-1 0 0,0 0 1 0 0,0 0-1 0 0,0 0 1 0 0,0 0 0 0 0,0 0-1 0 0,0 1 1 0 0,0-1-1 0 0,0 1 1 0 0,0-1-1 0 0,0 1 1 0 0,0 0 0 0 0,0 0-1 0 0,0 0 1 0 0,-1 0-1 0 0,1 0 1 0 0,0 0-1 0 0,-1 0 1 0 0,1 0 0 0 0,-1 1-1 0 0,1-1 1 0 0,-1 1-1 0 0,0-1 1 0 0,1 1-1 0 0,-1-1 1 0 0,1 3-1 0 0,6 9 88 0 0,0 0-1 0 0,-1 0 0 0 0,-1 1 0 0 0,8 21 1 0 0,-10-24-111 0 0,15 39-273 0 0,2-1-1 0 0,2-1 1 0 0,36 56-1 0 0,-52-93-667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07.8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240 90 2304 0 0,'7'-23'1976'0'0,"-2"-18"5086"0"0,-5 40-6749 0 0,0 0 1 0 0,0 0-1 0 0,0 0 0 0 0,0 0 0 0 0,0-1 0 0 0,0 1 0 0 0,-1 0 1 0 0,1 0-1 0 0,-1 0 0 0 0,1 0 0 0 0,0 0 0 0 0,-1-1 1 0 0,0 1-1 0 0,1 0 0 0 0,-1 0 0 0 0,0 1 0 0 0,0-1 1 0 0,1 0-1 0 0,-3-2 0 0 0,2 3-146 0 0,-1-1-1 0 0,0 1 1 0 0,1-1-1 0 0,-1 1 1 0 0,1 0 0 0 0,-1-1-1 0 0,0 1 1 0 0,1 0-1 0 0,-1 0 1 0 0,0 0-1 0 0,1 0 1 0 0,-1 1 0 0 0,0-1-1 0 0,1 0 1 0 0,-1 1-1 0 0,1-1 1 0 0,-1 1 0 0 0,0-1-1 0 0,-1 2 1 0 0,-7 3-44 0 0,0 1 0 0 0,0 0 0 0 0,0 1 0 0 0,1 0 0 0 0,0 0 0 0 0,0 1 1 0 0,1 0-1 0 0,0 1 0 0 0,1 0 0 0 0,0 0 0 0 0,0 1 0 0 0,0-1 0 0 0,2 1 0 0 0,-1 1 1 0 0,1-1-1 0 0,1 1 0 0 0,0 0 0 0 0,-5 21 0 0 0,8-29-125 0 0,1 0 0 0 0,-1 0-1 0 0,1 1 1 0 0,0-1 0 0 0,0 0 0 0 0,1 0 0 0 0,-1 0-1 0 0,1 0 1 0 0,-1 0 0 0 0,1 1 0 0 0,0-1 0 0 0,0 0-1 0 0,1-1 1 0 0,-1 1 0 0 0,0 0 0 0 0,1 0 0 0 0,0 0-1 0 0,-1-1 1 0 0,1 1 0 0 0,0-1 0 0 0,1 0 0 0 0,-1 1-1 0 0,0-1 1 0 0,1 0 0 0 0,-1 0 0 0 0,5 2 0 0 0,7 4-73 0 0,0-1 1 0 0,0 0-1 0 0,1-2 1 0 0,20 7 0 0 0,11 4-116 0 0,-39-13 168 0 0,0 0 1 0 0,0 0-1 0 0,0 1 1 0 0,0 0-1 0 0,-1 1 1 0 0,0 0-1 0 0,0-1 1 0 0,0 2 0 0 0,8 9-1 0 0,-12-13 26 0 0,-1 1 0 0 0,1-1-1 0 0,-1 1 1 0 0,0-1 0 0 0,0 1-1 0 0,0 0 1 0 0,0-1 0 0 0,0 1 0 0 0,-1 0-1 0 0,1 0 1 0 0,-1 0 0 0 0,1 0-1 0 0,-1 0 1 0 0,0-1 0 0 0,0 1 0 0 0,-1 0-1 0 0,1 0 1 0 0,-1 0 0 0 0,1 0-1 0 0,-1 0 1 0 0,0-1 0 0 0,0 1 0 0 0,0 0-1 0 0,0-1 1 0 0,-1 1 0 0 0,1-1-1 0 0,-1 1 1 0 0,-3 4 0 0 0,-3 3 83 0 0,-1 0 0 0 0,0 0 0 0 0,0-1 0 0 0,-1 0 0 0 0,-1 0 0 0 0,1-1 0 0 0,-1-1 1 0 0,-1 0-1 0 0,1 0 0 0 0,-17 6 0 0 0,20-9-71 0 0,0-1 0 0 0,-1 0 0 0 0,1 0 0 0 0,0-1 0 0 0,-1 0 1 0 0,1-1-1 0 0,-1 0 0 0 0,0 0 0 0 0,1-1 0 0 0,-1 0 0 0 0,0 0 0 0 0,1-1 1 0 0,-1 0-1 0 0,0-1 0 0 0,1 0 0 0 0,-15-5 0 0 0,9-3-753 0 0,10 5 10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0.6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26 10594 0 0,'9'-3'5495'0'0,"14"-3"-3440"0"0,5 0-703 0 0,1 1 0 0 0,43 0 1 0 0,-28 6-3357 0 0,1 4-3541 0 0,-28-2-761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0.8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1 9674 0 0,'-9'4'557'0'0,"-16"10"-191"0"0,16-1 2876 0 0,9-13-3157 0 0,0 1-1 0 0,0-1 1 0 0,1 1 0 0 0,-1-1-1 0 0,0 1 1 0 0,1-1 0 0 0,-1 1-1 0 0,0-1 1 0 0,1 0 0 0 0,-1 1-1 0 0,0-1 1 0 0,1 0 0 0 0,-1 1-1 0 0,0-1 1 0 0,1 0 0 0 0,-1 0-1 0 0,1 1 1 0 0,-1-1 0 0 0,1 0-1 0 0,-1 0 1 0 0,1 0 0 0 0,-1 1-1 0 0,1-1 1 0 0,-1 0-1 0 0,1 0 1 0 0,-1 0 0 0 0,1 0-1 0 0,-1 0 1 0 0,1 0 0 0 0,-1 0-1 0 0,1 0 1 0 0,-1 0 0 0 0,1 0-1 0 0,-1-1 1 0 0,1 1 0 0 0,0 0-1 0 0,22-3 659 0 0,65-17-2584 0 0,-65 16-3926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1.2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201 5 9218 0 0,'-18'-2'716'0'0,"0"0"0"0"0,1 1 1 0 0,-1 1-1 0 0,-24 3 0 0 0,38-3-504 0 0,1 1 0 0 0,-1-1-1 0 0,0 1 1 0 0,1 0 0 0 0,-1 0-1 0 0,1 1 1 0 0,-1-1 0 0 0,1 1-1 0 0,0-1 1 0 0,0 1 0 0 0,-1 0 0 0 0,1 0-1 0 0,0 1 1 0 0,1-1 0 0 0,-1 0-1 0 0,0 1 1 0 0,1 0 0 0 0,-1 0-1 0 0,1 0 1 0 0,0 0 0 0 0,0 0 0 0 0,0 0-1 0 0,0 0 1 0 0,1 1 0 0 0,0-1-1 0 0,-1 1 1 0 0,0 5 0 0 0,-3 19 309 0 0,2 0 0 0 0,1 0 0 0 0,2 0 1 0 0,0 0-1 0 0,7 45 0 0 0,3-12-93 0 0,27 88-1 0 0,18 7-199 0 0,-33-98-236 0 0,-2 1-1 0 0,15 72 1 0 0,-33-119-435 0 0,0 1 0 0 0,-1-1 1 0 0,-1 1-1 0 0,1-1 1 0 0,-2 1-1 0 0,-3 20 1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1.4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13 237 11522 0 0,'0'0'66'0'0,"-1"0"0"0"0,1 0-1 0 0,-1 0 1 0 0,1-1-1 0 0,-1 1 1 0 0,1 0-1 0 0,-1 0 1 0 0,1 0-1 0 0,-1 0 1 0 0,1-1 0 0 0,-1 1-1 0 0,1 0 1 0 0,-1 0-1 0 0,1-1 1 0 0,-1 1-1 0 0,1 0 1 0 0,-1-1-1 0 0,1 1 1 0 0,0-1 0 0 0,-1 1-1 0 0,1 0 1 0 0,0-1-1 0 0,-1 1 1 0 0,1-1-1 0 0,0 1 1 0 0,0-1-1 0 0,-1 1 1 0 0,1-1 0 0 0,0 1-1 0 0,0-2 1 0 0,7-15 2160 0 0,29-18 964 0 0,-30 29-2990 0 0,10-7 253 0 0,0 0 1 0 0,1 1 0 0 0,0 1-1 0 0,0 1 1 0 0,27-12-1 0 0,96-30-1952 0 0,-75 31 1238 0 0,-31 7 261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1.8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51 2304 0 0,'-30'19'7742'0'0,"44"-20"-3689"0"0,10-5-2339 0 0,-1-2-1 0 0,35-16 1 0 0,2 0-2959 0 0,-44 18-5204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1.9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69 7834 0 0,'0'8'6730'0'0,"23"-19"-1853"0"0,-18 9-5622 0 0,16-7 1112 0 0,-11 5-1276 0 0,0 1 0 0 0,-1-2 0 0 0,0 1-1 0 0,0-1 1 0 0,-1-1 0 0 0,14-10 0 0 0,-12 4 773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3.3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8290 0 0,'15'2'11303'0'0,"-14"-1"-10926"0"0,6 5-247 0 0,0 0 0 0 0,-1 1 0 0 0,1 0 0 0 0,-2 0-1 0 0,1 1 1 0 0,-1 0 0 0 0,0 0 0 0 0,0 0 0 0 0,-1 0 0 0 0,0 1 0 0 0,-1 0 0 0 0,0 0 0 0 0,4 15 0 0 0,1 18 953 0 0,6 76-1 0 0,-8-51-735 0 0,-5-60-341 0 0,0 4-257 0 0,0 0 0 0 0,0 0 0 0 0,1 0 0 0 0,1 0 1 0 0,0 0-1 0 0,1-1 0 0 0,0 1 0 0 0,0-1 0 0 0,8 13 0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3.7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0 129 3681 0 0,'0'-1'31'0'0,"0"1"1"0"0,0-1-1 0 0,0 0 1 0 0,0 1-1 0 0,1-1 1 0 0,-1 1-1 0 0,0-1 1 0 0,0 1-1 0 0,0-1 0 0 0,0 0 1 0 0,1 1-1 0 0,-1-1 1 0 0,0 1-1 0 0,1-1 1 0 0,-1 1-1 0 0,0-1 1 0 0,1 1-1 0 0,-1-1 1 0 0,0 1-1 0 0,1 0 1 0 0,-1-1-1 0 0,1 1 0 0 0,-1 0 1 0 0,1-1-1 0 0,-1 1 1 0 0,1 0-1 0 0,-1-1 1 0 0,1 1-1 0 0,-1 0 1 0 0,1 0-1 0 0,0 0 1 0 0,-1 0-1 0 0,1-1 1 0 0,-1 1-1 0 0,2 0 1 0 0,23-8 2448 0 0,-22 8-2079 0 0,1 0 1 0 0,-1 0-1 0 0,1 1 0 0 0,-1 0 1 0 0,0 0-1 0 0,1 0 1 0 0,-1 0-1 0 0,0 0 1 0 0,0 0-1 0 0,0 1 1 0 0,0 0-1 0 0,0-1 1 0 0,0 1-1 0 0,0 0 1 0 0,0 1-1 0 0,4 3 1 0 0,6 7 992 0 0,-1 1-1 0 0,11 16 1 0 0,3 2 110 0 0,-25-30-1479 0 0,1 0-1 0 0,-1 0 0 0 0,1-1 0 0 0,-1 1 1 0 0,1 0-1 0 0,0-1 0 0 0,0 0 1 0 0,0 1-1 0 0,0-1 0 0 0,0 0 0 0 0,0 0 1 0 0,0 0-1 0 0,0 0 0 0 0,0 0 1 0 0,0-1-1 0 0,0 1 0 0 0,1-1 0 0 0,-1 1 1 0 0,0-1-1 0 0,0 0 0 0 0,1 0 1 0 0,-1 0-1 0 0,0 0 0 0 0,1 0 0 0 0,-1 0 1 0 0,0-1-1 0 0,0 1 0 0 0,1-1 1 0 0,-1 0-1 0 0,3-1 0 0 0,1-2-90 0 0,0 0 0 0 0,0-1 0 0 0,0 1-1 0 0,0-1 1 0 0,-1-1 0 0 0,0 1 0 0 0,0-1 0 0 0,5-7 0 0 0,29-45-973 0 0,-29 41 686 0 0,1 1 0 0 0,0 0 0 0 0,1 1 0 0 0,1 0 0 0 0,0 1 0 0 0,18-15 0 0 0,-30 28 407 0 0,0 1 1 0 0,0-1 0 0 0,0 1 0 0 0,1-1-1 0 0,-1 1 1 0 0,0-1 0 0 0,0 1 0 0 0,0-1 0 0 0,1 1-1 0 0,-1 0 1 0 0,0 0 0 0 0,1 0 0 0 0,-1 0 0 0 0,0 0-1 0 0,1 0 1 0 0,-1 0 0 0 0,0 0 0 0 0,0 0-1 0 0,1 0 1 0 0,-1 1 0 0 0,0-1 0 0 0,0 1 0 0 0,1-1-1 0 0,-1 1 1 0 0,0-1 0 0 0,0 1 0 0 0,0 0 0 0 0,0-1-1 0 0,0 1 1 0 0,0 0 0 0 0,0 0 0 0 0,0 0 0 0 0,0 0-1 0 0,0 0 1 0 0,0 0 0 0 0,-1 0 0 0 0,1 0-1 0 0,0 0 1 0 0,-1 0 0 0 0,1 2 0 0 0,5 7 580 0 0,0 1-1 0 0,-1-1 1 0 0,5 18 0 0 0,-6-16-578 0 0,19 44 207 0 0,-8-18-2969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4.0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2 10138 0 0,'-1'0'236'0'0,"0"0"0"0"0,0-1 0 0 0,0 1 1 0 0,0 0-1 0 0,0 0 0 0 0,0 0 0 0 0,0-1 0 0 0,0 1 0 0 0,0 0 0 0 0,0 0 0 0 0,0 1 0 0 0,0-1 1 0 0,0 0-1 0 0,0 0 0 0 0,0 0 0 0 0,1 1 0 0 0,-1-1 0 0 0,0 0 0 0 0,0 1 0 0 0,0-1 0 0 0,0 1 1 0 0,0-1-1 0 0,0 1 0 0 0,1-1 0 0 0,-1 1 0 0 0,0 0 0 0 0,-1 0 0 0 0,1 2 20 0 0,0-1 0 0 0,-1 0 0 0 0,1 1-1 0 0,0-1 1 0 0,0 1 0 0 0,0-1 0 0 0,0 1 0 0 0,0-1 0 0 0,1 1-1 0 0,-1 3 1 0 0,0 3 43 0 0,0-1 0 0 0,1 1 0 0 0,0 0 0 0 0,1 0 0 0 0,3 15 0 0 0,2-8-181 0 0,0 0 0 0 0,1 0 0 0 0,1-1 1 0 0,1-1-1 0 0,0 1 0 0 0,1-1 1 0 0,1-1-1 0 0,12 14 0 0 0,22 30 84 0 0,-44-56-183 0 0,1 1-1 0 0,-1 0 0 0 0,0 0 1 0 0,0 0-1 0 0,-1 0 0 0 0,1 1 1 0 0,0-1-1 0 0,-1 0 0 0 0,1 0 0 0 0,-1 0 1 0 0,0 0-1 0 0,0 1 0 0 0,1-1 1 0 0,-2 0-1 0 0,1 0 0 0 0,0 1 0 0 0,0-1 1 0 0,-1 0-1 0 0,1 0 0 0 0,-1 0 1 0 0,1 1-1 0 0,-1-1 0 0 0,0 0 0 0 0,0 0 1 0 0,0 0-1 0 0,0 0 0 0 0,-1-1 1 0 0,1 1-1 0 0,0 0 0 0 0,-1 0 0 0 0,1-1 1 0 0,-1 1-1 0 0,0-1 0 0 0,-2 3 1 0 0,-33 21-951 0 0,1-9-4931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2.6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 50 12899 0 0,'-15'-20'2030'0'0,"14"18"-1684"0"0,0 0 0 0 0,0 0 0 0 0,-1 0 0 0 0,1 0 0 0 0,-1 0 0 0 0,1 0 0 0 0,-1 1 0 0 0,1-1 0 0 0,-1 0 0 0 0,0 1 0 0 0,0-1 0 0 0,0 1 0 0 0,0 0 0 0 0,0 0 0 0 0,0 0 0 0 0,0 0 0 0 0,-4-1 0 0 0,8 2-196 0 0,0 1 0 0 0,0-1 0 0 0,0 1 0 0 0,-1 0 0 0 0,1-1 1 0 0,0 1-1 0 0,-1 0 0 0 0,1 0 0 0 0,0 0 0 0 0,-1 0 0 0 0,0 1 1 0 0,1-1-1 0 0,-1 0 0 0 0,1 1 0 0 0,-1-1 0 0 0,0 1 1 0 0,0-1-1 0 0,0 1 0 0 0,0 0 0 0 0,0-1 0 0 0,0 1 0 0 0,0 3 1 0 0,18 49-584 0 0,-16-44 712 0 0,53 251 103 0 0,-42-178-416 0 0,46 148 0 0 0,-39-167-2012 0 0,-11-33-6124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2.9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224 177 1840 0 0,'-53'11'431'0'0,"-1"-1"3493"0"0,-63 16 10261 0 0,117-26-14126 0 0,15 4 972 0 0,19 1-575 0 0,32-8 13 0 0,0-2 0 0 0,0-3 0 0 0,97-25 0 0 0,-48 10-166 0 0,124-35-90 0 0,-78 17-134 0 0,212-17-1204 0 0,-360 56 589 0 0,0 1 0 0 0,0 0 0 0 0,-1 1 0 0 0,15 2 0 0 0,-6 2-6909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4.2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85 11058 0 0,'5'-8'6502'0'0,"33"-25"-6544"0"0,-29 27-1010 0 0,1 0 0 0 0,0 1 0 0 0,0 0 0 0 0,0 0 0 0 0,14-3 0 0 0,-6 2 754 0 0,-12 3 280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4.4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62 9218 0 0,'0'0'78'0'0,"0"0"0"0"0,-1 1-1 0 0,1-1 1 0 0,0 0 0 0 0,0 0 0 0 0,-1 0 0 0 0,1 1 0 0 0,0-1 0 0 0,0 0-1 0 0,-1 0 1 0 0,1 1 0 0 0,0-1 0 0 0,0 0 0 0 0,0 1 0 0 0,0-1-1 0 0,-1 0 1 0 0,1 0 0 0 0,0 1 0 0 0,0-1 0 0 0,0 0 0 0 0,0 1-1 0 0,0-1 1 0 0,0 0 0 0 0,0 1 0 0 0,0-1 0 0 0,0 0 0 0 0,0 1 0 0 0,0-1-1 0 0,0 0 1 0 0,0 1 0 0 0,0-1 0 0 0,0 0 0 0 0,0 1 0 0 0,0-1-1 0 0,1 0 1 0 0,-1 1 0 0 0,0-1 0 0 0,0 0 0 0 0,0 0 0 0 0,1 1-1 0 0,-1-1 1 0 0,0 0 0 0 0,0 0 0 0 0,0 1 0 0 0,1-1 0 0 0,-1 0 0 0 0,22 2 2759 0 0,27-12-342 0 0,-49 10-2495 0 0,182-58-6022 0 0,-163 50 6022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4.7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10 11058 0 0,'0'0'41'0'0,"-1"0"0"0"0,1 0-1 0 0,0 0 1 0 0,0 0 0 0 0,0 0-1 0 0,-1 0 1 0 0,1-1-1 0 0,0 1 1 0 0,0 0 0 0 0,0 0-1 0 0,0 0 1 0 0,-1 0 0 0 0,1 0-1 0 0,0-1 1 0 0,0 1-1 0 0,0 0 1 0 0,0 0 0 0 0,0 0-1 0 0,0-1 1 0 0,-1 1 0 0 0,1 0-1 0 0,0 0 1 0 0,0 0 0 0 0,0-1-1 0 0,0 1 1 0 0,0 0-1 0 0,0 0 1 0 0,0 0 0 0 0,0-1-1 0 0,0 1 1 0 0,0 0 0 0 0,0 0-1 0 0,0-1 1 0 0,0 1-1 0 0,0 0 1 0 0,0 0 0 0 0,0 0-1 0 0,0-1 1 0 0,1 1 0 0 0,-1 0-1 0 0,0 0 1 0 0,0 0 0 0 0,0-1-1 0 0,0 1 1 0 0,0 0-1 0 0,0 0 1 0 0,1 0 0 0 0,-1 0-1 0 0,0-1 1 0 0,0 1 0 0 0,0 0-1 0 0,0 0 1 0 0,1 0-1 0 0,-1 0 1 0 0,0 0 0 0 0,18 4 2384 0 0,22 17 1172 0 0,-34-15-3403 0 0,-1 0 0 0 0,0 0 0 0 0,0 0 0 0 0,-1 1 0 0 0,0 0 0 0 0,0 0 0 0 0,0 0 0 0 0,-1 0 0 0 0,0 1 0 0 0,0-1 0 0 0,-1 1 0 0 0,0 0 0 0 0,0-1 0 0 0,-1 1-1 0 0,1 12 1 0 0,-1 12-115 0 0,-2 0-1 0 0,-6 48 1 0 0,6-64-1 0 0,-18 119-73 0 0,-2 34-129 0 0,16-56-6164 0 0,7-78-748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5.2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234 1 10138 0 0,'0'0'919'0'0,"0"4"-228"0"0,0 0-1 0 0,-1 0 1 0 0,0 1 0 0 0,0-1-1 0 0,0 0 1 0 0,0 0 0 0 0,-4 7 0 0 0,-2 3 42 0 0,-1-1 1 0 0,-13 17-1 0 0,6-8-124 0 0,-8 12-39 0 0,-65 107 769 0 0,77-120-1247 0 0,0 0 0 0 0,2 1 1 0 0,1 0-1 0 0,-11 44 0 0 0,17-59-88 0 0,1-1 0 0 0,1 0 1 0 0,-1 1-1 0 0,1-1 0 0 0,0 0 0 0 0,1 1 0 0 0,-1-1 0 0 0,1 0 1 0 0,0 1-1 0 0,1-1 0 0 0,0 0 0 0 0,0 0 0 0 0,0 0 1 0 0,1 0-1 0 0,-1 0 0 0 0,1-1 0 0 0,1 1 0 0 0,7 9 1 0 0,-8-11-9 0 0,1 0 1 0 0,0-1 0 0 0,1 1 0 0 0,-1-1 0 0 0,0 0-1 0 0,1-1 1 0 0,0 1 0 0 0,-1-1 0 0 0,1 1 0 0 0,0-2-1 0 0,0 1 1 0 0,0 0 0 0 0,1-1 0 0 0,-1 0-1 0 0,0 0 1 0 0,0-1 0 0 0,1 1 0 0 0,-1-1 0 0 0,0 0-1 0 0,1-1 1 0 0,-1 1 0 0 0,0-1 0 0 0,7-2 0 0 0,-7 2 3 0 0,0 0 0 0 0,1-1 0 0 0,-1 0 0 0 0,0 0 0 0 0,0 0 0 0 0,0-1 0 0 0,0 1 0 0 0,0-1 0 0 0,-1 0 0 0 0,1-1 0 0 0,-1 1 0 0 0,0-1 0 0 0,7-7 0 0 0,-10 9 0 0 0,1 0 0 0 0,-1-1 0 0 0,0 1 0 0 0,0 0 0 0 0,0-1 0 0 0,0 1 0 0 0,0-1 0 0 0,0 1 0 0 0,-1-1 0 0 0,1 0 0 0 0,-1 1 0 0 0,0-1 0 0 0,0 0 0 0 0,0 1 0 0 0,0-1 0 0 0,0 0 0 0 0,0 1 0 0 0,-1-1 0 0 0,1 1 0 0 0,-1-1 0 0 0,0 0 0 0 0,0 1 0 0 0,0-1 0 0 0,0 1 0 0 0,0 0 0 0 0,0-1 0 0 0,-1 1 0 0 0,1 0 0 0 0,-1 0 0 0 0,-3-3 0 0 0,4 3-4 0 0,-6-6 5 0 0,0-1 0 0 0,1 0 0 0 0,0 0 0 0 0,0 0 0 0 0,1-1 1 0 0,-5-13-1 0 0,9 21-44 0 0,1-1 0 0 0,-1 1 0 0 0,1-1 0 0 0,0 1 0 0 0,-1-1 0 0 0,1 1 0 0 0,0-1 0 0 0,1 1 0 0 0,-1-1 1 0 0,0 1-1 0 0,1-1 0 0 0,0 1 0 0 0,-1-1 0 0 0,1 1 0 0 0,0 0 0 0 0,0-1 0 0 0,0 1 0 0 0,0 0 0 0 0,1 0 0 0 0,-1 0 1 0 0,1 0-1 0 0,-1 0 0 0 0,1 0 0 0 0,0 0 0 0 0,0 0 0 0 0,-1 1 0 0 0,1-1 0 0 0,0 1 0 0 0,1-1 0 0 0,-1 1 0 0 0,0 0 0 0 0,0 0 1 0 0,4-2-1 0 0,1 0-13 0 0,0 0-1 0 0,0 0 1 0 0,1 0 0 0 0,0 1 0 0 0,-1 0 0 0 0,1 0 0 0 0,0 1 0 0 0,15-1 0 0 0,-21 2 82 0 0,0 0 1 0 0,1 0 0 0 0,-1 0-1 0 0,1 0 1 0 0,-1 1 0 0 0,0-1-1 0 0,1 1 1 0 0,-1-1 0 0 0,0 1 0 0 0,1 0-1 0 0,-1 0 1 0 0,0 0 0 0 0,0 0-1 0 0,0 0 1 0 0,0 1 0 0 0,0-1 0 0 0,0 1-1 0 0,0-1 1 0 0,0 1 0 0 0,0 0-1 0 0,-1-1 1 0 0,1 1 0 0 0,-1 0-1 0 0,1 0 1 0 0,-1 0 0 0 0,0 0 0 0 0,0 1-1 0 0,0-1 1 0 0,0 0 0 0 0,0 0-1 0 0,0 1 1 0 0,0 3 0 0 0,1 16 442 0 0,0 1 0 0 0,-1-1 0 0 0,-5 39 0 0 0,2 30-2400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5.5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10594 0 0,'1'10'6244'0'0,"13"39"-4025"0"0,1 8-1191 0 0,-2 1-1 0 0,-2 0 1 0 0,4 97-1 0 0,-5-43-1162 0 0,1-50-2661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5.7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8290 0 0,'9'18'3333'0'0,"-1"0"0"0"0,10 35 0 0 0,-9-27-2238 0 0,0-1-426 0 0,63 174 2367 0 0,-15-70-5094 0 0,-48-109-5498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5.8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13 190 2304 0 0,'-7'-3'201'0'0,"3"1"-201"0"0,3 1 0 0 0,2 0 0 0 0,2-1 824 0 0,0 1 120 0 0,1-3 24 0 0,1-3 8 0 0,5-3-496 0 0,4-2-103 0 0,7-2-25 0 0,7-3 0 0 0,6-1-608 0 0,4-1-120 0 0,6 0-25 0 0,1-2-7 0 0,3 2 312 0 0,-2 0 96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6.1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7370 0 0,'52'18'4102'0'0,"-32"-12"-2973"0"0,-1 1 0 0 0,21 10-1 0 0,-36-15-885 0 0,1 1 1 0 0,-1 0-1 0 0,1 0 0 0 0,-1 0 0 0 0,0 0 0 0 0,0 1 0 0 0,-1 0 0 0 0,1-1 0 0 0,-1 1 0 0 0,0 1 0 0 0,0-1 0 0 0,5 8 1 0 0,-6-7-119 0 0,-1 1 0 0 0,0-1 1 0 0,0 0-1 0 0,0 1 1 0 0,0-1-1 0 0,-1 0 0 0 0,0 1 1 0 0,0-1-1 0 0,-1 1 1 0 0,1-1-1 0 0,-1 0 1 0 0,0 1-1 0 0,-1-1 0 0 0,1 0 1 0 0,-1 0-1 0 0,0 0 1 0 0,0 0-1 0 0,-4 5 1 0 0,-5 12 259 0 0,-2 0 0 0 0,-22 28 1 0 0,14-24-187 0 0,14-18-115 0 0,0 0 0 0 0,0 1-1 0 0,1 0 1 0 0,0 0-1 0 0,0 0 1 0 0,1 1 0 0 0,1 0-1 0 0,-1 0 1 0 0,2 0-1 0 0,-4 13 1 0 0,6-22-72 0 0,1 0-1 0 0,0 1 1 0 0,0-1 0 0 0,0 0 0 0 0,0 0-1 0 0,0 1 1 0 0,0-1 0 0 0,0 0-1 0 0,0 0 1 0 0,1 0 0 0 0,-1 1 0 0 0,0-1-1 0 0,1 0 1 0 0,-1 0 0 0 0,1 0 0 0 0,-1 0-1 0 0,1 0 1 0 0,-1 0 0 0 0,1 0 0 0 0,0 0-1 0 0,0 0 1 0 0,-1 0 0 0 0,1 0 0 0 0,2 1-1 0 0,-2-1-7 0 0,1 0 1 0 0,0 0-1 0 0,0-1 0 0 0,0 1 0 0 0,0 0 0 0 0,0-1 0 0 0,0 0 1 0 0,0 1-1 0 0,0-1 0 0 0,0 0 0 0 0,0 0 0 0 0,0 0 0 0 0,3-1 0 0 0,3 0-120 0 0,1-1-1 0 0,-1 0 0 0 0,0 0 0 0 0,0-1 0 0 0,-1 0 0 0 0,10-4 0 0 0,2-4-280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6.2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287 5 5529 0 0,'-17'-2'512'0'0,"1"0"1"0"0,-1 2-1 0 0,1 0 0 0 0,-1 1 1 0 0,1 0-1 0 0,-19 5 0 0 0,-95 28 7405 0 0,128-34-7693 0 0,0 0 0 0 0,1 1 1 0 0,-1 0-1 0 0,0-1 0 0 0,0 1 0 0 0,0 0 1 0 0,1 0-1 0 0,-1 0 0 0 0,0 0 1 0 0,1 0-1 0 0,-2 2 0 0 0,3-3-173 0 0,0 0 1 0 0,0 1-1 0 0,0-1 0 0 0,0 0 0 0 0,0 0 0 0 0,0 1 0 0 0,0-1 0 0 0,0 0 0 0 0,0 0 0 0 0,0 1 0 0 0,0-1 1 0 0,0 0-1 0 0,0 1 0 0 0,0-1 0 0 0,0 0 0 0 0,0 0 0 0 0,0 1 0 0 0,0-1 0 0 0,1 0 0 0 0,-1 0 0 0 0,0 0 1 0 0,0 1-1 0 0,0-1 0 0 0,1 0 0 0 0,-1 0 0 0 0,0 0 0 0 0,0 1 0 0 0,0-1 0 0 0,1 0 0 0 0,-1 0 0 0 0,0 0 1 0 0,0 0-1 0 0,1 0 0 0 0,-1 0 0 0 0,0 0 0 0 0,0 1 0 0 0,1-1 0 0 0,-1 0 0 0 0,0 0 0 0 0,0 0 0 0 0,1 0 1 0 0,5 1 115 0 0,0 1 1 0 0,1-1 0 0 0,-1 0 0 0 0,0-1 0 0 0,9 0 0 0 0,82-5 85 0 0,-54 2-242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38.5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44 102 5529 0 0,'-4'-1'211'0'0,"1"-1"0"0"0,0 0 0 0 0,0 0 0 0 0,0 0 0 0 0,0-1 0 0 0,0 1 0 0 0,0-1 0 0 0,0 1 0 0 0,1-1 0 0 0,0 0 0 0 0,-1 0 0 0 0,1 0 0 0 0,-2-5 0 0 0,3 6-12 0 0,1 0-1 0 0,-1 0 1 0 0,1-1 0 0 0,0 1 0 0 0,0 0-1 0 0,0 0 1 0 0,0-1 0 0 0,0 1-1 0 0,0 0 1 0 0,0 0 0 0 0,1-1 0 0 0,-1 1-1 0 0,1 0 1 0 0,0 0 0 0 0,0 0-1 0 0,0 0 1 0 0,0 0 0 0 0,0 0 0 0 0,0 0-1 0 0,0 0 1 0 0,0 0 0 0 0,1 1-1 0 0,-1-1 1 0 0,3-1 0 0 0,6-6 1246 0 0,-9 9-1396 0 0,-1 0 0 0 0,0 0 0 0 0,0 0 0 0 0,1 0 0 0 0,-1 0 0 0 0,0 0 0 0 0,0 0 0 0 0,1 1 0 0 0,-1-1 0 0 0,0 0 0 0 0,0 0 0 0 0,1 0 0 0 0,-1 0 0 0 0,0 1 0 0 0,0-1 0 0 0,0 0 0 0 0,0 0 0 0 0,1 1 0 0 0,-1-1 0 0 0,0 0 0 0 0,0 0 0 0 0,0 0 0 0 0,0 1 0 0 0,0-1 0 0 0,0 0 0 0 0,0 1-1 0 0,0-1 1 0 0,1 0 0 0 0,-1 0 0 0 0,0 1 0 0 0,0-1 0 0 0,0 0 0 0 0,0 0 0 0 0,0 1 0 0 0,0-1 0 0 0,-1 0 0 0 0,1 1 0 0 0,0-1 0 0 0,0 0 0 0 0,0 0 0 0 0,0 2 539 0 0,1 2-331 0 0,15 77 840 0 0,5 88-1 0 0,-7-54-784 0 0,11 163-138 0 0,1 3 58 0 0,-14-196-381 0 0,42 145 0 0 0,-48-212-569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39.3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60 3225 0 0,'-11'-6'793'0'0,"-9"-10"4319"0"0,21 7-2449 0 0,14-1-1018 0 0,-6 7-1094 0 0,-1-1-1 0 0,1 1 1 0 0,0 1 0 0 0,0-1 0 0 0,12 0 0 0 0,-19 3-496 0 0,0-1-1 0 0,0 1 1 0 0,-1 0-1 0 0,1 0 1 0 0,0 0-1 0 0,0 0 1 0 0,0 0-1 0 0,-1 1 1 0 0,1-1-1 0 0,0 1 1 0 0,0-1-1 0 0,-1 1 1 0 0,1-1-1 0 0,0 1 1 0 0,-1 0-1 0 0,1 0 1 0 0,0 0-1 0 0,-1 0 1 0 0,1 0-1 0 0,-1 0 1 0 0,0 0-1 0 0,1 0 1 0 0,-1 1-1 0 0,0-1 1 0 0,0 1-1 0 0,0-1 1 0 0,0 1-1 0 0,0-1 1 0 0,0 1-1 0 0,0-1 0 0 0,-1 1 1 0 0,1 0-1 0 0,0 2 1 0 0,4 21 340 0 0,-2 0 0 0 0,-1 0 0 0 0,-2 43 0 0 0,0-10-23 0 0,1-19-365 0 0,11 259 307 0 0,-3-204-150 0 0,22 107 0 0 0,-15-132 158 0 0,15 93 692 0 0,-27-147-1886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0:35.7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30 187 3225 0 0,'-2'-1'123'0'0,"1"1"0"0"0,-1-1-1 0 0,1 0 1 0 0,-1 1 0 0 0,0-1 0 0 0,1 0 0 0 0,-1 0 0 0 0,1 0 0 0 0,0 0 0 0 0,-1 0 0 0 0,1-1 0 0 0,0 1 0 0 0,0 0 0 0 0,-1-1-1 0 0,1 1 1 0 0,0 0 0 0 0,1-1 0 0 0,-1 1 0 0 0,0-1 0 0 0,0 0 0 0 0,1 1 0 0 0,-1-1 0 0 0,0 0 0 0 0,1 1 0 0 0,0-1 0 0 0,-1 0 0 0 0,1 0-1 0 0,0 1 1 0 0,0-1 0 0 0,0 0 0 0 0,0 0 0 0 0,0 1 0 0 0,1-1 0 0 0,-1 0 0 0 0,0 0 0 0 0,1 1 0 0 0,-1-1 0 0 0,1 0 0 0 0,0 1 0 0 0,1-4-1 0 0,1 1 204 0 0,-1-1 0 0 0,1 0 0 0 0,1 0 0 0 0,-1 1 1 0 0,1 0-1 0 0,-1 0 0 0 0,1 0 0 0 0,0 0 0 0 0,1 0 0 0 0,-1 1 0 0 0,8-4 0 0 0,60-32 1627 0 0,-52 29-1301 0 0,-12 6-460 0 0,0 0 1 0 0,1 1-1 0 0,-1 0 1 0 0,1 1 0 0 0,-1-1-1 0 0,1 2 1 0 0,0-1-1 0 0,0 1 1 0 0,0 0-1 0 0,16 2 1 0 0,-22-1-178 0 0,1 1 0 0 0,-1-1 0 0 0,1 1 1 0 0,-1 0-1 0 0,1 0 0 0 0,-1 0 0 0 0,0 1 0 0 0,0-1 1 0 0,1 1-1 0 0,-1 0 0 0 0,0 0 0 0 0,0 0 0 0 0,-1 0 1 0 0,1 1-1 0 0,0-1 0 0 0,-1 1 0 0 0,1-1 0 0 0,-1 1 1 0 0,0 0-1 0 0,0 0 0 0 0,0 0 0 0 0,0 0 0 0 0,-1 0 1 0 0,1 1-1 0 0,-1-1 0 0 0,0 1 0 0 0,0-1 0 0 0,0 0 1 0 0,0 5-1 0 0,2 7 79 0 0,-2 0 0 0 0,1 0 0 0 0,-2 0-1 0 0,0 0 1 0 0,-1 0 0 0 0,-1 0 0 0 0,-6 29 0 0 0,-6 2 124 0 0,-21 52-1 0 0,18-54-123 0 0,-12 49-1 0 0,28-90-58 0 0,0-1 0 0 0,1 1 0 0 0,-1-1-1 0 0,1 1 1 0 0,0 0 0 0 0,0-1 0 0 0,0 1-1 0 0,0 0 1 0 0,0-1 0 0 0,0 1 0 0 0,1 0-1 0 0,-1-1 1 0 0,1 1 0 0 0,0-1 0 0 0,0 1-1 0 0,0-1 1 0 0,0 1 0 0 0,0-1 0 0 0,0 0-1 0 0,3 4 1 0 0,-2-4 20 0 0,0-1 1 0 0,0 0-1 0 0,0 1 1 0 0,0-1-1 0 0,0 0 0 0 0,0 0 1 0 0,0 0-1 0 0,1 0 1 0 0,-1-1-1 0 0,0 1 0 0 0,1 0 1 0 0,-1-1-1 0 0,0 0 1 0 0,1 1-1 0 0,-1-1 0 0 0,1 0 1 0 0,-1 0-1 0 0,0-1 0 0 0,1 1 1 0 0,-1 0-1 0 0,0-1 1 0 0,1 1-1 0 0,2-2 0 0 0,48-16-217 0 0,0-2 0 0 0,88-46 0 0 0,-113 52-1233 0 0,0 0-5477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0:36.1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193 39 5065 0 0,'-4'-1'374'0'0,"0"0"1"0"0,0 0-1 0 0,0 0 0 0 0,0 0 0 0 0,0 1 0 0 0,-1-1 1 0 0,1 1-1 0 0,0 0 0 0 0,0 1 0 0 0,-1-1 1 0 0,1 1-1 0 0,0 0 0 0 0,0 0 0 0 0,0 0 1 0 0,0 0-1 0 0,-5 3 0 0 0,3-1-3 0 0,0 1 0 0 0,1-1 1 0 0,0 1-1 0 0,0 0 0 0 0,0 1 0 0 0,0-1 0 0 0,0 1 0 0 0,1 0 1 0 0,-6 10-1 0 0,1-1-88 0 0,1 0 1 0 0,1 1 0 0 0,0 0 0 0 0,1 0 0 0 0,1 1-1 0 0,0 0 1 0 0,-4 25 0 0 0,7-26-239 0 0,0 0 0 0 0,1 1 0 0 0,0-1 0 0 0,1 0 0 0 0,1 0 0 0 0,1 0 0 0 0,0 0 0 0 0,1 0 0 0 0,4 15 0 0 0,-4-23-38 0 0,-1-1 0 0 0,1 1 0 0 0,1-1 0 0 0,-1 0 0 0 0,1 0 0 0 0,0 0 0 0 0,1 0 0 0 0,-1 0 0 0 0,1-1 0 0 0,0 0 0 0 0,0 0-1 0 0,1 0 1 0 0,0-1 0 0 0,-1 0 0 0 0,2 0 0 0 0,-1 0 0 0 0,0-1 0 0 0,1 0 0 0 0,-1 0 0 0 0,1-1 0 0 0,7 3 0 0 0,0-2 112 0 0,0 0 1 0 0,0-1-1 0 0,0 0 0 0 0,-1-1 1 0 0,2 0-1 0 0,-1-1 0 0 0,0-1 1 0 0,0 0-1 0 0,-1-1 0 0 0,28-7 1 0 0,-36 8-72 0 0,1-1 1 0 0,0-1 0 0 0,-1 1-1 0 0,1-1 1 0 0,-1 1-1 0 0,0-2 1 0 0,1 1 0 0 0,-2-1-1 0 0,1 1 1 0 0,0-1-1 0 0,-1 0 1 0 0,0-1 0 0 0,1 1-1 0 0,-2-1 1 0 0,1 0 0 0 0,-1 0-1 0 0,1 0 1 0 0,-1 0-1 0 0,-1-1 1 0 0,1 1 0 0 0,-1-1-1 0 0,0 0 1 0 0,0 0-1 0 0,-1 0 1 0 0,0 0 0 0 0,0 0-1 0 0,1-8 1 0 0,-2-3 49 0 0,-1 0-1 0 0,0 0 1 0 0,-2 0 0 0 0,0 0 0 0 0,0 0 0 0 0,-2 0 0 0 0,0 1 0 0 0,-1 0-1 0 0,-13-27 1 0 0,10 26-110 0 0,-1-1 1 0 0,0 2-1 0 0,-2-1 0 0 0,0 1 0 0 0,-1 1 0 0 0,0 0 1 0 0,-1 1-1 0 0,-18-14 0 0 0,26 24-163 0 0,1 0 0 0 0,-1 0 1 0 0,-1 1-1 0 0,-10-5 0 0 0,-14 0-5276 0 0,10 6-1100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0:36.4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 53 5985 0 0,'8'-18'267'0'0,"12"-16"12683"0"0,-32 58-11616 0 0,1 0-1202 0 0,0 1-1 0 0,2 1 0 0 0,1 0 0 0 0,1 0 0 0 0,1 1 0 0 0,1 0 1 0 0,1 0-1 0 0,0 40 0 0 0,4-42-501 0 0,2 1 1 0 0,0-1-1 0 0,1 1 0 0 0,2-1 1 0 0,9 33-1 0 0,-12-52-446 0 0,0 1 0 0 0,1-1 0 0 0,-1 0 0 0 0,1 0 0 0 0,1 0 0 0 0,3 6 0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0:36.8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2 223 3681 0 0,'-1'-33'454'0'0,"4"-40"-1"0"0,-3 63 223 0 0,2 0 0 0 0,0 0-1 0 0,0 0 1 0 0,0 1-1 0 0,1-1 1 0 0,1 1 0 0 0,0 0-1 0 0,8-15 1 0 0,-12 23-525 0 0,1 0 0 0 0,-1 0 0 0 0,1 0 0 0 0,-1 1 0 0 0,1-1-1 0 0,0 0 1 0 0,0 0 0 0 0,0 0 0 0 0,-1 0 0 0 0,1 1 0 0 0,0-1 0 0 0,0 0 0 0 0,0 1 0 0 0,0-1 0 0 0,0 1 0 0 0,0-1 0 0 0,0 1 0 0 0,0-1-1 0 0,0 1 1 0 0,1 0 0 0 0,-1-1 0 0 0,0 1 0 0 0,0 0 0 0 0,0 0 0 0 0,2 0 0 0 0,-2 0 30 0 0,1 1 0 0 0,0 0 0 0 0,0-1 1 0 0,0 1-1 0 0,-1 0 0 0 0,1 0 0 0 0,0 0 0 0 0,-1 0 0 0 0,1 0 0 0 0,-1 0 1 0 0,1 1-1 0 0,-1-1 0 0 0,2 3 0 0 0,5 6 477 0 0,-1 1 1 0 0,0 0-1 0 0,8 18 0 0 0,-12-24-438 0 0,13 31 626 0 0,12 43 1 0 0,12 27-573 0 0,-34-94-274 0 0,1 1 0 0 0,-1-1 0 0 0,2-1 0 0 0,0 0 0 0 0,0 0 0 0 0,11 10 0 0 0,-18-19-8 0 0,0-1 1 0 0,0 0-1 0 0,0 1 1 0 0,0-1-1 0 0,0 0 1 0 0,1 0-1 0 0,-1 0 1 0 0,0 0-1 0 0,1 0 1 0 0,-1 0-1 0 0,1 0 1 0 0,-1-1-1 0 0,1 1 1 0 0,-1-1-1 0 0,1 1 1 0 0,-1-1-1 0 0,1 1 1 0 0,0-1-1 0 0,-1 0 1 0 0,4 0-1 0 0,-4 0-31 0 0,0-1 0 0 0,1 0-1 0 0,-1 0 1 0 0,0 0 0 0 0,0-1 0 0 0,0 1-1 0 0,0 0 1 0 0,0 0 0 0 0,0 0-1 0 0,0-1 1 0 0,0 1 0 0 0,-1-1 0 0 0,1 1-1 0 0,0 0 1 0 0,-1-1 0 0 0,1 1 0 0 0,-1-1-1 0 0,0 0 1 0 0,1 1 0 0 0,-1-1-1 0 0,0-1 1 0 0,13-75-272 0 0,12-51 828 0 0,-20 111-289 0 0,0 1 0 0 0,1 0 0 0 0,1 1 0 0 0,1 0 0 0 0,11-19 0 0 0,-19 33-201 0 0,1 1 1 0 0,0 0-1 0 0,0-1 0 0 0,-1 1 1 0 0,1 0-1 0 0,0 0 0 0 0,0 0 1 0 0,0 0-1 0 0,0 0 0 0 0,1 0 1 0 0,-1 0-1 0 0,0 0 1 0 0,0 0-1 0 0,1 0 0 0 0,-1 0 1 0 0,0 1-1 0 0,1-1 0 0 0,-1 1 1 0 0,1-1-1 0 0,-1 1 0 0 0,1-1 1 0 0,-1 1-1 0 0,1 0 1 0 0,-1 0-1 0 0,1 0 0 0 0,-1 0 1 0 0,3 0-1 0 0,-3 0-17 0 0,1 1 0 0 0,0 0 0 0 0,-1 0 1 0 0,1 0-1 0 0,-1 0 0 0 0,0 0 0 0 0,1 1 0 0 0,-1-1 1 0 0,0 0-1 0 0,1 1 0 0 0,-1-1 0 0 0,0 0 0 0 0,0 1 0 0 0,0 0 1 0 0,-1-1-1 0 0,1 1 0 0 0,0-1 0 0 0,0 1 0 0 0,-1 0 0 0 0,1 0 1 0 0,-1-1-1 0 0,1 5 0 0 0,8 44-127 0 0,-5-25 30 0 0,15 49-1 0 0,-16-65-207 0 0,1 1 1 0 0,0-2-1 0 0,1 1 0 0 0,0 0 0 0 0,0-1 1 0 0,1 0-1 0 0,0 0 0 0 0,12 12 0 0 0,9 3-7130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0:37.0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7370 0 0,'13'40'12766'0'0,"1"27"-9995"0"0,8 78-3074 0 0,-13-46 353 0 0,-6-46-586 0 0,3 0 0 0 0,2 0 0 0 0,17 57 0 0 0,-16-80-6851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0:37.7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1 194 3681 0 0,'6'-6'377'0'0,"-1"0"0"0"0,2 1 1 0 0,-1 0-1 0 0,1 0 0 0 0,-1 1 1 0 0,1 0-1 0 0,0 0 0 0 0,14-6 1 0 0,1 0 444 0 0,21-13 547 0 0,0 3 1 0 0,2 1-1 0 0,0 3 1 0 0,1 1-1 0 0,0 3 1 0 0,1 1-1 0 0,78-7 1 0 0,-118 18-1293 0 0,0 0 1 0 0,0 0 0 0 0,0 0-1 0 0,0 1 1 0 0,0 0 0 0 0,0 1-1 0 0,0-1 1 0 0,-1 1-1 0 0,14 6 1 0 0,-18-7-73 0 0,1 1-1 0 0,0-1 1 0 0,-1 1 0 0 0,0 0 0 0 0,1 0-1 0 0,-1 0 1 0 0,0 0 0 0 0,0 0-1 0 0,0 0 1 0 0,0 1 0 0 0,0-1 0 0 0,-1 1-1 0 0,1-1 1 0 0,-1 1 0 0 0,1 0-1 0 0,-1-1 1 0 0,0 1 0 0 0,0 0 0 0 0,-1 0-1 0 0,1 0 1 0 0,0 0 0 0 0,-1 0-1 0 0,0 0 1 0 0,1 0 0 0 0,-2 5 0 0 0,0 4 1 0 0,0 0 1 0 0,-2 0 0 0 0,1-1 0 0 0,-2 1-1 0 0,1 0 1 0 0,-1-1 0 0 0,-8 15 0 0 0,-47 75 60 0 0,22-41-50 0 0,36-58-38 0 0,0 0 1 0 0,0-1-1 0 0,0 1 0 0 0,0 0 0 0 0,0 0 1 0 0,1 0-1 0 0,-1 0 0 0 0,0 0 0 0 0,1 0 0 0 0,0 0 1 0 0,-1 0-1 0 0,1 0 0 0 0,0 0 0 0 0,0 0 1 0 0,0 0-1 0 0,0 0 0 0 0,1 4 0 0 0,0-5 6 0 0,0-1 1 0 0,-1 1-1 0 0,1 0 0 0 0,0 0 1 0 0,0-1-1 0 0,0 1 0 0 0,0-1 1 0 0,0 1-1 0 0,-1-1 0 0 0,1 1 1 0 0,0-1-1 0 0,0 1 0 0 0,0-1 1 0 0,0 0-1 0 0,1 1 0 0 0,-1-1 0 0 0,0 0 1 0 0,0 0-1 0 0,0 0 0 0 0,0 0 1 0 0,0 0-1 0 0,0 0 0 0 0,0 0 1 0 0,0 0-1 0 0,0-1 0 0 0,0 1 1 0 0,0 0-1 0 0,0-1 0 0 0,0 1 1 0 0,0 0-1 0 0,0-1 0 0 0,0 1 0 0 0,0-1 1 0 0,1 0-1 0 0,54-29-564 0 0,-47 24 669 0 0,0 1 0 0 0,0 0 0 0 0,0 0 1 0 0,1 1-1 0 0,0 0 0 0 0,0 1 0 0 0,0 0 0 0 0,16-2 0 0 0,-24 4-55 0 0,0 1 0 0 0,0 0 0 0 0,0 0 0 0 0,0 0 0 0 0,0 1 0 0 0,-1-1 1 0 0,1 0-1 0 0,0 1 0 0 0,0-1 0 0 0,0 1 0 0 0,0-1 0 0 0,-1 1 0 0 0,1 0 0 0 0,0 0 0 0 0,-1 0 0 0 0,1 0 0 0 0,-1 0 0 0 0,1 0 0 0 0,-1 1 0 0 0,3 1 0 0 0,-3 0 25 0 0,1-1 0 0 0,0 1 0 0 0,-1 0 0 0 0,0-1 0 0 0,0 1 0 0 0,0 0 0 0 0,0 0 0 0 0,0 0 0 0 0,0 0 0 0 0,-1 0 0 0 0,1 5 0 0 0,-1 4 132 0 0,-1-1 0 0 0,1 1 1 0 0,-2-1-1 0 0,0 0 0 0 0,-6 20 0 0 0,1-10-35 0 0,-2 0 0 0 0,-1-1 1 0 0,0 0-1 0 0,-1 0 0 0 0,-2-1 1 0 0,0-1-1 0 0,0 0 0 0 0,-31 29 1 0 0,16-21-104 0 0,-1 0 0 0 0,-1-2 0 0 0,-1-1 1 0 0,-45 25-1 0 0,23-21-2093 0 0,29-16-5691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0:42.5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32 181 8754 0 0,'-7'-21'1018'0'0,"0"1"0"0"0,2-1 0 0 0,-3-24 0 0 0,3-28 6023 0 0,30 113-4306 0 0,6 39-2498 0 0,34 126 0 0 0,1 88-126 0 0,-64-284-117 0 0,7 33 106 0 0,1 1 0 0 0,19 44 0 0 0,-22-71-520 0 0,0-1 0 0 0,1 1 1 0 0,0-2-1 0 0,1 1 1 0 0,1-1-1 0 0,0 0 0 0 0,1-1 1 0 0,18 16-1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0:42.8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70 3225 0 0,'38'-51'2266'0'0,"-7"32"7308"0"0,-34 45-7738 0 0,-12 47 222 0 0,0-14-1623 0 0,4 1 1 0 0,1 0-1 0 0,-1 121 0 0 0,14-160-402 0 0,-3-20-252 0 0,0 0 0 0 0,0 0 1 0 0,0-1-1 0 0,0 1 1 0 0,0 0-1 0 0,0 0 0 0 0,1-1 1 0 0,-1 1-1 0 0,0 0 1 0 0,0-1-1 0 0,0 1 0 0 0,1 0 1 0 0,-1-1-1 0 0,1 1 0 0 0,-1 0 1 0 0,0-1-1 0 0,1 1 1 0 0,-1-1-1 0 0,1 1 0 0 0,-1 0 1 0 0,1-1-1 0 0,-1 1 1 0 0,2-1-1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0:43.3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18 406 3225 0 0,'-8'-53'799'0'0,"-1"-56"0"0"0,8 88 82 0 0,1 0-1 0 0,1 1 1 0 0,1-1 0 0 0,1 0 0 0 0,9-33-1 0 0,-11 53-754 0 0,-1 0 0 0 0,0 0 0 0 0,0 0-1 0 0,1-1 1 0 0,-1 1 0 0 0,1 0-1 0 0,-1 0 1 0 0,1 0 0 0 0,-1 0 0 0 0,1 0-1 0 0,0 0 1 0 0,-1 0 0 0 0,1 0-1 0 0,0 1 1 0 0,0-1 0 0 0,0 0 0 0 0,0 0-1 0 0,-1 1 1 0 0,1-1 0 0 0,0 0-1 0 0,0 1 1 0 0,0-1 0 0 0,1 1 0 0 0,0-1-1 0 0,0 1 1 0 0,-1 0-1 0 0,1 0 1 0 0,-1 0-1 0 0,1 1 1 0 0,-1-1-1 0 0,1 0 1 0 0,-1 1-1 0 0,0-1 0 0 0,1 1 1 0 0,-1 0-1 0 0,0-1 1 0 0,0 1-1 0 0,1 0 1 0 0,-1 0-1 0 0,0 0 1 0 0,2 2-1 0 0,5 5 473 0 0,0 1 0 0 0,0 1-1 0 0,10 16 1 0 0,-15-21-399 0 0,6 8 222 0 0,14 22 747 0 0,44 51-1 0 0,-59-77-1103 0 0,0-1 1 0 0,0 0-1 0 0,1-1 1 0 0,0 1 0 0 0,0-2-1 0 0,1 1 1 0 0,0-1-1 0 0,0-1 1 0 0,0 0 0 0 0,20 7-1 0 0,-27-11-61 0 0,-1-1-1 0 0,0 1 1 0 0,1-1-1 0 0,-1 0 0 0 0,1 0 1 0 0,-1 0-1 0 0,1 0 1 0 0,-1 0-1 0 0,0 0 1 0 0,1-1-1 0 0,-1 1 1 0 0,1-1-1 0 0,-1 0 1 0 0,0 1-1 0 0,1-1 0 0 0,-1 0 1 0 0,0 0-1 0 0,0-1 1 0 0,0 1-1 0 0,0 0 1 0 0,0-1-1 0 0,0 1 1 0 0,0-1-1 0 0,0 0 0 0 0,-1 0 1 0 0,1 1-1 0 0,-1-1 1 0 0,1 0-1 0 0,-1 0 1 0 0,0-1-1 0 0,2-3 1 0 0,4-7 74 0 0,-2-1 0 0 0,0 0 0 0 0,-1 0 1 0 0,4-19-1 0 0,-3 9 88 0 0,4-10-64 0 0,-3 8-23 0 0,1 0 0 0 0,1 1 0 0 0,19-40 0 0 0,-26 64-66 0 0,-1-1-1 0 0,1 0 1 0 0,0 1-1 0 0,0-1 1 0 0,0 1-1 0 0,0-1 1 0 0,0 1-1 0 0,0-1 1 0 0,0 1 0 0 0,1 0-1 0 0,-1 0 1 0 0,0-1-1 0 0,1 1 1 0 0,-1 0-1 0 0,1 0 1 0 0,-1 0-1 0 0,1 1 1 0 0,0-1-1 0 0,-1 0 1 0 0,1 1 0 0 0,2-2-1 0 0,-2 3 4 0 0,0-1 1 0 0,-1 0-1 0 0,1 0 0 0 0,0 1 1 0 0,-1-1-1 0 0,1 1 0 0 0,0 0 1 0 0,-1-1-1 0 0,1 1 0 0 0,-1 0 1 0 0,1 0-1 0 0,-1 0 1 0 0,0 0-1 0 0,1 0 0 0 0,-1 0 1 0 0,0 1-1 0 0,0-1 0 0 0,1 2 1 0 0,6 7 53 0 0,0 1 1 0 0,-2 1-1 0 0,1-1 1 0 0,6 18-1 0 0,-12-26-70 0 0,38 90 244 0 0,46 95 153 0 0,-73-168-507 0 0,0 0 0 0 0,1-1 0 0 0,0 0 0 0 0,2-1 1 0 0,0 0-1 0 0,30 25 0 0 0,-43-41-239 0 0,1 0-1 0 0,-1 0 1 0 0,1 0 0 0 0,0 0 0 0 0,-1 0-1 0 0,1 0 1 0 0,0-1 0 0 0,0 0 0 0 0,0 1-1 0 0,0-1 1 0 0,0 0 0 0 0,1-1 0 0 0,3 2-1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0:43.5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75 2745 0 0,'14'-11'312'0'0,"0"0"0"0"0,0 0 0 0 0,19-8 1 0 0,-27 15 604 0 0,0 1 1 0 0,1 0-1 0 0,0 0 1 0 0,0 1 0 0 0,-1 0-1 0 0,1 0 1 0 0,0 1-1 0 0,1 0 1 0 0,-1 0-1 0 0,12 0 1 0 0,-15 2-636 0 0,0 0 1 0 0,0 0-1 0 0,0 1 0 0 0,-1-1 1 0 0,1 1-1 0 0,0 0 1 0 0,-1-1-1 0 0,1 2 0 0 0,-1-1 1 0 0,0 0-1 0 0,0 1 0 0 0,0-1 1 0 0,0 1-1 0 0,0 0 1 0 0,0 0-1 0 0,-1 0 0 0 0,0 0 1 0 0,1 1-1 0 0,2 6 0 0 0,5 8-43 0 0,0 2 0 0 0,9 29-1 0 0,-13-32 119 0 0,48 116 282 0 0,33 92-1602 0 0,-80-203-828 0 0,-3-2-4994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0:44.0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65 231 888 0 0,'-9'-13'-290'0'0,"0"2"1084"0"0,1-1-1 0 0,0 0 1 0 0,0 0 0 0 0,-9-25-1 0 0,16 34-524 0 0,0 0 0 0 0,0 0 0 0 0,0 0 0 0 0,1 0 0 0 0,-1 0 0 0 0,1 0 1 0 0,0 0-1 0 0,0-1 0 0 0,0 1 0 0 0,0 0 0 0 0,0 0 0 0 0,1 0 0 0 0,-1-1 0 0 0,1 1 0 0 0,0 0 0 0 0,0 0 0 0 0,0 0 0 0 0,0 0 0 0 0,1 0 0 0 0,-1 1 0 0 0,1-1 1 0 0,0 0-1 0 0,0 1 0 0 0,0-1 0 0 0,0 1 0 0 0,0-1 0 0 0,3-1 0 0 0,2-2 75 0 0,0 1 0 0 0,0 0-1 0 0,0 0 1 0 0,1 1 0 0 0,0 0 0 0 0,0 0 0 0 0,0 1 0 0 0,0 0-1 0 0,0 0 1 0 0,1 1 0 0 0,-1 0 0 0 0,1 1 0 0 0,12-2 0 0 0,-17 3-315 0 0,0 0 0 0 0,-1 0 0 0 0,1 1 0 0 0,0-1 0 0 0,0 1 1 0 0,-1-1-1 0 0,1 1 0 0 0,-1 0 0 0 0,1 1 0 0 0,-1-1 0 0 0,1 1 1 0 0,-1-1-1 0 0,0 1 0 0 0,1 0 0 0 0,-1 0 0 0 0,0 0 0 0 0,0 1 1 0 0,-1-1-1 0 0,1 1 0 0 0,0-1 0 0 0,-1 1 0 0 0,0 0 0 0 0,1 0 1 0 0,-1 0-1 0 0,0 1 0 0 0,-1-1 0 0 0,1 0 0 0 0,-1 1 0 0 0,1-1 1 0 0,-1 1-1 0 0,0-1 0 0 0,0 1 0 0 0,0 7 0 0 0,0-1-10 0 0,-1-1 0 0 0,0 1 0 0 0,-1 0 0 0 0,0 0 1 0 0,-1-1-1 0 0,0 1 0 0 0,0-1 0 0 0,-1 1 0 0 0,0-1 0 0 0,-7 13 0 0 0,5-12-2 0 0,1 0 0 0 0,0 1 0 0 0,1-1 0 0 0,0 1 1 0 0,1 0-1 0 0,0 0 0 0 0,0 19 0 0 0,2-28-23 0 0,0-1 1 0 0,1 1 0 0 0,-1 0-1 0 0,0 0 1 0 0,1 0-1 0 0,0-1 1 0 0,-1 1-1 0 0,1 0 1 0 0,0-1 0 0 0,0 1-1 0 0,0-1 1 0 0,0 1-1 0 0,0-1 1 0 0,0 1-1 0 0,0-1 1 0 0,1 1-1 0 0,-1-1 1 0 0,0 0 0 0 0,1 0-1 0 0,-1 0 1 0 0,1 0-1 0 0,-1 0 1 0 0,1 0-1 0 0,0 0 1 0 0,-1 0-1 0 0,1-1 1 0 0,2 1 0 0 0,7 2-66 0 0,0 0 0 0 0,0-1 0 0 0,20 0 0 0 0,12 4-73 0 0,-32-2 157 0 0,0 1 1 0 0,0 0-1 0 0,0 1 1 0 0,-1 0-1 0 0,0 0 1 0 0,0 1-1 0 0,0 1 1 0 0,-1-1-1 0 0,0 2 1 0 0,-1-1-1 0 0,0 1 0 0 0,0 1 1 0 0,-1-1-1 0 0,0 1 1 0 0,-1 0-1 0 0,0 1 1 0 0,0 0-1 0 0,6 18 1 0 0,-11-22 197 0 0,0 0 1 0 0,-1 0-1 0 0,0 0 0 0 0,0 0 1 0 0,-1 0-1 0 0,0-1 0 0 0,0 1 1 0 0,-1 0-1 0 0,1 0 0 0 0,-2-1 1 0 0,1 1-1 0 0,-1-1 0 0 0,0 0 1 0 0,0 0-1 0 0,0 0 0 0 0,-1 0 1 0 0,-8 10-1 0 0,-6 6 285 0 0,-1-1 1 0 0,-42 36-1 0 0,45-43-884 0 0,-1-1 0 0 0,0-1 1 0 0,-26 14-1 0 0,16-13-7367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26.8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122 134 4313 0 0,'0'-5'0'0'0,"1"1"0"0"0,-1-1 0 0 0,1 1 0 0 0,0-1 0 0 0,0 1 0 0 0,4-9 0 0 0,4-14 0 0 0,-8 22 788 0 0,0 0 0 0 0,-1-1 0 0 0,1 1 0 0 0,-1 0 0 0 0,0 0 0 0 0,0 0 0 0 0,-1-1 0 0 0,1 1 0 0 0,-1 0 0 0 0,-3-10 0 0 0,1 17-336 0 0,1 1 0 0 0,-1-1-1 0 0,1 0 1 0 0,0 1 0 0 0,-1-1-1 0 0,1 1 1 0 0,0 0 0 0 0,-3 5-1 0 0,-17 31 190 0 0,1 0 0 0 0,-21 55-1 0 0,36-79-656 0 0,1 0 0 0 0,1 1 0 0 0,0-1 0 0 0,1 1 0 0 0,0 0-1 0 0,2 0 1 0 0,0 0 0 0 0,0 0 0 0 0,4 31 0 0 0,-2-46 3 0 0,-1 1 1 0 0,0 0-1 0 0,1-1 1 0 0,-1 0 0 0 0,1 1-1 0 0,-1-1 1 0 0,1 1-1 0 0,0-1 1 0 0,-1 0 0 0 0,1 1-1 0 0,0-1 1 0 0,0 0-1 0 0,0 0 1 0 0,0 1-1 0 0,0-1 1 0 0,0 0 0 0 0,0 0-1 0 0,1 0 1 0 0,-1 0-1 0 0,0-1 1 0 0,1 1-1 0 0,-1 0 1 0 0,3 0 0 0 0,-1 0-41 0 0,1 0-1 0 0,-1 0 1 0 0,1-1 0 0 0,-1 1 0 0 0,1-1 0 0 0,0 0 0 0 0,-1 0 0 0 0,1-1 0 0 0,6-1 0 0 0,4-1-157 0 0,-1-1 1 0 0,1-1 0 0 0,-1 0 0 0 0,15-8 0 0 0,9-8-256 0 0,-22 12 448 0 0,1 0 0 0 0,0 1 0 0 0,0 0 0 0 0,1 2 0 0 0,-1-1 0 0 0,2 2 0 0 0,25-5 0 0 0,-41 10 17 0 0,0 0-1 0 0,0-1 0 0 0,0 1 1 0 0,0 0-1 0 0,0 0 0 0 0,0 1 1 0 0,0-1-1 0 0,0 0 0 0 0,0 1 1 0 0,0-1-1 0 0,0 1 0 0 0,0 0 1 0 0,0-1-1 0 0,0 1 0 0 0,0 0 0 0 0,-1 0 1 0 0,1 0-1 0 0,0 1 0 0 0,0-1 1 0 0,-1 0-1 0 0,1 1 0 0 0,2 2 1 0 0,-3-1 24 0 0,1 0 0 0 0,0 0 0 0 0,-1 0 0 0 0,0 1 0 0 0,0-1 0 0 0,0 0 0 0 0,0 1 0 0 0,-1-1 0 0 0,1 1 0 0 0,-1-1 0 0 0,0 0 0 0 0,0 6 0 0 0,-2 8 216 0 0,0-1 0 0 0,-1 0-1 0 0,-1 0 1 0 0,-8 24-1 0 0,-10 13 636 0 0,-31 55-1 0 0,-15 36-593 0 0,62-121-1328 0 0,5-17 10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27.5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1 548 7834 0 0,'-1'0'33'0'0,"1"0"0"0"0,0 0 1 0 0,0 0-1 0 0,0 0 0 0 0,0 1 0 0 0,0-1 1 0 0,0 0-1 0 0,0 0 0 0 0,0 0 1 0 0,0 0-1 0 0,0 1 0 0 0,0-1 1 0 0,0 0-1 0 0,0 0 0 0 0,0 0 1 0 0,0 0-1 0 0,0 0 0 0 0,0 1 0 0 0,0-1 1 0 0,0 0-1 0 0,0 0 0 0 0,0 0 1 0 0,0 0-1 0 0,1 0 0 0 0,-1 1 1 0 0,0-1-1 0 0,0 0 0 0 0,0 0 0 0 0,0 0 1 0 0,0 0-1 0 0,0 0 0 0 0,0 0 1 0 0,0 0-1 0 0,1 0 0 0 0,-1 1 1 0 0,0-1-1 0 0,0 0 0 0 0,0 0 0 0 0,0 0 1 0 0,0 0-1 0 0,0 0 0 0 0,1 0 1 0 0,-1 0-1 0 0,0 0 0 0 0,0 0 1 0 0,0 0-1 0 0,0 0 0 0 0,1 0 1 0 0,12 0 919 0 0,12-4 280 0 0,-18 0-954 0 0,1 0 1 0 0,0-1-1 0 0,-1 1 0 0 0,0-1 1 0 0,0-1-1 0 0,0 1 1 0 0,-1-1-1 0 0,0 0 0 0 0,0-1 1 0 0,0 0-1 0 0,-1 1 0 0 0,7-13 1 0 0,3-7 5 0 0,-1 0 0 0 0,15-38 0 0 0,-14 28-226 0 0,-1-2-1 0 0,-3 1 0 0 0,-1-2 1 0 0,-1 1-1 0 0,-2-1 0 0 0,2-59 1 0 0,-9 98-59 0 0,0-1 1 0 0,0 1-1 0 0,0 0 1 0 0,0 0 0 0 0,1 0-1 0 0,-1 0 1 0 0,0-1 0 0 0,0 1-1 0 0,0 0 1 0 0,0 0 0 0 0,0 0-1 0 0,0-1 1 0 0,0 1 0 0 0,0 0-1 0 0,0 0 1 0 0,0 0 0 0 0,0 0-1 0 0,0-1 1 0 0,-1 1 0 0 0,1 0-1 0 0,0 0 1 0 0,0 0-1 0 0,0-1 1 0 0,0 1 0 0 0,0 0-1 0 0,0 0 1 0 0,0 0 0 0 0,0 0-1 0 0,0 0 1 0 0,-1-1 0 0 0,1 1-1 0 0,0 0 1 0 0,0 0 0 0 0,0 0-1 0 0,0 0 1 0 0,0 0 0 0 0,-1 0-1 0 0,1 0 1 0 0,0-1 0 0 0,0 1-1 0 0,0 0 1 0 0,-1 0 0 0 0,1 0-1 0 0,0 0 1 0 0,0 0-1 0 0,0 0 1 0 0,-1 0 0 0 0,-7 8 77 0 0,-6 15 121 0 0,6-5-78 0 0,2 0 0 0 0,0 0 0 0 0,1 1 0 0 0,1-1 1 0 0,-4 37-1 0 0,7-46-108 0 0,1 1 1 0 0,0-1-1 0 0,0 1 1 0 0,1 0-1 0 0,0-1 1 0 0,1 1-1 0 0,0-1 1 0 0,0 0-1 0 0,1 0 1 0 0,0 0-1 0 0,1 0 1 0 0,0 0-1 0 0,8 13 1 0 0,-11-20-12 0 0,1 1 0 0 0,0-1 1 0 0,0 0-1 0 0,0 0 0 0 0,0 0 0 0 0,0 0 1 0 0,1 0-1 0 0,-1 0 0 0 0,0 0 0 0 0,1-1 1 0 0,0 0-1 0 0,-1 1 0 0 0,1-1 0 0 0,0 0 1 0 0,-1 0-1 0 0,1 0 0 0 0,0 0 0 0 0,0-1 1 0 0,0 1-1 0 0,0-1 0 0 0,0 0 0 0 0,0 0 1 0 0,0 0-1 0 0,0 0 0 0 0,0-1 0 0 0,-1 1 1 0 0,1-1-1 0 0,0 1 0 0 0,0-1 0 0 0,0 0 1 0 0,0 0-1 0 0,-1 0 0 0 0,1-1 0 0 0,4-2 1 0 0,-1 0 63 0 0,-1 1 1 0 0,1-1 0 0 0,-1 0 0 0 0,0-1-1 0 0,0 0 1 0 0,0 1 0 0 0,-1-2 0 0 0,0 1-1 0 0,0 0 1 0 0,0-1 0 0 0,-1 0 0 0 0,1 0-1 0 0,-1 0 1 0 0,2-8 0 0 0,-1-4 46 0 0,0 1 1 0 0,-2-1-1 0 0,1-27 0 0 0,-3 29-106 0 0,1 1 0 0 0,1-1 0 0 0,0 1 0 0 0,8-29 0 0 0,-10 43-8 0 0,0 1 1 0 0,1-1-1 0 0,-1 1 0 0 0,0-1 0 0 0,0 1 0 0 0,0-1 0 0 0,0 1 1 0 0,1-1-1 0 0,-1 1 0 0 0,0 0 0 0 0,1-1 0 0 0,-1 1 1 0 0,0-1-1 0 0,1 1 0 0 0,-1 0 0 0 0,0-1 0 0 0,1 1 0 0 0,-1 0 1 0 0,1-1-1 0 0,-1 1 0 0 0,0 0 0 0 0,1 0 0 0 0,-1-1 1 0 0,1 1-1 0 0,-1 0 0 0 0,1 0 0 0 0,-1 0 0 0 0,1 0 1 0 0,-1 0-1 0 0,1-1 0 0 0,0 1 0 0 0,15 11 54 0 0,11 28 221 0 0,-23-32-175 0 0,9 13-25 0 0,-4-4 106 0 0,2-1 0 0 0,-1 0 1 0 0,20 20-1 0 0,-27-32-156 0 0,0 0 0 0 0,1 0 1 0 0,-1 0-1 0 0,0 0 0 0 0,1-1 0 0 0,0 0 1 0 0,-1 1-1 0 0,1-1 0 0 0,0-1 1 0 0,0 1-1 0 0,0-1 0 0 0,1 1 0 0 0,-1-1 1 0 0,0 0-1 0 0,0-1 0 0 0,1 1 0 0 0,-1-1 1 0 0,0 0-1 0 0,1 0 0 0 0,5 0 1 0 0,-8-1-8 0 0,-1 1 0 0 0,1-1 0 0 0,0 0 0 0 0,-1 0 0 0 0,1 1 0 0 0,0-1 0 0 0,-1 0 0 0 0,1 0 0 0 0,-1-1 0 0 0,1 1 0 0 0,-1 0 0 0 0,0 0 0 0 0,0-1 0 0 0,1 1 0 0 0,-1 0 0 0 0,0-1 0 0 0,0 0 0 0 0,0 1 0 0 0,-1-1 0 0 0,1 1 1 0 0,0-1-1 0 0,0 0 0 0 0,-1 0 0 0 0,1 1 0 0 0,-1-1 0 0 0,0 0 0 0 0,1-3 0 0 0,0-7 154 0 0,0 0-1 0 0,-1 0 1 0 0,-2-14 0 0 0,1 11-94 0 0,1 0-44 0 0,0-49 164 0 0,0 61-190 0 0,0 0-1 0 0,1 1 1 0 0,-1-1 0 0 0,1 0-1 0 0,-1 1 1 0 0,1-1-1 0 0,0 0 1 0 0,0 1-1 0 0,0-1 1 0 0,1 1-1 0 0,-1-1 1 0 0,1 1 0 0 0,-1 0-1 0 0,1-1 1 0 0,0 1-1 0 0,-1 0 1 0 0,1 0-1 0 0,5-3 1 0 0,-7 5-6 0 0,1-1-1 0 0,0 1 1 0 0,0 0 0 0 0,-1-1-1 0 0,1 1 1 0 0,0 0 0 0 0,0 0 0 0 0,0-1-1 0 0,0 1 1 0 0,0 0 0 0 0,-1 0 0 0 0,1 0-1 0 0,0 0 1 0 0,0 0 0 0 0,0 0-1 0 0,0 1 1 0 0,0-1 0 0 0,-1 0 0 0 0,1 0-1 0 0,0 0 1 0 0,0 1 0 0 0,0-1 0 0 0,-1 1-1 0 0,2 0 1 0 0,16 19 41 0 0,4 29 41 0 0,-10-7-97 0 0,-7-22 230 0 0,13 34 0 0 0,-15-49-427 0 0,-1 0-1 0 0,1 0 1 0 0,0 0 0 0 0,0 0 0 0 0,0-1-1 0 0,0 1 1 0 0,1-1 0 0 0,0 0 0 0 0,0 0 0 0 0,0-1-1 0 0,7 6 1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27.9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146 1 10138 0 0,'-3'0'224'0'0,"-1"1"1"0"0,0 0-1 0 0,0 0 0 0 0,0 0 1 0 0,0 1-1 0 0,1-1 0 0 0,-1 1 1 0 0,1 0-1 0 0,-1 0 0 0 0,1 0 0 0 0,0 1 1 0 0,0-1-1 0 0,0 1 0 0 0,-3 3 1 0 0,-38 43 1811 0 0,11-1-335 0 0,31-46-1628 0 0,1 1 0 0 0,-1 0 0 0 0,1 0-1 0 0,-1-1 1 0 0,1 1 0 0 0,0 0 0 0 0,0 0 0 0 0,1 0 0 0 0,-1 0 0 0 0,1 1-1 0 0,-1-1 1 0 0,1 0 0 0 0,0 0 0 0 0,0 0 0 0 0,0 0 0 0 0,1 4 0 0 0,0-6-73 0 0,0 0 0 0 0,0 1 0 0 0,0-1 0 0 0,0 0 0 0 0,0 0 0 0 0,0 1 0 0 0,0-1 1 0 0,1 0-1 0 0,-1 0 0 0 0,0-1 0 0 0,0 1 0 0 0,1 0 0 0 0,-1 0 0 0 0,1-1 0 0 0,-1 1 0 0 0,1 0 1 0 0,-1-1-1 0 0,1 0 0 0 0,-1 1 0 0 0,1-1 0 0 0,0 0 0 0 0,-1 0 0 0 0,1 0 0 0 0,2 0 1 0 0,49-3-51 0 0,-31 1 38 0 0,-11 1 22 0 0,1 1 1 0 0,-1 1-1 0 0,1 0 0 0 0,0 0 1 0 0,-1 1-1 0 0,0 1 1 0 0,1 0-1 0 0,14 7 0 0 0,-22-9-6 0 0,0 1 1 0 0,0 0-1 0 0,0 0 0 0 0,-1 1 0 0 0,1-1 1 0 0,-1 1-1 0 0,0 0 0 0 0,0 0 0 0 0,0 0 0 0 0,0 0 1 0 0,0 1-1 0 0,0-1 0 0 0,-1 1 0 0 0,0-1 0 0 0,0 1 1 0 0,0 0-1 0 0,0 0 0 0 0,-1 0 0 0 0,1 0 0 0 0,-1 0 1 0 0,0 0-1 0 0,0 1 0 0 0,-1-1 0 0 0,1 0 0 0 0,-1 8 1 0 0,-1 0 122 0 0,0 0-1 0 0,-1 0 1 0 0,0 0 0 0 0,-1 0 0 0 0,-1-1 0 0 0,0 1 0 0 0,0-1 0 0 0,-10 17-1 0 0,-27 40-1351 0 0,12-29-3710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28.2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0 5257 0 0,'0'0'10'0'0,"0"0"-1"0"0,0 1 1 0 0,0-1-1 0 0,0 0 1 0 0,0 0-1 0 0,0 0 1 0 0,0 0-1 0 0,0 0 1 0 0,-1 0-1 0 0,1 0 1 0 0,0 1 0 0 0,0-1-1 0 0,0 0 1 0 0,0 0-1 0 0,0 0 1 0 0,1 0-1 0 0,-1 0 1 0 0,0 0-1 0 0,0 0 1 0 0,0 1-1 0 0,0-1 1 0 0,0 0-1 0 0,0 0 1 0 0,0 0-1 0 0,0 0 1 0 0,0 0-1 0 0,0 0 1 0 0,0 0 0 0 0,0 0-1 0 0,0 1 1 0 0,0-1-1 0 0,0 0 1 0 0,0 0-1 0 0,1 0 1 0 0,-1 0-1 0 0,0 0 1 0 0,0 0-1 0 0,0 0 1 0 0,0 0-1 0 0,0 0 1 0 0,0 0-1 0 0,0 0 1 0 0,0 0 0 0 0,1 0-1 0 0,-1 0 1 0 0,0 0-1 0 0,0 0 1 0 0,0 0-1 0 0,0 0 1 0 0,0 0-1 0 0,0 0 1 0 0,0 0-1 0 0,1 0 1 0 0,-1 0-1 0 0,0 0 1 0 0,0 0-1 0 0,0 0 1 0 0,0 0 0 0 0,0 0-1 0 0,0 0 1 0 0,0 0-1 0 0,1 0 1 0 0,-1 0-1 0 0,0 0 1 0 0,1 19 1499 0 0,-4 25 1550 0 0,-1-14-1848 0 0,1 1 0 0 0,1-1 0 0 0,2 1 0 0 0,4 37 0 0 0,-3-59-1078 0 0,1-1-1 0 0,0 1 1 0 0,0-1 0 0 0,1 0-1 0 0,0 0 1 0 0,0 0 0 0 0,1 0-1 0 0,9 13 1 0 0,-10-17-108 0 0,0 0-1 0 0,1 0 0 0 0,0 0 1 0 0,0-1-1 0 0,0 1 0 0 0,0-1 1 0 0,0 0-1 0 0,1 0 0 0 0,-1 0 1 0 0,1-1-1 0 0,0 0 0 0 0,0 0 1 0 0,0 0-1 0 0,0 0 1 0 0,9 1-1 0 0,-10-2 48 0 0,1 0 0 0 0,0 0 0 0 0,-1-1-1 0 0,1 0 1 0 0,0 0 0 0 0,0 0 0 0 0,-1 0 0 0 0,1-1 0 0 0,0 1 0 0 0,-1-1 0 0 0,1 0 0 0 0,-1-1 0 0 0,1 1-1 0 0,-1-1 1 0 0,0 0 0 0 0,1 0 0 0 0,-1 0 0 0 0,0-1 0 0 0,0 1 0 0 0,0-1 0 0 0,-1 0 0 0 0,1 0 0 0 0,-1 0-1 0 0,0-1 1 0 0,1 1 0 0 0,-2-1 0 0 0,1 0 0 0 0,0 0 0 0 0,-1 0 0 0 0,1 0 0 0 0,-1 0 0 0 0,0 0 0 0 0,-1-1-1 0 0,1 1 1 0 0,-1-1 0 0 0,0 1 0 0 0,0-1 0 0 0,0 0 0 0 0,-1 1 0 0 0,1-1 0 0 0,-1 0 0 0 0,0 0 0 0 0,-1 1-1 0 0,1-1 1 0 0,-2-4 0 0 0,0-3 26 0 0,0 0 0 0 0,-2 1 1 0 0,1-1-1 0 0,-1 1 0 0 0,-1 0 0 0 0,0 0 0 0 0,0 0 0 0 0,-1 1 0 0 0,0 0 0 0 0,-1 0 0 0 0,0 1 0 0 0,-9-10 0 0 0,1 5-315 0 0,0 0-1 0 0,-1 1 1 0 0,-1 1-1 0 0,0 1 0 0 0,0 0 1 0 0,-22-9-1 0 0,31 15-1813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28.6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5 449 5065 0 0,'-4'-3'2179'0'0,"4"2"-2070"0"0,0 1 0 0 0,0 0 0 0 0,0 0-1 0 0,0-1 1 0 0,0 1 0 0 0,0 0 0 0 0,0-1 0 0 0,0 1 0 0 0,0 0 0 0 0,0 0 0 0 0,0-1 0 0 0,0 1 0 0 0,0 0 0 0 0,0 0 0 0 0,0-1 0 0 0,0 1 0 0 0,8-15 2968 0 0,14-11 266 0 0,-21 25-3192 0 0,3-3 143 0 0,0 0 0 0 0,-1 1 0 0 0,1 0 0 0 0,1 0 0 0 0,-1 0 0 0 0,0 0 0 0 0,1 1 0 0 0,0-1 0 0 0,-1 1-1 0 0,1 0 1 0 0,0 1 0 0 0,0-1 0 0 0,0 1 0 0 0,0 0 0 0 0,0 0 0 0 0,0 0 0 0 0,0 1 0 0 0,7 0 0 0 0,-8 0-253 0 0,0 1 0 0 0,0 0 1 0 0,0 0-1 0 0,0 0 1 0 0,0 0-1 0 0,-1 0 1 0 0,1 1-1 0 0,0 0 1 0 0,-1 0-1 0 0,1 0 0 0 0,-1 0 1 0 0,1 0-1 0 0,-1 1 1 0 0,0-1-1 0 0,0 1 1 0 0,0 0-1 0 0,-1 0 0 0 0,1 0 1 0 0,-1 0-1 0 0,1 1 1 0 0,-1-1-1 0 0,0 1 1 0 0,3 6-1 0 0,-4-5-21 0 0,18 47 133 0 0,-19-50-134 0 0,1 0 1 0 0,-1 0-1 0 0,1 0 0 0 0,-1 0 1 0 0,0 0-1 0 0,0 0 1 0 0,0 0-1 0 0,0 0 0 0 0,0 0 1 0 0,0 0-1 0 0,-1 0 0 0 0,1 0 1 0 0,-1 0-1 0 0,1 0 1 0 0,-1-1-1 0 0,0 1 0 0 0,0 0 1 0 0,1 0-1 0 0,-1 0 1 0 0,-1-1-1 0 0,1 1 0 0 0,0-1 1 0 0,0 1-1 0 0,-2 1 1 0 0,2-3 0 0 0,1 1 1 0 0,-1-1 0 0 0,0 0-1 0 0,0 0 1 0 0,1 0 0 0 0,-1 1 0 0 0,0-1-1 0 0,0 0 1 0 0,0 0 0 0 0,1 0-1 0 0,-1 0 1 0 0,0 0 0 0 0,0-1-1 0 0,1 1 1 0 0,-1 0 0 0 0,0 0 0 0 0,0 0-1 0 0,1-1 1 0 0,-1 1 0 0 0,0 0-1 0 0,1-1 1 0 0,-1 1 0 0 0,0 0 0 0 0,1-1-1 0 0,-1 1 1 0 0,0-1 0 0 0,1 1-1 0 0,-1-1 1 0 0,1 0 0 0 0,-1 1 0 0 0,1-1-1 0 0,-1 1 1 0 0,1-1 0 0 0,0 0-1 0 0,-1 1 1 0 0,1-1 0 0 0,0 0-1 0 0,-1 0 1 0 0,-12-30 345 0 0,9 12-296 0 0,1 0-1 0 0,1-1 1 0 0,1 0-1 0 0,1 1 1 0 0,0-1-1 0 0,2 0 1 0 0,5-27-1 0 0,0 10-480 0 0,3 0 0 0 0,0 1 0 0 0,18-37 0 0 0,-1 13-5190 0 0,-2 6-1873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0.0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162 27 456 0 0,'-37'-6'1166'0'0,"31"4"-808"0"0,0 1-1 0 0,-1-1 1 0 0,1 2-1 0 0,-12-1 1 0 0,-26 6 2727 0 0,41-5-2723 0 0,1 1 0 0 0,0-1-1 0 0,-1 1 1 0 0,1 0 0 0 0,0-1 0 0 0,0 1 0 0 0,-1 0-1 0 0,1 0 1 0 0,0 0 0 0 0,0 1 0 0 0,0-1-1 0 0,0 0 1 0 0,0 1 0 0 0,1-1 0 0 0,-1 1 0 0 0,-1 2-1 0 0,39-5 1532 0 0,95 10 472 0 0,261-19 0 0 0,-379 8-2378 0 0,0-1 0 0 0,-1 0 1 0 0,16-7-1 0 0,-18 6-3 0 0,0 0 1 0 0,-1 1-1 0 0,1 1 1 0 0,0 0 0 0 0,20-2-1 0 0,-25 5-1032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0.7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113 19 3681 0 0,'-27'-7'553'0'0,"-20"-4"1941"0"0,17 11 2307 0 0,30 0-4637 0 0,-1 0 0 0 0,1 1 0 0 0,0-1 0 0 0,-1 0 1 0 0,-3 3 1804 0 0,3-2-1805 0 0,1-1 0 0 0,0 0 0 0 0,0 1 0 0 0,-1-1 0 0 0,1 1 0 0 0,0-1 0 0 0,0 1 0 0 0,0-1 1 0 0,0 1-1 0 0,-1-1 0 0 0,1 0 0 0 0,0 1 0 0 0,0 0 0 0 0,4 19 2152 0 0,13 17-1160 0 0,-16-36-1090 0 0,37 69 732 0 0,69 111 195 0 0,-92-161-957 0 0,1 1 1 0 0,0-2-1 0 0,2 0 1 0 0,0-1 0 0 0,1-1-1 0 0,25 18 1 0 0,-35-30 16 0 0,-1 1 0 0 0,-1 0 0 0 0,1 0 1 0 0,-1 1-1 0 0,0 0 0 0 0,0 0 0 0 0,-1 0 0 0 0,0 1 1 0 0,6 11-1 0 0,-12-18-42 0 0,0 1 266 0 0,-4 3-194 0 0,-1 0 0 0 0,0 0 0 0 0,0 0 0 0 0,-1-1 1 0 0,1 0-1 0 0,-1 0 0 0 0,0 0 0 0 0,0-1 0 0 0,0 0 0 0 0,-8 3 0 0 0,-12 7 116 0 0,-20 14-58 0 0,19-13 62 0 0,-41 30 0 0 0,62-39-386 0 0,-1 0 1 0 0,1 1-1 0 0,0 0 0 0 0,1 0 1 0 0,-1 0-1 0 0,1 0 1 0 0,1 1-1 0 0,-1 0 1 0 0,1 0-1 0 0,0 0 1 0 0,-3 8-1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1.5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299 582 5985 0 0,'-1'-9'402'0'0,"1"0"0"0"0,-1 0 0 0 0,-1 0 1 0 0,0 0-1 0 0,0 0 0 0 0,0 0 0 0 0,-1 1 0 0 0,-1-1 0 0 0,1 1 0 0 0,-6-9 0 0 0,7 14-221 0 0,1 1 1 0 0,-1-1-1 0 0,0 0 0 0 0,0 1 1 0 0,0-1-1 0 0,0 1 0 0 0,0 0 1 0 0,-1 0-1 0 0,1 0 1 0 0,-1 0-1 0 0,1 0 0 0 0,-1 0 1 0 0,0 1-1 0 0,1-1 0 0 0,-1 1 1 0 0,0 0-1 0 0,0 0 0 0 0,0 0 1 0 0,0 0-1 0 0,0 0 0 0 0,0 1 1 0 0,-1 0-1 0 0,1-1 1 0 0,0 1-1 0 0,0 0 0 0 0,0 0 1 0 0,0 1-1 0 0,0-1 0 0 0,0 1 1 0 0,-1-1-1 0 0,-4 3 0 0 0,-4 2-29 0 0,1 1 0 0 0,0 1 0 0 0,0-1 0 0 0,0 1 0 0 0,1 1 0 0 0,1 0 0 0 0,-1 1 0 0 0,1 0 0 0 0,0 0-1 0 0,1 0 1 0 0,0 1 0 0 0,1 1 0 0 0,0-1 0 0 0,-10 23 0 0 0,12-25-62 0 0,1 1 1 0 0,1-1-1 0 0,-1 1 1 0 0,1 0-1 0 0,1 0 0 0 0,-1 1 1 0 0,2-1-1 0 0,-1 0 1 0 0,1 1-1 0 0,1-1 0 0 0,0 0 1 0 0,0 1-1 0 0,1-1 1 0 0,0 1-1 0 0,0-1 0 0 0,1 0 1 0 0,1 1-1 0 0,-1-1 1 0 0,1-1-1 0 0,7 15 0 0 0,-8-20-96 0 0,-1 0 0 0 0,1 0 0 0 0,0-1-1 0 0,0 1 1 0 0,0 0 0 0 0,0-1 0 0 0,0 0 0 0 0,1 1-1 0 0,-1-1 1 0 0,1 0 0 0 0,-1 0 0 0 0,1 0-1 0 0,0-1 1 0 0,0 1 0 0 0,0-1 0 0 0,0 1 0 0 0,0-1-1 0 0,0 0 1 0 0,0 0 0 0 0,0-1 0 0 0,0 1-1 0 0,1 0 1 0 0,-1-1 0 0 0,0 0 0 0 0,0 0 0 0 0,7 0-1 0 0,-4-2-8 0 0,1 0 0 0 0,-1 0-1 0 0,0 0 1 0 0,0-1-1 0 0,0 0 1 0 0,0 0 0 0 0,0 0-1 0 0,-1-1 1 0 0,0 0-1 0 0,0 0 1 0 0,0 0 0 0 0,8-9-1 0 0,-1-1-22 0 0,-1 0 0 0 0,-1-1 0 0 0,0-1 0 0 0,-1 1 0 0 0,-1-1 0 0 0,0-1 0 0 0,-1 0 0 0 0,-1 0 0 0 0,0 0 0 0 0,-1-1 0 0 0,2-19 0 0 0,2-28 6 0 0,2-112-1 0 0,-10 153 86 0 0,-1-285 2752 0 0,15 366-2105 0 0,5 111-476 0 0,11 58-132 0 0,28 6 70 0 0,0 3-1678 0 0,-58-232 1418 0 0,0 3-362 0 0,0 0 0 0 0,0 0 1 0 0,0 0-1 0 0,1-1 0 0 0,0 1 1 0 0,0 0-1 0 0,1-1 0 0 0,0 0 1 0 0,-1 1-1 0 0,2-1 0 0 0,6 9 1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2.1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196 99 3225 0 0,'0'-38'400'0'0,"0"34"625"0"0,1 0 0 0 0,-1-1 0 0 0,0 1 0 0 0,0 0 0 0 0,-1-1-1 0 0,1 1 1 0 0,-3-7 0 0 0,3 9-751 0 0,-1 1-1 0 0,0 0 0 0 0,0-1 0 0 0,0 1 1 0 0,0 0-1 0 0,0 0 0 0 0,0 0 1 0 0,0 0-1 0 0,0 0 0 0 0,0 0 0 0 0,0 0 1 0 0,0 0-1 0 0,-1 1 0 0 0,1-1 1 0 0,0 0-1 0 0,-1 1 0 0 0,1-1 0 0 0,0 1 1 0 0,-1-1-1 0 0,1 1 0 0 0,-1 0 0 0 0,1 0 1 0 0,-1-1-1 0 0,1 1 0 0 0,-1 0 1 0 0,1 0-1 0 0,-3 1 0 0 0,-2-1-101 0 0,1 0-1 0 0,-1 1 1 0 0,1-1 0 0 0,-1 1-1 0 0,1 1 1 0 0,-1-1 0 0 0,1 1-1 0 0,0 0 1 0 0,0 0-1 0 0,0 0 1 0 0,0 1 0 0 0,0 0-1 0 0,0 0 1 0 0,1 0-1 0 0,-8 7 1 0 0,6-4-73 0 0,0 0-1 0 0,1 1 1 0 0,0 0-1 0 0,0 0 1 0 0,0 1-1 0 0,1-1 1 0 0,0 1-1 0 0,1 0 1 0 0,-4 12-1 0 0,3-5-123 0 0,0 0 0 0 0,1 0 0 0 0,1 0-1 0 0,0 0 1 0 0,1 0 0 0 0,1 0-1 0 0,0 1 1 0 0,1-1 0 0 0,1 0-1 0 0,0 0 1 0 0,5 18 0 0 0,-5-27 22 0 0,0 0 0 0 0,0 0 0 0 0,1 0 0 0 0,0 0 0 0 0,0-1-1 0 0,0 1 1 0 0,1-1 0 0 0,-1 0 0 0 0,6 5 0 0 0,-8-9-3 0 0,0 0 0 0 0,0 0-1 0 0,1 0 1 0 0,-1 0-1 0 0,0 0 1 0 0,1 0-1 0 0,-1-1 1 0 0,0 1 0 0 0,1-1-1 0 0,-1 1 1 0 0,1-1-1 0 0,-1 1 1 0 0,1-1 0 0 0,-1 0-1 0 0,1 0 1 0 0,-1 0-1 0 0,2 0 1 0 0,0 0-5 0 0,-1-1 0 0 0,0 1 1 0 0,1-1-1 0 0,-1 0 0 0 0,0 0 0 0 0,0 0 1 0 0,0 0-1 0 0,0 0 0 0 0,0 0 0 0 0,0-1 1 0 0,0 1-1 0 0,0-1 0 0 0,0 1 1 0 0,2-3-1 0 0,6-8-70 0 0,0-1 1 0 0,0 0 0 0 0,-1-1-1 0 0,-1 0 1 0 0,0 0-1 0 0,-1-1 1 0 0,-1 1-1 0 0,0-2 1 0 0,5-21 0 0 0,0-5-180 0 0,-3-1 0 0 0,5-55-1 0 0,-13 117 368 0 0,1 0-1 0 0,1-1 0 0 0,1 1 0 0 0,1-1 0 0 0,1 0 0 0 0,0 0 0 0 0,8 18 0 0 0,-4-12 35 0 0,1-1 0 0 0,2 1 1 0 0,0-2-1 0 0,1 0 0 0 0,29 38 1 0 0,-40-59-144 0 0,6 10-404 0 0,0-1-1 0 0,1-1 1 0 0,1 1-1 0 0,0-2 1 0 0,0 1 0 0 0,0-1-1 0 0,1-1 1 0 0,14 8-1 0 0,-24-14 209 0 0,0-1 0 0 0,0 0 0 0 0,0 0-1 0 0,0 1 1 0 0,0-1 0 0 0,-1 0-1 0 0,1 0 1 0 0,0 0 0 0 0,0 0-1 0 0,0 0 1 0 0,0 0 0 0 0,0 0 0 0 0,0 0-1 0 0,0 0 1 0 0,-1 0 0 0 0,1-1-1 0 0,0 1 1 0 0,0 0 0 0 0,0-1 0 0 0,0 1-1 0 0,-1 0 1 0 0,1-1 0 0 0,0 1-1 0 0,0-1 1 0 0,-1 1 0 0 0,1-1-1 0 0,0 0 1 0 0,0 0 0 0 0,6-8-450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2.3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 6913 0 0,'0'0'126'0'0,"0"-1"0"0"0,0 1 0 0 0,0-1 0 0 0,0 1 0 0 0,0 0-1 0 0,0-1 1 0 0,0 1 0 0 0,1-1 0 0 0,-1 1 0 0 0,0-1 0 0 0,0 1-1 0 0,0 0 1 0 0,1-1 0 0 0,-1 1 0 0 0,0 0 0 0 0,0-1 0 0 0,1 1 0 0 0,-1 0-1 0 0,0-1 1 0 0,1 1 0 0 0,-1 0 0 0 0,1-1 0 0 0,-1 1 0 0 0,0 0-1 0 0,1 0 1 0 0,-1 0 0 0 0,1-1 0 0 0,-1 1 0 0 0,0 0 0 0 0,1 0-1 0 0,-1 0 1 0 0,1 0 0 0 0,10 10 3272 0 0,1 21-405 0 0,53 300 354 0 0,-46-220-3596 0 0,23 91-2705 0 0,-34-177-3469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2.5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35 156 7546 0 0,'-30'1'2053'0'0,"29"-1"-1981"0"0,1 0 0 0 0,0 0 0 0 0,0 0 0 0 0,0 0 0 0 0,-1-1 0 0 0,1 1-1 0 0,0 0 1 0 0,0 0 0 0 0,0 0 0 0 0,-1 0 0 0 0,1-1 288 0 0,-1 1-288 0 0,1 0 0 0 0,0 0 0 0 0,0-1 0 0 0,0 1 0 0 0,0 0 0 0 0,0 0 0 0 0,0 0 0 0 0,0-1 0 0 0,-1 1 0 0 0,1 0-1 0 0,0 0 1 0 0,0 0 0 0 0,0-1 0 0 0,0 1 0 0 0,0 0 0 0 0,0 0 0 0 0,0 0 0 0 0,0-1 0 0 0,0 1 0 0 0,0 0 0 0 0,0-1 0 0 0,12-12 1703 0 0,13-6-726 0 0,55-31 0 0 0,33-5-2735 0 0,-83 43-3552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3.0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195 36 1840 0 0,'0'-2'272'0'0,"-1"1"0"0"0,1-1 0 0 0,-1 0 0 0 0,1 1 0 0 0,-1-1 0 0 0,0 1 0 0 0,1-1 0 0 0,-1 1 0 0 0,0-1 0 0 0,0 1 0 0 0,0-1 1 0 0,0 1-1 0 0,-1 0 0 0 0,1 0 0 0 0,0 0 0 0 0,0 0 0 0 0,-1 0 0 0 0,1 0 0 0 0,-1 0 0 0 0,1 0 0 0 0,-1 0 0 0 0,1 0 0 0 0,-1 1 0 0 0,1-1 0 0 0,-1 1 0 0 0,0-1 0 0 0,-2 1 0 0 0,2-1 32 0 0,-1 0 1 0 0,0 1 0 0 0,0-1-1 0 0,1 1 1 0 0,-1-1 0 0 0,0 1 0 0 0,0 0-1 0 0,0 0 1 0 0,0 1 0 0 0,1-1-1 0 0,-1 1 1 0 0,0-1 0 0 0,0 1-1 0 0,1 0 1 0 0,-1 0 0 0 0,-3 2-1 0 0,1 0-94 0 0,1 1 0 0 0,1 0 0 0 0,-1 0 0 0 0,0 1 0 0 0,1-1 0 0 0,0 1-1 0 0,0-1 1 0 0,-3 9 0 0 0,-18 46 705 0 0,18-43-602 0 0,1-3-252 0 0,-4 11 378 0 0,0 1 0 0 0,-10 51 0 0 0,18-71-393 0 0,0 0 0 0 0,0 0 0 0 0,1 1 0 0 0,-1-1 0 0 0,1 0 0 0 0,1 0-1 0 0,-1 0 1 0 0,0 0 0 0 0,1 1 0 0 0,0-1 0 0 0,1 0 0 0 0,-1 0 0 0 0,1 0-1 0 0,0-1 1 0 0,0 1 0 0 0,0 0 0 0 0,1-1 0 0 0,-1 1 0 0 0,1-1 0 0 0,0 0-1 0 0,7 7 1 0 0,-8-10-43 0 0,-1 0-1 0 0,0 1 0 0 0,1-1 0 0 0,-1 0 1 0 0,1-1-1 0 0,-1 1 0 0 0,1 0 1 0 0,0 0-1 0 0,-1-1 0 0 0,1 1 1 0 0,0-1-1 0 0,-1 1 0 0 0,1-1 0 0 0,0 0 1 0 0,0 0-1 0 0,0 0 0 0 0,-1 0 1 0 0,1 0-1 0 0,0 0 0 0 0,0 0 1 0 0,1-1-1 0 0,0 0 8 0 0,0 0 1 0 0,0-1 0 0 0,0 1-1 0 0,0-1 1 0 0,0 1-1 0 0,0-1 1 0 0,-1 0 0 0 0,1 0-1 0 0,-1-1 1 0 0,4-3-1 0 0,4-7 46 0 0,0 0-1 0 0,-2-1 0 0 0,13-25 0 0 0,-16 30-43 0 0,22-55 288 0 0,-21 47-140 0 0,1 0 0 0 0,1 1 0 0 0,1 0-1 0 0,11-17 1 0 0,-20 33-139 0 0,0-1-1 0 0,0 1 0 0 0,0 0 1 0 0,0 0-1 0 0,1-1 1 0 0,-1 1-1 0 0,0 0 0 0 0,0 0 1 0 0,1-1-1 0 0,-1 1 1 0 0,0 0-1 0 0,1 0 0 0 0,-1 0 1 0 0,0-1-1 0 0,1 1 1 0 0,-1 0-1 0 0,0 0 0 0 0,0 0 1 0 0,1 0-1 0 0,-1 0 1 0 0,1 0-1 0 0,-1 0 0 0 0,0 0 1 0 0,1 0-1 0 0,-1 0 0 0 0,0 0 1 0 0,1 0-1 0 0,-1 0 1 0 0,0 0-1 0 0,1 0 0 0 0,-1 0 1 0 0,0 0-1 0 0,1 0 1 0 0,-1 1-1 0 0,12 11 319 0 0,7 27-152 0 0,-15-30-90 0 0,1 4-106 0 0,1-1 1 0 0,1 0 0 0 0,1 0-1 0 0,-1 0 1 0 0,2-1 0 0 0,-1-1-1 0 0,2 1 1 0 0,-1-1 0 0 0,1-1-1 0 0,1 0 1 0 0,0 0 0 0 0,0-1-1 0 0,0 0 1 0 0,1-1 0 0 0,1-1-1 0 0,-1 0 1 0 0,1 0 0 0 0,0-1-1 0 0,14 3 1 0 0,13 2-244 0 0,2-3-4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4.3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155 36 6449 0 0,'-1'-2'122'0'0,"0"0"-1"0"0,-1 1 0 0 0,1-1 0 0 0,-1 0 0 0 0,1 1 1 0 0,-1-1-1 0 0,0 1 0 0 0,1-1 0 0 0,-1 1 0 0 0,0 0 0 0 0,0 0 1 0 0,0 0-1 0 0,0 0 0 0 0,0 0 0 0 0,0 0 0 0 0,-1 1 1 0 0,1-1-1 0 0,0 1 0 0 0,0-1 0 0 0,0 1 0 0 0,-1 0 1 0 0,1 0-1 0 0,0 0 0 0 0,0 0 0 0 0,-1 0 0 0 0,1 1 0 0 0,0-1 1 0 0,0 1-1 0 0,0-1 0 0 0,-1 1 0 0 0,-2 1 0 0 0,-7 4 1287 0 0,0 0 0 0 0,0 0 0 0 0,1 1 0 0 0,-14 11 0 0 0,8-3 2962 0 0,17-14-4329 0 0,13-1 522 0 0,14-2-531 0 0,48-10 93 0 0,0 3 1 0 0,84 1-1 0 0,-95 11-89 0 0,0-4 0 0 0,-1-2 0 0 0,126-23 0 0 0,-166 22-97 0 0,-15 2-15 0 0,1 1 1 0 0,-1-1-1 0 0,0-1 1 0 0,8-3-1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4.8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65 16 3681 0 0,'-50'-15'17273'0'0,"92"36"-17016"0"0,-21-10-165 0 0,0 0 0 0 0,37 27 0 0 0,-54-34-27 0 0,105 89 263 0 0,-95-79-257 0 0,0 0 0 0 0,-1 1 0 0 0,-1 1 0 0 0,0 0 0 0 0,11 21 0 0 0,-20-31-76 0 0,0 0 1 0 0,-1 0-1 0 0,1 0 0 0 0,-1 0 1 0 0,-1 1-1 0 0,1-1 0 0 0,-1 1 1 0 0,0-1-1 0 0,-1 1 0 0 0,1-1 1 0 0,-1 1-1 0 0,-1 0 0 0 0,1-1 0 0 0,-1 1 1 0 0,0-1-1 0 0,-1 1 0 0 0,1-1 1 0 0,-1 1-1 0 0,-1-1 0 0 0,1 0 1 0 0,-1 0-1 0 0,0 0 0 0 0,0 0 1 0 0,-1-1-1 0 0,-5 7 0 0 0,-9 10 204 0 0,-1-1 1 0 0,-1-1-1 0 0,-1-1 0 0 0,-38 26 0 0 0,25-19-78 0 0,-129 102 118 0 0,156-120-2561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5.3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 14283 0 0,'1'-1'121'0'0,"1"1"0"0"0,-1 0 0 0 0,0 0 0 0 0,0-1 0 0 0,0 1 0 0 0,1 0 0 0 0,-1 0 0 0 0,0 0 0 0 0,1 0 0 0 0,-1 1 0 0 0,0-1 0 0 0,0 0 0 0 0,0 0 0 0 0,1 1 0 0 0,-1-1 0 0 0,0 1 0 0 0,0-1 0 0 0,0 1 0 0 0,0-1 0 0 0,0 1-1 0 0,0 0 1 0 0,0 0 0 0 0,0-1 0 0 0,0 1 0 0 0,0 0 0 0 0,0 0 0 0 0,0 0 0 0 0,0 0 0 0 0,-1 0 0 0 0,1 0 0 0 0,0 0 0 0 0,-1 0 0 0 0,1 0 0 0 0,-1 1 0 0 0,1 1 0 0 0,18 45 1524 0 0,-19-46-1629 0 0,35 174 1584 0 0,-29-133-1634 0 0,2 0 0 0 0,1-1 0 0 0,3 0 0 0 0,17 43 0 0 0,-19-52-2254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5.6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2 159 8290 0 0,'-1'-5'182'0'0,"1"1"1"0"0,0-1-1 0 0,0 1 1 0 0,0-1-1 0 0,1 1 1 0 0,0-1-1 0 0,0 1 1 0 0,0-1-1 0 0,0 1 1 0 0,1-1-1 0 0,-1 1 1 0 0,1 0-1 0 0,0 0 1 0 0,1 0-1 0 0,-1 0 1 0 0,1 0-1 0 0,-1 1 1 0 0,1-1-1 0 0,0 1 1 0 0,0-1-1 0 0,5-3 1 0 0,0 0 244 0 0,-1 0 1 0 0,1 1-1 0 0,0 0 1 0 0,1 0-1 0 0,0 1 0 0 0,0 0 1 0 0,0 1-1 0 0,19-7 0 0 0,-23 9-292 0 0,1 1 0 0 0,-1 0-1 0 0,1 0 1 0 0,-1 0-1 0 0,1 1 1 0 0,0 0-1 0 0,-1 0 1 0 0,1 0-1 0 0,0 1 1 0 0,-1 0-1 0 0,1 0 1 0 0,0 0 0 0 0,-1 1-1 0 0,0-1 1 0 0,1 1-1 0 0,-1 1 1 0 0,9 4-1 0 0,-10-3-46 0 0,0-1 0 0 0,0 0 0 0 0,0 1 0 0 0,0 0-1 0 0,-1 0 1 0 0,0 0 0 0 0,0 0 0 0 0,0 1 0 0 0,0-1 0 0 0,0 1-1 0 0,-1 0 1 0 0,0-1 0 0 0,0 1 0 0 0,-1 0 0 0 0,1 0-1 0 0,-1 0 1 0 0,0 1 0 0 0,0-1 0 0 0,0 8 0 0 0,-1 4-36 0 0,0 1 0 0 0,-2-1 0 0 0,0 0 0 0 0,0 0 0 0 0,-2 0 0 0 0,0-1 0 0 0,-1 1 0 0 0,-1-1 0 0 0,0 0 0 0 0,-1 0 0 0 0,-1-1 0 0 0,0 0 0 0 0,-1 0 0 0 0,-1-1 0 0 0,0 0 0 0 0,-1 0 0 0 0,0-2 0 0 0,-1 1 0 0 0,-1-1 0 0 0,-19 14 0 0 0,19-19-830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6.0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0 194 2761 0 0,'0'0'136'0'0,"0"-1"0"0"0,1 0 0 0 0,-1 1 1 0 0,0-1-1 0 0,1 0 0 0 0,-1 1 1 0 0,1-1-1 0 0,-1 1 0 0 0,0-1 1 0 0,1 1-1 0 0,-1-1 0 0 0,1 1 0 0 0,-1-1 1 0 0,1 1-1 0 0,0-1 0 0 0,-1 1 1 0 0,1 0-1 0 0,-1-1 0 0 0,1 1 0 0 0,0 0 1 0 0,-1 0-1 0 0,1-1 0 0 0,0 1 1 0 0,-1 0-1 0 0,1 0 0 0 0,0 0 1 0 0,0 0-1 0 0,26-9 2239 0 0,-27 9-2309 0 0,6-2 354 0 0,0 0 0 0 0,-1 1 0 0 0,1 0 0 0 0,0 0-1 0 0,0 0 1 0 0,-1 1 0 0 0,1 0 0 0 0,0 0 0 0 0,0 1 0 0 0,0-1 0 0 0,-1 1 0 0 0,1 0 0 0 0,0 1-1 0 0,-1-1 1 0 0,1 1 0 0 0,-1 1 0 0 0,1-1 0 0 0,4 3 0 0 0,-3 0-177 0 0,-1 0 0 0 0,1 1 0 0 0,-1 0 0 0 0,0 0 0 0 0,-1 0 0 0 0,1 0 0 0 0,-1 1 0 0 0,0 0 0 0 0,-1 0 0 0 0,0 0 0 0 0,6 16 0 0 0,7 19 652 0 0,-17-36-374 0 0,-2-6-3 0 0,-12-20 273 0 0,9 12-715 0 0,1 0 0 0 0,1-1-1 0 0,-1 1 1 0 0,1-1 0 0 0,1 0 0 0 0,-1 0 0 0 0,2 0 0 0 0,-1 0 0 0 0,1 0 0 0 0,1 0 0 0 0,-1 0-1 0 0,1-1 1 0 0,1 1 0 0 0,2-13 0 0 0,0 9-347 0 0,0-1 1 0 0,0 2-1 0 0,1-1 0 0 0,1 0 1 0 0,0 1-1 0 0,1 0 0 0 0,1 0 1 0 0,-1 0-1 0 0,12-14 0 0 0,-3 8-7322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6.3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1 254 2304 0 0,'0'1'43'0'0,"0"0"-1"0"0,0 0 1 0 0,0 0-1 0 0,0 0 0 0 0,0 0 1 0 0,0 0-1 0 0,0 0 0 0 0,0 0 1 0 0,1 0-1 0 0,-1 0 1 0 0,0 1-1 0 0,1-1 0 0 0,-1 0 1 0 0,1-1-1 0 0,-1 1 0 0 0,1 0 1 0 0,-1 0-1 0 0,1 0 1 0 0,0 0-1 0 0,0 0 0 0 0,-1 0 1 0 0,2 0-1 0 0,26 6 2662 0 0,-24-7-2249 0 0,1 1 1 0 0,-1-1 0 0 0,0 0-1 0 0,0 0 1 0 0,0 0 0 0 0,1-1-1 0 0,-1 1 1 0 0,0-1 0 0 0,0 0-1 0 0,0 0 1 0 0,0-1-1 0 0,0 1 1 0 0,0-1 0 0 0,0 0-1 0 0,-1 0 1 0 0,1 0 0 0 0,-1 0-1 0 0,1-1 1 0 0,-1 1 0 0 0,0-1-1 0 0,6-6 1 0 0,-5 2 135 0 0,1 0 0 0 0,-1-1 0 0 0,0 0-1 0 0,0 0 1 0 0,-1 0 0 0 0,0 0 0 0 0,0 0 0 0 0,-1-1 0 0 0,2-13-1 0 0,-2 8-310 0 0,-1 1 0 0 0,0 0 0 0 0,0-1 0 0 0,-4-24 1 0 0,3 33-228 0 0,-1 1 0 0 0,0-1 0 0 0,0 1 1 0 0,-1 0-1 0 0,1-1 0 0 0,-1 1 0 0 0,0 0 1 0 0,-3-5-1 0 0,4 8-31 0 0,0-1 0 0 0,-1 0-1 0 0,1 1 1 0 0,-1-1 0 0 0,1 1 0 0 0,-1 0 0 0 0,1-1-1 0 0,-1 1 1 0 0,0 0 0 0 0,0 0 0 0 0,1 0 0 0 0,-1 0-1 0 0,0 0 1 0 0,0 1 0 0 0,0-1 0 0 0,0 0 0 0 0,0 1-1 0 0,-3-1 1 0 0,4 1-35 0 0,0 0 1 0 0,0 0-1 0 0,0 0 0 0 0,1 0 1 0 0,-1 0-1 0 0,0 0 0 0 0,0 0 1 0 0,0 0-1 0 0,0 0 0 0 0,1 0 0 0 0,-1 1 1 0 0,0-1-1 0 0,0 0 0 0 0,0 1 1 0 0,1-1-1 0 0,-1 0 0 0 0,0 1 1 0 0,0-1-1 0 0,1 1 0 0 0,-1-1 1 0 0,1 1-1 0 0,-1 0 0 0 0,0-1 0 0 0,1 1 1 0 0,-1-1-1 0 0,0 3 0 0 0,0-1-24 0 0,0 0 0 0 0,0 0 0 0 0,1 0 0 0 0,-1 1 0 0 0,1-1 0 0 0,-1 0 0 0 0,1 0 0 0 0,0 1 0 0 0,0 3 0 0 0,1 5-56 0 0,0 0 0 0 0,1 0 1 0 0,4 11-1 0 0,-4-14 91 0 0,0 0 0 0 0,1-1-1 0 0,0 0 1 0 0,0 1 0 0 0,1-1 0 0 0,0 0 0 0 0,0-1 0 0 0,1 1 0 0 0,-1-1-1 0 0,2 0 1 0 0,-1 0 0 0 0,1 0 0 0 0,-1-1 0 0 0,13 9 0 0 0,-9-9-99 0 0,0 0 1 0 0,0-1 0 0 0,0 0-1 0 0,1 0 1 0 0,-1-1 0 0 0,1 0-1 0 0,0-1 1 0 0,0 0 0 0 0,0 0-1 0 0,1-1 1 0 0,10 0 0 0 0,12-1-1826 0 0,0-2-5322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6.9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27 14283 0 0,'-1'-2'276'0'0,"0"0"0"0"0,0-1 0 0 0,0 1 0 0 0,0 0 0 0 0,0-1 1 0 0,1 1-1 0 0,-1-1 0 0 0,4-4 2733 0 0,3 25-1743 0 0,3 27-531 0 0,-2 1 1 0 0,2 89-1 0 0,2 16-644 0 0,-8-128-247 0 0,2 0 0 0 0,0 0 0 0 0,1 0 0 0 0,14 31-1 0 0,-15-44-1684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7.1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 3225 0 0,'4'-2'71'0'0,"-1"0"0"0"0,0 0 1 0 0,1 0-1 0 0,0 1 0 0 0,-1-1 1 0 0,1 1-1 0 0,0 0 0 0 0,0 0 1 0 0,0 0-1 0 0,0 0 0 0 0,0 1 1 0 0,0-1-1 0 0,5 1 0 0 0,54 5 3213 0 0,-57-5-2912 0 0,-1 1 0 0 0,0 1 1 0 0,1-1-1 0 0,-1 1 0 0 0,0 0 0 0 0,0 0 1 0 0,0 0-1 0 0,0 1 0 0 0,-1 0 0 0 0,1 0 1 0 0,-1 0-1 0 0,0 0 0 0 0,1 1 0 0 0,-1-1 1 0 0,-1 1-1 0 0,1 0 0 0 0,-1 1 1 0 0,1-1-1 0 0,-1 1 0 0 0,2 4 0 0 0,-2-3-155 0 0,-1 0-1 0 0,0-1 1 0 0,-1 1-1 0 0,1 0 1 0 0,-1 0-1 0 0,0 1 1 0 0,-1-1-1 0 0,1 0 1 0 0,-1 0-1 0 0,-1 0 1 0 0,1 0-1 0 0,-1 0 1 0 0,0 0-1 0 0,0 0 1 0 0,-1 0-1 0 0,0 0 1 0 0,-4 9-1 0 0,-10 17 181 0 0,-1 0-1 0 0,-2-2 1 0 0,-1 0-1 0 0,-25 29 1 0 0,-29 43-3022 0 0,64-86-4103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7.5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24 3225 0 0,'12'-12'9083'0'0,"13"31"-7094"0"0,0-1-1 0 0,34 18 1 0 0,-34-22-1076 0 0,-1 1 1 0 0,0 1-1 0 0,35 32 0 0 0,-67-56-626 0 0,1 0-1 0 0,0 0 1 0 0,1 0-1 0 0,0-1 0 0 0,0 0 1 0 0,-8-17-1 0 0,13 23-331 0 0,0 0 0 0 0,-1 0 0 0 0,1-1 0 0 0,0 1-1 0 0,0 0 1 0 0,1-1 0 0 0,-1 1 0 0 0,1-1-1 0 0,0 1 1 0 0,0-1 0 0 0,0 1 0 0 0,0-1 0 0 0,1 1-1 0 0,-1-1 1 0 0,1 1 0 0 0,0-1 0 0 0,0 1 0 0 0,0 0-1 0 0,0-1 1 0 0,1 1 0 0 0,-1 0 0 0 0,1 0 0 0 0,0 0-1 0 0,3-5 1 0 0,10-3-2450 0 0,-9 8 824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8.0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104 42 6913 0 0,'0'-2'73'0'0,"0"1"-1"0"0,1-1 0 0 0,-1 1 0 0 0,0-1 0 0 0,0 0 1 0 0,0 1-1 0 0,0-1 0 0 0,0 1 0 0 0,0-1 0 0 0,-1 1 1 0 0,1-1-1 0 0,0 0 0 0 0,-1 1 0 0 0,1-1 0 0 0,-2-1 1 0 0,1 2 130 0 0,1 0 0 0 0,-1 0 0 0 0,0 0 0 0 0,0 0 1 0 0,0 0-1 0 0,0 0 0 0 0,0 0 0 0 0,0 0 1 0 0,0 1-1 0 0,0-1 0 0 0,0 0 0 0 0,0 1 0 0 0,0-1 1 0 0,0 1-1 0 0,0-1 0 0 0,-1 1 0 0 0,1-1 1 0 0,0 1-1 0 0,0 0 0 0 0,-1 0 0 0 0,1-1 0 0 0,0 1 1 0 0,0 0-1 0 0,-1 0 0 0 0,1 1 0 0 0,0-1 1 0 0,-1 0-1 0 0,1 0 0 0 0,0 0 0 0 0,0 1 0 0 0,-1-1 1 0 0,1 1-1 0 0,0-1 0 0 0,0 1 0 0 0,0-1 1 0 0,0 1-1 0 0,0 0 0 0 0,0 0 0 0 0,0-1 0 0 0,0 1 1 0 0,0 0-1 0 0,0 0 0 0 0,-1 2 0 0 0,-4 3-37 0 0,1 0 1 0 0,0 1-1 0 0,0-1 0 0 0,1 1 0 0 0,0 0 0 0 0,0 1 0 0 0,0-1 1 0 0,1 1-1 0 0,1 0 0 0 0,-1 0 0 0 0,1 0 0 0 0,-2 13 0 0 0,4-16-86 0 0,-1 0-1 0 0,1 0 0 0 0,0 1 1 0 0,1-1-1 0 0,-1 0 0 0 0,1 0 1 0 0,0 1-1 0 0,1-1 0 0 0,-1 0 1 0 0,1 0-1 0 0,0 0 0 0 0,0-1 1 0 0,0 1-1 0 0,1 0 0 0 0,0-1 1 0 0,-1 1-1 0 0,2-1 0 0 0,-1 0 1 0 0,0 0-1 0 0,7 5 0 0 0,-3-3-53 0 0,0-1 0 0 0,0 1 0 0 0,1-2 0 0 0,-1 1 0 0 0,1-1 0 0 0,0-1-1 0 0,0 1 1 0 0,0-1 0 0 0,1 0 0 0 0,-1-1 0 0 0,1 0 0 0 0,9 1 0 0 0,-15-3-16 0 0,0 0 0 0 0,1 0 0 0 0,-1 0 1 0 0,0 0-1 0 0,1-1 0 0 0,-1 1 1 0 0,0-1-1 0 0,1 0 0 0 0,-1 0 0 0 0,0 0 1 0 0,0 0-1 0 0,0-1 0 0 0,0 1 1 0 0,0-1-1 0 0,0 0 0 0 0,0 0 0 0 0,-1 0 1 0 0,1 0-1 0 0,-1 0 0 0 0,1 0 1 0 0,-1-1-1 0 0,0 1 0 0 0,0-1 0 0 0,0 0 1 0 0,0 0-1 0 0,0 0 0 0 0,-1 0 1 0 0,1 0-1 0 0,-1 0 0 0 0,0 0 0 0 0,0 0 1 0 0,0 0-1 0 0,0-1 0 0 0,0-3 1 0 0,0 1 33 0 0,0 0 0 0 0,-1 0 1 0 0,0 0-1 0 0,0 0 0 0 0,0 0 1 0 0,0 0-1 0 0,-1 0 0 0 0,0 0 1 0 0,-1 0-1 0 0,1 0 1 0 0,-1 1-1 0 0,0-1 0 0 0,0 1 1 0 0,-1-1-1 0 0,0 1 0 0 0,-6-10 1 0 0,3 7-282 0 0,-1-1-1 0 0,0 1 1 0 0,-11-10 0 0 0,-26-16-5792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8.3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278 4 2737 0 0,'-6'-1'18'0'0,"-1"0"1"0"0,0 0-1 0 0,0 0 1 0 0,0 1-1 0 0,0 0 1 0 0,1 1 0 0 0,-1-1-1 0 0,0 1 1 0 0,0 0-1 0 0,0 1 1 0 0,-8 3-1 0 0,9-4 0 0 0,-6 3 420 0 0,0-1 1 0 0,1 2-1 0 0,0 0 0 0 0,0 0 1 0 0,-16 11-1 0 0,18-10 497 0 0,0 0 0 0 0,0 1 0 0 0,1 0 0 0 0,0 0 0 0 0,0 1 1 0 0,1 0-1 0 0,0 0 0 0 0,0 1 0 0 0,1 0 0 0 0,-10 19 0 0 0,15-25-724 0 0,0 1 0 0 0,1 0 1 0 0,-1 0-1 0 0,1 0 0 0 0,0 0 1 0 0,0 0-1 0 0,0-1 0 0 0,0 1 1 0 0,0 0-1 0 0,1 0 1 0 0,0 0-1 0 0,0 0 0 0 0,0-1 1 0 0,0 1-1 0 0,1 0 0 0 0,0-1 1 0 0,-1 0-1 0 0,1 1 0 0 0,0-1 1 0 0,1 0-1 0 0,2 5 0 0 0,8 8 120 0 0,1-1-1 0 0,25 24 1 0 0,-35-36-174 0 0,1 2-74 0 0,0 0 0 0 0,1-1 0 0 0,-1 1-1 0 0,1-1 1 0 0,12 6 0 0 0,-15-9-203 0 0,-1-1 1 0 0,0 1 0 0 0,0 0-1 0 0,0-1 1 0 0,0 1-1 0 0,0-1 1 0 0,0 0-1 0 0,1 0 1 0 0,-1 0 0 0 0,0 0-1 0 0,0 0 1 0 0,0 0-1 0 0,1-1 1 0 0,-1 1-1 0 0,0-1 1 0 0,0 1 0 0 0,0-1-1 0 0,0 0 1 0 0,0 0-1 0 0,0 0 1 0 0,0 0-1 0 0,0 0 1 0 0,2-2-1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8.6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0 342 1840 0 0,'3'1'91'0'0,"-1"0"-1"0"0,0-1 0 0 0,1 1 0 0 0,-1-1 1 0 0,1 1-1 0 0,-1-1 0 0 0,1 0 1 0 0,-1 0-1 0 0,1 0 0 0 0,-1 0 0 0 0,1 0 1 0 0,-1-1-1 0 0,1 1 0 0 0,-1-1 0 0 0,0 1 1 0 0,5-3-1 0 0,41-17 3049 0 0,-44 17-2808 0 0,6-1 303 0 0,-1-2 0 0 0,-1 1 0 0 0,1-1-1 0 0,-1 0 1 0 0,0-1 0 0 0,0 0-1 0 0,-1 0 1 0 0,0-1 0 0 0,0 0-1 0 0,-1 0 1 0 0,0-1 0 0 0,0 0 0 0 0,-1 0-1 0 0,0 0 1 0 0,6-18 0 0 0,-9 21-536 0 0,0 0 1 0 0,0-1-1 0 0,-1 1 0 0 0,0-1 1 0 0,0 0-1 0 0,-1 1 1 0 0,0-1-1 0 0,0 0 1 0 0,0 1-1 0 0,-1-1 1 0 0,0 0-1 0 0,0 1 0 0 0,0-1 1 0 0,-1 1-1 0 0,0-1 1 0 0,-1 1-1 0 0,1 0 1 0 0,-1 0-1 0 0,-1 0 1 0 0,1 0-1 0 0,-1 1 0 0 0,0-1 1 0 0,0 1-1 0 0,0 0 1 0 0,-7-6-1 0 0,9 9-60 0 0,1 1-1 0 0,0 0 1 0 0,-1-1 0 0 0,1 1-1 0 0,-1 0 1 0 0,1 0 0 0 0,-1 0-1 0 0,0 0 1 0 0,1 0-1 0 0,-1 0 1 0 0,0 1 0 0 0,0-1-1 0 0,1 1 1 0 0,-1-1 0 0 0,0 1-1 0 0,0-1 1 0 0,0 1 0 0 0,0 0-1 0 0,0 0 1 0 0,0 0-1 0 0,1 0 1 0 0,-1 0 0 0 0,0 1-1 0 0,-3 0 1 0 0,2 0 9 0 0,0 1 0 0 0,0 0 0 0 0,1-1 0 0 0,-1 1 0 0 0,0 0 0 0 0,1 1 0 0 0,-1-1 0 0 0,1 0 0 0 0,0 1 0 0 0,0-1 0 0 0,0 1 0 0 0,0 0 0 0 0,-1 3 0 0 0,-3 3 4 0 0,2 1 0 0 0,-1 0 0 0 0,1 1 0 0 0,1-1 0 0 0,0 0 0 0 0,0 1 0 0 0,-1 21 0 0 0,4-25-24 0 0,0 0-1 0 0,1 0 0 0 0,0 0 0 0 0,1 0 1 0 0,-1 1-1 0 0,1-1 0 0 0,1-1 0 0 0,-1 1 1 0 0,1 0-1 0 0,0-1 0 0 0,1 1 0 0 0,0-1 1 0 0,0 0-1 0 0,0 0 0 0 0,0-1 1 0 0,1 1-1 0 0,0-1 0 0 0,11 9 0 0 0,-8-7-286 0 0,0-1-1 0 0,1 0 0 0 0,0-1 1 0 0,0 0-1 0 0,14 5 0 0 0,-14-6-944 0 0,1-1-1 0 0,-1 0 1 0 0,1-1-1 0 0,-1 0 1 0 0,18 0 0 0 0,-6-1-4519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8.9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110 132 3225 0 0,'2'-2'74'0'0,"4"-10"7"0"0,1 0-1 0 0,8-23 0 0 0,-14 32 161 0 0,0 1 0 0 0,0-1-1 0 0,0 0 1 0 0,0 0 0 0 0,-1 1-1 0 0,1-1 1 0 0,-1 0 0 0 0,0 0 0 0 0,0 0-1 0 0,0 0 1 0 0,0 1 0 0 0,-1-1-1 0 0,1 0 1 0 0,-1 0 0 0 0,0 1 0 0 0,1-1-1 0 0,-1 0 1 0 0,-1 1 0 0 0,1-1-1 0 0,-2-3 1 0 0,2 5-92 0 0,1 0 0 0 0,-1 0-1 0 0,0 1 1 0 0,1-1 0 0 0,-1 0 0 0 0,0 1-1 0 0,0-1 1 0 0,1 1 0 0 0,-1-1 0 0 0,0 1-1 0 0,0-1 1 0 0,0 1 0 0 0,0 0 0 0 0,1-1-1 0 0,-1 1 1 0 0,0 0 0 0 0,0 0-1 0 0,0 0 1 0 0,0 0 0 0 0,0-1 0 0 0,0 1-1 0 0,0 0 1 0 0,0 1 0 0 0,-1-1 0 0 0,0 0 114 0 0,-1 1 1 0 0,0 0-1 0 0,1 0 1 0 0,0 0-1 0 0,-1 0 1 0 0,1 0-1 0 0,0 1 0 0 0,-4 2 1 0 0,-3 3 377 0 0,1 1 0 0 0,0 0 0 0 0,-7 9 0 0 0,9-10-380 0 0,0 0 0 0 0,1 0-1 0 0,0 1 1 0 0,1-1 0 0 0,0 1 0 0 0,0 0 0 0 0,0 1 0 0 0,1-1-1 0 0,-3 12 1 0 0,5-16-236 0 0,1 0 0 0 0,-1 0 0 0 0,1 1-1 0 0,0-1 1 0 0,0 0 0 0 0,1 0 0 0 0,-1 0 0 0 0,1 0 0 0 0,0 0-1 0 0,0 0 1 0 0,0 0 0 0 0,0 0 0 0 0,1 0 0 0 0,0 0 0 0 0,-1-1-1 0 0,1 1 1 0 0,1 0 0 0 0,-1-1 0 0 0,1 0 0 0 0,-1 1 0 0 0,1-1 0 0 0,4 3-1 0 0,7 6 22 0 0,0-1-1 0 0,1-1 0 0 0,1 0 1 0 0,-1-1-1 0 0,22 9 1 0 0,15 8 113 0 0,-51-26-155 0 0,1 1-1 0 0,-1-1 0 0 0,1 1 1 0 0,-1 0-1 0 0,1 0 0 0 0,-1 0 1 0 0,0-1-1 0 0,1 1 0 0 0,-1 1 0 0 0,0-1 1 0 0,0 0-1 0 0,0 0 0 0 0,0 0 1 0 0,0 0-1 0 0,0 1 0 0 0,0-1 1 0 0,0 1-1 0 0,0-1 0 0 0,-1 0 0 0 0,1 1 1 0 0,-1 0-1 0 0,1-1 0 0 0,-1 1 1 0 0,1-1-1 0 0,-1 1 0 0 0,0-1 1 0 0,0 1-1 0 0,0 0 0 0 0,0-1 0 0 0,0 1 1 0 0,0-1-1 0 0,0 1 0 0 0,0 0 1 0 0,-1-1-1 0 0,1 1 0 0 0,-1-1 1 0 0,1 1-1 0 0,-1-1 0 0 0,0 1 0 0 0,1-1 1 0 0,-1 1-1 0 0,0-1 0 0 0,0 0 1 0 0,-1 2-1 0 0,-6 6-92 0 0,0 0 1 0 0,-1-1-1 0 0,0 0 0 0 0,-19 14 1 0 0,15-13-348 0 0,-5 5-458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9.2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119 0 3209 0 0,'-63'60'10040'0'0,"54"-49"-9496"0"0,0 0 1 0 0,1 0 0 0 0,-7 12-1 0 0,13-19-341 0 0,0 0-1 0 0,0 0 0 0 0,0 0 1 0 0,1 0-1 0 0,0 0 0 0 0,-1 0 0 0 0,1 0 1 0 0,1 0-1 0 0,-1 0 0 0 0,1 0 1 0 0,-1 1-1 0 0,1 3 0 0 0,1-5-170 0 0,0-1 0 0 0,-1 0 0 0 0,1 1 0 0 0,0-1 0 0 0,0 0 0 0 0,1 1 0 0 0,-1-1 0 0 0,0 0 0 0 0,1 0 0 0 0,-1 0 0 0 0,1 0 0 0 0,0 0 0 0 0,0-1 0 0 0,0 1 0 0 0,0 0 0 0 0,0-1 0 0 0,0 1 0 0 0,0-1 0 0 0,0 0 0 0 0,4 2 0 0 0,7 3-80 0 0,0-1 0 0 0,22 5-1 0 0,-11-3 210 0 0,-16-4-140 0 0,-1 0 0 0 0,1 1 0 0 0,0-1-1 0 0,-1 1 1 0 0,0 1 0 0 0,0-1 0 0 0,0 1-1 0 0,0 1 1 0 0,-1-1 0 0 0,0 1-1 0 0,8 9 1 0 0,-12-12-7 0 0,1 1-1 0 0,-1 0 1 0 0,0 0-1 0 0,0 0 1 0 0,0 0-1 0 0,0 0 1 0 0,-1 0-1 0 0,0 1 1 0 0,0-1 0 0 0,0 0-1 0 0,0 1 1 0 0,-1-1-1 0 0,1 1 1 0 0,-1-1-1 0 0,0 1 1 0 0,-1-1-1 0 0,1 1 1 0 0,-1-1-1 0 0,0 1 1 0 0,0-1-1 0 0,0 0 1 0 0,-4 8-1 0 0,1-3 30 0 0,0-1-1 0 0,0 1 0 0 0,-1-1 0 0 0,0 0 0 0 0,-8 9 0 0 0,-8 4-5492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9.4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 6913 0 0,'1'-1'118'0'0,"-1"0"-1"0"0,0 0 0 0 0,1 1 0 0 0,-1-1 0 0 0,1 0 0 0 0,-1 0 0 0 0,1 1 0 0 0,-1-1 1 0 0,1 0-1 0 0,0 1 0 0 0,-1-1 0 0 0,1 1 0 0 0,0-1 0 0 0,-1 1 0 0 0,1-1 0 0 0,0 1 0 0 0,0-1 1 0 0,-1 1-1 0 0,1 0 0 0 0,0-1 0 0 0,0 1 0 0 0,0 0 0 0 0,0 0 0 0 0,-1-1 0 0 0,1 1 0 0 0,0 0 1 0 0,0 0-1 0 0,0 0 0 0 0,0 0 0 0 0,0 0 0 0 0,0 0 0 0 0,-1 1 0 0 0,1-1 0 0 0,0 0 0 0 0,0 0 1 0 0,0 1-1 0 0,0-1 0 0 0,-1 0 0 0 0,1 1 0 0 0,0-1 0 0 0,0 1 0 0 0,-1-1 0 0 0,1 1 0 0 0,0-1 1 0 0,-1 1-1 0 0,1-1 0 0 0,0 1 0 0 0,0 1 0 0 0,1 1 320 0 0,0 0-1 0 0,-1 0 1 0 0,1 0-1 0 0,-1 0 1 0 0,1 0-1 0 0,-1 0 1 0 0,0 0-1 0 0,-1 0 1 0 0,1 1-1 0 0,0-1 1 0 0,0 7-1 0 0,-11 112 3818 0 0,1-31-3896 0 0,8-70-2498 0 0,1-1-1 0 0,4 31 1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9.5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71 10594 0 0,'0'-25'472'0'0,"0"9"96"0"0,1 2-455 0 0,1 9-113 0 0,-2 2 0 0 0,0 0 0 0 0,1 2-513 0 0,2-3-799 0 0,-1 11-80 0 0,-2 4 656 0 0,0 7 0 0 0,0-1-1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40.0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32 2304 0 0,'21'-17'-279'0'0,"-19"15"906"0"0,1 0-1 0 0,0 1 0 0 0,0-1 0 0 0,0 1 0 0 0,0-1 0 0 0,0 1 0 0 0,0 0 1 0 0,6-1-1 0 0,-7 2-286 0 0,0 0 1 0 0,0 0-1 0 0,0 0 1 0 0,0 0-1 0 0,0 1 1 0 0,0-1-1 0 0,0 1 1 0 0,0-1-1 0 0,0 1 1 0 0,0 0-1 0 0,0-1 1 0 0,0 1-1 0 0,0 0 1 0 0,-1 0-1 0 0,1 1 1 0 0,0-1-1 0 0,-1 0 0 0 0,1 0 1 0 0,-1 1-1 0 0,1-1 1 0 0,-1 1-1 0 0,0 0 1 0 0,1-1-1 0 0,-1 1 1 0 0,0 0-1 0 0,0 0 1 0 0,1 3-1 0 0,1 2 56 0 0,0 0-1 0 0,-1 0 0 0 0,0 0 0 0 0,-1 0 1 0 0,1 0-1 0 0,-2 0 0 0 0,1 0 1 0 0,-1 0-1 0 0,1 1 0 0 0,-3 9 0 0 0,3 32 260 0 0,-1-49-655 0 0,0 1 0 0 0,0-1 1 0 0,1 1-1 0 0,-1 0 0 0 0,0-1 1 0 0,0 1-1 0 0,0-1 0 0 0,0 1 0 0 0,1-1 1 0 0,-1 1-1 0 0,0-1 0 0 0,0 1 1 0 0,1-1-1 0 0,-1 1 0 0 0,0-1 1 0 0,1 1-1 0 0,-1-1 0 0 0,1 1 0 0 0,-1-1 1 0 0,1 0-1 0 0,-1 1 0 0 0,1-1 1 0 0,-1 0-1 0 0,1 1 0 0 0,-1-1 0 0 0,1 0 1 0 0,-1 0-1 0 0,1 1 0 0 0,0-1 1 0 0,20-3 14 0 0,21-21-86 0 0,-39 22 43 0 0,52-40-255 0 0,-44 32 197 0 0,1 0 0 0 0,0 1 0 0 0,1 0 0 0 0,0 1 0 0 0,1 0 0 0 0,15-6 0 0 0,-28 14 90 0 0,0 0 0 0 0,0-1 0 0 0,0 1 1 0 0,-1 0-1 0 0,1 0 0 0 0,0 0 1 0 0,0 0-1 0 0,0 0 0 0 0,0 0 0 0 0,0 0 1 0 0,-1 0-1 0 0,1 0 0 0 0,0 0 0 0 0,0 0 1 0 0,0 1-1 0 0,0-1 0 0 0,-1 0 1 0 0,1 1-1 0 0,0-1 0 0 0,0 1 0 0 0,-1-1 1 0 0,1 0-1 0 0,0 1 0 0 0,0 0 1 0 0,0 0-1 0 0,1 1 24 0 0,0 1 1 0 0,-1-1 0 0 0,1 0-1 0 0,-1 1 1 0 0,0-1-1 0 0,0 0 1 0 0,0 1-1 0 0,1 4 1 0 0,1 6 135 0 0,-1 0 0 0 0,2 22 0 0 0,-4-31-143 0 0,1 8-89 0 0,1 22 416 0 0,10 48-1 0 0,-10-72-693 0 0,0-1-1 0 0,1 0 0 0 0,0 0 0 0 0,1 0 0 0 0,0 0 0 0 0,0 0 0 0 0,1-1 0 0 0,0 0 0 0 0,0 0 0 0 0,7 8 0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40.4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227 1 3681 0 0,'-4'0'282'0'0,"1"0"-1"0"0,-1 0 1 0 0,0 0 0 0 0,0 0 0 0 0,0 1-1 0 0,1-1 1 0 0,-1 1 0 0 0,0 0 0 0 0,1 0 0 0 0,-1 0-1 0 0,0 1 1 0 0,1-1 0 0 0,0 1 0 0 0,-1 0-1 0 0,1 0 1 0 0,-5 3 0 0 0,-8 7 1320 0 0,-26 25 0 0 0,37-32-1306 0 0,-7 6 200 0 0,1 1 0 0 0,0 0 0 0 0,1 1 0 0 0,1 0 0 0 0,0 1 0 0 0,-10 18 0 0 0,17-28-402 0 0,0 1 1 0 0,-1 0-1 0 0,1 0 0 0 0,1-1 0 0 0,-1 1 1 0 0,1 1-1 0 0,0-1 0 0 0,0 0 1 0 0,0 0-1 0 0,1 0 0 0 0,0 1 1 0 0,0-1-1 0 0,0 0 0 0 0,1 0 1 0 0,0 0-1 0 0,0 1 0 0 0,0-1 1 0 0,0 0-1 0 0,1 0 0 0 0,0 0 1 0 0,0-1-1 0 0,0 1 0 0 0,4 5 0 0 0,-5-9-68 0 0,0 1-1 0 0,0 0 0 0 0,0-1 0 0 0,0 1 1 0 0,0-1-1 0 0,1 1 0 0 0,-1-1 0 0 0,1 0 0 0 0,-1 1 1 0 0,1-1-1 0 0,-1 0 0 0 0,1 0 0 0 0,0 0 0 0 0,0 0 1 0 0,-1-1-1 0 0,1 1 0 0 0,0 0 0 0 0,0-1 1 0 0,0 1-1 0 0,0-1 0 0 0,0 0 0 0 0,3 1 0 0 0,-2-2 9 0 0,0 0-1 0 0,-1 1 0 0 0,1-1 0 0 0,0 0 0 0 0,-1-1 1 0 0,1 1-1 0 0,-1 0 0 0 0,0-1 0 0 0,1 1 0 0 0,-1-1 1 0 0,0 0-1 0 0,0 0 0 0 0,0 1 0 0 0,2-4 1 0 0,7-9 106 0 0,-1 1 0 0 0,-1-2 0 0 0,0 1 0 0 0,7-18 0 0 0,-13 26-101 0 0,14-30 142 0 0,-8 16 293 0 0,1 0 0 0 0,21-32-1 0 0,-27 47-384 0 0,0 0-1 0 0,0-1 1 0 0,1 2-1 0 0,0-1 1 0 0,0 0-1 0 0,0 1 1 0 0,1 0-1 0 0,-1 0 1 0 0,1 1-1 0 0,0-1 0 0 0,0 1 1 0 0,0 1-1 0 0,9-4 1 0 0,-13 6-77 0 0,1-1-1 0 0,0 1 1 0 0,-1 0 0 0 0,1 0 0 0 0,0 0-1 0 0,0 0 1 0 0,-1 0 0 0 0,1 1 0 0 0,0-1-1 0 0,0 1 1 0 0,-1 0 0 0 0,1 0 0 0 0,-1 0-1 0 0,1 0 1 0 0,-1 0 0 0 0,1 0-1 0 0,-1 1 1 0 0,1-1 0 0 0,-1 1 0 0 0,0 0-1 0 0,0-1 1 0 0,0 1 0 0 0,0 0 0 0 0,0 0-1 0 0,-1 0 1 0 0,1 1 0 0 0,0-1 0 0 0,-1 0-1 0 0,0 1 1 0 0,2 2 0 0 0,4 8-1 0 0,-1 0 1 0 0,0 0-1 0 0,-1 1 1 0 0,4 17-1 0 0,-3-8 10 0 0,-1 1-1 0 0,0 0 1 0 0,-2 0-1 0 0,-1 0 1 0 0,-1 0-1 0 0,-1 0 1 0 0,-1 1-1 0 0,-9 46 1 0 0,6-55 16 0 0,0 0 1 0 0,-1 0 0 0 0,-1 0 0 0 0,-1-1 0 0 0,0 0 0 0 0,-1 0 0 0 0,0 0 0 0 0,-1-1 0 0 0,-1-1-1 0 0,0 1 1 0 0,-1-2 0 0 0,-1 1 0 0 0,-22 18 0 0 0,12-14 244 0 0,-1-1 1 0 0,-46 26-1 0 0,57-36-249 0 0,0-1 0 0 0,0 0 0 0 0,-1-1-1 0 0,1 0 1 0 0,-1-1 0 0 0,1 0 0 0 0,-1-1 0 0 0,-18 0 0 0 0,12-4-257 0 0,3-9-7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43.3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4049 3 2761 0 0,'-7'-1'147'0'0,"1"0"0"0"0,-1 1 0 0 0,1-1 0 0 0,-1 1 0 0 0,1 0 0 0 0,-1 1 0 0 0,0 0 1 0 0,-12 3-1 0 0,8-2 130 0 0,-30 7 517 0 0,-13 2 4620 0 0,156-1-1133 0 0,164-25-1585 0 0,-181 6-2078 0 0,0 5 0 0 0,1 3 0 0 0,90 11 0 0 0,-119-2-381 0 0,94 28 0 0 0,-122-27-171 0 0,-1 1 1 0 0,0 1 0 0 0,0 2-1 0 0,51 32 1 0 0,-73-40-60 0 0,1 0 0 0 0,-1 0 0 0 0,0 0 1 0 0,0 0-1 0 0,-1 1 0 0 0,0 0 0 0 0,0 1 1 0 0,0-1-1 0 0,-1 1 0 0 0,1-1 0 0 0,-2 1 0 0 0,1 1 1 0 0,-1-1-1 0 0,4 13 0 0 0,-5-9 30 0 0,0-1-1 0 0,-1 1 0 0 0,0 0 1 0 0,-1 0-1 0 0,0-1 0 0 0,0 1 1 0 0,-1 0-1 0 0,-1 0 1 0 0,-4 17-1 0 0,-5 5 76 0 0,-2 0-1 0 0,-1-1 1 0 0,-1 0-1 0 0,-2-2 1 0 0,-31 45-1 0 0,-5-1 111 0 0,-105 111-1 0 0,-81 52-200 0 0,198-198 41 0 0,-3 2 5 0 0,-3-2 1 0 0,-70 44-1 0 0,-113 49 146 0 0,83-54-171 0 0,-329 163 253 0 0,29-55-319 0 0,-69 38-42 0 0,185-74 49 0 0,-81-2 9 0 0,282-105 3 0 0,-351 106 5 0 0,320-108 31 0 0,-80 24 5 0 0,47 9-87 0 0,62-21 35 0 0,90-38 29 0 0,1 1 1 0 0,1 3-1 0 0,1 1 0 0 0,0 2 1 0 0,-42 32-1 0 0,64-39 49 0 0,0 1 0 0 0,-17 22 0 0 0,19-20 25 0 0,-32 28 0 0 0,47-45-96 0 0,-1-1 1 0 0,1 0-1 0 0,0 1 0 0 0,-1-1 1 0 0,1 0-1 0 0,0 1 0 0 0,0-1 0 0 0,-1 0 1 0 0,1 0-1 0 0,-1 1 0 0 0,1-1 1 0 0,0 0-1 0 0,-1 0 0 0 0,1 0 1 0 0,-1 1-1 0 0,1-1 0 0 0,0 0 1 0 0,-1 0-1 0 0,1 0 0 0 0,-1 0 0 0 0,1 0 1 0 0,0 0-1 0 0,-1 0 0 0 0,1 0 1 0 0,-1 0-1 0 0,1 0 0 0 0,-1 0 1 0 0,1 0-1 0 0,0 0 0 0 0,-1-1 0 0 0,1 1 1 0 0,-1 0-1 0 0,0 0 0 0 0,-3-16-237 0 0,9-29-2676 0 0,-5 38 1169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44.1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39 164 3209 0 0,'-3'-11'974'0'0,"0"0"0"0"0,0 0 0 0 0,0-17 0 0 0,1-34 6760 0 0,2 58-7144 0 0,0 3-241 0 0,0-1 0 0 0,-1 1 1 0 0,1 0-1 0 0,-1 0 1 0 0,1 0-1 0 0,0 0 0 0 0,-1 0 1 0 0,0 0-1 0 0,1 0 1 0 0,-1 0-1 0 0,0 0 0 0 0,1 1 1 0 0,-1-1-1 0 0,0 0 1 0 0,0 0-1 0 0,0 1 0 0 0,-1-2 1 0 0,1 1-306 0 0,0 1 1 0 0,0-1 0 0 0,0 0 0 0 0,0 0 0 0 0,0 1-1 0 0,1-1 1 0 0,-1 0 0 0 0,0 0 0 0 0,1 0-1 0 0,-1 0 1 0 0,0 0 0 0 0,1 0 0 0 0,-1 0-1 0 0,1 0 1 0 0,0 0 0 0 0,-1-3 1342 0 0,2 8-1334 0 0,6 26-47 0 0,-1 0 0 0 0,-2 0 0 0 0,2 39 0 0 0,-8 96 22 0 0,0-101-16 0 0,10 122-1 0 0,-3-158-11 0 0,9 36 0 0 0,-12-56 0 0 0,0 0 0 0 0,1 0 0 0 0,0-1 0 0 0,1 1 0 0 0,-1-1 0 0 0,2 1 0 0 0,-1-1 0 0 0,1 0 0 0 0,6 6 0 0 0,-9-11 7 0 0,1 0 0 0 0,0 0 0 0 0,0 0 0 0 0,0 0 0 0 0,0-1 0 0 0,0 1 0 0 0,0-1 0 0 0,0 0 0 0 0,1 0 0 0 0,-1 0 0 0 0,0-1 0 0 0,1 1 0 0 0,-1-1 0 0 0,1 0 0 0 0,-1 0 0 0 0,0 0 0 0 0,1 0 0 0 0,6-1 0 0 0,7-3 52 0 0,-1 1 0 0 0,25-10-1 0 0,-25 8-47 0 0,80-33 182 0 0,-72 27-112 0 0,0 0 0 0 0,0 2 0 0 0,1 2 0 0 0,34-8 0 0 0,-58 15-115 0 0,0-1 0 0 0,0 1 0 0 0,0 0 0 0 0,0 0 1 0 0,0-1-1 0 0,0 1 0 0 0,0 0 0 0 0,0 0 0 0 0,0 0 0 0 0,0 0 1 0 0,0 0-1 0 0,0 0 0 0 0,0 1 0 0 0,0-1 0 0 0,0 0 0 0 0,0 0 1 0 0,0 1-1 0 0,0-1 0 0 0,0 1 0 0 0,0-1 0 0 0,0 1 1 0 0,0-1-1 0 0,0 1 0 0 0,0-1 0 0 0,0 1 0 0 0,0 0 0 0 0,-1 0 1 0 0,1-1-1 0 0,0 1 0 0 0,-1 0 0 0 0,1 0 0 0 0,0 0 0 0 0,-1 0 1 0 0,1 0-1 0 0,-1 0 0 0 0,0 0 0 0 0,1 0 0 0 0,-1 0 1 0 0,0 0-1 0 0,1 0 0 0 0,-1 0 0 0 0,0 2 0 0 0,1-2-257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39.5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107 0 14747 0 0,'-1'188'4530'0'0,"-6"310"-4543"0"0,-25 204 155 0 0,-2 126 16 0 0,62 2088 498 0 0,4-1740 257 0 0,-73 0 527 0 0,27-1012-1271 0 0,-23 459 406 0 0,37-591-587 0 0,3 80 63 0 0,-2-96-105 0 0,1-1 1 0 0,0 0-1 0 0,2 0 0 0 0,-1-1 1 0 0,8 18-1 0 0,0-12-1623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0.2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66 328 11058 0 0,'-1'0'16'0'0,"-4"-1"43"0"0,-1 1 0 0 0,1 0 0 0 0,0 1 0 0 0,0-1 0 0 0,-1 1 0 0 0,1 0-1 0 0,-5 2 1 0 0,8-2-59 0 0,1 0 0 0 0,0-1 0 0 0,0 1 0 0 0,0 0-1 0 0,0 0 1 0 0,0 0 0 0 0,0 0 0 0 0,0 0-1 0 0,0 0 1 0 0,0 0 0 0 0,1 0 0 0 0,-1 0 0 0 0,0 1-1 0 0,1-1 1 0 0,-1 0 0 0 0,1 0 0 0 0,-1 1 0 0 0,1-1-1 0 0,-1 0 1 0 0,1 0 0 0 0,0 1 0 0 0,0-1 0 0 0,0 1-1 0 0,0-1 1 0 0,0 0 0 0 0,0 1 0 0 0,0-1 0 0 0,0 0-1 0 0,0 1 1 0 0,1-1 0 0 0,-1 0 0 0 0,1 3-1 0 0,1 0 12 0 0,0 0 0 0 0,-1 1 0 0 0,1-1 0 0 0,1 0 0 0 0,-1-1 0 0 0,1 1 0 0 0,-1 0 0 0 0,1-1 0 0 0,0 1 0 0 0,0-1 0 0 0,0 0 0 0 0,1 0 1 0 0,-1 0-1 0 0,1-1 0 0 0,0 1 0 0 0,0-1 0 0 0,0 0 0 0 0,0 0 0 0 0,4 2 0 0 0,12 3 89 0 0,-1 0 0 0 0,35 7 0 0 0,3-3 121 0 0,1-2 1 0 0,0-3-1 0 0,0-3 1 0 0,78-5 0 0 0,231-37 258 0 0,-363 39-476 0 0,1582-168 1916 0 0,-473 85-1629 0 0,1417-71 665 0 0,-2237 144-468 0 0,926-27 1724 0 0,-4 33-1507 0 0,-536 58-589 0 0,-390-13-3562 0 0,-216-30-2757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1.4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9902 0 17972 0 0,'-4'0'184'0'0,"1"1"0"0"0,-1-1 0 0 0,1 0-1 0 0,-1 1 1 0 0,1 0 0 0 0,-1 0 0 0 0,1 0 0 0 0,0 0 0 0 0,-1 0 0 0 0,-3 3 0 0 0,4-2-412 0 0,0 0 0 0 0,1 0 1 0 0,0 1-1 0 0,0-1 0 0 0,0 1 1 0 0,0 0-1 0 0,-3 5 0 0 0,-28 52-102 0 0,3 1 0 0 0,3 2 0 0 0,2 0 0 0 0,3 2 1 0 0,4 1-1 0 0,-17 104 0 0 0,11 10 434 0 0,1 225 1 0 0,34 116 2351 0 0,31-1-567 0 0,-6-70-1447 0 0,-7 365 254 0 0,-33 2-51 0 0,3-791-645 0 0,17 617 244 0 0,28-1-110 0 0,4 67 676 0 0,-35-401-894 0 0,38 509 8 0 0,-31-663 126 0 0,7-1-1 0 0,6-1 1 0 0,93 260 0 0 0,-115-385-1 0 0,2 0 0 0 0,0 0 1 0 0,2-2-1 0 0,1 0 0 0 0,1 0 1 0 0,1-2-1 0 0,42 43 0 0 0,-59-64-79 0 0,1-1 0 0 0,0 0 0 0 0,0 1-1 0 0,0-1 1 0 0,0 0 0 0 0,0 0 0 0 0,0 0-1 0 0,0 0 1 0 0,4 2 0 0 0,-84-13 326 0 0,-48 2-520 0 0,-1 5 0 0 0,1 5 0 0 0,-147 22 0 0 0,-613 96 47 0 0,555-72 143 0 0,-1132 126-366 0 0,1430-171 404 0 0,-1129 82-526 0 0,163-9 394 0 0,861-62 138 0 0,-495 43 91 0 0,-5-53-30 0 0,174-40-161 0 0,-304-12-60 0 0,351 46 515 0 0,-387-10 222 0 0,604 5-284 0 0,-191-14 585 0 0,373 19-1051 0 0,-1 0 0 0 0,1-1 0 0 0,0 0 0 0 0,0-2 0 0 0,0 0 0 0 0,0-1 0 0 0,1-1 0 0 0,0-1 0 0 0,-17-10 0 0 0,8-2-7760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2.9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226 622 6913 0 0,'-19'1'642'0'0,"0"-2"-1"0"0,0 0 1 0 0,0-1-1 0 0,-35-8 0 0 0,49 9-401 0 0,0-1-1 0 0,0 0 1 0 0,0-1-1 0 0,0 1 0 0 0,1-1 1 0 0,-1 0-1 0 0,1 0 1 0 0,-1 0-1 0 0,1 0 1 0 0,0-1-1 0 0,0 0 1 0 0,1 0-1 0 0,-1 0 0 0 0,1 0 1 0 0,0-1-1 0 0,0 1 1 0 0,0-1-1 0 0,1 0 1 0 0,-1 1-1 0 0,1-1 0 0 0,0 0 1 0 0,-1-6-1 0 0,1 1-88 0 0,-1-1 0 0 0,1 1 1 0 0,1-1-1 0 0,0 0 0 0 0,1 1 0 0 0,0-1 0 0 0,0 0 0 0 0,1 0 0 0 0,0 1 0 0 0,4-13 0 0 0,0 7-62 0 0,0 1 1 0 0,0 0-1 0 0,2 1 0 0 0,0-1 1 0 0,0 1-1 0 0,13-16 0 0 0,2 1-92 0 0,2 1 0 0 0,1 1 1 0 0,1 1-1 0 0,1 1 0 0 0,37-26 0 0 0,-46 38-4 0 0,1 0 0 0 0,0 1 0 0 0,1 1 0 0 0,34-13 0 0 0,-46 21 6 0 0,0 0-1 0 0,0 1 0 0 0,0 1 0 0 0,0-1 0 0 0,1 1 0 0 0,16 0 0 0 0,-21 2 2 0 0,1-1-1 0 0,-1 1 1 0 0,0 0 0 0 0,1 0-1 0 0,-1 0 1 0 0,0 0-1 0 0,1 1 1 0 0,-1 0 0 0 0,0 0-1 0 0,0 0 1 0 0,0 0 0 0 0,-1 1-1 0 0,8 5 1 0 0,-7-4-18 0 0,0 1 1 0 0,-1 0-1 0 0,1 0 0 0 0,-1 0 1 0 0,0 0-1 0 0,-1 1 0 0 0,1-1 1 0 0,-1 1-1 0 0,0-1 0 0 0,0 1 1 0 0,-1 0-1 0 0,1 0 0 0 0,-2 0 1 0 0,1 0-1 0 0,0 0 1 0 0,-1 0-1 0 0,-1 10 0 0 0,-1 11-115 0 0,-1 0 0 0 0,-10 39 1 0 0,12-63 128 0 0,-45 159-376 0 0,-2 1 263 0 0,43-137 127 0 0,0 0-1 0 0,2 1 1 0 0,0-1 0 0 0,2 35 0 0 0,2-54-11 0 0,-1 0 1 0 0,1 0 0 0 0,0 0 0 0 0,0 0-1 0 0,1 0 1 0 0,0 0 0 0 0,1 0-1 0 0,-1 0 1 0 0,1-1 0 0 0,0 1 0 0 0,1-1-1 0 0,8 11 1 0 0,-9-13-4 0 0,1 0 0 0 0,0 0-1 0 0,0-1 1 0 0,1 1 0 0 0,-1-1 0 0 0,1 0-1 0 0,0-1 1 0 0,0 1 0 0 0,0-1 0 0 0,0 0-1 0 0,0 0 1 0 0,0 0 0 0 0,0-1 0 0 0,1 1-1 0 0,-1-1 1 0 0,1-1 0 0 0,7 1 0 0 0,5-1 189 0 0,1-1 0 0 0,-1 0 1 0 0,1-2-1 0 0,-1 0 1 0 0,0-1-1 0 0,0-1 1 0 0,0 0-1 0 0,0-1 1 0 0,27-15-1 0 0,-31 14 31 0 0,1-2-1 0 0,-1 1 1 0 0,0-2-1 0 0,-1 0 1 0 0,0 0-1 0 0,-1-1 1 0 0,0-1-1 0 0,-1 0 1 0 0,0 0-1 0 0,-1-1 1 0 0,10-16-1 0 0,-18 25-153 0 0,0 0 0 0 0,1 0 0 0 0,-2 0 0 0 0,1-1 0 0 0,0 1 0 0 0,-1 0 0 0 0,1-1 0 0 0,-1 1 0 0 0,-1-1 0 0 0,1 1 0 0 0,-1-1 0 0 0,1 1-1 0 0,-1-1 1 0 0,-1 0 0 0 0,1 1 0 0 0,0-1 0 0 0,-1 1 0 0 0,0-1 0 0 0,0 1 0 0 0,-1-1 0 0 0,1 1 0 0 0,-1 0 0 0 0,0-1 0 0 0,0 1 0 0 0,0 0 0 0 0,-1 0-1 0 0,1 1 1 0 0,-1-1 0 0 0,-5-4 0 0 0,1 0-17 0 0,-1 1-1 0 0,-1 1 1 0 0,1 0-1 0 0,-1 0 1 0 0,0 0 0 0 0,-1 1-1 0 0,1 1 1 0 0,-1 0-1 0 0,0 0 1 0 0,0 1-1 0 0,-19-4 1 0 0,-22-1-129 0 0,1 3 0 0 0,-1 3-1 0 0,0 1 1 0 0,0 3 0 0 0,-59 9 0 0 0,53-1-1694 0 0,3 3-5837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3.7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340 761 10594 0 0,'-10'1'326'0'0,"0"0"-1"0"0,-1 0 0 0 0,1-1 1 0 0,0 0-1 0 0,0-1 1 0 0,-1 0-1 0 0,1-1 0 0 0,-17-5 1 0 0,8 2 30 0 0,1-1 0 0 0,0-1 0 0 0,-28-16 0 0 0,36 17-292 0 0,1-1 0 0 0,-1 1 0 0 0,2-1 0 0 0,-1-1-1 0 0,1 0 1 0 0,0 0 0 0 0,1 0 0 0 0,0-1 0 0 0,0 0 0 0 0,1 0 0 0 0,0-1-1 0 0,0 0 1 0 0,1 0 0 0 0,1 0 0 0 0,0-1 0 0 0,0 0 0 0 0,1 0-1 0 0,0 0 1 0 0,1 0 0 0 0,0 0 0 0 0,1 0 0 0 0,0 0 0 0 0,1-12 0 0 0,1 0-127 0 0,1 1 1 0 0,1 0 0 0 0,1 0 0 0 0,0 0 0 0 0,2 0-1 0 0,1 1 1 0 0,1 0 0 0 0,0 0 0 0 0,1 1 0 0 0,21-32-1 0 0,-9 19 147 0 0,49-58-1 0 0,-63 83 30 0 0,1 0 0 0 0,0 0 0 0 0,0 1-1 0 0,1 0 1 0 0,0 0 0 0 0,0 1 0 0 0,0 0 0 0 0,1 1-1 0 0,0 0 1 0 0,0 0 0 0 0,18-4 0 0 0,-25 8-65 0 0,0 0 0 0 0,0 1 1 0 0,0-1-1 0 0,0 1 0 0 0,0 0 1 0 0,0 0-1 0 0,0 0 0 0 0,0 1 1 0 0,-1-1-1 0 0,1 1 0 0 0,0 0 1 0 0,0-1-1 0 0,0 1 0 0 0,0 0 0 0 0,0 1 1 0 0,-1-1-1 0 0,1 0 0 0 0,4 4 1 0 0,-3-2-34 0 0,0 1-1 0 0,-1 0 1 0 0,1 0 0 0 0,-1 0 0 0 0,0 0 0 0 0,0 1 0 0 0,0-1 0 0 0,0 1 0 0 0,3 9 0 0 0,1 5-42 0 0,-2 1 0 0 0,0 0 0 0 0,-1 0 0 0 0,3 29 0 0 0,0 175-421 0 0,1 0-192 0 0,-5-191 548 0 0,2 0 0 0 0,1-1 0 0 0,1 0 0 0 0,20 52 0 0 0,-17-59 19 0 0,2-2 1 0 0,0 0 0 0 0,2 0-1 0 0,0-1 1 0 0,1-1-1 0 0,1 0 1 0 0,23 22 0 0 0,-34-38 49 0 0,1-1-1 0 0,-1 0 1 0 0,1 0 0 0 0,0 0-1 0 0,0 0 1 0 0,0-1 0 0 0,0 0 0 0 0,0-1-1 0 0,1 1 1 0 0,-1-1 0 0 0,1-1 0 0 0,0 1-1 0 0,-1-1 1 0 0,1 0 0 0 0,0 0-1 0 0,0-1 1 0 0,0 0 0 0 0,0 0 0 0 0,0-1-1 0 0,-1 0 1 0 0,1 0 0 0 0,0 0 0 0 0,0-1-1 0 0,-1 0 1 0 0,7-3 0 0 0,2-2 123 0 0,-1 0 0 0 0,0 0 0 0 0,-1-1 0 0 0,1-1 0 0 0,-2 0 0 0 0,1-1 1 0 0,-1-1-1 0 0,-1 1 0 0 0,19-24 0 0 0,-16 17 359 0 0,-1 1 0 0 0,-1-2 0 0 0,-1 0 0 0 0,0 0 1 0 0,14-38-1 0 0,-22 50-364 0 0,-1 0 1 0 0,-1-1-1 0 0,1 1 1 0 0,-1-1-1 0 0,0 1 1 0 0,-1-1-1 0 0,1 1 1 0 0,-1-1-1 0 0,-1 0 1 0 0,1 1-1 0 0,-1-1 1 0 0,0 1-1 0 0,-1-1 1 0 0,1 1-1 0 0,-1-1 1 0 0,-1 1-1 0 0,1 0 1 0 0,-1 0 0 0 0,0 0-1 0 0,0 1 1 0 0,-1-1-1 0 0,-7-9 1 0 0,2 5-20 0 0,0 1 1 0 0,0 0-1 0 0,0 0 1 0 0,-1 1 0 0 0,-1 0-1 0 0,1 1 1 0 0,-1 1-1 0 0,0-1 1 0 0,-1 2-1 0 0,-23-9 1 0 0,18 9-21 0 0,-1 1 0 0 0,1 0-1 0 0,-1 2 1 0 0,0 0 0 0 0,-1 1 0 0 0,-33 2-1 0 0,-5 7-402 0 0,0 3 1 0 0,0 2-1 0 0,-93 35 0 0 0,139-44 220 0 0,-53 19-2617 0 0,-66 35 0 0 0,99-42 1016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4.1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42 10594 0 0,'-6'-13'468'0'0,"-3"-16"287"0"0,-2 60 1804 0 0,6 43-1636 0 0,2 1 0 0 0,10 90 0 0 0,-2-63-698 0 0,22 443 1107 0 0,40-1-773 0 0,-56-484-678 0 0,59 342-1413 0 0,-33-134-3633 0 0,-34-245 570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4.5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369 62 6913 0 0,'-1'-4'15'0'0,"0"1"-1"0"0,0-1 0 0 0,0 1 0 0 0,-1 0 0 0 0,1-1 0 0 0,-1 1 0 0 0,0 0 0 0 0,1 0 0 0 0,-2 0 1 0 0,1 0-1 0 0,0 1 0 0 0,0-1 0 0 0,-1 0 0 0 0,1 1 0 0 0,-1 0 0 0 0,0 0 0 0 0,0 0 0 0 0,0 0 1 0 0,0 0-1 0 0,-4-2 0 0 0,4 4-20 0 0,0-1 0 0 0,0 1 0 0 0,0 0 0 0 0,0-1 0 0 0,0 1 0 0 0,0 1 0 0 0,0-1 0 0 0,0 0 0 0 0,0 1 0 0 0,0-1 0 0 0,0 1 0 0 0,0 0 0 0 0,0 0 0 0 0,0 0 0 0 0,0 1 0 0 0,0-1 1 0 0,1 1-1 0 0,-1-1 0 0 0,1 1 0 0 0,-1 0 0 0 0,1 0 0 0 0,-1 0 0 0 0,-3 5 0 0 0,-6 6-76 0 0,0 1 1 0 0,1 1 0 0 0,0 0-1 0 0,1 1 1 0 0,1 0-1 0 0,-9 18 1 0 0,-37 108-536 0 0,48-122 602 0 0,-29 80-385 0 0,-28 138 0 0 0,61-215 202 0 0,5-19 165 0 0,5-15 235 0 0,69-179 3706 0 0,-23 53-1482 0 0,-42 111-1984 0 0,7-18 770 0 0,31-55 1 0 0,-43 88-861 0 0,1 0-1 0 0,1 1 1 0 0,-1 0 0 0 0,1 0 0 0 0,1 0 0 0 0,0 1-1 0 0,1 0 1 0 0,-1 1 0 0 0,2 0 0 0 0,10-6 0 0 0,-17 11-196 0 0,0 1 0 0 0,1 0 0 0 0,-1 0 0 0 0,0 0 0 0 0,1 1 0 0 0,0 0 0 0 0,-1 0 0 0 0,1 0 0 0 0,0 0 0 0 0,-1 1 0 0 0,1 0 0 0 0,0 0 0 0 0,0 0 0 0 0,0 0 0 0 0,-1 1 0 0 0,8 1 0 0 0,-5 1-40 0 0,-1-1 0 0 0,1 1 0 0 0,-1 0 0 0 0,0 1 0 0 0,0-1 0 0 0,0 1 0 0 0,0 1 0 0 0,-1-1 0 0 0,0 1 0 0 0,6 5 0 0 0,7 12 3 0 0,0 1 0 0 0,-2 1 0 0 0,-1 1 0 0 0,17 34 0 0 0,-27-49-88 0 0,128 232-2229 0 0,-104-186 899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5.0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30 125 14283 0 0,'-6'-26'563'0'0,"0"0"-1"0"0,-2-32 1 0 0,8 51-564 0 0,-3-1 2635 0 0,0 23-1527 0 0,0 27-488 0 0,10 123-84 0 0,44 239 1 0 0,-9-95-459 0 0,5 299 42 0 0,-2-27-897 0 0,-36-483-27 0 0,-3-27-1561 0 0,-1-23-2697 0 0,-2-26-376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5.3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0 6913 0 0,'-3'2'84'0'0,"1"0"-1"0"0,0 0 0 0 0,0 1 1 0 0,0-1-1 0 0,0 0 0 0 0,0 1 1 0 0,1-1-1 0 0,-1 1 0 0 0,1 0 1 0 0,0-1-1 0 0,-1 1 0 0 0,1 0 1 0 0,0 0-1 0 0,1 0 0 0 0,-2 3 1 0 0,2 0 156 0 0,0 0 0 0 0,0 0 0 0 0,0 1 0 0 0,1-1 0 0 0,0 0 0 0 0,2 9 0 0 0,-1-8 149 0 0,0-1-1 0 0,1 1 1 0 0,-1-1-1 0 0,1 0 1 0 0,0 0-1 0 0,1 0 1 0 0,0 0-1 0 0,-1 0 1 0 0,2-1-1 0 0,-1 1 1 0 0,8 6-1 0 0,-3-4 122 0 0,1 0 0 0 0,0-1 0 0 0,0 0 0 0 0,1-1-1 0 0,20 10 1 0 0,-2-5 164 0 0,1-1 0 0 0,1-1 0 0 0,-1-1 0 0 0,37 3 0 0 0,-47-9-504 0 0,0 0 1 0 0,0-1-1 0 0,1-1 1 0 0,-1-1-1 0 0,0-1 0 0 0,0-1 1 0 0,0-1-1 0 0,0 0 1 0 0,25-10-1 0 0,-29 8-496 0 0,1-1 1 0 0,-1-2-1 0 0,0 1 1 0 0,-1-2-1 0 0,0 0 1 0 0,22-18-1 0 0,-2-7-7042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6.0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180 42 9674 0 0,'-180'-36'4096'0'0,"196"38"-3809"0"0,-1-1-1 0 0,1-1 1 0 0,24-3 0 0 0,-2 1-110 0 0,436-2 2150 0 0,-92 24-748 0 0,-176-6-935 0 0,-92-7-336 0 0,243 6 240 0 0,-318-13-503 0 0,580-18-10 0 0,-562 15-101 0 0,5 1-1480 0 0,86-16-1 0 0,-114 10-4808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6.7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131 136 7370 0 0,'38'-47'2157'0'0,"-31"39"-1489"0"0,1-1 0 0 0,-1 0 0 0 0,0 0 0 0 0,-1 0 0 0 0,0-1 0 0 0,9-20 0 0 0,-15 30-634 0 0,0 0-1 0 0,0 0 1 0 0,1-1-1 0 0,-1 1 1 0 0,0 0-1 0 0,0 0 1 0 0,0 0-1 0 0,0 0 1 0 0,0 0-1 0 0,0 0 1 0 0,0 0 0 0 0,0-1-1 0 0,0 1 1 0 0,0 0-1 0 0,0 0 1 0 0,0 0-1 0 0,0 0 1 0 0,0 0-1 0 0,0 0 1 0 0,-1-1-1 0 0,1 1 1 0 0,0 0-1 0 0,0 0 1 0 0,0 0 0 0 0,0 0-1 0 0,0 0 1 0 0,0 0-1 0 0,0 0 1 0 0,0 0-1 0 0,0-1 1 0 0,0 1-1 0 0,0 0 1 0 0,-1 0-1 0 0,1 0 1 0 0,0 0-1 0 0,0 0 1 0 0,0 0 0 0 0,0 0-1 0 0,0 0 1 0 0,0 0-1 0 0,0 0 1 0 0,-1 0-1 0 0,1 0 1 0 0,0 0-1 0 0,0 0 1 0 0,0 0-1 0 0,0 0 1 0 0,0 0-1 0 0,0 0 1 0 0,-1 0 0 0 0,1 0-1 0 0,0 0 1 0 0,0 0-1 0 0,0 0 1 0 0,0 0-1 0 0,0 0 1 0 0,-1 0-1 0 0,-12 4 765 0 0,-11 9-220 0 0,12-1-544 0 0,0 0 0 0 0,0 1 0 0 0,1 0 0 0 0,1 0 0 0 0,0 1 0 0 0,1 1 0 0 0,1 0 0 0 0,0 0 0 0 0,1 0 0 0 0,-7 21 0 0 0,-4 23 164 0 0,-17 88 0 0 0,28-114-123 0 0,5-21-75 0 0,-1-3 4 0 0,1 0-1 0 0,1 0 1 0 0,0 0 0 0 0,0 18-1 0 0,1-25-5 0 0,0-1 0 0 0,0 1 0 0 0,0 0-1 0 0,1-1 1 0 0,-1 1 0 0 0,0-1 0 0 0,1 1 0 0 0,0-1 0 0 0,-1 1-1 0 0,1-1 1 0 0,0 1 0 0 0,0-1 0 0 0,-1 1 0 0 0,1-1 0 0 0,0 0-1 0 0,1 1 1 0 0,-1-1 0 0 0,0 0 0 0 0,0 0 0 0 0,0 0 0 0 0,1 0-1 0 0,-1 0 1 0 0,0 0 0 0 0,1 0 0 0 0,-1-1 0 0 0,1 1-1 0 0,-1 0 1 0 0,1-1 0 0 0,0 1 0 0 0,-1-1 0 0 0,1 0 0 0 0,-1 1-1 0 0,3-1 1 0 0,51 5 274 0 0,-26-3-146 0 0,0 1 1 0 0,0 2-1 0 0,53 14 1 0 0,27 25-2752 0 0,-73-28-3375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7.4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0 5985 0 0,'0'0'14'0'0,"0"0"-1"0"0,-1 0 1 0 0,1 0-1 0 0,0 0 1 0 0,0 0-1 0 0,0 0 1 0 0,0 0-1 0 0,0 0 1 0 0,0 0-1 0 0,0 0 1 0 0,0 0-1 0 0,0 0 1 0 0,-1 0-1 0 0,1 0 0 0 0,0 0 1 0 0,0 0-1 0 0,0 1 1 0 0,0-1-1 0 0,0 0 1 0 0,0 0-1 0 0,0 0 1 0 0,0 0-1 0 0,0 0 1 0 0,0 0-1 0 0,0 0 1 0 0,0 0-1 0 0,-1 0 1 0 0,1 0-1 0 0,0 0 1 0 0,0 0-1 0 0,0 0 1 0 0,0 1-1 0 0,0-1 1 0 0,0 0-1 0 0,0 0 1 0 0,0 0-1 0 0,0 0 1 0 0,0 0-1 0 0,0 0 0 0 0,0 0 1 0 0,0 0-1 0 0,0 0 1 0 0,0 0-1 0 0,0 1 1 0 0,0-1-1 0 0,0 0 1 0 0,0 0-1 0 0,0 0 1 0 0,0 0-1 0 0,0 0 1 0 0,0 0-1 0 0,0 0 1 0 0,0 0-1 0 0,0 0 1 0 0,0 1-1 0 0,1-1 1 0 0,-1 0-1 0 0,0 0 1 0 0,0 0-1 0 0,0 0 1 0 0,0 0-1 0 0,0 0 1 0 0,0 0-1 0 0,0 0 0 0 0,0 0 1 0 0,0 0-1 0 0,0 0 1 0 0,0 0-1 0 0,1 0 1 0 0,10 6 411 0 0,19 4 53 0 0,11-2 372 0 0,0-2 0 0 0,77 2 1 0 0,86-12 1723 0 0,-125 0-1899 0 0,851 21 4176 0 0,-736 0-4586 0 0,561 44 354 0 0,3-48-336 0 0,-443-29-511 0 0,208-2-3492 0 0,-440 19 305 0 0,-46 1-1254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7.7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178 26 9674 0 0,'-13'-6'672'0'0,"0"2"0"0"0,-1 0 0 0 0,1 0 1 0 0,-1 1-1 0 0,1 1 0 0 0,-1 1 0 0 0,0 0 0 0 0,0 0 0 0 0,-26 3 1 0 0,39-2-591 0 0,0 1 0 0 0,0-1 1 0 0,1 0-1 0 0,-1 1 1 0 0,0-1-1 0 0,0 0 1 0 0,1 1-1 0 0,-1-1 0 0 0,0 1 1 0 0,1-1-1 0 0,-1 1 1 0 0,1-1-1 0 0,-1 1 1 0 0,0-1-1 0 0,1 1 1 0 0,-1 0-1 0 0,1-1 0 0 0,0 1 1 0 0,-1 0-1 0 0,1-1 1 0 0,-1 1-1 0 0,1 0 1 0 0,0 0-1 0 0,0-1 0 0 0,-1 1 1 0 0,1 0-1 0 0,0 0 1 0 0,0-1-1 0 0,0 1 1 0 0,0 0-1 0 0,0 0 1 0 0,0 0-1 0 0,0 0 0 0 0,0-1 1 0 0,0 1-1 0 0,0 0 1 0 0,1 0-1 0 0,-1-1 1 0 0,0 1-1 0 0,1 1 1 0 0,14 37 333 0 0,-13-34-317 0 0,28 57 371 0 0,2-1 0 0 0,4-2-1 0 0,59 78 1 0 0,-34-54-1086 0 0,-38-44-4944 0 0,-6-7-1320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8.7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1 6913 0 0,'-26'555'133'0'0,"1"-32"2380"0"0,59 459-1238 0 0,-4-311-1277 0 0,-21 452 2010 0 0,1 77-77 0 0,-27 892 1961 0 0,23-557-2839 0 0,1-1282-3771 0 0,-7-204-3478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9.2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21 12899 0 0,'0'-1'67'0'0,"1"0"1"0"0,-1 0-1 0 0,1-1 0 0 0,-1 1 1 0 0,1 0-1 0 0,-1 0 1 0 0,1 0-1 0 0,0-1 0 0 0,0 1 1 0 0,-1 0-1 0 0,1 0 0 0 0,0 0 1 0 0,0 0-1 0 0,0 1 1 0 0,0-1-1 0 0,0 0 0 0 0,1 0 1 0 0,-1 0-98 0 0,0 1 1 0 0,0 0-1 0 0,0 0 0 0 0,0 0 1 0 0,0 0-1 0 0,0 0 0 0 0,0 0 1 0 0,0 0-1 0 0,-1 0 0 0 0,1 0 1 0 0,0 1-1 0 0,0-1 1 0 0,0 0-1 0 0,0 0 0 0 0,0 1 1 0 0,-1-1-1 0 0,1 1 0 0 0,0-1 1 0 0,0 1-1 0 0,-1-1 1 0 0,1 1-1 0 0,0-1 0 0 0,0 1 1 0 0,-1 0-1 0 0,1-1 0 0 0,-1 1 1 0 0,1 0-1 0 0,-1-1 0 0 0,2 2 1 0 0,1 3-112 0 0,0 1 1 0 0,-1-1 0 0 0,1 0-1 0 0,-1 1 1 0 0,0-1 0 0 0,0 1-1 0 0,-1-1 1 0 0,1 1 0 0 0,-1 0-1 0 0,0 9 1 0 0,1 66-733 0 0,-3-58 671 0 0,-19 357 303 0 0,5-169 68 0 0,-24 1160 1569 0 0,53 2 645 0 0,2-82 64 0 0,2 187-1404 0 0,-32 0-1577 0 0,10-1288-1435 0 0,2-103-3835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9.7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0 14283 0 0,'5'87'-189'0'0,"-6"102"1"0"0,-1-97 74 0 0,-5 281 13 0 0,3 616 40 0 0,118 890 1437 0 0,-54-1022-384 0 0,78 1545 2310 0 0,-112-1758-2790 0 0,-17-382-1854 0 0,1-3-3628 0 0,-4-160-840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0.2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0 14283 0 0,'14'36'556'0'0,"-2"50"-1661"0"0,2 153 1 0 0,-23 89 587 0 0,5-253 403 0 0,-31 1780-74 0 0,111 1182 3935 0 0,163-339-1976 0 0,-218-2547-7986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1.0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0 14283 0 0,'-2'15'76'0'0,"1"1"-1"0"0,1-1 0 0 0,0 1 1 0 0,1-1-1 0 0,0 0 1 0 0,2 1-1 0 0,5 23 1 0 0,1 2-195 0 0,104 792 63 0 0,-46-293 331 0 0,158 882 206 0 0,-136-891-386 0 0,202 1460 1752 0 0,-46-549-982 0 0,-220-1329-2315 0 0,1-6-4621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1.5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1 8290 0 0,'-14'936'2544'0'0,"11"618"360"0"0,82-302-732 0 0,-10-240-113 0 0,-47 5-768 0 0,-57 1112-1262 0 0,22-1803-1868 0 0,6-233-4441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2.1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14747 0 0,'20'487'976'0'0,"4"168"-384"0"0,-14 939-511 0 0,12-620-69 0 0,5 460 496 0 0,-39 802 1199 0 0,7-2053-2062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2.8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11 6449 0 0,'-9'-11'1698'0'0,"13"34"649"0"0,-1-3-1951 0 0,9 277 2816 0 0,-4-32-3695 0 0,-1-189 483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3.3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2 143 6913 0 0,'0'-1'57'0'0,"-1"-1"0"0"0,1 1 0 0 0,0-1-1 0 0,0 1 1 0 0,0-1 0 0 0,0 1 0 0 0,0-1-1 0 0,0 1 1 0 0,0-1 0 0 0,1 1 0 0 0,-1-1-1 0 0,1 1 1 0 0,-1-1 0 0 0,1 1-1 0 0,-1-1 1 0 0,1 1 0 0 0,0 0 0 0 0,0-1-1 0 0,1-1 1 0 0,22-31 292 0 0,-19 28-116 0 0,-1 0-40 0 0,1 0-1 0 0,0 1 1 0 0,0 0 0 0 0,0-1 0 0 0,1 2 0 0 0,0-1-1 0 0,0 1 1 0 0,0-1 0 0 0,0 2 0 0 0,1-1-1 0 0,-1 1 1 0 0,1 0 0 0 0,0 0 0 0 0,0 1 0 0 0,0 0-1 0 0,0 0 1 0 0,11-1 0 0 0,-11 3-75 0 0,-1 0 0 0 0,1 0 1 0 0,-1 0-1 0 0,1 1 0 0 0,-1 0 0 0 0,0 1 0 0 0,1-1 0 0 0,-1 1 1 0 0,0 0-1 0 0,0 1 0 0 0,0-1 0 0 0,0 1 0 0 0,0 1 1 0 0,-1-1-1 0 0,1 1 0 0 0,-1 0 0 0 0,0 0 0 0 0,0 0 0 0 0,-1 1 1 0 0,6 6-1 0 0,0 1-24 0 0,-1 1 1 0 0,0 0 0 0 0,-1 0-1 0 0,-1 1 1 0 0,0 0-1 0 0,-1 0 1 0 0,0 1 0 0 0,-1 0-1 0 0,-1 0 1 0 0,3 19-1 0 0,-2-3-152 0 0,-2 1 1 0 0,-2-1-1 0 0,0 0 0 0 0,-6 37 0 0 0,5-66 107 0 0,0 0 1 0 0,0 0 0 0 0,0 0 0 0 0,0 0-1 0 0,0 0 1 0 0,0 0 0 0 0,0 0 0 0 0,1 0-1 0 0,-1 0 1 0 0,2 3 0 0 0,-2-4-23 0 0,0-1 0 0 0,0 0-1 0 0,1 0 1 0 0,-1 1 0 0 0,0-1 0 0 0,0 0 0 0 0,1 1-1 0 0,-1-1 1 0 0,0 0 0 0 0,1 0 0 0 0,-1 0 0 0 0,0 1-1 0 0,1-1 1 0 0,-1 0 0 0 0,0 0 0 0 0,1 0 0 0 0,-1 0 0 0 0,0 0-1 0 0,1 1 1 0 0,-1-1 0 0 0,1 0 0 0 0,-1 0 0 0 0,0 0-1 0 0,1 0 1 0 0,-1 0 0 0 0,0 0 0 0 0,1 0 0 0 0,-1 0-1 0 0,1-1 1 0 0,-1 1 0 0 0,0 0 0 0 0,1 0 0 0 0,4-3 188 0 0,0 0 1 0 0,-1 0 0 0 0,1 0 0 0 0,-1 0 0 0 0,8-8-1 0 0,0 0-368 0 0,68-53-293 0 0,-48 41-306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3.7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 5985 0 0,'0'-1'96'0'0,"0"0"-1"0"0,0 1 1 0 0,0-1 0 0 0,0 1-1 0 0,0-1 1 0 0,0 0-1 0 0,0 1 1 0 0,0-1 0 0 0,1 1-1 0 0,-1-1 1 0 0,0 0-1 0 0,0 1 1 0 0,0-1-1 0 0,1 1 1 0 0,-1-1 0 0 0,0 1-1 0 0,1-1 1 0 0,-1 1-1 0 0,0-1 1 0 0,1 1 0 0 0,-1-1-1 0 0,1 1 1 0 0,-1 0-1 0 0,1-1 1 0 0,-1 1-1 0 0,1 0 1 0 0,-1-1 0 0 0,1 1-1 0 0,-1 0 1 0 0,1-1-1 0 0,-1 1 1 0 0,1 0 0 0 0,-1 0-1 0 0,1 0 1 0 0,0 0-1 0 0,-1 0 1 0 0,1 0-1 0 0,-1 0 1 0 0,1 0 0 0 0,0 0-1 0 0,0 0 1 0 0,1 0 39 0 0,-1 0 1 0 0,1 1 0 0 0,-1-1 0 0 0,1 0-1 0 0,-1 1 1 0 0,1 0 0 0 0,-1-1-1 0 0,0 1 1 0 0,1 0 0 0 0,-1 0-1 0 0,0-1 1 0 0,0 1 0 0 0,0 0 0 0 0,1 0-1 0 0,-1 1 1 0 0,1 0 0 0 0,6 13-34 0 0,0 0 0 0 0,-1 0 0 0 0,0 1 0 0 0,-2 0 1 0 0,0 0-1 0 0,0 0 0 0 0,-2 1 0 0 0,3 26 0 0 0,-2-14-610 0 0,15 48-1 0 0,-16-68 504 0 0,0 0 0 0 0,1-1 0 0 0,0 1-1 0 0,0-1 1 0 0,1 0 0 0 0,0 0 0 0 0,1-1 0 0 0,0 1-1 0 0,9 9 1 0 0,-6-10 23 0 0,-1 1 0 0 0,-1 0 0 0 0,0 0 0 0 0,13 19 0 0 0,-18-22-18 0 0,0-1 0 0 0,0 1 0 0 0,0 0 1 0 0,-1 0-1 0 0,0 0 0 0 0,1 0 0 0 0,-2 0 0 0 0,1 0 0 0 0,-1 0 0 0 0,1 0 0 0 0,-1 0 0 0 0,-1 0 0 0 0,0 6 0 0 0,-1 6-149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4.1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3 223 14283 0 0,'-1'0'50'0'0,"1"1"-1"0"0,0-1 1 0 0,-1 1-1 0 0,1 0 1 0 0,0-1 0 0 0,0 1-1 0 0,0-1 1 0 0,-1 1-1 0 0,1 0 1 0 0,0-1 0 0 0,0 1-1 0 0,0 0 1 0 0,0-1-1 0 0,0 1 1 0 0,0 0 0 0 0,0-1-1 0 0,0 1 1 0 0,1 0-1 0 0,-1-1 1 0 0,0 1 0 0 0,0 0-1 0 0,0-1 1 0 0,1 1-1 0 0,-1 0 1 0 0,0-1 0 0 0,1 1-1 0 0,-1-1 1 0 0,1 1-1 0 0,0 0 1 0 0,10 22 348 0 0,-9-19-185 0 0,1 1 1 0 0,0 0-1 0 0,0-1 0 0 0,0 0 1 0 0,1 0-1 0 0,-1 0 0 0 0,1 0 1 0 0,0-1-1 0 0,0 1 1 0 0,0-1-1 0 0,1 0 0 0 0,7 4 1 0 0,-8-5-241 0 0,-1-2 0 0 0,1 1 0 0 0,-1 0 0 0 0,1-1 0 0 0,-1 1 0 0 0,1-1 1 0 0,-1 0-1 0 0,1 0 0 0 0,-1-1 0 0 0,1 1 0 0 0,-1-1 0 0 0,1 1 0 0 0,-1-1 1 0 0,1 0-1 0 0,-1 0 0 0 0,0-1 0 0 0,1 1 0 0 0,-1-1 0 0 0,0 0 0 0 0,3-2 1 0 0,7-4-549 0 0,0-2 0 0 0,0 1 1 0 0,-1-2-1 0 0,0 1 1 0 0,15-20-1 0 0,45-68-2974 0 0,-48 64 1845 0 0,38-45 0 0 0,-60 78 1774 0 0,-1-1 1 0 0,0 1 0 0 0,1-1-1 0 0,-1 1 1 0 0,1 0 0 0 0,-1-1 0 0 0,1 1-1 0 0,-1 0 1 0 0,1 0 0 0 0,0 0-1 0 0,0 0 1 0 0,0 0 0 0 0,0 1-1 0 0,-1-1 1 0 0,5 0 0 0 0,-5 1 71 0 0,0 0 1 0 0,0 1-1 0 0,0-1 1 0 0,0 1-1 0 0,-1 0 0 0 0,1-1 1 0 0,0 1-1 0 0,0 0 1 0 0,0-1-1 0 0,0 1 1 0 0,-1 0-1 0 0,1 0 1 0 0,0 0-1 0 0,-1 0 1 0 0,1 0-1 0 0,-1 0 1 0 0,1 0-1 0 0,-1 0 1 0 0,1 0-1 0 0,-1 0 1 0 0,0 0-1 0 0,1 0 1 0 0,-1 0-1 0 0,0 0 0 0 0,0 0 1 0 0,0 0-1 0 0,0 0 1 0 0,0 0-1 0 0,0 2 1 0 0,15 126 4166 0 0,12 78-4299 0 0,-17-160-6306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4.4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0 275 5529 0 0,'8'-11'209'0'0,"-1"0"0"0"0,2 0 0 0 0,0 0 0 0 0,0 1 0 0 0,14-12 0 0 0,6-6 40 0 0,14-16-208 0 0,-23 25-44 0 0,-1 0 0 0 0,-1-1 0 0 0,27-40 1 0 0,-42 52-59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4.6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1 456 0 0,'-6'10'370'0'0,"1"1"0"0"0,0 1 0 0 0,1-1-1 0 0,0 1 1 0 0,0 0 0 0 0,2 0 0 0 0,-1 0 0 0 0,2 0-1 0 0,-1 13 1 0 0,1-20-218 0 0,1 1-1 0 0,0-1 0 0 0,0 0 1 0 0,0 1-1 0 0,1-1 1 0 0,0 0-1 0 0,0 0 0 0 0,0 1 1 0 0,1-1-1 0 0,-1 0 1 0 0,1 0-1 0 0,0-1 0 0 0,1 1 1 0 0,-1 0-1 0 0,1-1 0 0 0,0 1 1 0 0,0-1-1 0 0,6 6 1 0 0,0-2 156 0 0,1 0 0 0 0,0 0 1 0 0,1-1-1 0 0,0 0 0 0 0,0-1 0 0 0,18 8 1 0 0,-23-11-227 0 0,47 24 853 0 0,-51-25-978 0 0,1 0 0 0 0,0 0-1 0 0,0 0 1 0 0,-1 1 0 0 0,0-1-1 0 0,1 0 1 0 0,-1 1 0 0 0,0 0-1 0 0,0 0 1 0 0,0-1 0 0 0,-1 1 0 0 0,1 0-1 0 0,-1 0 1 0 0,3 6 0 0 0,-2 9-3385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5.1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59 10594 0 0,'-2'-8'808'0'0,"0"1"-1"0"0,0-1 1 0 0,-1 0-1 0 0,-1 1 1 0 0,-7-13-1 0 0,11 20-756 0 0,0 0 0 0 0,0 0 0 0 0,-1 0 0 0 0,1 0 0 0 0,0-1 0 0 0,0 1 0 0 0,-1 0 0 0 0,1 0 0 0 0,0 0 0 0 0,0 0 0 0 0,-1 0 0 0 0,1 0 0 0 0,0 0 0 0 0,0 0 0 0 0,-1 0 0 0 0,1 0 0 0 0,0 0 0 0 0,0 0 0 0 0,-1 0 0 0 0,1 0 0 0 0,0 1 0 0 0,0-1 0 0 0,-1 0 0 0 0,1 0-1 0 0,0 0 1 0 0,0 0 0 0 0,-1 0 0 0 0,1 0 0 0 0,0 1 0 0 0,0-1 0 0 0,0 0 0 0 0,0 0 0 0 0,-1 0 0 0 0,1 1 0 0 0,0-1 0 0 0,0 0 0 0 0,0 0 0 0 0,0 0 0 0 0,0 1 0 0 0,-1-1 0 0 0,1 0 0 0 0,0 0 0 0 0,0 1 0 0 0,0-1 0 0 0,0 0 0 0 0,0 0 0 0 0,0 1 0 0 0,0-1 0 0 0,0 0 0 0 0,0 0 0 0 0,0 1 0 0 0,0-1 0 0 0,0 0 0 0 0,0 0-1 0 0,0 1 1 0 0,1-1 0 0 0,-5 19 453 0 0,0 3-434 0 0,2 0 0 0 0,1 0-1 0 0,1 0 1 0 0,1 0 0 0 0,1 0 0 0 0,0 0 0 0 0,2-1 0 0 0,10 34-1 0 0,-11-47-161 0 0,0 1 0 0 0,1-1-1 0 0,0 0 1 0 0,0 0 0 0 0,1 0 0 0 0,0-1-1 0 0,0 0 1 0 0,1 0 0 0 0,0 0-1 0 0,9 8 1 0 0,-10-11-46 0 0,1 0 0 0 0,0 0-1 0 0,0-1 1 0 0,0 0 0 0 0,0 0 0 0 0,1 0 0 0 0,-1-1 0 0 0,1 0-1 0 0,-1 0 1 0 0,1 0 0 0 0,0-1 0 0 0,0 0 0 0 0,0-1 0 0 0,-1 1-1 0 0,9-2 1 0 0,-9 1-79 0 0,0-1-1 0 0,0 0 1 0 0,-1 0 0 0 0,1-1 0 0 0,0 0-1 0 0,0 0 1 0 0,-1 0 0 0 0,1 0-1 0 0,-1-1 1 0 0,8-5 0 0 0,-12 7 191 0 0,0 0 1 0 0,1 0 0 0 0,-1 0 0 0 0,0 0 0 0 0,0 0 0 0 0,1 0 0 0 0,-1 0 0 0 0,0 0 0 0 0,0-1 0 0 0,0 1 0 0 0,0 0 0 0 0,-1-1 0 0 0,1 1-1 0 0,0-1 1 0 0,-1 1 0 0 0,1-1 0 0 0,0 1 0 0 0,-1-1 0 0 0,0 1 0 0 0,1-1 0 0 0,-1 0 0 0 0,0 1 0 0 0,0-1 0 0 0,0 0 0 0 0,0 1-1 0 0,0-1 1 0 0,0 1 0 0 0,-1-1 0 0 0,1 0 0 0 0,0 1 0 0 0,-1-1 0 0 0,1 1 0 0 0,-1-1 0 0 0,0 1 0 0 0,1-1 0 0 0,-1 1 0 0 0,0 0 0 0 0,0-1-1 0 0,0 1 1 0 0,0 0 0 0 0,0-1 0 0 0,0 1 0 0 0,-2-1 0 0 0,0 0 121 0 0,1-1-1 0 0,-1 1 1 0 0,0 0 0 0 0,0 1 0 0 0,0-1-1 0 0,0 0 1 0 0,0 1 0 0 0,-1 0-1 0 0,1 0 1 0 0,0 0 0 0 0,-1 0-1 0 0,1 0 1 0 0,0 1 0 0 0,-1-1 0 0 0,1 1-1 0 0,-1 0 1 0 0,1 0 0 0 0,-1 0-1 0 0,1 1 1 0 0,-1-1 0 0 0,1 1 0 0 0,-7 2-1 0 0,-32 14-382 0 0,9 8-3659 0 0,18-6-665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39 187 6737 0 0,'-28'9'724'0'0,"18"-13"271"0"0,10 3-910 0 0,0 1-1 0 0,0-1 1 0 0,0 0-1 0 0,0 0 1 0 0,0 1-1 0 0,0-1 1 0 0,0 0 0 0 0,0 0-1 0 0,0 1 1 0 0,1-1-1 0 0,-1 0 1 0 0,0 0-1 0 0,0 1 1 0 0,1-1 0 0 0,-1 0-1 0 0,0 1 1 0 0,1-1-1 0 0,-1 0 1 0 0,1 0 0 0 0,12-14 127 0 0,0 0 0 0 0,1 1 0 0 0,0 0 0 0 0,1 1 0 0 0,1 1 0 0 0,25-16 0 0 0,-16 11 23 0 0,-14 9-166 0 0,37-23 272 0 0,-46 29-304 0 0,1 1-1 0 0,-1 0 1 0 0,1 0-1 0 0,0 0 1 0 0,-1 0-1 0 0,1 0 1 0 0,0 0 0 0 0,0 1-1 0 0,0 0 1 0 0,-1-1-1 0 0,1 1 1 0 0,0 0-1 0 0,0 0 1 0 0,0 0 0 0 0,0 1-1 0 0,3 0 1 0 0,-4 0-9 0 0,0 0 1 0 0,-1 1 0 0 0,1-1-1 0 0,0 0 1 0 0,-1 1 0 0 0,1-1-1 0 0,-1 1 1 0 0,1 0 0 0 0,-1-1-1 0 0,0 1 1 0 0,1 0-1 0 0,-1 0 1 0 0,0 0 0 0 0,0 0-1 0 0,-1 0 1 0 0,1 0 0 0 0,0 0-1 0 0,-1 0 1 0 0,1 0 0 0 0,-1 0-1 0 0,0 0 1 0 0,1 0 0 0 0,-1 1-1 0 0,-1 3 1 0 0,2 7 159 0 0,-2 1 1 0 0,-3 21 0 0 0,3-30-106 0 0,-4 32 1 0 0,-20 173 923 0 0,21-157-772 0 0,2 0-1 0 0,7 54 1 0 0,5-52-1381 0 0,-3-29-4205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5.8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58 205 10194 0 0,'-54'-8'1019'0'0,"53"8"-991"0"0,1-1 1 0 0,0 1-1 0 0,-1-1 1 0 0,1 1-1 0 0,0-1 0 0 0,-1 1 1 0 0,1-1-1 0 0,0 0 1 0 0,0 1-1 0 0,0-1 0 0 0,-1 1 1 0 0,1-1-1 0 0,0 0 1 0 0,0 1-1 0 0,0-1 0 0 0,0 0 1 0 0,0 1-1 0 0,0-1 1 0 0,0 1-1 0 0,0-1 0 0 0,0 0 1 0 0,1 1-1 0 0,-1-1 1 0 0,0 0-1 0 0,0 1 0 0 0,0-1 1 0 0,1 1-1 0 0,-1-2 1 0 0,9-17 1025 0 0,-3 9-742 0 0,1 0 0 0 0,1 1 0 0 0,-1 0 0 0 0,2 0 0 0 0,-1 1 0 0 0,1 0 0 0 0,19-13 0 0 0,5 0-531 0 0,38-18 1 0 0,-38 23-5170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6.2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23 252 5529 0 0,'-3'-4'108'0'0,"0"0"0"0"0,1 0-1 0 0,-1 0 1 0 0,1 0 0 0 0,1 0 0 0 0,-1 0-1 0 0,0-1 1 0 0,1 1 0 0 0,0-1 0 0 0,0 1-1 0 0,0-1 1 0 0,1 1 0 0 0,-1-1-1 0 0,1 1 1 0 0,0-1 0 0 0,1 0 0 0 0,-1 1-1 0 0,1-1 1 0 0,-1 1 0 0 0,2-1 0 0 0,0-4-1 0 0,2-3 522 0 0,-1 0-1 0 0,2 0 1 0 0,-1 1-1 0 0,2 0 1 0 0,-1 0-1 0 0,13-18 1 0 0,-13 23-374 0 0,-1 1 0 0 0,0 0 1 0 0,1 1-1 0 0,0-1 0 0 0,0 1 1 0 0,0 0-1 0 0,1 0 1 0 0,-1 1-1 0 0,8-4 0 0 0,-12 6-238 0 0,1 1-1 0 0,0-1 0 0 0,-1 0 1 0 0,1 1-1 0 0,0-1 0 0 0,0 1 1 0 0,-1-1-1 0 0,1 1 0 0 0,0 0 1 0 0,0 0-1 0 0,0 0 0 0 0,0 0 1 0 0,-1 0-1 0 0,1 0 0 0 0,0 1 1 0 0,0-1-1 0 0,0 0 0 0 0,-1 1 1 0 0,1 0-1 0 0,0-1 0 0 0,0 1 1 0 0,-1 0-1 0 0,1 0 0 0 0,-1 0 1 0 0,1 0-1 0 0,-1 0 0 0 0,1 0 1 0 0,-1 0-1 0 0,0 0 0 0 0,1 1 1 0 0,-1-1-1 0 0,0 1 0 0 0,0-1 1 0 0,0 1-1 0 0,0-1 0 0 0,1 4 1 0 0,4 7-284 0 0,-1 1 1 0 0,0 0 0 0 0,-1 0-1 0 0,0 1 1 0 0,2 23 0 0 0,3 75-1157 0 0,-4-25 171 0 0,-1-57 915 0 0,0-1 0 0 0,14 46 1 0 0,-15-67 352 0 0,0 1 0 0 0,0-1 1 0 0,0 0-1 0 0,1-1 1 0 0,0 1-1 0 0,0-1 1 0 0,1 1-1 0 0,0-1 0 0 0,1-1 1 0 0,-1 1-1 0 0,1-1 1 0 0,0 0-1 0 0,12 9 1 0 0,-15-13 124 0 0,0 0 1 0 0,1-1 0 0 0,-1 1 0 0 0,0-1-1 0 0,1 1 1 0 0,-1-1 0 0 0,1 0 0 0 0,-1-1 0 0 0,1 1-1 0 0,0 0 1 0 0,-1-1 0 0 0,1 0 0 0 0,0 0 0 0 0,-1 0-1 0 0,1 0 1 0 0,-1-1 0 0 0,1 0 0 0 0,0 1-1 0 0,5-3 1 0 0,-3 0 122 0 0,-1 1-1 0 0,0-1 1 0 0,1 0-1 0 0,-2 0 1 0 0,1-1-1 0 0,0 1 1 0 0,-1-1 0 0 0,1 0-1 0 0,-1-1 1 0 0,0 1-1 0 0,6-9 1 0 0,-6 7-19 0 0,0 0 1 0 0,-1 0-1 0 0,0-1 1 0 0,0 0-1 0 0,0 1 1 0 0,-1-1-1 0 0,1 0 1 0 0,-2 0-1 0 0,3-12 0 0 0,-4 15-203 0 0,0-1 0 0 0,1 1 0 0 0,-2 0 0 0 0,1-1 0 0 0,0 1 0 0 0,-1 0 0 0 0,0 0 0 0 0,0 0 0 0 0,0-1 0 0 0,0 1 0 0 0,-1 0 0 0 0,0 0 0 0 0,1 1 0 0 0,-2-1 0 0 0,1 0 0 0 0,-4-4 0 0 0,1 2-60 0 0,-1 0 0 0 0,0 0-1 0 0,0 1 1 0 0,0 0 0 0 0,-1 0 0 0 0,1 1 0 0 0,-11-5 0 0 0,9 5-1041 0 0,1 1 0 0 0,-1 0-1 0 0,1 1 1 0 0,-11-2-1 0 0,-17 0-5010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9.1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0 939 5985 0 0,'0'1'623'0'0,"4"2"-257"0"0,0-1 0 0 0,0 1 0 0 0,0 0-1 0 0,0-1 1 0 0,0 0 0 0 0,1 0 0 0 0,-1 0 0 0 0,0 0 0 0 0,1-1 0 0 0,0 0-1 0 0,-1 1 1 0 0,1-2 0 0 0,6 1 0 0 0,8 1 133 0 0,37-4 1 0 0,-47 2-298 0 0,77-9 790 0 0,133-31 1 0 0,-79 11-659 0 0,413-90 361 0 0,-66 12-389 0 0,1334-191 1335 0 0,280 88 319 0 0,-492 140-1992 0 0,-684 36-388 0 0,962-15-847 0 0,-631 59-2412 0 0,-673 0-405 0 0,-413-9 139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0.0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269 631 5065 0 0,'-92'48'1572'0'0,"56"-31"-1114"0"0,1 2-1 0 0,-61 43 1 0 0,96-62-454 0 0,-1 1-1 0 0,0-1 1 0 0,1 0 0 0 0,-1 1 0 0 0,1-1 0 0 0,-1 0-1 0 0,1 1 1 0 0,-1-1 0 0 0,1 1 0 0 0,-1-1 0 0 0,1 1 0 0 0,0-1-1 0 0,-1 1 1 0 0,1-1 0 0 0,0 1 0 0 0,-1-1 0 0 0,1 1 0 0 0,0-1-1 0 0,0 1 1 0 0,-1 0 0 0 0,1-1 0 0 0,0 1 0 0 0,0-1 0 0 0,0 1-1 0 0,0 0 1 0 0,0-1 0 0 0,0 2 0 0 0,14 3-45 0 0,27-8-301 0 0,305-81-1888 0 0,-97 19 2072 0 0,-76 26 335 0 0,290-59 1503 0 0,-122 36-518 0 0,614-98 570 0 0,915-31-1383 0 0,8 96 583 0 0,1346 102 1045 0 0,-2061 41-3956 0 0,-1000-41-899 0 0,-1 1-795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0.6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54 247 6913 0 0,'-12'-1'325'0'0,"6"1"-304"0"0,1 0 0 0 0,0 0 0 0 0,-1 0 0 0 0,1 1 0 0 0,-9 1 0 0 0,54 5 250 0 0,54-9 1014 0 0,162-25 0 0 0,-32 2-581 0 0,-78 14-244 0 0,310-17 1144 0 0,330 0 1705 0 0,224 17-798 0 0,264-7-1173 0 0,-334-18-869 0 0,432-13-352 0 0,0 29-791 0 0,8 34-1085 0 0,-4 46-3910 0 0,-1199-48 968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1.3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82 446 5529 0 0,'-24'3'350'0'0,"14"-2"-234"0"0,-1 0 0 0 0,1 1 0 0 0,-17 5 0 0 0,28-7-97 0 0,-1 0-1 0 0,0 0 1 0 0,0 0 0 0 0,0 0 0 0 0,0 0 0 0 0,0 0 0 0 0,0 0 0 0 0,1 0 0 0 0,-1 0-1 0 0,0 0 1 0 0,0 0 0 0 0,0 0 0 0 0,0 0 0 0 0,0 0 0 0 0,0 0 0 0 0,0 0-1 0 0,1 0 1 0 0,-1 0 0 0 0,0 0 0 0 0,0 0 0 0 0,0 0 0 0 0,0 1 0 0 0,0-1 0 0 0,0 0-1 0 0,0 0 1 0 0,0 0 0 0 0,0 0 0 0 0,1 0 0 0 0,-1 0 0 0 0,0 0 0 0 0,0 0-1 0 0,0 1 1 0 0,0-1 0 0 0,0 0 0 0 0,0 0 0 0 0,0 0 0 0 0,0 0 0 0 0,0 0 0 0 0,0 0-1 0 0,0 1 1 0 0,0-1 0 0 0,0 0 0 0 0,0 0 0 0 0,0 0 0 0 0,0 0 0 0 0,0 0 0 0 0,0 0-1 0 0,0 1 1 0 0,0-1 0 0 0,0 0 0 0 0,-1 0 0 0 0,1 0 0 0 0,0 0 0 0 0,0 0-1 0 0,0 0 1 0 0,0 0 0 0 0,0 1 0 0 0,0-1 0 0 0,0 0 0 0 0,0 0 0 0 0,-1 0 0 0 0,15 3 438 0 0,9-4-71 0 0,1-1 1 0 0,0-1 0 0 0,28-7 0 0 0,4 0 98 0 0,387-67 2349 0 0,125-19-1126 0 0,-358 65-1521 0 0,1006-124-64 0 0,-41 93 155 0 0,2 47 501 0 0,-871 13-519 0 0,2181 0 1325 0 0,-1339 3-1137 0 0,-324-3-1473 0 0,1461 18-6287 0 0,-2106-11 3054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1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1 369 5529 0 0,'646'-77'5029'0'0,"326"-20"-2025"0"0,1184-24 25 0 0,-2097 118-2944 0 0,3006-68 3090 0 0,-967 74-3025 0 0,-1200 12-6075 0 0,-612-8-133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3.3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82 8290 0 0,'3'-4'307'0'0,"0"-1"0"0"0,1 1 1 0 0,0 0-1 0 0,-1 0 0 0 0,1 0 1 0 0,1 0-1 0 0,-1 0 0 0 0,9-5 1 0 0,41-20 893 0 0,-52 27-1143 0 0,0 1 0 0 0,1 0 0 0 0,-1 0 0 0 0,1 0 0 0 0,-1 0 0 0 0,1 0 0 0 0,-1 0-1 0 0,1 1 1 0 0,-1-1 0 0 0,1 1 0 0 0,0 0 0 0 0,-1 0 0 0 0,1 0 0 0 0,0 0 0 0 0,-1 0 0 0 0,1 1 0 0 0,0-1-1 0 0,-1 1 1 0 0,1 0 0 0 0,4 1 0 0 0,-4 0-51 0 0,-1 0 0 0 0,0 1 0 0 0,0-1 0 0 0,0 0 0 0 0,0 1 0 0 0,-1-1 0 0 0,1 1 0 0 0,0-1 0 0 0,-1 1 1 0 0,0 0-1 0 0,0-1 0 0 0,0 1 0 0 0,0 0 0 0 0,0 0 0 0 0,0 0 0 0 0,-1 0 0 0 0,1 0 0 0 0,-1 4 0 0 0,2 12-197 0 0,-2-1-1 0 0,0 0 1 0 0,0 1-1 0 0,-7 31 1 0 0,-21 73-648 0 0,16-79 725 0 0,-9 61-1 0 0,21-103 178 0 0,-1-1-1 0 0,1 1 0 0 0,-1 0 1 0 0,1 0-1 0 0,0-1 0 0 0,0 1 0 0 0,0 0 1 0 0,0 0-1 0 0,0-1 0 0 0,0 1 0 0 0,1 0 1 0 0,-1 0-1 0 0,0-1 0 0 0,1 1 0 0 0,-1 0 1 0 0,1-1-1 0 0,0 1 0 0 0,0-1 0 0 0,0 1 1 0 0,0 0-1 0 0,0-1 0 0 0,0 0 0 0 0,0 1 1 0 0,0-1-1 0 0,0 0 0 0 0,0 1 0 0 0,1-1 1 0 0,-1 0-1 0 0,1 0 0 0 0,-1 0 0 0 0,1 0 1 0 0,-1-1-1 0 0,1 1 0 0 0,-1 0 1 0 0,1 0-1 0 0,0-1 0 0 0,-1 1 0 0 0,1-1 1 0 0,0 0-1 0 0,0 0 0 0 0,-1 1 0 0 0,1-1 1 0 0,0 0-1 0 0,0 0 0 0 0,0 0 0 0 0,-1-1 1 0 0,3 1-1 0 0,7-2 330 0 0,-1 0 0 0 0,0-1 1 0 0,0 0-1 0 0,0 0 0 0 0,-1-1 0 0 0,17-8 1 0 0,57-40 541 0 0,17-9-1646 0 0,-70 46-249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3.7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6 146 5065 0 0,'-1'0'81'0'0,"0"-1"-1"0"0,1 0 1 0 0,-1 0-1 0 0,1 0 0 0 0,-1 1 1 0 0,1-1-1 0 0,0 0 1 0 0,-1 0-1 0 0,1 0 1 0 0,0 0-1 0 0,0 0 1 0 0,-1 0-1 0 0,1 0 1 0 0,0 0-1 0 0,0 0 1 0 0,0 0-1 0 0,0 0 1 0 0,0 0-1 0 0,0 0 1 0 0,1 1-1 0 0,-1-1 1 0 0,0-1-1 0 0,13-26 1830 0 0,24-18 1011 0 0,-31 39-2447 0 0,0 0 0 0 0,0 1 0 0 0,1 0 0 0 0,0 1 0 0 0,14-10 1 0 0,-20 14-418 0 0,1 1 0 0 0,-1-1 0 0 0,0 1 0 0 0,0-1 0 0 0,0 1 0 0 0,0-1-1 0 0,1 1 1 0 0,-1 0 0 0 0,0 0 0 0 0,1 0 0 0 0,-1 0 0 0 0,0 0 0 0 0,0 0 0 0 0,1 0 0 0 0,-1 0 0 0 0,0 0 0 0 0,0 0 0 0 0,1 1 0 0 0,-1-1 0 0 0,1 1 0 0 0,0 0-17 0 0,-1 1 0 0 0,1-1 0 0 0,-1 0 0 0 0,0 1 0 0 0,1-1 0 0 0,-1 1 0 0 0,0-1 0 0 0,0 1 0 0 0,0 0 0 0 0,0-1 0 0 0,-1 1 0 0 0,1 0 0 0 0,0 0 0 0 0,-1 0 0 0 0,1 0 0 0 0,-1-1 0 0 0,0 1 0 0 0,1 2 0 0 0,0 13 170 0 0,0 0 0 0 0,-1-1 0 0 0,0 1 0 0 0,-2 0 0 0 0,-3 16 0 0 0,3-18-105 0 0,0 0-1 0 0,0 0 1 0 0,2 0-1 0 0,0 0 1 0 0,0 0-1 0 0,4 22 1 0 0,-3-36-99 0 0,-1 1 0 0 0,1 0 0 0 0,-1 0 0 0 0,1 0 0 0 0,0 0 0 0 0,0-1 0 0 0,0 1-1 0 0,0 0 1 0 0,0-1 0 0 0,0 1 0 0 0,0-1 0 0 0,0 1 0 0 0,1-1 0 0 0,-1 1 0 0 0,0-1 0 0 0,1 0 0 0 0,-1 0 0 0 0,1 0 0 0 0,0 0 0 0 0,3 2 0 0 0,0-1 5 0 0,0-1 0 0 0,1 0 1 0 0,-1 0-1 0 0,0 0 1 0 0,10 0-1 0 0,-11-1 11 0 0,0 0 1 0 0,-1 0-1 0 0,1 0 0 0 0,0 1 1 0 0,-1-1-1 0 0,1 1 0 0 0,0 0 1 0 0,-1 0-1 0 0,1 0 0 0 0,-1 1 1 0 0,0-1-1 0 0,1 1 0 0 0,-1 0 1 0 0,4 3-1 0 0,-5-3-15 0 0,-1 0 1 0 0,1 0-1 0 0,-1 0 0 0 0,0 0 1 0 0,0 1-1 0 0,0-1 1 0 0,-1 0-1 0 0,1 1 0 0 0,0-1 1 0 0,-1 1-1 0 0,1-1 0 0 0,-1 1 1 0 0,0-1-1 0 0,0 1 0 0 0,0-1 1 0 0,0 1-1 0 0,-1-1 0 0 0,1 0 1 0 0,-2 5-1 0 0,-15 47-167 0 0,16-50 142 0 0,-38 86-2785 0 0,21-56-3125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4.2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8 304 3225 0 0,'-7'-9'11431'0'0,"11"10"-10824"0"0,3 3-465 0 0,1-1 1 0 0,1 0-1 0 0,-1-1 0 0 0,0 1 0 0 0,0-2 0 0 0,1 1 0 0 0,-1-1 0 0 0,1-1 0 0 0,0 1 1 0 0,-1-2-1 0 0,1 1 0 0 0,-1-1 0 0 0,1 0 0 0 0,-1-1 0 0 0,1 0 0 0 0,-1 0 0 0 0,9-4 1 0 0,-9 2-395 0 0,0 0 1 0 0,0 0-1 0 0,0-1 1 0 0,-1 0-1 0 0,1 0 1 0 0,-1-1-1 0 0,-1 0 1 0 0,1 0-1 0 0,-1-1 1 0 0,0 1 0 0 0,-1-2-1 0 0,1 1 1 0 0,-2 0-1 0 0,1-1 1 0 0,-1 0-1 0 0,7-16 1 0 0,-2 0-1581 0 0,-1-1 1 0 0,-2 1-1 0 0,0-1 1 0 0,3-38-1 0 0,-17 44 7678 0 0,5 33-2366 0 0,1 39-166 0 0,7 72-1 0 0,34 142-2701 0 0,-29-224-2115 0 0,1 0-5473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4.7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10 306 10594 0 0,'-1'0'30'0'0,"1"0"-1"0"0,0 0 0 0 0,-1 0 0 0 0,1 0 1 0 0,0 0-1 0 0,-1 0 0 0 0,1-1 1 0 0,-1 1-1 0 0,1 0 0 0 0,0 0 0 0 0,-1 0 1 0 0,1 0-1 0 0,0 0 0 0 0,-1-1 1 0 0,1 1-1 0 0,0 0 0 0 0,-1 0 0 0 0,1 0 1 0 0,0-1-1 0 0,0 1 0 0 0,-1 0 1 0 0,1 0-1 0 0,0-1 0 0 0,0 1 0 0 0,0 0 1 0 0,-1-1-1 0 0,1 1 0 0 0,0 0 1 0 0,0-1-1 0 0,0 1 0 0 0,0 0 0 0 0,0-1 1 0 0,-1 1-1 0 0,1 0 0 0 0,0-1 1 0 0,0 1-1 0 0,0-1 0 0 0,0 1 0 0 0,0 0 1 0 0,0-1-1 0 0,0 1 0 0 0,0 0 1 0 0,0-1-1 0 0,1 1 0 0 0,-1 0 0 0 0,0-1 1 0 0,0 1-1 0 0,0 0 0 0 0,0-1 1 0 0,0 1-1 0 0,1 0 0 0 0,-1-1 0 0 0,1 0 1 0 0,12-23 687 0 0,-9 19-447 0 0,28-45 321 0 0,51-59 0 0 0,5 12-7720 0 0,-82 92 6525 0 0,-15 15 437 0 0,-17 18 111 0 0,5-11-166 0 0,2 1 0 0 0,-32 36 0 0 0,45-47 482 0 0,1 0 0 0 0,0 1 0 0 0,0-1-1 0 0,1 1 1 0 0,0 0 0 0 0,0 0 0 0 0,0 1 0 0 0,1-1 0 0 0,1 1 0 0 0,0-1 0 0 0,0 1 0 0 0,-1 10 0 0 0,3-16-4 0 0,0 0 0 0 0,1 0-1 0 0,-1 0 1 0 0,1 1 0 0 0,0-1 0 0 0,0 0 0 0 0,0 0 0 0 0,0 0 0 0 0,0 0-1 0 0,1 0 1 0 0,-1 0 0 0 0,1 0 0 0 0,3 4 0 0 0,35 36 1807 0 0,-11-12-939 0 0,-23-23-952 0 0,0 0 0 0 0,-1 0 0 0 0,0 1 0 0 0,-1 0 0 0 0,0 0 0 0 0,0 0 0 0 0,-1 0 0 0 0,0 0 0 0 0,0 1 0 0 0,-1-1 0 0 0,-1 1 0 0 0,1 0 0 0 0,-1 12-1 0 0,-2-9-357 0 0,-1 1 0 0 0,1-1 0 0 0,-2 0 0 0 0,0 0 0 0 0,-1 0-1 0 0,0 0 1 0 0,-1-1 0 0 0,0 0 0 0 0,-9 15 0 0 0,0-3-5749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5.5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1 6913 0 0,'-5'4'567'0'0,"1"1"0"0"0,-1 0 0 0 0,1 0 0 0 0,0 0-1 0 0,0 1 1 0 0,0 0 0 0 0,1 0 0 0 0,0-1 0 0 0,0 2-1 0 0,-3 8 1 0 0,4-10-280 0 0,-4 9 194 0 0,1 2 0 0 0,0-1 0 0 0,1 0 0 0 0,1 1 0 0 0,0 0 1 0 0,2 0-1 0 0,-1 0 0 0 0,2 0 0 0 0,2 23 0 0 0,-2-32-465 0 0,1 0 1 0 0,0 0-1 0 0,0 0 1 0 0,1 1-1 0 0,0-1 1 0 0,0 0-1 0 0,1-1 0 0 0,0 1 1 0 0,0 0-1 0 0,0-1 1 0 0,1 0-1 0 0,0 0 1 0 0,0 0-1 0 0,1 0 0 0 0,0 0 1 0 0,0-1-1 0 0,0 0 1 0 0,0 0-1 0 0,1 0 1 0 0,0-1-1 0 0,0 0 1 0 0,12 6-1 0 0,-15-8-90 0 0,1-1-1 0 0,-1 0 1 0 0,1 0 0 0 0,0 0-1 0 0,0 0 1 0 0,-1 0 0 0 0,1-1-1 0 0,0 0 1 0 0,0 1-1 0 0,0-2 1 0 0,-1 1 0 0 0,1 0-1 0 0,0-1 1 0 0,0 1 0 0 0,0-1-1 0 0,-1 0 1 0 0,1 0 0 0 0,5-3-1 0 0,-5 1-105 0 0,1 0 0 0 0,-1 0 0 0 0,1 0 0 0 0,-1 0 0 0 0,0-1 0 0 0,0 0 0 0 0,0 0 0 0 0,-1 0 0 0 0,1 0 0 0 0,-1 0 0 0 0,0-1 0 0 0,2-5 0 0 0,-1 4 173 0 0,-1 0 0 0 0,-1 0 1 0 0,1 0-1 0 0,-1-1 0 0 0,0 1 1 0 0,0 0-1 0 0,-1-1 0 0 0,0 0 1 0 0,0 1-1 0 0,-1-1 1 0 0,1 0-1 0 0,-2 1 0 0 0,1-1 1 0 0,-1 0-1 0 0,0 1 0 0 0,0-1 1 0 0,0 1-1 0 0,-1-1 0 0 0,0 1 1 0 0,-1 0-1 0 0,-5-12 0 0 0,7 17 28 0 0,1 1-1 0 0,-1-1 0 0 0,1 0 0 0 0,-1 0 0 0 0,0 1 0 0 0,0-1 0 0 0,1 0 0 0 0,-1 1 0 0 0,0-1 0 0 0,0 0 0 0 0,0 1 0 0 0,0-1 0 0 0,0 1 0 0 0,0-1 0 0 0,0 1 0 0 0,0 0 0 0 0,0 0 0 0 0,0-1 0 0 0,0 1 0 0 0,0 0 0 0 0,0 0 0 0 0,0 0 0 0 0,0 0 0 0 0,0 0 0 0 0,0 0 0 0 0,0 0 0 0 0,0 0 0 0 0,0 0 0 0 0,0 1 0 0 0,0-1 0 0 0,0 0 0 0 0,0 1 0 0 0,-1 0 0 0 0,-2 1-217 0 0,1 0 0 0 0,0 0 0 0 0,0 0 0 0 0,-1 1 0 0 0,1-1 0 0 0,1 1-1 0 0,-5 4 1 0 0,-7 9-4805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6.0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 90 5529 0 0,'-1'0'204'0'0,"1"0"0"0"0,-1 0 0 0 0,0 1-1 0 0,0-1 1 0 0,1 0 0 0 0,-1 0 0 0 0,0 0-1 0 0,0 0 1 0 0,1 0 0 0 0,-1 0 0 0 0,0 0 0 0 0,0-1-1 0 0,1 1 1 0 0,-1 0 0 0 0,0 0 0 0 0,1-1 0 0 0,-1 1-1 0 0,0 0 1 0 0,1-1 0 0 0,-1 1 0 0 0,0 0 0 0 0,1-1-1 0 0,-1 1 1 0 0,1-1 0 0 0,-1 1 0 0 0,1-1-1 0 0,-1 0 1 0 0,1 1 0 0 0,-1-1 0 0 0,0-1 0 0 0,1 1-38 0 0,1 0 1 0 0,-1-1 0 0 0,0 1 0 0 0,1 0 0 0 0,-1 0 0 0 0,1-1 0 0 0,0 1 0 0 0,-1 0-1 0 0,1 0 1 0 0,0 0 0 0 0,0 0 0 0 0,-1 0 0 0 0,1 0 0 0 0,0 0 0 0 0,2-1-1 0 0,45-37 1071 0 0,-46 38-1031 0 0,1-2-100 0 0,1 1-1 0 0,-1-1 0 0 0,1 1 1 0 0,-1 0-1 0 0,1 1 1 0 0,0-1-1 0 0,0 0 0 0 0,0 1 1 0 0,0 0-1 0 0,0 0 0 0 0,0 0 1 0 0,0 1-1 0 0,6-1 0 0 0,-8 2-48 0 0,0-1 0 0 0,1 1 0 0 0,-1-1-1 0 0,0 1 1 0 0,1 0 0 0 0,-1 0 0 0 0,0 0-1 0 0,0 0 1 0 0,0 0 0 0 0,0 1 0 0 0,0-1-1 0 0,0 1 1 0 0,0-1 0 0 0,0 1-1 0 0,-1 0 1 0 0,1 0 0 0 0,-1 0 0 0 0,1 0-1 0 0,-1 0 1 0 0,0 0 0 0 0,1 0 0 0 0,-1 0-1 0 0,1 4 1 0 0,10 25 240 0 0,-2-1 1 0 0,-1 1-1 0 0,8 54 0 0 0,11 44-2445 0 0,-21-107-982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6.2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6 298 920 0 0,'-1'-2'212'0'0,"0"0"-1"0"0,0 0 0 0 0,0 0 1 0 0,1-1-1 0 0,-1 1 0 0 0,1 0 1 0 0,0-1-1 0 0,-1 1 0 0 0,1 0 1 0 0,0-1-1 0 0,0 1 0 0 0,0-1 1 0 0,1 1-1 0 0,-1 0 0 0 0,1-1 1 0 0,-1 1-1 0 0,2-3 0 0 0,13-41 2026 0 0,-7 29-1609 0 0,1 1-1 0 0,1 0 0 0 0,0 0 0 0 0,1 1 1 0 0,1 1-1 0 0,16-17 0 0 0,47-36-969 0 0,-56 51-3618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6.7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122 186 10594 0 0,'-6'0'159'0'0,"0"-1"0"0"0,1 0 0 0 0,-1 0 0 0 0,0-1 0 0 0,1 1 0 0 0,-1-1 0 0 0,1-1 0 0 0,-1 1 0 0 0,1-1-1 0 0,0 0 1 0 0,0 0 0 0 0,0 0 0 0 0,1-1 0 0 0,-1 0 0 0 0,1 0 0 0 0,-1 0 0 0 0,1 0 0 0 0,1 0 0 0 0,-1-1 0 0 0,-4-7 0 0 0,7 9-103 0 0,-1 1 1 0 0,0-1 0 0 0,1 0 0 0 0,-1 0 0 0 0,1 0 0 0 0,0 0 0 0 0,0-1-1 0 0,0 1 1 0 0,1 0 0 0 0,-1 0 0 0 0,1-1 0 0 0,-1 1 0 0 0,1 0 0 0 0,0-1 0 0 0,0 1-1 0 0,1 0 1 0 0,-1-1 0 0 0,1 1 0 0 0,0 0 0 0 0,0 0 0 0 0,0-1 0 0 0,0 1-1 0 0,0 0 1 0 0,1 0 0 0 0,-1 0 0 0 0,1 1 0 0 0,0-1 0 0 0,0 0 0 0 0,0 0-1 0 0,0 1 1 0 0,0-1 0 0 0,1 1 0 0 0,-1 0 0 0 0,1 0 0 0 0,-1 0 0 0 0,6-3-1 0 0,-7 4-55 0 0,1 0-1 0 0,-1 0 1 0 0,0 0-1 0 0,0 1 0 0 0,1-1 1 0 0,-1 0-1 0 0,0 1 0 0 0,1-1 1 0 0,-1 1-1 0 0,1 0 1 0 0,-1-1-1 0 0,1 1 0 0 0,-1 0 1 0 0,1 0-1 0 0,-1 0 1 0 0,1 0-1 0 0,-1 0 0 0 0,1 0 1 0 0,-1 0-1 0 0,0 0 0 0 0,1 1 1 0 0,-1-1-1 0 0,1 1 1 0 0,-1-1-1 0 0,3 2 0 0 0,-2 0-1 0 0,0 0-1 0 0,1 0 0 0 0,-1 0 0 0 0,-1 0 0 0 0,1 0 0 0 0,0 1 0 0 0,0-1 1 0 0,-1 1-1 0 0,0-1 0 0 0,1 1 0 0 0,-1 0 0 0 0,1 3 0 0 0,3 10-10 0 0,-2 0-1 0 0,1 0 1 0 0,0 26-1 0 0,-4-41 13 0 0,2 21 7 0 0,1 0 0 0 0,0 0 1 0 0,11 34-1 0 0,-13-51 9 0 0,1 0 1 0 0,0 0-1 0 0,0 0 1 0 0,0 0-1 0 0,1 0 1 0 0,-1-1 0 0 0,1 1-1 0 0,0-1 1 0 0,1 0-1 0 0,-1 0 1 0 0,1 0-1 0 0,-1 0 1 0 0,1 0 0 0 0,1-1-1 0 0,-1 0 1 0 0,0 0-1 0 0,1 0 1 0 0,-1 0-1 0 0,1-1 1 0 0,9 4-1 0 0,-13-6 0 0 0,-1 0-1 0 0,1 1 1 0 0,0-1-1 0 0,0 1 0 0 0,0-1 1 0 0,0 0-1 0 0,0 0 0 0 0,0 1 1 0 0,0-1-1 0 0,0 0 1 0 0,0 0-1 0 0,0 0 0 0 0,0 0 1 0 0,0 0-1 0 0,0 0 0 0 0,0 0 1 0 0,0-1-1 0 0,-1 1 0 0 0,1 0 1 0 0,0 0-1 0 0,0-1 1 0 0,0 1-1 0 0,0-1 0 0 0,0 1 1 0 0,0 0-1 0 0,0-1 0 0 0,-1 0 1 0 0,1 1-1 0 0,0-1 0 0 0,-1 0 1 0 0,1 1-1 0 0,0-1 1 0 0,-1 0-1 0 0,1 1 0 0 0,0-3 1 0 0,-1 2 6 0 0,1-1 0 0 0,-1 1 1 0 0,-1 0-1 0 0,1-1 0 0 0,0 1 1 0 0,0-1-1 0 0,0 1 0 0 0,-1 0 1 0 0,1-1-1 0 0,-1 1 1 0 0,1 0-1 0 0,-1-1 0 0 0,0 1 1 0 0,1 0-1 0 0,-1 0 0 0 0,0 0 1 0 0,0-1-1 0 0,0 1 0 0 0,0 0 1 0 0,0 0-1 0 0,0 0 0 0 0,0 0 1 0 0,-2-1-1 0 0,-1-1-145 0 0,0 0 1 0 0,0 1-1 0 0,-1-1 0 0 0,1 1 0 0 0,-1 0 1 0 0,0 0-1 0 0,0 0 0 0 0,0 1 0 0 0,0 0 1 0 0,0 0-1 0 0,0 0 0 0 0,0 0 0 0 0,0 1 1 0 0,0 0-1 0 0,0 0 0 0 0,0 0 0 0 0,0 1 1 0 0,-1 0-1 0 0,1 0 0 0 0,0 0 1 0 0,1 0-1 0 0,-1 1 0 0 0,0 0 0 0 0,0 0 1 0 0,1 0-1 0 0,-1 1 0 0 0,-6 4 0 0 0,-3 3-1178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7.3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236 580 3225 0 0,'-50'15'237'0'0,"25"-6"683"0"0,-1-1-1 0 0,1-1 1 0 0,-1-2 0 0 0,-48 5-1 0 0,74-10-843 0 0,-1 0 0 0 0,1 0-1 0 0,0 0 1 0 0,0 0-1 0 0,-1 0 1 0 0,1 1 0 0 0,0-1-1 0 0,0 0 1 0 0,-1 0-1 0 0,1 0 1 0 0,0 0 0 0 0,0 0-1 0 0,-1 0 1 0 0,1 0-1 0 0,0 0 1 0 0,0 0 0 0 0,-1 0-1 0 0,1-1 1 0 0,0 1 0 0 0,0 0-1 0 0,-1 0 1 0 0,1 0-1 0 0,0 0 1 0 0,0 0 0 0 0,-1 0-1 0 0,1 0 1 0 0,0-1-1 0 0,0 1 1 0 0,-1 0 0 0 0,1 0-1 0 0,0 0 1 0 0,0 0-1 0 0,0-1 1 0 0,0 1 0 0 0,-1 0-1 0 0,1 0 1 0 0,0-1-1 0 0,0 1 1 0 0,0 0 0 0 0,10-8 1653 0 0,19-4-495 0 0,16 3-1043 0 0,1 2 0 0 0,0 2-1 0 0,0 2 1 0 0,81 5 0 0 0,-13 0-206 0 0,568-39-57 0 0,-131 31-75 0 0,-519 7 141 0 0,809 27-115 0 0,-354-11 102 0 0,452-35 56 0 0,-4-77 553 0 0,1200-121 709 0 0,-893 130-1439 0 0,-602 45 22 0 0,1263-57-3833 0 0,-1259 83 3310 0 0,-103 4 531 0 0,-173 0-220 0 0,-179 8 154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8.6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86 774 3225 0 0,'-31'4'1017'0'0,"-23"-2"10238"0"0,99-5-11293 0 0,-1-2 1 0 0,1-2-1 0 0,52-14 1 0 0,27-6 37 0 0,139-5 0 0 0,-30 4 0 0 0,-182 20-58 0 0,609-74 572 0 0,-114 59-366 0 0,-312 16-152 0 0,10-3 34 0 0,538 3 581 0 0,-519 25-570 0 0,327 14 910 0 0,66-36-376 0 0,-11 0-337 0 0,-198 10 181 0 0,194-20 444 0 0,416-97-684 0 0,-418 36-117 0 0,130-20-62 0 0,-14 0 0 0 0,135 43-160 0 0,-688 44 144 0 0,733-61-888 0 0,-825 59 361 0 0,145-19-3750 0 0,-174 20-961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9.4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3225 0 0,'-1'21'477'0'0,"9"222"7899"0"0,-2-36-5484 0 0,1-89-2118 0 0,21 285 58 0 0,27-2 469 0 0,27 216 2999 0 0,-79-578-4467 0 0,21 173 797 0 0,-19-186-1499 0 0,1 0 1 0 0,1 0 0 0 0,1 0 0 0 0,2-1 0 0 0,23 44-1 0 0,-21-49-5583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9.7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0 3225 0 0,'-2'1'185'0'0,"0"0"1"0"0,0 0-1 0 0,1 1 0 0 0,-1-1 1 0 0,0 1-1 0 0,1-1 1 0 0,-1 1-1 0 0,1-1 1 0 0,-1 1-1 0 0,1 0 1 0 0,0-1-1 0 0,0 1 0 0 0,0 0 1 0 0,0 0-1 0 0,-1 4 1 0 0,0 34 4309 0 0,2-37-4481 0 0,16 131 4910 0 0,27 68-2120 0 0,-17-90-2078 0 0,4 36-409 0 0,17 75-813 0 0,-8-76-2849 0 0,-24-99-2436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10.2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1 1840 0 0,'-1'0'74'0'0,"0"-1"0"0"0,1 1 0 0 0,-1 0 0 0 0,1 0-1 0 0,-1 0 1 0 0,0 0 0 0 0,1 0 0 0 0,-1 0 0 0 0,1 0-1 0 0,-1 0 1 0 0,0 0 0 0 0,1 0 0 0 0,-1 1 0 0 0,1-1 0 0 0,-1 0-1 0 0,1 0 1 0 0,-1 0 0 0 0,1 1 0 0 0,-1-1 0 0 0,0 0-1 0 0,1 1 1 0 0,0-1 0 0 0,-1 0 0 0 0,1 1 0 0 0,-1-1-1 0 0,1 1 1 0 0,-1-1 0 0 0,1 1 0 0 0,0-1 0 0 0,-1 1-1 0 0,1-1 1 0 0,0 1 0 0 0,-1-1 0 0 0,1 1 0 0 0,0-1 0 0 0,0 1-1 0 0,0-1 1 0 0,0 1 0 0 0,-1 0 0 0 0,1-1 0 0 0,0 1-1 0 0,0-1 1 0 0,0 1 0 0 0,0 0 0 0 0,0-1 0 0 0,0 1-1 0 0,0-1 1 0 0,1 2 0 0 0,8 41 3490 0 0,-3-20-2567 0 0,47 275 4701 0 0,-1-8-4049 0 0,27 367-986 0 0,-45-335-658 0 0,-4-93-1871 0 0,-17-157-3971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10.7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62 1 6449 0 0,'-9'10'600'0'0,"1"1"-1"0"0,0 0 1 0 0,0 1-1 0 0,-7 15 1 0 0,13-22-276 0 0,0 0 0 0 0,0 0 0 0 0,0 0 1 0 0,1 0-1 0 0,-1 1 0 0 0,1-1 1 0 0,1 0-1 0 0,-1 1 0 0 0,1-1 1 0 0,0 1-1 0 0,0-1 0 0 0,0 0 1 0 0,2 9-1 0 0,-1-12-234 0 0,0 0 0 0 0,0 0 0 0 0,0 0 1 0 0,0 1-1 0 0,0-1 0 0 0,0 0 0 0 0,0-1 0 0 0,1 1 0 0 0,-1 0 0 0 0,1 0 1 0 0,-1-1-1 0 0,1 1 0 0 0,0-1 0 0 0,0 1 0 0 0,0-1 0 0 0,0 0 0 0 0,0 1 0 0 0,0-1 1 0 0,0 0-1 0 0,0 0 0 0 0,0-1 0 0 0,0 1 0 0 0,0 0 0 0 0,1-1 0 0 0,-1 1 1 0 0,4-1-1 0 0,6 1 139 0 0,0 0 1 0 0,-1-1-1 0 0,23-2 1 0 0,-31 1-179 0 0,99-14 645 0 0,108-30 0 0 0,63-11 64 0 0,27 21-2613 0 0,-197 26-4522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31.2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422 126 5529 0 0,'0'-3'171'0'0,"-3"-55"1965"0"0,3 53-1857 0 0,-1 1 0 0 0,0-1-1 0 0,0 1 1 0 0,0-1 0 0 0,0 1 0 0 0,-1 0 0 0 0,1 0 0 0 0,-1 0 0 0 0,0 0 0 0 0,-4-6 0 0 0,5 9-161 0 0,0 0-1 0 0,0 0 1 0 0,0 0 0 0 0,0 0 0 0 0,0 1 0 0 0,0-1 0 0 0,-1 0 0 0 0,1 0 0 0 0,0 1 0 0 0,0-1-1 0 0,-1 0 1 0 0,1 1 0 0 0,0 0 0 0 0,-1-1 0 0 0,1 1 0 0 0,0 0 0 0 0,-1-1 0 0 0,1 1 0 0 0,0 0-1 0 0,-1 0 1 0 0,-1 0 0 0 0,0 1 60 0 0,-1 0 0 0 0,1 0 0 0 0,-1 0-1 0 0,1 0 1 0 0,0 0 0 0 0,-1 0 0 0 0,1 1-1 0 0,-4 2 1 0 0,-3 3 264 0 0,-1 1 1 0 0,1 0-1 0 0,-14 15 0 0 0,4 0-208 0 0,1 0 0 0 0,1 2 1 0 0,1 0-1 0 0,1 1 0 0 0,2 1 0 0 0,0 0 0 0 0,-13 41 0 0 0,8-13-15 0 0,3 0 0 0 0,-17 114 0 0 0,30-139-170 0 0,1 0-1 0 0,1 1 1 0 0,2-1 0 0 0,1 0-1 0 0,1 0 1 0 0,2 0 0 0 0,11 40-1 0 0,-10-50-38 0 0,0-1-1 0 0,1-1 1 0 0,1 1-1 0 0,1-1 1 0 0,0-1-1 0 0,2 1 1 0 0,0-2-1 0 0,0 1 0 0 0,2-2 1 0 0,0 1-1 0 0,1-2 1 0 0,16 15-1 0 0,-20-22-23 0 0,0 0 1 0 0,1-1-1 0 0,0 0 0 0 0,0 0 0 0 0,0-1 0 0 0,0-1 0 0 0,1 0 0 0 0,0-1 0 0 0,0 0 1 0 0,0 0-1 0 0,0-1 0 0 0,0-1 0 0 0,0 0 0 0 0,1-1 0 0 0,-1 0 0 0 0,0-1 0 0 0,0 0 1 0 0,1-1-1 0 0,-1 0 0 0 0,0-1 0 0 0,-1-1 0 0 0,14-4 0 0 0,-12 2-16 0 0,1 0 0 0 0,-1 0 0 0 0,-1-2 0 0 0,1 1 0 0 0,-1-2 0 0 0,0 1 0 0 0,-1-2 1 0 0,0 1-1 0 0,0-2 0 0 0,-1 1 0 0 0,-1-2 0 0 0,0 1 0 0 0,0-1 0 0 0,-1 0 0 0 0,-1-1 0 0 0,0 0 0 0 0,0 0 0 0 0,5-18 0 0 0,-10 23 43 0 0,0-1 0 0 0,0 1 1 0 0,-1-1-1 0 0,0 1 0 0 0,0-1 0 0 0,-1 1 0 0 0,0-1 1 0 0,-1 0-1 0 0,0 1 0 0 0,0-1 0 0 0,-1 1 0 0 0,0 0 1 0 0,0-1-1 0 0,-1 1 0 0 0,0 0 0 0 0,-1 0 0 0 0,1 1 0 0 0,-2-1 1 0 0,1 1-1 0 0,-11-13 0 0 0,9 13 66 0 0,0 0 1 0 0,-1 0-1 0 0,0 1 0 0 0,0 0 1 0 0,0 0-1 0 0,-1 0 0 0 0,0 1 1 0 0,0 1-1 0 0,0-1 0 0 0,-1 1 1 0 0,1 1-1 0 0,-1-1 0 0 0,0 1 1 0 0,0 1-1 0 0,0 0 0 0 0,-1 0 1 0 0,1 1-1 0 0,-17 0 0 0 0,-5 3-52 0 0,0 2 0 0 0,0 1 0 0 0,0 2 0 0 0,1 1-1 0 0,0 2 1 0 0,0 0 0 0 0,1 2 0 0 0,1 1 0 0 0,0 2-1 0 0,-43 29 1 0 0,50-29-85 0 0,1 0 0 0 0,-19 20 0 0 0,6 5-1272 0 0,28-34 224 0 0,1 1 1 0 0,0 0-1 0 0,1 1 0 0 0,-4 8 0 0 0,1 6-4950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31.5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7370 0 0,'1'0'138'0'0,"0"0"1"0"0,0 0 0 0 0,1-1 0 0 0,-1 1-1 0 0,0 0 1 0 0,0 0 0 0 0,0 0-1 0 0,0 0 1 0 0,0 0 0 0 0,0 1 0 0 0,0-1-1 0 0,0 0 1 0 0,0 0 0 0 0,1 1 0 0 0,-1-1-1 0 0,0 1 1 0 0,0-1 0 0 0,0 1 0 0 0,-1-1-1 0 0,1 1 1 0 0,0 0 0 0 0,0-1 0 0 0,0 1-1 0 0,1 1 1 0 0,0 0 119 0 0,0 1 0 0 0,-1 0 1 0 0,1-1-1 0 0,-1 1 0 0 0,0 0 0 0 0,0-1 1 0 0,0 1-1 0 0,0 0 0 0 0,1 3 0 0 0,0 5 366 0 0,-1 0 0 0 0,0-1 0 0 0,0 1 0 0 0,-2 15 0 0 0,-8 51 1116 0 0,4-44-1235 0 0,2 0-1 0 0,2 67 1 0 0,2-88-429 0 0,0-1-1 0 0,2 0 1 0 0,-1 0 0 0 0,1 1-1 0 0,1-2 1 0 0,0 1 0 0 0,0 0-1 0 0,1-1 1 0 0,0 0 0 0 0,1 0-1 0 0,1 0 1 0 0,12 15 0 0 0,-12-17-14 0 0,0 0 0 0 0,1 0 0 0 0,1 0 0 0 0,-1-1 0 0 0,1-1 0 0 0,0 1 0 0 0,1-1 0 0 0,-1-1 0 0 0,1 0 0 0 0,0 0 0 0 0,0-1 0 0 0,21 5 0 0 0,-23-7-49 0 0,1-1 0 0 0,0 0 0 0 0,0 0 1 0 0,0-1-1 0 0,0-1 0 0 0,0 1 0 0 0,0-1 1 0 0,0-1-1 0 0,0 0 0 0 0,0 0 0 0 0,-1-1 1 0 0,1 0-1 0 0,-1 0 0 0 0,0-1 0 0 0,0 0 0 0 0,9-6 1 0 0,4-4-625 0 0,-1-1 0 0 0,-1-1 0 0 0,26-28 1 0 0,15-25-4352 0 0,-44 50-456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31.7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70 3 4401 0 0,'-13'-3'257'0'0,"-44"9"12262"0"0,70 20-10801 0 0,-8-16-1009 0 0,1 8-169 0 0,0 0 0 0 0,-1 0 1 0 0,-1 1-1 0 0,2 28 0 0 0,0 81 182 0 0,-3-32-536 0 0,2-44-366 0 0,1 0 1 0 0,21 74-1 0 0,-20-102-481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32.0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2 4609 0 0,'-1'0'175'0'0,"1"0"-1"0"0,-1 0 1 0 0,0 0 0 0 0,1-1-1 0 0,-1 1 1 0 0,1 0 0 0 0,-1 0-1 0 0,1 0 1 0 0,-1 0 0 0 0,1 0-1 0 0,-1 0 1 0 0,0 0 0 0 0,1 0-1 0 0,-1 0 1 0 0,1 0 0 0 0,-1 0-1 0 0,1 1 1 0 0,-1-1 0 0 0,1 0 0 0 0,-1 0-1 0 0,1 0 1 0 0,-1 1 0 0 0,1-1-1 0 0,-1 0 1 0 0,1 1 0 0 0,-1-1-1 0 0,1 0 1 0 0,-1 1 0 0 0,1-1-1 0 0,0 1 1 0 0,-1-1 0 0 0,0 1-1 0 0,-6 24 2777 0 0,7 31-169 0 0,10 26-112 0 0,27 112 0 0 0,36 79-2056 0 0,-32-129-2568 0 0,-37-131-3002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32.3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87 2761 0 0,'4'-5'203'0'0,"1"0"0"0"0,-1 0 0 0 0,1 0 1 0 0,0 1-1 0 0,0 0 0 0 0,1 0 1 0 0,-1 0-1 0 0,1 1 0 0 0,0-1 1 0 0,-1 1-1 0 0,2 1 0 0 0,-1-1 0 0 0,0 1 1 0 0,0 0-1 0 0,14-2 0 0 0,-19 4-173 0 0,15-5 436 0 0,8-2 670 0 0,43-6 1 0 0,-61 12-989 0 0,-1 0 0 0 0,1 1-1 0 0,-1-1 1 0 0,1 1 0 0 0,-1 1 0 0 0,1-1 0 0 0,0 1 0 0 0,-1 0-1 0 0,1 0 1 0 0,-1 1 0 0 0,0-1 0 0 0,1 1 0 0 0,8 5 0 0 0,-12-5-80 0 0,0 0 1 0 0,0 0-1 0 0,0 0 1 0 0,0 0-1 0 0,-1 1 1 0 0,1-1-1 0 0,-1 0 1 0 0,0 1-1 0 0,1-1 1 0 0,-1 1-1 0 0,0-1 1 0 0,0 1 0 0 0,-1 0-1 0 0,1-1 1 0 0,0 1-1 0 0,-1 0 1 0 0,0 0-1 0 0,0-1 1 0 0,1 1-1 0 0,-2 0 1 0 0,1 0-1 0 0,0 0 1 0 0,-1-1-1 0 0,1 1 1 0 0,-1 0-1 0 0,0-1 1 0 0,-1 5 0 0 0,-3 7 291 0 0,0 0 1 0 0,-1 0 0 0 0,-13 22 0 0 0,0-7 143 0 0,-2 0 0 0 0,0-2 0 0 0,-32 31 0 0 0,-18 21-3542 0 0,67-73 2790 0 0,2-3 219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32.5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10594 0 0,'11'38'2036'0'0,"-1"-1"-1"0"0,-3 2 0 0 0,0-1 0 0 0,1 58 1 0 0,0 2-2369 0 0,9-3-4979 0 0,-13-79-1196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32.7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 5 11979 0 0,'-1'-4'1296'0'0,"0"4"-1296"0"0,1 1 0 0 0,-2 1 0 0 0,1 0 552 0 0,0 2 88 0 0,-2 3 8 0 0,0 4 8 0 0,-1 1-288 0 0,1 2-55 0 0,2-2-17 0 0,1 1 0 0 0,1 0-1649 0 0,3 1-335 0 0,3 1-64 0 0,3-1-9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32.9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 8754 0 0,'2'-2'286'0'0,"1"1"0"0"0,0 1 0 0 0,0-1 1 0 0,0 0-1 0 0,0 1 0 0 0,0-1 0 0 0,0 1 0 0 0,0 0 1 0 0,0 0-1 0 0,0 0 0 0 0,0 0 0 0 0,0 1 0 0 0,0-1 0 0 0,0 1 1 0 0,0 0-1 0 0,0 0 0 0 0,-1 0 0 0 0,1 0 0 0 0,0 0 1 0 0,0 0-1 0 0,4 4 0 0 0,8 4 1266 0 0,-1 0 0 0 0,20 17 0 0 0,101 103 1487 0 0,-33-28-3118 0 0,-96-96-257 0 0,1-2-77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33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279 0 7834 0 0,'-6'4'480'0'0,"0"0"1"0"0,0 1-1 0 0,1-1 0 0 0,-1 1 1 0 0,1 0-1 0 0,0 1 1 0 0,1-1-1 0 0,-1 1 1 0 0,-3 7-1 0 0,-5 3 762 0 0,-24 29 1440 0 0,-91 119 2095 0 0,121-154-4549 0 0,0 1-1 0 0,1 0 1 0 0,0 0-1 0 0,-5 18 1 0 0,3 4-6576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33.6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6 229 3225 0 0,'-1'1'299'0'0,"0"0"1"0"0,1 0 0 0 0,-1 1 0 0 0,1-1-1 0 0,-1 0 1 0 0,1 1 0 0 0,-1-1 0 0 0,1 1-1 0 0,0-1 1 0 0,0 0 0 0 0,0 1 0 0 0,0-1-1 0 0,0 1 1 0 0,0-1 0 0 0,0 0 0 0 0,0 1-1 0 0,0-1 1 0 0,1 1 0 0 0,-1-1 0 0 0,1 0-1 0 0,0 3 1 0 0,1-1 117 0 0,0 0-1 0 0,0-1 0 0 0,0 1 1 0 0,0 0-1 0 0,0-1 0 0 0,0 0 1 0 0,1 1-1 0 0,-1-1 1 0 0,5 3-1 0 0,-3-2-14 0 0,1 0 0 0 0,-1-1-1 0 0,1 1 1 0 0,0-1 0 0 0,0 0 0 0 0,0 0-1 0 0,0 0 1 0 0,0-1 0 0 0,1 0 0 0 0,-1 0-1 0 0,11 1 1 0 0,-8-4-217 0 0,1 0 0 0 0,-1 0 1 0 0,0-1-1 0 0,0 0 0 0 0,0 0 0 0 0,0-1 0 0 0,-1 0 0 0 0,1-1 1 0 0,-1 1-1 0 0,0-2 0 0 0,0 1 0 0 0,6-7 0 0 0,1-1 12 0 0,-2 0 0 0 0,0-1 1 0 0,0 0-1 0 0,16-27 0 0 0,-22 30-217 0 0,-1 0 1 0 0,0 0 0 0 0,-1 0 0 0 0,5-19-1 0 0,-8 26 32 0 0,0 0 0 0 0,0 0 0 0 0,0 1-1 0 0,-1-1 1 0 0,1 0 0 0 0,-1 0 0 0 0,0 0-1 0 0,0 0 1 0 0,-1 0 0 0 0,1 0 0 0 0,-1 1-1 0 0,0-1 1 0 0,0 0 0 0 0,0 0-1 0 0,0 1 1 0 0,-1-1 0 0 0,1 1 0 0 0,-3-5-1 0 0,3 7-23 0 0,0 0-1 0 0,1 1 1 0 0,-1-1-1 0 0,0 0 1 0 0,0 0-1 0 0,0 0 1 0 0,0 0-1 0 0,0 1 1 0 0,0-1-1 0 0,0 0 1 0 0,0 1-1 0 0,0-1 1 0 0,0 1-1 0 0,0-1 1 0 0,0 1-1 0 0,0 0 1 0 0,0-1-1 0 0,0 1 1 0 0,-1 0-1 0 0,1 0 1 0 0,0 0-1 0 0,0 0 1 0 0,0 0-1 0 0,-1 0 1 0 0,1 0-1 0 0,-2 1 1 0 0,1 0 22 0 0,-1 0-1 0 0,1 0 1 0 0,0 0 0 0 0,-1 1 0 0 0,1-1 0 0 0,0 1 0 0 0,0-1 0 0 0,0 1 0 0 0,0 0 0 0 0,0 0 0 0 0,-2 3 0 0 0,-2 3-123 0 0,1 0 0 0 0,0 0 1 0 0,0 0-1 0 0,1 1 0 0 0,-6 15 1 0 0,9-17 119 0 0,-1-1 0 0 0,1 1 0 0 0,0 0 1 0 0,1 0-1 0 0,-1 0 0 0 0,2 0 0 0 0,-1 0 1 0 0,1 0-1 0 0,0 0 0 0 0,0 0 0 0 0,1 0 1 0 0,-1 0-1 0 0,2-1 0 0 0,-1 1 0 0 0,1-1 1 0 0,0 1-1 0 0,0-1 0 0 0,1 0 1 0 0,0 0-1 0 0,0-1 0 0 0,0 1 0 0 0,1-1 1 0 0,-1 0-1 0 0,1 0 0 0 0,8 6 0 0 0,-5-5-234 0 0,1 1-1 0 0,0-1 0 0 0,-1-1 1 0 0,2 0-1 0 0,-1 0 0 0 0,1-1 0 0 0,-1 0 1 0 0,1-1-1 0 0,0 0 0 0 0,0 0 1 0 0,1-1-1 0 0,-1-1 0 0 0,1 1 1 0 0,-1-2-1 0 0,0 1 0 0 0,17-3 0 0 0,-8-1-6276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33.8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75 65 6449 0 0,'-2'-7'286'0'0,"0"1"-1"0"0,0-1 0 0 0,0 1 1 0 0,-7-12-1 0 0,9 16 1 0 0,-1 1 1 0 0,0 0-1 0 0,0-1 1 0 0,0 1-1 0 0,0 0 0 0 0,0 0 1 0 0,0 0-1 0 0,0 0 1 0 0,-1 0-1 0 0,1 0 0 0 0,0 0 1 0 0,0 0-1 0 0,-1 0 1 0 0,1 0-1 0 0,-1 1 1 0 0,1-1-1 0 0,-1 1 0 0 0,1-1 1 0 0,-1 1-1 0 0,1-1 1 0 0,-1 1-1 0 0,1 0 0 0 0,-1 0 1 0 0,0 0-1 0 0,1 0 1 0 0,-1 0-1 0 0,-2 0 0 0 0,3 1-97 0 0,0-1-1 0 0,-1 1 1 0 0,1 0-1 0 0,0-1 1 0 0,0 1-1 0 0,0 0 0 0 0,0 0 1 0 0,0 0-1 0 0,0 0 1 0 0,1 0-1 0 0,-1 0 1 0 0,0 0-1 0 0,0 0 1 0 0,1 0-1 0 0,-1 0 0 0 0,0 0 1 0 0,1 0-1 0 0,0 0 1 0 0,-1 1-1 0 0,1-1 1 0 0,-1 0-1 0 0,1 0 1 0 0,0 1-1 0 0,0-1 0 0 0,0 0 1 0 0,0 1-1 0 0,0 1 1 0 0,2 39 875 0 0,-2-42-1017 0 0,10 61 534 0 0,31 103 0 0 0,-4-25-309 0 0,-35-127-273 0 0,86 363-174 0 0,-77-331-225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34.2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42 3225 0 0,'1'-3'259'0'0,"1"0"1"0"0,-1 0 0 0 0,1 0-1 0 0,0 0 1 0 0,0 0-1 0 0,1 0 1 0 0,-1 1 0 0 0,0-1-1 0 0,5-3 1 0 0,-6 5-78 0 0,0 1 0 0 0,0-1-1 0 0,0 0 1 0 0,0 0 0 0 0,0 1 0 0 0,0-1 0 0 0,0 0-1 0 0,0 1 1 0 0,0-1 0 0 0,0 1 0 0 0,0-1 0 0 0,0 1-1 0 0,1 0 1 0 0,-1-1 0 0 0,0 1 0 0 0,0 0 0 0 0,1 0 0 0 0,-1 0-1 0 0,0 0 1 0 0,0 0 0 0 0,0 0 0 0 0,1 0 0 0 0,-1 0-1 0 0,0 1 1 0 0,0-1 0 0 0,0 0 0 0 0,1 1 0 0 0,-1-1-1 0 0,0 1 1 0 0,2 0 0 0 0,-3 1-39 0 0,1-1 0 0 0,0 0 0 0 0,-1 0 0 0 0,1 0-1 0 0,-1 1 1 0 0,0-1 0 0 0,1 0 0 0 0,-1 1 0 0 0,0-1 0 0 0,0 0 0 0 0,0 1 0 0 0,0-1-1 0 0,0 0 1 0 0,0 1 0 0 0,0-1 0 0 0,0 0 0 0 0,0 0 0 0 0,-1 1 0 0 0,1-1 0 0 0,0 0-1 0 0,-1 1 1 0 0,1-1 0 0 0,-2 1 0 0 0,-12 30 1652 0 0,13-32-1736 0 0,-49 79 2902 0 0,38-63-2664 0 0,1-1 0 0 0,1 2 0 0 0,0 0 0 0 0,1 0 0 0 0,1 1 0 0 0,0-1 0 0 0,-9 37 0 0 0,17-50-293 0 0,-1 0 0 0 0,1 0 1 0 0,0 0-1 0 0,0-1 0 0 0,1 1 1 0 0,-1 0-1 0 0,1 0 0 0 0,0-1 1 0 0,0 1-1 0 0,0 0 0 0 0,0-1 1 0 0,1 1-1 0 0,-1-1 0 0 0,1 1 1 0 0,0-1-1 0 0,0 0 0 0 0,0 0 1 0 0,0 1-1 0 0,1-2 0 0 0,0 1 1 0 0,-1 0-1 0 0,1 0 0 0 0,0-1 1 0 0,0 0-1 0 0,0 1 0 0 0,0-1 1 0 0,4 1-1 0 0,10 6 16 0 0,1-1 0 0 0,0 0 0 0 0,0-2-1 0 0,22 6 1 0 0,-13-4 36 0 0,4 1-16 0 0,-6-2-12 0 0,0 1 0 0 0,31 15 0 0 0,-55-22-26 0 0,0-1 1 0 0,0 1-1 0 0,0-1 1 0 0,0 1-1 0 0,0 0 0 0 0,0-1 1 0 0,-1 1-1 0 0,1 0 1 0 0,0-1-1 0 0,0 1 1 0 0,0 0-1 0 0,-1 0 1 0 0,1 0-1 0 0,0 0 0 0 0,-1 0 1 0 0,1 0-1 0 0,-1 0 1 0 0,1 0-1 0 0,-1 0 1 0 0,1 0-1 0 0,-1 0 0 0 0,0 0 1 0 0,1 0-1 0 0,-1 1 1 0 0,0 0-1 0 0,0 0-2 0 0,-1 0 0 0 0,1 0 0 0 0,-1 0 0 0 0,1 0 0 0 0,-1 0 0 0 0,0 0 0 0 0,0-1 1 0 0,0 1-1 0 0,0 0 0 0 0,0 0 0 0 0,0-1 0 0 0,-1 1 0 0 0,-1 1 0 0 0,-6 6 21 0 0,-1 0 1 0 0,0 0 0 0 0,-17 10-1 0 0,20-15 34 0 0,-166 101-5 0 0,146-85-185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15.774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3081 0 7834 0 0,'-6'5'83'0'0,"0"0"0"0"0,1 0 0 0 0,0 1 0 0 0,0 0 0 0 0,1-1 1 0 0,-1 2-1 0 0,1-1 0 0 0,-4 10 0 0 0,-8 10 1 0 0,-272 446 317 0 0,-85 126-31 0 0,106-182-157 0 0,51-81-196 0 0,-46 78-5 0 0,-10 79 424 0 0,25-1 231 0 0,42 18-527 0 0,121-300-140 0 0,-33 92 0 0 0,-23 140 6 0 0,9-27 678 0 0,-27-12 395 0 0,83-242-119 0 0,-88 280 0 0 0,161-434-1093 0 0,-2 10 188 0 0,0 0-1 0 0,-3 29 1 0 0,6-42-192 0 0,1-1 0 0 0,-1 0-1 0 0,1 1 1 0 0,0-1-1 0 0,0 1 1 0 0,0-1 0 0 0,0 0-1 0 0,1 1 1 0 0,-1-1-1 0 0,1 0 1 0 0,-1 1 0 0 0,1-1-1 0 0,0 0 1 0 0,0 0 0 0 0,0 0-1 0 0,0 1 1 0 0,0-1-1 0 0,0 0 1 0 0,1 0 0 0 0,-1 0-1 0 0,1-1 1 0 0,-1 1 0 0 0,1 0-1 0 0,0-1 1 0 0,0 1-1 0 0,-1-1 1 0 0,1 1 0 0 0,3 0-1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16.334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32 0 4609 0 0,'-1'1'21'0'0,"1"-1"1"0"0,-1 1-1 0 0,0 0 0 0 0,1-1 1 0 0,-1 1-1 0 0,1-1 0 0 0,-1 1 1 0 0,1 0-1 0 0,-1-1 0 0 0,1 1 1 0 0,0 0-1 0 0,-1 0 0 0 0,1-1 1 0 0,0 1-1 0 0,-1 0 0 0 0,1 0 1 0 0,0-1-1 0 0,0 1 0 0 0,0 0 1 0 0,0 0-1 0 0,0 0 0 0 0,0 0 1 0 0,0-1-1 0 0,0 2 0 0 0,-1 30-12 0 0,1-23 44 0 0,-11 231 1151 0 0,0 167 380 0 0,89 761-474 0 0,-51-952-520 0 0,10-2 1 0 0,9-1 0 0 0,9-2-1 0 0,123 304 1 0 0,43-11 88 0 0,-139-340 276 0 0,103 153-1 0 0,-36-72 568 0 0,125 282-1 0 0,-5 6-1134 0 0,-152-304-631 0 0,-21-52-899 0 0,-67-123 60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16.84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1 666 8754 0 0,'291'-62'1861'0'0,"-180"41"-1339"0"0,82-16 418 0 0,443-90 2022 0 0,-8-27-1477 0 0,-352 70-1548 0 0,83-22 246 0 0,-254 80-188 0 0,155-18 0 0 0,-190 39-122 0 0,135 8 0 0 0,-110 3 126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47.1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 3 6913 0 0,'-1'-1'162'0'0,"0"1"-1"0"0,0 0 1 0 0,0-1 0 0 0,0 1-1 0 0,0 0 1 0 0,-1 0-1 0 0,1 0 1 0 0,0 0-1 0 0,0 0 1 0 0,0 0-1 0 0,0 0 1 0 0,0 0-1 0 0,0 0 1 0 0,0 1-1 0 0,0-1 1 0 0,0 0-1 0 0,0 1 1 0 0,0-1-1 0 0,0 1 1 0 0,0-1-1 0 0,0 1 1 0 0,1-1-1 0 0,-1 1 1 0 0,0 0-1 0 0,0-1 1 0 0,0 1-1 0 0,1 0 1 0 0,-1 0-1 0 0,0-1 1 0 0,1 1-1 0 0,-1 0 1 0 0,1 0-1 0 0,-1 0 1 0 0,1 0-1 0 0,-1 0 1 0 0,1 0-1 0 0,-1 0 1 0 0,1 0-1 0 0,0 1 1 0 0,-13 43 1549 0 0,12-43-1537 0 0,-6 57 1193 0 0,2 0 0 0 0,5 109 1 0 0,1-72-623 0 0,-1-28-313 0 0,8 297-51 0 0,-7-353-914 0 0,0-1 1 0 0,1 0-1 0 0,0 1 0 0 0,1-1 0 0 0,6 17 0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47.7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659 27 8754 0 0,'-2'-3'151'0'0,"-1"1"0"0"0,0-1 1 0 0,0 1-1 0 0,-1 0 0 0 0,1 0 1 0 0,0 0-1 0 0,-1 0 0 0 0,1 0 1 0 0,-1 1-1 0 0,0 0 0 0 0,1-1 1 0 0,-1 1-1 0 0,0 1 0 0 0,0-1 1 0 0,-6 0-1 0 0,3 1 65 0 0,0 1-1 0 0,1-1 1 0 0,-1 1-1 0 0,0 1 1 0 0,1-1 0 0 0,-1 1-1 0 0,1 0 1 0 0,-9 5-1 0 0,-1 1 230 0 0,0 1-1 0 0,1 0 1 0 0,0 1-1 0 0,1 1 0 0 0,0 1 1 0 0,-13 13-1 0 0,-3 8-36 0 0,2 1 0 0 0,1 1 0 0 0,-30 54 0 0 0,-54 123 154 0 0,86-157-505 0 0,4 2 0 0 0,1 1 0 0 0,3 0 0 0 0,-10 66 0 0 0,-16 244-74 0 0,37-289-30 0 0,7 119 0 0 0,2-158 30 0 0,2-1 1 0 0,1 1-1 0 0,3-1 0 0 0,26 75 1 0 0,-34-110 16 0 0,110 247-501 0 0,-97-225 233 0 0,1-1 0 0 0,1 0 0 0 0,0-1 0 0 0,2-1 0 0 0,1-1 0 0 0,1 0 0 0 0,30 24 0 0 0,-39-38 136 0 0,1 0 1 0 0,0-1-1 0 0,0 0 0 0 0,1-1 1 0 0,0-1-1 0 0,0 0 0 0 0,0-1 1 0 0,1 0-1 0 0,-1-1 0 0 0,1 0 1 0 0,0-1-1 0 0,0-1 0 0 0,0 0 1 0 0,0-1-1 0 0,0-1 0 0 0,0 0 1 0 0,0 0-1 0 0,-1-2 0 0 0,1 0 1 0 0,17-6-1 0 0,-5 1-115 0 0,0-2-1 0 0,0-1 1 0 0,-1-1-1 0 0,-1-1 1 0 0,0-2-1 0 0,-1 0 1 0 0,0-1-1 0 0,-1-1 1 0 0,26-28-1 0 0,19-24 720 0 0,-4-2-1 0 0,-3-3 1 0 0,-3-3-1 0 0,-4-2 1 0 0,-3-2-1 0 0,64-143 1 0 0,-89 166 177 0 0,-3-1 0 0 0,-3-2 0 0 0,-2 0 0 0 0,-3 0-1 0 0,8-76 1 0 0,-19 98-353 0 0,-2 0-1 0 0,-1 0 0 0 0,-2 0 1 0 0,-2-1-1 0 0,-1 1 0 0 0,-2 1 1 0 0,-2 0-1 0 0,-1 0 0 0 0,-25-58 1 0 0,10 40 165 0 0,-3 1 0 0 0,-61-90 0 0 0,69 117-377 0 0,-1 1-1 0 0,-1 1 0 0 0,-2 1 1 0 0,0 1-1 0 0,-2 1 1 0 0,-42-30-1 0 0,59 47-81 0 0,-1 0 0 0 0,0 1 0 0 0,-1 0 1 0 0,1 0-1 0 0,-1 1 0 0 0,1 1 0 0 0,-1 0 0 0 0,0 0 1 0 0,-1 1-1 0 0,1 1 0 0 0,0 0 0 0 0,0 0 0 0 0,-1 1 0 0 0,1 0 1 0 0,0 1-1 0 0,-1 1 0 0 0,1-1 0 0 0,0 2 0 0 0,0 0 1 0 0,0 0-1 0 0,0 1 0 0 0,1 0 0 0 0,0 1 0 0 0,-17 10 1 0 0,-1 2-501 0 0,1 2 1 0 0,1 1 0 0 0,1 1-1 0 0,1 1 1 0 0,0 1 0 0 0,2 1 0 0 0,-23 32-1 0 0,8-4-859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48.3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325 68 1840 0 0,'1'-3'225'0'0,"-1"1"0"0"0,0 0 0 0 0,0-1 0 0 0,1 1-1 0 0,-2-1 1 0 0,1 1 0 0 0,0 0 0 0 0,0-1-1 0 0,-1 1 1 0 0,1 0 0 0 0,-1-1 0 0 0,0 1 0 0 0,0 0-1 0 0,1 0 1 0 0,-2 0 0 0 0,1-1 0 0 0,0 1 0 0 0,0 0-1 0 0,-1 0 1 0 0,1 1 0 0 0,-1-1 0 0 0,1 0 0 0 0,-1 0-1 0 0,0 1 1 0 0,0-1 0 0 0,0 1 0 0 0,0 0-1 0 0,0-1 1 0 0,0 1 0 0 0,0 0 0 0 0,0 0 0 0 0,0 0-1 0 0,0 0 1 0 0,-1 1 0 0 0,1-1 0 0 0,0 1 0 0 0,-1-1-1 0 0,1 1 1 0 0,0 0 0 0 0,-1 0 0 0 0,1 0 0 0 0,-1 0-1 0 0,1 0 1 0 0,0 1 0 0 0,-1-1 0 0 0,1 1-1 0 0,0-1 1 0 0,-1 1 0 0 0,1 0 0 0 0,0 0 0 0 0,0 0-1 0 0,0 0 1 0 0,-3 2 0 0 0,-7 5 298 0 0,1 0 0 0 0,0 1 0 0 0,0 0 0 0 0,1 1 0 0 0,0 0 0 0 0,0 0 0 0 0,1 1 0 0 0,1 1 0 0 0,-10 15 0 0 0,-2 9 298 0 0,-31 72 0 0 0,38-77-544 0 0,-21 57 11 0 0,31-78-263 0 0,1 1 0 0 0,-1-1 0 0 0,2 0 0 0 0,-1 1 0 0 0,1-1 0 0 0,1 18 0 0 0,1-25-36 0 0,-1-1-1 0 0,0 1 0 0 0,1-1 0 0 0,0 0 0 0 0,-1 1 1 0 0,1-1-1 0 0,0 0 0 0 0,0 0 0 0 0,0 1 1 0 0,0-1-1 0 0,1 0 0 0 0,-1 0 0 0 0,1 0 0 0 0,-1 0 1 0 0,1-1-1 0 0,0 1 0 0 0,-1 0 0 0 0,1-1 1 0 0,0 1-1 0 0,0-1 0 0 0,0 0 0 0 0,0 1 1 0 0,1-1-1 0 0,-1 0 0 0 0,0 0 0 0 0,0 0 0 0 0,1-1 1 0 0,-1 1-1 0 0,0-1 0 0 0,1 1 0 0 0,2-1 1 0 0,10 2-123 0 0,0-1 0 0 0,0-1 0 0 0,0-1 0 0 0,17-3 1 0 0,1 1-201 0 0,-6 2 273 0 0,7-1-65 0 0,-1 2 1 0 0,40 3 0 0 0,-65-2 110 0 0,0 0 1 0 0,0 1-1 0 0,0-1 1 0 0,-1 2-1 0 0,1-1 1 0 0,0 1-1 0 0,-1 0 0 0 0,0 0 1 0 0,0 1-1 0 0,0 0 1 0 0,0 0-1 0 0,-1 1 0 0 0,1 0 1 0 0,9 10-1 0 0,-12-10 25 0 0,0 1-1 0 0,-1 1 1 0 0,0-1 0 0 0,0 0-1 0 0,0 1 1 0 0,-1 0-1 0 0,0 0 1 0 0,0-1 0 0 0,0 1-1 0 0,-1 0 1 0 0,0 0-1 0 0,-1 0 1 0 0,0 1 0 0 0,0-1-1 0 0,0 0 1 0 0,-1 0-1 0 0,0 0 1 0 0,0 0 0 0 0,-4 11-1 0 0,-2 7 57 0 0,-1 0 0 0 0,-1-1 0 0 0,-24 46 0 0 0,17-42 283 0 0,-2 0 1 0 0,0-1-1 0 0,-30 34 0 0 0,37-49-276 0 0,0-1-1 0 0,0 0 1 0 0,-1 0-1 0 0,0-2 1 0 0,-1 1-1 0 0,0-2 1 0 0,0 0-1 0 0,-1 0 1 0 0,-16 6-1 0 0,26-13-183 0 0,1 0 0 0 0,-1 1 0 0 0,1-2 0 0 0,-1 1 0 0 0,1 0 0 0 0,-1-1 0 0 0,0 1 0 0 0,1-1 0 0 0,-5-1 0 0 0,0-1-981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49.0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1 556 456 0 0,'6'0'443'0'0,"1"0"1"0"0,-1 0-1 0 0,0 0 0 0 0,0-1 0 0 0,1 0 0 0 0,-1 0 1 0 0,0-1-1 0 0,0 0 0 0 0,0 0 0 0 0,0 0 1 0 0,0-1-1 0 0,-1 0 0 0 0,1 0 0 0 0,6-4 1 0 0,-2 0 201 0 0,0 0 1 0 0,-1-1-1 0 0,0 0 1 0 0,0 0 0 0 0,0-1-1 0 0,10-14 1 0 0,-9 6-54 0 0,0 1 1 0 0,-1-1-1 0 0,-1 0 1 0 0,0-1-1 0 0,-1 0 1 0 0,-1 0-1 0 0,-1-1 1 0 0,-1 1-1 0 0,3-25 1 0 0,-5 26-502 0 0,-1 0 1 0 0,-1 0-1 0 0,0-1 1 0 0,-1 1-1 0 0,-1 0 1 0 0,-1 1 0 0 0,0-1-1 0 0,-1 0 1 0 0,-1 1-1 0 0,-12-27 1 0 0,16 40-94 0 0,0 1 0 0 0,0-1 0 0 0,-1 0-1 0 0,1 1 1 0 0,-1-1 0 0 0,0 1 0 0 0,0-1 0 0 0,0 1 0 0 0,0 0-1 0 0,-1 0 1 0 0,1 0 0 0 0,0 0 0 0 0,-1 0 0 0 0,1 0 0 0 0,-1 1 0 0 0,0-1-1 0 0,0 1 1 0 0,1 0 0 0 0,-1-1 0 0 0,0 2 0 0 0,0-1 0 0 0,0 0 0 0 0,0 0-1 0 0,-5 1 1 0 0,5 0 18 0 0,0 0 0 0 0,0 1 0 0 0,-1-1-1 0 0,1 1 1 0 0,0 0 0 0 0,0 0 0 0 0,0 1 0 0 0,0-1-1 0 0,0 0 1 0 0,1 1 0 0 0,-1 0 0 0 0,0 0 0 0 0,1 0-1 0 0,-1 0 1 0 0,1 0 0 0 0,0 0 0 0 0,-1 0 0 0 0,1 1-1 0 0,0 0 1 0 0,0-1 0 0 0,1 1 0 0 0,-1 0 0 0 0,-1 3-1 0 0,-2 5-7 0 0,0 1-1 0 0,1-1 0 0 0,0 1 1 0 0,1 0-1 0 0,1 0 1 0 0,-1 0-1 0 0,2 0 0 0 0,0 0 1 0 0,0 0-1 0 0,1 0 0 0 0,1 0 1 0 0,0 1-1 0 0,1-1 1 0 0,0 0-1 0 0,1 0 0 0 0,0-1 1 0 0,1 1-1 0 0,0-1 0 0 0,6 13 1 0 0,-3-10-2 0 0,0-1 0 0 0,1 1 1 0 0,1-1-1 0 0,0-1 1 0 0,1 0-1 0 0,0 0 0 0 0,1 0 1 0 0,0-2-1 0 0,0 1 0 0 0,1-2 1 0 0,1 1-1 0 0,0-2 0 0 0,0 1 1 0 0,25 10-1 0 0,-33-17-44 0 0,0 0 0 0 0,0-1 0 0 0,0 0 0 0 0,0 0 0 0 0,0 0 0 0 0,0 0-1 0 0,0-1 1 0 0,0 0 0 0 0,1 0 0 0 0,-1 0 0 0 0,0 0 0 0 0,0-1 0 0 0,0 0 0 0 0,0 0 0 0 0,7-3 0 0 0,-4 1-112 0 0,0-1 1 0 0,0 0 0 0 0,-1 0 0 0 0,1-1 0 0 0,-1 0-1 0 0,0-1 1 0 0,-1 1 0 0 0,10-11 0 0 0,-3 2-71 0 0,-2 0 0 0 0,0-1 1 0 0,0-1-1 0 0,-2 0 1 0 0,0 0-1 0 0,-1 0 0 0 0,0-1 1 0 0,5-21-1 0 0,-4 3 163 0 0,-7 25 238 0 0,0 0 0 0 0,1 0 0 0 0,0 0 0 0 0,0 0 0 0 0,1 0 1 0 0,0 1-1 0 0,1 0 0 0 0,0 0 0 0 0,10-15 0 0 0,-14 24-99 0 0,1-1-1 0 0,-1 0 1 0 0,0 1 0 0 0,0-1-1 0 0,0 1 1 0 0,0-1 0 0 0,1 1 0 0 0,-1-1-1 0 0,0 1 1 0 0,0 0 0 0 0,1 0-1 0 0,-1 0 1 0 0,0 0 0 0 0,1 0 0 0 0,-1 0-1 0 0,0 0 1 0 0,1 0 0 0 0,-1 0-1 0 0,0 0 1 0 0,0 1 0 0 0,1-1-1 0 0,-1 1 1 0 0,0-1 0 0 0,0 1 0 0 0,0-1-1 0 0,0 1 1 0 0,1 0 0 0 0,-1-1-1 0 0,0 1 1 0 0,0 0 0 0 0,0 0 0 0 0,0 0-1 0 0,1 1 1 0 0,33 37 1073 0 0,-32-36-1085 0 0,20 30 112 0 0,-2 1-1 0 0,-1 1 0 0 0,-2 1 0 0 0,19 52 0 0 0,9 16-138 0 0,-43-98-44 0 0,0 1 0 0 0,1-1 0 0 0,-1-1 0 0 0,1 1 1 0 0,1-1-1 0 0,6 8 0 0 0,-10-12-3 0 0,0 0-1 0 0,0 0 1 0 0,-1-1 0 0 0,1 1 0 0 0,0-1-1 0 0,0 1 1 0 0,0 0 0 0 0,0-1-1 0 0,0 0 1 0 0,-1 1 0 0 0,1-1-1 0 0,0 1 1 0 0,0-1 0 0 0,0 0-1 0 0,0 0 1 0 0,0 0 0 0 0,0 0 0 0 0,0 0-1 0 0,0 0 1 0 0,0 0 0 0 0,0 0-1 0 0,0 0 1 0 0,0 0 0 0 0,0 0-1 0 0,0 0 1 0 0,0-1 0 0 0,0 1-1 0 0,0 0 1 0 0,0-1 0 0 0,0 1 0 0 0,0-1-1 0 0,0 1 1 0 0,0-1 0 0 0,-1 0-1 0 0,1 1 1 0 0,0-1 0 0 0,0 0-1 0 0,-1 1 1 0 0,1-1 0 0 0,0 0-1 0 0,-1 0 1 0 0,1 0 0 0 0,-1 1 0 0 0,1-1-1 0 0,-1 0 1 0 0,1 0 0 0 0,-1 0-1 0 0,0 0 1 0 0,1 0 0 0 0,-1-2-1 0 0,18-52-1624 0 0,-16 46 1014 0 0,0 0 1 0 0,1 0 0 0 0,0 0-1 0 0,1 0 1 0 0,-1 1 0 0 0,2 0 0 0 0,8-14-1 0 0,2 10-966 0 0,-5 8 826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49.5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3 322 5065 0 0,'-2'-38'1396'0'0,"6"-68"-1"0"0,-2 89-596 0 0,1 0 0 0 0,1 0 0 0 0,0 0 0 0 0,1 1 0 0 0,0-1 0 0 0,11-19 1 0 0,-15 33-656 0 0,0 1 1 0 0,0-1-1 0 0,1 1 1 0 0,-1 0-1 0 0,1-1 1 0 0,-1 1-1 0 0,1 0 1 0 0,0 0-1 0 0,0 0 1 0 0,0 0 0 0 0,0 0-1 0 0,0 0 1 0 0,1 1-1 0 0,-1-1 1 0 0,0 1-1 0 0,1-1 1 0 0,-1 1-1 0 0,1 0 1 0 0,0 0 0 0 0,-1 0-1 0 0,1 0 1 0 0,4 0-1 0 0,-3 1-12 0 0,0 1 0 0 0,0-1 0 0 0,0 1 0 0 0,0 0 0 0 0,0 0 0 0 0,0 0 0 0 0,0 0 0 0 0,-1 1 0 0 0,1 0 0 0 0,-1-1-1 0 0,1 1 1 0 0,-1 1 0 0 0,7 4 0 0 0,3 4 78 0 0,-1 1 1 0 0,0 0-1 0 0,0 1 0 0 0,-1 1 0 0 0,-1 0 0 0 0,10 16 0 0 0,-2 8-120 0 0,0 1-1 0 0,-3 0 1 0 0,-1 1 0 0 0,-3 1-1 0 0,9 48 1 0 0,-3-16-374 0 0,-10-47-1258 0 0,0-2-5219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49.9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171 13 2761 0 0,'-1'-2'531'0'0,"0"1"-1"0"0,-1 0 1 0 0,1 0 0 0 0,-1 0 0 0 0,1 0 0 0 0,-1 0 0 0 0,1 0 0 0 0,-1 1 0 0 0,0-1 0 0 0,1 0 0 0 0,-1 1 0 0 0,0-1 0 0 0,1 1 0 0 0,-1 0 0 0 0,0-1 0 0 0,0 1-1 0 0,-3 0 1 0 0,1 1 70 0 0,1-1 0 0 0,-1 1 0 0 0,1 0 0 0 0,-1 0 0 0 0,1 0-1 0 0,0 0 1 0 0,-1 1 0 0 0,-3 2 0 0 0,-2 1 10 0 0,1 1 0 0 0,0 0 0 0 0,1 0 0 0 0,0 1 0 0 0,-10 10 0 0 0,8-6-207 0 0,4-7-317 0 0,1 1 1 0 0,0 0-1 0 0,0 0 1 0 0,0 0-1 0 0,1 0 0 0 0,-1 1 1 0 0,1 0-1 0 0,0-1 0 0 0,-1 8 1 0 0,4-13-88 0 0,0 1 0 0 0,0 0 0 0 0,1-1 0 0 0,-1 1 0 0 0,1-1 0 0 0,-1 1 0 0 0,1 0 0 0 0,-1-1 0 0 0,1 1 0 0 0,-1-1 0 0 0,1 1 0 0 0,-1-1 0 0 0,1 1 0 0 0,0-1 0 0 0,-1 0 0 0 0,1 1 0 0 0,-1-1 0 0 0,1 0 0 0 0,0 1 0 0 0,0-1 0 0 0,-1 0 0 0 0,1 0 0 0 0,0 0 0 0 0,1 1 0 0 0,22 5 0 0 0,-21-6 0 0 0,13 4-123 0 0,0 0 0 0 0,-1 0 1 0 0,0 2-1 0 0,0 0 0 0 0,25 13 0 0 0,-37-17 64 0 0,1 0 0 0 0,-1 0 0 0 0,1 1 0 0 0,-1 0 0 0 0,0 0 0 0 0,0-1 0 0 0,0 2 1 0 0,0-1-1 0 0,-1 0 0 0 0,1 0 0 0 0,-1 1 0 0 0,0 0 0 0 0,0-1 0 0 0,0 1 0 0 0,0 0 0 0 0,-1 0 0 0 0,1 0 0 0 0,-1 0 0 0 0,0 0 0 0 0,-1 0 0 0 0,1 1 0 0 0,0-1 0 0 0,-1 0 0 0 0,0 0 0 0 0,0 0 0 0 0,-2 9 0 0 0,-5 15-195 0 0,-2 0 0 0 0,-1 0 0 0 0,-1-1 0 0 0,-24 44 0 0 0,30-61-244 0 0,-9 16-6175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0.2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58 2304 0 0,'7'-21'-135'0'0,"9"-16"14394"0"0,-17 76-12188 0 0,-8 146 394 0 0,9-162-2398 0 0,2 0 1 0 0,0 0-1 0 0,2 0 1 0 0,0-1-1 0 0,2 1 1 0 0,9 22 0 0 0,-14-41-55 0 0,1 0 0 0 0,0 0 1 0 0,0 0-1 0 0,0-1 0 0 0,0 1 1 0 0,1-1-1 0 0,0 1 0 0 0,0-1 1 0 0,0 0-1 0 0,0 0 0 0 0,0 0 1 0 0,0-1-1 0 0,1 1 0 0 0,-1-1 0 0 0,1 1 1 0 0,0-1-1 0 0,0 0 0 0 0,0-1 1 0 0,0 1-1 0 0,5 1 0 0 0,-6-3 13 0 0,1 1-1 0 0,-1-1 1 0 0,0 0-1 0 0,0 0 0 0 0,0 0 1 0 0,0-1-1 0 0,0 1 1 0 0,1-1-1 0 0,-1 1 0 0 0,0-1 1 0 0,0 0-1 0 0,0 0 1 0 0,0 0-1 0 0,-1-1 0 0 0,1 1 1 0 0,0-1-1 0 0,0 0 0 0 0,-1 1 1 0 0,1-1-1 0 0,-1 0 1 0 0,0-1-1 0 0,1 1 0 0 0,-1 0 1 0 0,0-1-1 0 0,0 1 1 0 0,-1-1-1 0 0,1 1 0 0 0,2-5 1 0 0,0-2 11 0 0,0 0 0 0 0,-1 0 0 0 0,0-1 0 0 0,0 1 0 0 0,-1-1 1 0 0,0 0-1 0 0,0 0 0 0 0,-2 0 0 0 0,1 0 0 0 0,-1 0 0 0 0,0 0 0 0 0,-1 1 1 0 0,0-1-1 0 0,-1 0 0 0 0,-4-16 0 0 0,2 11 16 0 0,-1 1 1 0 0,-1-1-1 0 0,0 1 1 0 0,-1 0-1 0 0,0 0 0 0 0,-1 1 1 0 0,-1 0-1 0 0,0 0 1 0 0,-13-14-1 0 0,18 23-70 0 0,0 0 0 0 0,-1 0 0 0 0,1 0-1 0 0,-1 1 1 0 0,0-1 0 0 0,0 1 0 0 0,-9-4 0 0 0,11 6-129 0 0,0 0 1 0 0,0 0-1 0 0,0 0 1 0 0,1 1-1 0 0,-1-1 1 0 0,0 1-1 0 0,0 0 1 0 0,0 0-1 0 0,0 0 0 0 0,0 0 1 0 0,0 1-1 0 0,0-1 1 0 0,0 1-1 0 0,0-1 1 0 0,0 1-1 0 0,-4 2 1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0.5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0 219 6913 0 0,'14'3'407'0'0,"-1"1"-1"0"0,1 1 1 0 0,-1 0-1 0 0,0 1 1 0 0,0 0-1 0 0,-1 1 1 0 0,0 1-1 0 0,0 0 1 0 0,-1 0-1 0 0,0 1 1 0 0,11 12-1 0 0,-15-15-8 0 0,0 1 0 0 0,-1 1-1 0 0,0-1 1 0 0,0 1 0 0 0,-1 0-1 0 0,0 0 1 0 0,-1 0 0 0 0,1 1-1 0 0,-2 0 1 0 0,1-1 0 0 0,-1 1-1 0 0,0 1 1 0 0,-1-1 0 0 0,0 0-1 0 0,-1 1 1 0 0,0-1 0 0 0,0 14-1 0 0,-1-22-278 0 0,0 0-1 0 0,0 0 0 0 0,0-1 0 0 0,0 1 0 0 0,0 0 1 0 0,0 0-1 0 0,0 0 0 0 0,-1 0 0 0 0,1 0 0 0 0,0 0 1 0 0,0-1-1 0 0,-1 1 0 0 0,1 0 0 0 0,0 0 1 0 0,-1 0-1 0 0,1-1 0 0 0,-1 1 0 0 0,1 0 0 0 0,-1 0 1 0 0,0-1-1 0 0,1 1 0 0 0,-1-1 0 0 0,-1 2 0 0 0,2-2-46 0 0,-1 0-1 0 0,0 0 0 0 0,0 0 0 0 0,0 0 1 0 0,1 0-1 0 0,-1 0 0 0 0,0-1 0 0 0,0 1 1 0 0,1 0-1 0 0,-1 0 0 0 0,0-1 0 0 0,0 1 1 0 0,1 0-1 0 0,-1-1 0 0 0,0 1 0 0 0,1 0 1 0 0,-1-1-1 0 0,0 1 0 0 0,1-1 0 0 0,-1 0 1 0 0,-3-3 57 0 0,0 0 1 0 0,0 0 0 0 0,1 0-1 0 0,0 0 1 0 0,0-1 0 0 0,-4-6 0 0 0,2-4-86 0 0,0-1 0 0 0,1 1 0 0 0,0-1 0 0 0,1 0 0 0 0,1 1 0 0 0,1-1 0 0 0,0 0 0 0 0,1-1 0 0 0,3-21 0 0 0,-1 15-409 0 0,2 0 0 0 0,1 0 0 0 0,1 0 0 0 0,0 0 0 0 0,18-38 0 0 0,-18 49-356 0 0,0 1 0 0 0,0 0 0 0 0,2 0 0 0 0,-1 1 0 0 0,11-12 0 0 0,2 3-870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1.2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374 6 3225 0 0,'-5'-2'308'0'0,"0"1"0"0"0,1 0 1 0 0,-1 1-1 0 0,0-1 1 0 0,0 1-1 0 0,0 0 0 0 0,0 0 1 0 0,0 1-1 0 0,0-1 0 0 0,0 1 1 0 0,0 0-1 0 0,1 0 1 0 0,-1 1-1 0 0,0-1 0 0 0,1 1 1 0 0,-5 2-1 0 0,-2 2 308 0 0,0 1 0 0 0,1-1 1 0 0,0 2-1 0 0,-16 15 0 0 0,1 2 135 0 0,1 2 0 0 0,2 0 0 0 0,1 2 0 0 0,1 0 0 0 0,2 1 0 0 0,1 1 0 0 0,-25 61 0 0 0,40-87-690 0 0,1-1 1 0 0,-1 1-1 0 0,1 0 0 0 0,0 0 1 0 0,0 0-1 0 0,0 0 1 0 0,1 0-1 0 0,0 0 1 0 0,0 0-1 0 0,0 1 0 0 0,0-1 1 0 0,1 0-1 0 0,0 0 1 0 0,0 0-1 0 0,0 0 1 0 0,1 0-1 0 0,0-1 0 0 0,0 1 1 0 0,0 0-1 0 0,0-1 1 0 0,1 1-1 0 0,-1-1 1 0 0,6 5-1 0 0,2 3-100 0 0,2-1 0 0 0,0 0 0 0 0,0-1 0 0 0,1 0 0 0 0,0-1 0 0 0,17 8 0 0 0,-2-1-98 0 0,-18-12 13 0 0,0 1 0 0 0,0 0 0 0 0,-1 1 0 0 0,0 0 0 0 0,0 1 0 0 0,-1 0 0 0 0,15 15 0 0 0,-22-20 113 0 0,0 0 0 0 0,-1 1 1 0 0,1-1-1 0 0,0 0 1 0 0,-1 1-1 0 0,0-1 0 0 0,1 0 1 0 0,-1 1-1 0 0,0-1 0 0 0,0 1 1 0 0,0-1-1 0 0,-1 0 0 0 0,1 1 1 0 0,-1-1-1 0 0,1 0 1 0 0,-1 1-1 0 0,0-1 0 0 0,0 0 1 0 0,1 0-1 0 0,-2 0 0 0 0,1 0 1 0 0,0 1-1 0 0,0-1 0 0 0,-3 2 1 0 0,-5 8 112 0 0,1-1 0 0 0,-18 16 0 0 0,10-11 106 0 0,-1-1 0 0 0,-1 0 0 0 0,-20 12 0 0 0,30-22-351 0 0,-1 0 0 0 0,0 0-1 0 0,0-1 1 0 0,-1 0 0 0 0,0 0 0 0 0,1-1 0 0 0,-1 0 0 0 0,0-1 0 0 0,-12 1 0 0 0,3-3-5980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1.9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66 41 2761 0 0,'-38'4'5262'0'0,"37"-4"-4980"0"0,0 0-1 0 0,-1 0 1 0 0,1 1-1 0 0,0-1 1 0 0,0 0-1 0 0,-1 1 1 0 0,1-1 0 0 0,0 1-1 0 0,0-1 1 0 0,0 1-1 0 0,0-1 1 0 0,0 1-1 0 0,0 0 1 0 0,0-1-1 0 0,0 1 1 0 0,0 0-1 0 0,0 0 1 0 0,0 0-1 0 0,0 0 1 0 0,1 0-1 0 0,-1 0 1 0 0,0 0-1 0 0,1 0 1 0 0,-1 0-1 0 0,1 0 1 0 0,-1 0-1 0 0,1 1 1 0 0,-1 0-1 0 0,1-1-185 0 0,1 0 0 0 0,-1 0 0 0 0,0 0-1 0 0,1-1 1 0 0,-1 1 0 0 0,1 0-1 0 0,-1 0 1 0 0,1 0 0 0 0,-1-1-1 0 0,1 1 1 0 0,0 0 0 0 0,-1-1-1 0 0,1 1 1 0 0,0 0 0 0 0,0-1 0 0 0,-1 1-1 0 0,1-1 1 0 0,0 1 0 0 0,0-1-1 0 0,0 0 1 0 0,0 1 0 0 0,0-1-1 0 0,0 0 1 0 0,-1 0 0 0 0,1 1-1 0 0,2-1 1 0 0,28 5 356 0 0,-26-4-264 0 0,255 10 2124 0 0,-137-9-1928 0 0,-35-1-315 0 0,1-5 0 0 0,91-16 1 0 0,174-45 84 0 0,-340 62-154 0 0,13-1 5 0 0,1 0 0 0 0,0 2 0 0 0,0 1-1 0 0,0 2 1 0 0,0 0 0 0 0,0 2 0 0 0,-1 1 0 0 0,1 1 0 0 0,-1 2 0 0 0,0 0 0 0 0,0 2 0 0 0,38 18 0 0 0,-52-21-76 0 0,62 23-1237 0 0,-74-29 1165 0 0,-1 0 0 0 0,1 0 0 0 0,0 0 0 0 0,0 0 1 0 0,0 0-1 0 0,0 0 0 0 0,0 0 0 0 0,0 0 0 0 0,0 0 0 0 0,-1-1 0 0 0,1 1 1 0 0,0 0-1 0 0,0-1 0 0 0,0 1 0 0 0,0 0 0 0 0,-1-1 0 0 0,1 1 0 0 0,0-1 0 0 0,-1 0 1 0 0,1 1-1 0 0,0-1 0 0 0,-1 1 0 0 0,1-1 0 0 0,0 0 0 0 0,-1 0 0 0 0,1 1 1 0 0,-1-1-1 0 0,0 0 0 0 0,1 0 0 0 0,-1 0 0 0 0,0 1 0 0 0,1-1 0 0 0,-1 0 1 0 0,0 0-1 0 0,0 0 0 0 0,0 0 0 0 0,1 0 0 0 0,-1-1 0 0 0,3-36-1172 0 0,-5 28 1315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2.2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98 0 1840 0 0,'-58'44'1955'0'0,"46"-34"126"0"0,0 1 0 0 0,-4 21 8393 0 0,58-28-8687 0 0,-25-3-977 0 0,22 3-512 0 0,0 2-1 0 0,-1 2 0 0 0,0 2 0 0 0,61 23 0 0 0,-89-29-297 0 0,-1 0 1 0 0,1 1-1 0 0,-1 0 1 0 0,0 1-1 0 0,0 0 0 0 0,0 0 1 0 0,-1 1-1 0 0,0 0 0 0 0,0 0 1 0 0,11 15-1 0 0,-15-17 22 0 0,0 1 1 0 0,-1 0-1 0 0,0 1 1 0 0,0-1 0 0 0,0 0-1 0 0,0 1 1 0 0,-1 0-1 0 0,0 0 1 0 0,-1 0-1 0 0,1-1 1 0 0,-1 1-1 0 0,-1 1 1 0 0,1-1-1 0 0,-1 0 1 0 0,-1 0-1 0 0,-1 13 1 0 0,-3 0 67 0 0,0-1 0 0 0,-1 0 0 0 0,-1 0 0 0 0,0-1 0 0 0,-2 1 0 0 0,0-2 0 0 0,-1 1 0 0 0,-14 17 0 0 0,3-6 7 0 0,-2-1 0 0 0,-2-1 0 0 0,-42 38-1 0 0,46-48-403 0 0,0 0-1 0 0,-2-2 1 0 0,1 0-1 0 0,-40 18 1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2.9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46 8 8290 0 0,'-16'-6'11181'0'0,"16"5"-11009"0"0,-2 3 75 0 0,-1 1 0 0 0,1 0 0 0 0,0-1 0 0 0,0 1 0 0 0,0 0 0 0 0,0 0 0 0 0,-1 5 0 0 0,-1 6-85 0 0,1-1 0 0 0,1 1 0 0 0,1 0 0 0 0,0 0 0 0 0,0 0 0 0 0,3 14-1 0 0,11 87 36 0 0,-9-92-137 0 0,21 120-40 0 0,-10-67-9 0 0,-4 1-1 0 0,4 154 1 0 0,-15-225-281 0 0,0-1 1 0 0,0 1-1 0 0,-1-1 1 0 0,0 0-1 0 0,0 1 1 0 0,0-1-1 0 0,-1 0 1 0 0,1 0-1 0 0,-4 5 1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3.3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36 5985 0 0,'-37'-11'11525'0'0,"37"10"-11371"0"0,16-11 1259 0 0,-10 10-1252 0 0,0-1-1 0 0,0 2 0 0 0,0-1 0 0 0,0 1 1 0 0,0 0-1 0 0,0 0 0 0 0,1 1 0 0 0,-1 0 1 0 0,0 0-1 0 0,0 0 0 0 0,1 1 0 0 0,-1 0 1 0 0,0 0-1 0 0,0 1 0 0 0,0 0 0 0 0,0 0 0 0 0,8 4 1 0 0,-2-1-107 0 0,0 1 0 0 0,0 0 1 0 0,-1 1-1 0 0,0 1 1 0 0,0 0-1 0 0,-1 0 0 0 0,12 12 1 0 0,-8-3-29 0 0,-1 0-1 0 0,0 0 1 0 0,-1 2 0 0 0,-1-1 0 0 0,14 34-1 0 0,-8-11 34 0 0,19 75 0 0 0,-29-89-52 0 0,-1 0-1 0 0,-2 1 1 0 0,0 0 0 0 0,-2 0-1 0 0,-1 0 1 0 0,-2 0 0 0 0,-3 28-1 0 0,2-40 11 0 0,-2 0 0 0 0,1 0 0 0 0,-2 0-1 0 0,0-1 1 0 0,-1 1 0 0 0,0-1 0 0 0,-1-1-1 0 0,-1 1 1 0 0,-1-1 0 0 0,0-1 0 0 0,0 1-1 0 0,-1-2 1 0 0,-17 17 0 0 0,9-12-45 0 0,-1-1 1 0 0,-1 0-1 0 0,0-2 1 0 0,-35 19 0 0 0,-8-7-6982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3.7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220 1 10306 0 0,'-8'1'386'0'0,"0"0"0"0"0,0 0 0 0 0,0 1 0 0 0,0 0 1 0 0,0 1-1 0 0,1-1 0 0 0,-1 2 0 0 0,1-1 0 0 0,-1 1 0 0 0,1 0 0 0 0,1 0 0 0 0,-1 1 0 0 0,0 0 0 0 0,1 0 0 0 0,0 1 0 0 0,-6 7 0 0 0,2-3-33 0 0,1 2 0 0 0,0-1-1 0 0,0 1 1 0 0,1 0-1 0 0,1 1 1 0 0,0 0 0 0 0,1 0-1 0 0,-6 17 1 0 0,9-19-280 0 0,0 0-1 0 0,1 0 1 0 0,0 0-1 0 0,0 1 1 0 0,1-1 0 0 0,1 13-1 0 0,0-21-70 0 0,0 0 0 0 0,0-1-1 0 0,0 1 1 0 0,1 0 0 0 0,-1-1-1 0 0,1 1 1 0 0,0-1 0 0 0,-1 1-1 0 0,1-1 1 0 0,0 1 0 0 0,1-1-1 0 0,-1 1 1 0 0,0-1-1 0 0,1 0 1 0 0,-1 1 0 0 0,1-1-1 0 0,0 0 1 0 0,-1 0 0 0 0,1 0-1 0 0,0-1 1 0 0,0 1 0 0 0,1 0-1 0 0,-1-1 1 0 0,0 1 0 0 0,0-1-1 0 0,1 0 1 0 0,-1 0 0 0 0,1 0-1 0 0,-1 0 1 0 0,1 0 0 0 0,3 0-1 0 0,-4-1-69 0 0,0 0 1 0 0,0 0-1 0 0,1 0 0 0 0,-1-1 0 0 0,0 1 0 0 0,0-1 0 0 0,0 1 0 0 0,0-1 0 0 0,0 0 0 0 0,0 0 0 0 0,0 0 0 0 0,0 0 0 0 0,-1 0 0 0 0,1 0 0 0 0,0-1 0 0 0,-1 1 0 0 0,1 0 0 0 0,0-1 0 0 0,1-2 0 0 0,28-36-864 0 0,-27 34 823 0 0,6-12-157 0 0,0 0 0 0 0,-1 0 0 0 0,-1-1 0 0 0,-1 0 0 0 0,6-26 0 0 0,-5 18 751 0 0,0 1 0 0 0,14-25 0 0 0,-22 51-431 0 0,0-1 1 0 0,0 1-1 0 0,0 0 1 0 0,0-1 0 0 0,0 1-1 0 0,0 0 1 0 0,0 0-1 0 0,0-1 1 0 0,1 1 0 0 0,-1 0-1 0 0,0 0 1 0 0,0-1-1 0 0,0 1 1 0 0,1 0 0 0 0,-1 0-1 0 0,0 0 1 0 0,0-1 0 0 0,0 1-1 0 0,1 0 1 0 0,-1 0-1 0 0,0 0 1 0 0,1 0 0 0 0,-1 0-1 0 0,0-1 1 0 0,0 1-1 0 0,1 0 1 0 0,-1 0 0 0 0,0 0-1 0 0,1 0 1 0 0,-1 0-1 0 0,0 0 1 0 0,0 0 0 0 0,1 0-1 0 0,-1 0 1 0 0,0 0-1 0 0,1 0 1 0 0,8 11 881 0 0,4 22-421 0 0,-12-29-358 0 0,5 11-31 0 0,-1-1 0 0 0,2-1 0 0 0,0 1 0 0 0,0-1 0 0 0,1-1 0 0 0,1 1 0 0 0,16 17 0 0 0,-19-23-385 0 0,0-1 0 0 0,1-1 0 0 0,0 1 1 0 0,0-1-1 0 0,0 0 0 0 0,0 0 0 0 0,1-1 1 0 0,-1 0-1 0 0,1-1 0 0 0,0 1 0 0 0,1-2 1 0 0,-1 1-1 0 0,0-1 0 0 0,16 2 0 0 0,-1-3-6627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4.0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58 136 5697 0 0,'-1'-3'115'0'0,"-25"-78"607"0"0,-1 30 11171 0 0,27 51-11834 0 0,-2 11 1471 0 0,1 14-779 0 0,7 36-169 0 0,3-1 0 0 0,2 1 0 0 0,26 77 1 0 0,-26-104-955 0 0,1 0 0 0 0,1-2 0 0 0,2 1 0 0 0,27 43 1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4.2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1 129 7370 0 0,'0'0'21'0'0,"0"0"0"0"0,0-1 0 0 0,0 1 1 0 0,0 0-1 0 0,0 0 0 0 0,0 0 0 0 0,-1-1 0 0 0,1 1 1 0 0,0 0-1 0 0,0 0 0 0 0,0-1 0 0 0,0 1 1 0 0,0 0-1 0 0,0 0 0 0 0,0 0 0 0 0,0-1 1 0 0,0 1-1 0 0,0 0 0 0 0,0 0 0 0 0,0-1 0 0 0,0 1 1 0 0,0 0-1 0 0,0 0 0 0 0,1 0 0 0 0,-1-1 1 0 0,0 1-1 0 0,0 0 0 0 0,0 0 0 0 0,0 0 1 0 0,0-1-1 0 0,0 1 0 0 0,0 0 0 0 0,1 0 0 0 0,-1 0 1 0 0,0 0-1 0 0,0 0 0 0 0,0-1 0 0 0,1 1 1 0 0,12-9 617 0 0,18-4 157 0 0,-27 11-698 0 0,95-31 2293 0 0,3 9-3902 0 0,105-7-4568 0 0,-175 27 5628 0 0,3-1 435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4.5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290 10 920 0 0,'-2'-3'7314'0'0,"-9"0"-3420"0"0,-12-1 89 0 0,14 6-3611 0 0,0-1 0 0 0,1 1 0 0 0,-1 0 0 0 0,0 1 0 0 0,1 0 0 0 0,0 1 0 0 0,0-1-1 0 0,0 2 1 0 0,0-1 0 0 0,0 1 0 0 0,1 0 0 0 0,0 1 0 0 0,0-1 0 0 0,1 1-1 0 0,-1 1 1 0 0,-8 11 0 0 0,-2 4-262 0 0,1 0-1 0 0,1 2 1 0 0,1 0-1 0 0,-12 27 1 0 0,22-41-99 0 0,0 0 0 0 0,0 0 1 0 0,1 0-1 0 0,0 0 0 0 0,1 1 0 0 0,1-1 1 0 0,-2 21-1 0 0,3-29-10 0 0,0 0 0 0 0,0 1 1 0 0,0-1-1 0 0,0 0 0 0 0,1 1 0 0 0,-1-1 1 0 0,0 0-1 0 0,1 0 0 0 0,0 0 0 0 0,-1 1 1 0 0,1-1-1 0 0,0 0 0 0 0,0 0 1 0 0,0 0-1 0 0,1 0 0 0 0,-1 0 0 0 0,0-1 1 0 0,1 1-1 0 0,-1 0 0 0 0,1-1 0 0 0,0 1 1 0 0,-1 0-1 0 0,1-1 0 0 0,0 0 0 0 0,0 0 1 0 0,0 1-1 0 0,0-1 0 0 0,0 0 0 0 0,0 0 1 0 0,0-1-1 0 0,0 1 0 0 0,1 0 0 0 0,-1-1 1 0 0,0 1-1 0 0,0-1 0 0 0,1 0 0 0 0,-1 0 1 0 0,0 0-1 0 0,0 0 0 0 0,1 0 0 0 0,-1 0 1 0 0,4-2-1 0 0,2 0-15 0 0,1 0 0 0 0,-1 0 0 0 0,0-1 0 0 0,-1-1 0 0 0,1 1 0 0 0,-1-1 0 0 0,1 0 0 0 0,-1-1 1 0 0,0 0-1 0 0,-1 0 0 0 0,1-1 0 0 0,-1 1 0 0 0,0-1 0 0 0,6-8 0 0 0,34-28-24 0 0,-45 41 54 0 0,0 1-1 0 0,1-1 0 0 0,-1 1 1 0 0,0-1-1 0 0,1 1 1 0 0,-1 0-1 0 0,1 0 0 0 0,-1-1 1 0 0,1 1-1 0 0,-1 0 1 0 0,0 0-1 0 0,1 0 0 0 0,-1 1 1 0 0,1-1-1 0 0,-1 0 1 0 0,0 1-1 0 0,1-1 0 0 0,-1 0 1 0 0,0 1-1 0 0,1 0 1 0 0,-1-1-1 0 0,0 1 0 0 0,0 0 1 0 0,1 0-1 0 0,-1-1 0 0 0,0 1 1 0 0,0 0-1 0 0,0 0 1 0 0,0 0-1 0 0,1 2 0 0 0,32 37-4 0 0,-30-35 5 0 0,2 3-108 0 0,5 8-594 0 0,1 0 0 0 0,1-1 0 0 0,0-1 0 0 0,27 22 0 0 0,-19-20-6547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5.8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277 298 2304 0 0,'-29'-30'393'0'0,"-39"-48"-1"0"0,14 15-1937 0 0,50 60 1612 0 0,1 0 0 0 0,-1 1 0 0 0,1-1 0 0 0,-1 1 0 0 0,0 0 0 0 0,0 0 0 0 0,0 0 0 0 0,-1 1 0 0 0,1-1 0 0 0,0 1 0 0 0,0 0 0 0 0,-1 0 0 0 0,-7 0 0 0 0,7 0 799 0 0,-1 0 0 0 0,0 0 0 0 0,1 0 0 0 0,-1-1 0 0 0,1 0 0 0 0,-1 0 0 0 0,-7-5 0 0 0,12 7-679 0 0,1-1-1 0 0,-1 1 1 0 0,0-1-1 0 0,1 1 1 0 0,-1-1-1 0 0,0 1 1 0 0,1-1-1 0 0,-1 0 1 0 0,1 1-1 0 0,-1-1 1 0 0,1 0-1 0 0,-1 1 1 0 0,1-1-1 0 0,0 0 1 0 0,-1 0-1 0 0,1 0 1 0 0,0 1-1 0 0,0-1 1 0 0,0 0-1 0 0,-1 0 1 0 0,1 0-1 0 0,0 0 1 0 0,0 1-1 0 0,0-1 1 0 0,0 0-1 0 0,1-1 1 0 0,-1-1 52 0 0,1 1-1 0 0,0 0 1 0 0,0 0 0 0 0,0 0-1 0 0,0-1 1 0 0,0 1 0 0 0,0 0-1 0 0,1 0 1 0 0,1-2 0 0 0,2-1 34 0 0,0 0 1 0 0,0 0 0 0 0,0 0-1 0 0,1 1 1 0 0,10-7 0 0 0,-15 11-241 0 0,0-1 0 0 0,1 0 1 0 0,-1 1-1 0 0,1-1 1 0 0,-1 1-1 0 0,0-1 1 0 0,1 1-1 0 0,-1 0 1 0 0,1 0-1 0 0,-1-1 0 0 0,1 1 1 0 0,0 0-1 0 0,-1 0 1 0 0,1 1-1 0 0,-1-1 1 0 0,1 0-1 0 0,-1 0 0 0 0,0 1 1 0 0,1-1-1 0 0,-1 1 1 0 0,1-1-1 0 0,2 2 1 0 0,-2 0-17 0 0,0 0 1 0 0,1 0-1 0 0,-1 0 1 0 0,0 1 0 0 0,0-1-1 0 0,0 0 1 0 0,0 1 0 0 0,-1 0-1 0 0,1-1 1 0 0,2 6 0 0 0,1 6 4 0 0,0 0 1 0 0,-1 0 0 0 0,4 24 0 0 0,-7-35 8 0 0,30 278 423 0 0,-13-75-272 0 0,-17-197-129 0 0,1 0-1 0 0,0-1 1 0 0,0 1-1 0 0,1 0 1 0 0,0-1-1 0 0,0 1 1 0 0,1-1-1 0 0,0 0 1 0 0,1 0-1 0 0,0 0 1 0 0,0-1-1 0 0,9 11 0 0 0,-11-15-30 0 0,0-1 0 0 0,0 1 0 0 0,1 0 0 0 0,-1-1 0 0 0,1 0 0 0 0,0 0 0 0 0,-1 0 1 0 0,1 0-1 0 0,0-1 0 0 0,0 1 0 0 0,0-1 0 0 0,0 0 0 0 0,0 0 0 0 0,0 0 0 0 0,1-1 0 0 0,-1 0 0 0 0,0 1 0 0 0,0-2 0 0 0,0 1 0 0 0,1 0 0 0 0,-1-1 0 0 0,0 0 0 0 0,0 0 0 0 0,0 0 0 0 0,0 0 0 0 0,0 0 0 0 0,0-1 0 0 0,6-4 0 0 0,3-2-1154 0 0,0 0 0 0 0,-1-1 0 0 0,0 0 0 0 0,-1-1 0 0 0,13-14 0 0 0,-23 23 1035 0 0,20-19-6201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6.3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535 133 10138 0 0,'-38'-19'846'0'0,"15"8"903"0"0,-35-13-1 0 0,49 21-1382 0 0,0 1 0 0 0,0 0 1 0 0,-1 0-1 0 0,1 1 1 0 0,-1 0-1 0 0,1 1 0 0 0,-15 1 1 0 0,13 0-128 0 0,0 1-1 0 0,0 0 1 0 0,0 1 0 0 0,0 0 0 0 0,0 1 0 0 0,0 0-1 0 0,1 1 1 0 0,0 0 0 0 0,0 0 0 0 0,-15 12 0 0 0,12-7-156 0 0,1 1 0 0 0,0 0 0 0 0,1 1 0 0 0,0 0 0 0 0,0 1 0 0 0,-14 24 0 0 0,10-9-80 0 0,1 0 1 0 0,1 0 0 0 0,2 1 0 0 0,0 1-1 0 0,3 0 1 0 0,0 0 0 0 0,-5 41 0 0 0,9-33 20 0 0,2 0 0 0 0,1 0 0 0 0,2 0 0 0 0,2 0 0 0 0,1 0 0 0 0,2 0 0 0 0,2-1 0 0 0,1 0 0 0 0,2-1 0 0 0,1 0 0 0 0,2 0 0 0 0,29 52 0 0 0,-28-62-37 0 0,1 0 0 0 0,1-1 0 0 0,2-1 0 0 0,0 0-1 0 0,1-2 1 0 0,2 0 0 0 0,0-1 0 0 0,1-2-1 0 0,1 0 1 0 0,1-1 0 0 0,0-2 0 0 0,2 0 0 0 0,-1-2-1 0 0,2-1 1 0 0,0-1 0 0 0,33 9 0 0 0,-22-12 20 0 0,0-1 0 0 0,1-2-1 0 0,-1-2 1 0 0,1-2 0 0 0,0-1 0 0 0,0-2 0 0 0,0-2 0 0 0,0-2 0 0 0,-1-1-1 0 0,0-2 1 0 0,0-2 0 0 0,55-21 0 0 0,-74 22 83 0 0,-1-1 1 0 0,1-1-1 0 0,-2-1 0 0 0,0 0 1 0 0,0-1-1 0 0,-1-1 0 0 0,-1-1 1 0 0,0 0-1 0 0,-1-1 0 0 0,13-19 1 0 0,-11 12 21 0 0,-1-1 1 0 0,-1 0-1 0 0,-1 0 1 0 0,-1-2-1 0 0,-2 1 1 0 0,0-2-1 0 0,9-38 1 0 0,-15 41-47 0 0,-2 1-1 0 0,0-1 1 0 0,-2 0-1 0 0,-1 0 1 0 0,0 0 0 0 0,-2 0-1 0 0,-1 1 1 0 0,-1-1 0 0 0,-13-44-1 0 0,-7-6 221 0 0,-59-119 0 0 0,56 135-100 0 0,-63-99-1 0 0,80 141-371 0 0,-2 1-1 0 0,1 0 1 0 0,-2 1 0 0 0,0 0-1 0 0,-1 1 1 0 0,0 1 0 0 0,-1 0-1 0 0,0 1 1 0 0,-1 0-1 0 0,-31-15 1 0 0,1 9-7801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7.4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9 298 7834 0 0,'-2'-6'317'0'0,"0"-1"0"0"0,0 1 1 0 0,1-1-1 0 0,0 0 1 0 0,1 1-1 0 0,-1-1 0 0 0,1 0 1 0 0,1 0-1 0 0,-1 1 1 0 0,1-1-1 0 0,0 0 0 0 0,0 1 1 0 0,1-1-1 0 0,0 1 1 0 0,3-7-1 0 0,0 5-53 0 0,0 0 0 0 0,0 1 0 0 0,1-1 0 0 0,0 1 0 0 0,0 0 0 0 0,0 0 0 0 0,14-10 0 0 0,57-37 1165 0 0,-71 50-1352 0 0,8-4 99 0 0,0 0-1 0 0,1 1 0 0 0,-1 0 1 0 0,1 1-1 0 0,0 1 1 0 0,1 0-1 0 0,0 1 0 0 0,21-2 1 0 0,-32 5-159 0 0,0 0-1 0 0,0 0 1 0 0,1 1 0 0 0,-1 0 0 0 0,0 0 0 0 0,1 1-1 0 0,-1 0 1 0 0,0 0 0 0 0,0 0 0 0 0,0 0 0 0 0,0 1-1 0 0,0-1 1 0 0,0 1 0 0 0,0 1 0 0 0,0-1 0 0 0,-1 1-1 0 0,1 0 1 0 0,-1 0 0 0 0,0 0 0 0 0,0 0 0 0 0,0 1-1 0 0,0 0 1 0 0,0 0 0 0 0,-1 0 0 0 0,0 0 0 0 0,0 0-1 0 0,0 1 1 0 0,4 8 0 0 0,-1 3-2 0 0,-1-1 0 0 0,0 1-1 0 0,-2 0 1 0 0,1 0 0 0 0,-2 0 0 0 0,0 0-1 0 0,-1 19 1 0 0,-11 120 25 0 0,0-36-46 0 0,8-86 11 0 0,1-22 1 0 0,0 1 0 0 0,0-1 0 0 0,1 0 0 0 0,1 1 0 0 0,0-1-1 0 0,0 1 1 0 0,1-1 0 0 0,1 0 0 0 0,7 21 0 0 0,-9-31-4 0 0,0 1 0 0 0,0 0 0 0 0,0-1 0 0 0,0 1 0 0 0,0 0 0 0 0,1-1 0 0 0,-1 0 0 0 0,1 1 0 0 0,-1-1 0 0 0,1 0 1 0 0,0 0-1 0 0,-1 1 0 0 0,1-1 0 0 0,0-1 0 0 0,0 1 0 0 0,0 0 0 0 0,0 0 0 0 0,3 0 0 0 0,-1 0 16 0 0,0-1-1 0 0,0 0 1 0 0,1 1 0 0 0,-1-1 0 0 0,0-1-1 0 0,1 1 1 0 0,-1-1 0 0 0,6-1 0 0 0,4-2 192 0 0,0-1 1 0 0,0-1 0 0 0,26-14 0 0 0,15-13-434 0 0,-1-3 0 0 0,57-49 0 0 0,-80 59-6663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8.2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823 180 7834 0 0,'-20'-8'367'0'0,"-1"0"0"0"0,0 1 0 0 0,0 1 1 0 0,0 1-1 0 0,-1 1 0 0 0,0 0 0 0 0,1 2 0 0 0,-1 1 1 0 0,0 1-1 0 0,0 0 0 0 0,0 2 0 0 0,0 0 0 0 0,0 2 1 0 0,1 0-1 0 0,0 2 0 0 0,0 0 0 0 0,0 1 0 0 0,0 1 1 0 0,1 1-1 0 0,1 1 0 0 0,0 1 0 0 0,0 1 0 0 0,1 0 1 0 0,0 1-1 0 0,-29 29 0 0 0,19-11-267 0 0,2 0 0 0 0,1 2 1 0 0,2 1-1 0 0,1 1 0 0 0,2 1 0 0 0,1 1 0 0 0,2 0 0 0 0,1 2 1 0 0,2 0-1 0 0,2 0 0 0 0,2 1 0 0 0,1 0 0 0 0,3 1 1 0 0,1 0-1 0 0,1 0 0 0 0,4 57 0 0 0,9-28 4 0 0,3 0-1 0 0,4-1 1 0 0,2-1-1 0 0,30 73 1 0 0,-26-85 19 0 0,2-1 0 0 0,2-1 0 0 0,48 73 1 0 0,-50-92-92 0 0,1-2 1 0 0,2 0-1 0 0,1-2 1 0 0,1-1-1 0 0,59 47 1 0 0,-63-60-33 0 0,1 0 0 0 0,0-2 0 0 0,1-1 0 0 0,1-1 0 0 0,0-1 0 0 0,1-2 0 0 0,0-1 0 0 0,0-1 1 0 0,1-1-1 0 0,0-2 0 0 0,1-1 0 0 0,50 0 0 0 0,-33-5-2 0 0,0-3 0 0 0,0-1 0 0 0,-1-3 1 0 0,0-2-1 0 0,-1-1 0 0 0,0-3 0 0 0,63-28 0 0 0,-22 4 25 0 0,-2-4 0 0 0,87-57-1 0 0,-133 73-9 0 0,-2-2 1 0 0,-1-1-1 0 0,-1-2 0 0 0,-2-1 0 0 0,-1-2 0 0 0,38-52 0 0 0,-36 38 289 0 0,-2-2 0 0 0,-2-1 0 0 0,27-66 0 0 0,-44 86-174 0 0,-2-1 0 0 0,-1 0 0 0 0,-1-1 1 0 0,-2 0-1 0 0,-1 0 0 0 0,-2 0 0 0 0,0-38 0 0 0,-5 42-50 0 0,-2 0-1 0 0,-1 0 1 0 0,-1 1 0 0 0,-1 0-1 0 0,-19-52 1 0 0,-69-131 466 0 0,72 163-514 0 0,0 6 125 0 0,-1 0 1 0 0,-2 2-1 0 0,-1 0 0 0 0,-34-36 0 0 0,40 52-54 0 0,-2 2 0 0 0,0 0 0 0 0,-1 2 0 0 0,-2 0 0 0 0,0 1 0 0 0,-1 2 0 0 0,-33-17 0 0 0,35 23-76 0 0,-2 2 0 0 0,1 1 0 0 0,-1 0-1 0 0,0 2 1 0 0,0 1 0 0 0,-1 2 0 0 0,1 0-1 0 0,-46 2 1 0 0,-4 5-230 0 0,-133 24-1 0 0,177-22 217 0 0,-56 17 1 0 0,76-19-354 0 0,1 1-1 0 0,-1 0 1 0 0,-9 8 0 0 0,14-9-599 0 0,1 0-1 0 0,0 1 1 0 0,0 0-1 0 0,1 0 1 0 0,-1 0-1 0 0,-4 6 1 0 0,-3 8-6442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9.5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272 1 2761 0 0,'-53'6'2304'0'0,"16"-2"-37"0"0,-42 10 0 0 0,68-11-1375 0 0,0 0 1 0 0,1 1-1 0 0,0 0 0 0 0,-1 0 0 0 0,1 1 0 0 0,1 1 1 0 0,-1-1-1 0 0,-11 16 3284 0 0,22-21-4110 0 0,10 4 1234 0 0,18 2-1244 0 0,-23-5 164 0 0,56 11-150 0 0,1-3 0 0 0,1-2-1 0 0,-1-4 1 0 0,1-2-1 0 0,115-14 1 0 0,77-26 24 0 0,90-12 72 0 0,-294 48-154 0 0,91 4-1 0 0,-102 1-54 0 0,0-1 0 0 0,0-2 0 0 0,79-13 0 0 0,-107 11-129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9.9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96 65 920 0 0,'-96'-64'15748'0'0,"138"97"-13245"0"0,-11-6-1286 0 0,84 55-989 0 0,131 106 585 0 0,-241-184-759 0 0,-1 0 1 0 0,1 1 0 0 0,-1-1-1 0 0,0 1 1 0 0,0 0-1 0 0,-1 0 1 0 0,1 0 0 0 0,-1 1-1 0 0,0-1 1 0 0,2 7 0 0 0,-4-7-11 0 0,0-1-1 0 0,-1 1 1 0 0,1-1 0 0 0,-1 1 0 0 0,0-1 0 0 0,0 1 0 0 0,0-1 0 0 0,-1 1-1 0 0,1-1 1 0 0,-1 1 0 0 0,0-1 0 0 0,0 0 0 0 0,-1 1 0 0 0,-2 4 0 0 0,-5 11 69 0 0,-1 0 0 0 0,-1 0 0 0 0,-1-1 0 0 0,-1-1 0 0 0,-1 0 0 0 0,0-1 0 0 0,-1 0 0 0 0,-1-1 0 0 0,-27 21 0 0 0,-17 8-280 0 0,-96 55-1 0 0,136-88-9 0 0,4-2-324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0.8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112 158 1840 0 0,'-9'-4'776'0'0,"0"0"-1"0"0,1-1 1 0 0,-1 0-1 0 0,1 0 1 0 0,0-1-1 0 0,0 0 1 0 0,1 0-1 0 0,0-1 1 0 0,0 0-1 0 0,1 0 1 0 0,-10-14-1 0 0,14 19-503 0 0,1 0 0 0 0,0 0 0 0 0,0 1 0 0 0,0-1 0 0 0,1 0 0 0 0,-1 0 0 0 0,0 0 0 0 0,1 0 0 0 0,-1 0 0 0 0,1 0-1 0 0,0 0 1 0 0,-1 0 0 0 0,1 0 0 0 0,0-1 0 0 0,0 1 0 0 0,0 0 0 0 0,1 0 0 0 0,-1 0 0 0 0,0 0 0 0 0,1 0 0 0 0,0 0 0 0 0,-1 0-1 0 0,1 0 1 0 0,0 0 0 0 0,0 1 0 0 0,0-1 0 0 0,0 0 0 0 0,0 0 0 0 0,0 1 0 0 0,4-4 0 0 0,-3 4-203 0 0,0-1 0 0 0,0 1-1 0 0,0 0 1 0 0,0 0 0 0 0,1 0 0 0 0,-1 0 0 0 0,0 0 0 0 0,1 0 0 0 0,-1 1 0 0 0,1 0 0 0 0,-1-1 0 0 0,1 1-1 0 0,-1 0 1 0 0,1 0 0 0 0,-1 0 0 0 0,1 0 0 0 0,-1 0 0 0 0,0 1 0 0 0,1-1 0 0 0,-1 1 0 0 0,1 0 0 0 0,-1 0 0 0 0,0 0-1 0 0,1 0 1 0 0,2 1 0 0 0,0 1-68 0 0,0 0-1 0 0,0 1 1 0 0,0-1 0 0 0,-1 1-1 0 0,1 0 1 0 0,-1 0 0 0 0,0 1-1 0 0,0-1 1 0 0,0 1-1 0 0,-1-1 1 0 0,0 1 0 0 0,0 1-1 0 0,0-1 1 0 0,0 0-1 0 0,-1 1 1 0 0,0-1 0 0 0,2 8-1 0 0,1 7-2 0 0,-2 1 0 0 0,0 0 0 0 0,0 33 0 0 0,-3-33 1 0 0,1 0-1 0 0,8 38 0 0 0,-8-56 1 0 0,0 0 0 0 0,0 0 0 0 0,0-1 0 0 0,0 1 0 0 0,1 0 0 0 0,-1 0 0 0 0,1-1 0 0 0,0 1 0 0 0,0-1 0 0 0,0 0 0 0 0,0 1 0 0 0,0-1 0 0 0,0 0 0 0 0,1 0 0 0 0,-1 0 0 0 0,1-1 0 0 0,-1 1 0 0 0,1 0 0 0 0,0-1 0 0 0,0 0 0 0 0,0 0 0 0 0,0 0 0 0 0,5 2 0 0 0,7-1-8 0 0,0 0 0 0 0,0 0 0 0 0,30-2 0 0 0,-31-1 8 0 0,-1 2 1 0 0,1-1 0 0 0,14 4-1 0 0,-23-3 2 0 0,1 0 0 0 0,-1 1 0 0 0,0-1 1 0 0,0 1-1 0 0,-1 1 0 0 0,1-1 0 0 0,0 1 0 0 0,-1-1 0 0 0,1 1 0 0 0,-1 1 0 0 0,0-1 0 0 0,0 0 0 0 0,0 1 0 0 0,0 0 1 0 0,-1 0-1 0 0,4 6 0 0 0,-4-5 11 0 0,0 1 0 0 0,-1-1 0 0 0,1 1 0 0 0,-1 0 0 0 0,-1 0 0 0 0,1 0 0 0 0,-1 0 0 0 0,0 1 0 0 0,0-1 0 0 0,-1 0 0 0 0,0 0 0 0 0,0 0 0 0 0,-1 11 0 0 0,-4 11 76 0 0,-1 0 1 0 0,-2-1-1 0 0,-1 1 1 0 0,0-1-1 0 0,-2-1 0 0 0,-1 0 1 0 0,-2-1-1 0 0,0 0 1 0 0,-29 37-1 0 0,27-43-546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1.2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644 383 1840 0 0,'-4'-46'2089'0'0,"-18"-74"0"0"0,17 100-1184 0 0,0 1 1 0 0,-2 0-1 0 0,0 0 0 0 0,-1 1 0 0 0,-1-1 0 0 0,-14-19 1 0 0,20 33-663 0 0,-1 0 1 0 0,1 1-1 0 0,-1-1 1 0 0,0 1-1 0 0,0 0 1 0 0,0 0 0 0 0,-1 1-1 0 0,0-1 1 0 0,1 1-1 0 0,-1 0 1 0 0,0 0-1 0 0,0 1 1 0 0,-1-1-1 0 0,1 1 1 0 0,-1 0-1 0 0,-7-1 1 0 0,5 2-28 0 0,1 0-1 0 0,0 1 1 0 0,0 0-1 0 0,-1 1 1 0 0,1-1 0 0 0,0 1-1 0 0,0 1 1 0 0,0-1 0 0 0,0 1-1 0 0,0 1 1 0 0,-10 4-1 0 0,-3 3 21 0 0,1 2-1 0 0,0 0 0 0 0,1 1 0 0 0,0 0 1 0 0,1 2-1 0 0,1 0 0 0 0,-22 25 0 0 0,15-13-200 0 0,1 2 0 0 0,1 0 0 0 0,2 1 0 0 0,1 1 0 0 0,1 0 0 0 0,2 1 0 0 0,1 1-1 0 0,1 1 1 0 0,2 0 0 0 0,2 0 0 0 0,1 1 0 0 0,1 0 0 0 0,-3 71 0 0 0,9-67-46 0 0,2 0 0 0 0,1 0 0 0 0,2 0 0 0 0,2-1 0 0 0,1 1 0 0 0,24 69 1 0 0,-22-84 3 0 0,1-1 1 0 0,1-1 0 0 0,1 1-1 0 0,1-2 1 0 0,1 0 0 0 0,1 0-1 0 0,1-2 1 0 0,1 0 0 0 0,0 0-1 0 0,2-2 1 0 0,32 26 0 0 0,-28-28 44 0 0,1 0 0 0 0,0-1 0 0 0,1-1 0 0 0,1-2 0 0 0,0 0 0 0 0,0-2 1 0 0,1-1-1 0 0,0-1 0 0 0,0-1 0 0 0,1-2 0 0 0,50 3 0 0 0,-53-7 2 0 0,1-1-1 0 0,-1-1 1 0 0,0-1-1 0 0,0-1 0 0 0,0-1 1 0 0,-1-2-1 0 0,0 0 1 0 0,0-1-1 0 0,0-2 0 0 0,-1 0 1 0 0,-1-2-1 0 0,0 0 1 0 0,24-18-1 0 0,-13 4 93 0 0,-1-1 0 0 0,-1-1-1 0 0,-2-2 1 0 0,-1-1 0 0 0,-1-1-1 0 0,27-43 1 0 0,-37 48-58 0 0,-2 0 0 0 0,0-2 1 0 0,-2 0-1 0 0,-1 0 0 0 0,-1-2 0 0 0,-2 1 0 0 0,-1-1 1 0 0,7-55-1 0 0,-10 26 37 0 0,-4 0 0 0 0,-8-85 1 0 0,-29-117 179 0 0,34 249-317 0 0,-1 0 0 0 0,0 0 0 0 0,-1 0 0 0 0,0 1 0 0 0,-1 0 0 0 0,0 0 0 0 0,-1 0 0 0 0,0 0 0 0 0,-16-20 0 0 0,18 27 14 0 0,0 1-1 0 0,0-1 1 0 0,-1 1 0 0 0,0 0-1 0 0,0 0 1 0 0,0 1 0 0 0,0-1-1 0 0,-1 1 1 0 0,0 0 0 0 0,1 1-1 0 0,-1-1 1 0 0,0 1 0 0 0,0 0-1 0 0,0 1 1 0 0,0-1 0 0 0,-1 1-1 0 0,1 0 1 0 0,0 1 0 0 0,0 0-1 0 0,-1 0 1 0 0,1 0-1 0 0,-9 2 1 0 0,-1 1-53 0 0,1 1 0 0 0,-1 0 0 0 0,1 1-1 0 0,0 1 1 0 0,1 0 0 0 0,0 1 0 0 0,0 1 0 0 0,-18 12 0 0 0,21-12-298 0 0,1 0 0 0 0,-1 0 0 0 0,1 1 0 0 0,1 1 0 0 0,-1-1 0 0 0,2 2 0 0 0,-1-1 0 0 0,1 1 1 0 0,1 1-1 0 0,-7 14 0 0 0,4 1-852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1.5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 1 10594 0 0,'-2'1'336'0'0,"1"1"0"0"0,-1 0 0 0 0,0 1 0 0 0,1-1 0 0 0,0 0-1 0 0,-1 0 1 0 0,1 1 0 0 0,0-1 0 0 0,0 0 0 0 0,1 1 0 0 0,-1-1 0 0 0,0 1-1 0 0,1-1 1 0 0,-1 4 0 0 0,-4 47 674 0 0,4-38-480 0 0,-4 43 849 0 0,3 0 1 0 0,7 74-1 0 0,-1-101-1373 0 0,0 0 0 0 0,3 0 0 0 0,0-1 0 0 0,2 0 0 0 0,23 55 0 0 0,-26-72-1085 0 0,-2-3-304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1.8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60 5985 0 0,'6'-5'325'0'0,"1"0"0"0"0,-1 1 0 0 0,1-1 0 0 0,0 1 0 0 0,0 1 0 0 0,0-1 0 0 0,0 1 0 0 0,10-2 0 0 0,62-14 3090 0 0,-75 18-3131 0 0,1 1-1 0 0,-1-1 0 0 0,0 1 0 0 0,1 0 1 0 0,-1 0-1 0 0,0 0 0 0 0,1 0 0 0 0,-1 1 1 0 0,0 0-1 0 0,0 0 0 0 0,1 0 0 0 0,-1 0 1 0 0,0 1-1 0 0,0-1 0 0 0,6 5 0 0 0,-7-4-124 0 0,0 0 0 0 0,-1 1-1 0 0,0-1 1 0 0,1 1-1 0 0,-1-1 1 0 0,0 1 0 0 0,-1 0-1 0 0,1 0 1 0 0,0 0 0 0 0,-1 0-1 0 0,1 0 1 0 0,-1 0-1 0 0,0 0 1 0 0,0 0 0 0 0,0 1-1 0 0,-1-1 1 0 0,1 0-1 0 0,-1 1 1 0 0,0-1 0 0 0,0 6-1 0 0,-1 6 59 0 0,-2 0 0 0 0,1-1 0 0 0,-2 0 0 0 0,0 1 0 0 0,0-1 0 0 0,-2 0 0 0 0,1-1 0 0 0,-2 1-1 0 0,-10 16 1 0 0,5-9-743 0 0,2-1 0 0 0,-13 38 0 0 0,20-47-97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2.1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1 148 10594 0 0,'28'23'3950'0'0,"-11"-2"-2378"0"0,0 2 0 0 0,21 34 0 0 0,-22-30-664 0 0,30 37 1 0 0,-51-74-475 0 0,1 1 0 0 0,0-1 0 0 0,1 1 0 0 0,0-1 0 0 0,0 0 0 0 0,1-1 0 0 0,0 1 0 0 0,0-14 0 0 0,-1-7-610 0 0,1 0 0 0 0,3-42 1 0 0,1 61-155 0 0,0-1 1 0 0,0 1-1 0 0,1-1 1 0 0,1 1-1 0 0,0 0 0 0 0,9-19 1 0 0,-2 12-888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2.4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43 228 920 0 0,'5'18'-118'0'0,"11"33"4396"0"0,-15-48-3767 0 0,0 0 0 0 0,0-1 0 0 0,1 1 0 0 0,-1-1 0 0 0,1 1 0 0 0,-1-1 0 0 0,1 0 0 0 0,0 0 0 0 0,0 1 0 0 0,0-1-1 0 0,0-1 1 0 0,0 1 0 0 0,1 0 0 0 0,3 2 0 0 0,-5-4-362 0 0,0 1 0 0 0,0-1-1 0 0,0 0 1 0 0,-1 0 0 0 0,1 0 0 0 0,0 0-1 0 0,0-1 1 0 0,-1 1 0 0 0,1 0 0 0 0,0 0 0 0 0,0 0-1 0 0,-1-1 1 0 0,1 1 0 0 0,0 0 0 0 0,-1-1-1 0 0,1 1 1 0 0,0 0 0 0 0,-1-1 0 0 0,1 1-1 0 0,0-1 1 0 0,-1 1 0 0 0,1-1 0 0 0,-1 0-1 0 0,1 1 1 0 0,-1-1 0 0 0,1 1 0 0 0,-1-1 0 0 0,0 0-1 0 0,1 1 1 0 0,0-3 0 0 0,12-26 1301 0 0,-9 21-1016 0 0,1-4-251 0 0,-1 0 0 0 0,0 0 1 0 0,0-1-1 0 0,-2 1 0 0 0,1-1 0 0 0,-2 0 0 0 0,1 0 1 0 0,-2 0-1 0 0,0-13 0 0 0,-1 18-163 0 0,1 0 0 0 0,-1-1-1 0 0,-1 1 1 0 0,0 0 0 0 0,0 0 0 0 0,-1 0-1 0 0,0 1 1 0 0,0-1 0 0 0,0 1 0 0 0,-1-1 0 0 0,0 1-1 0 0,-1 0 1 0 0,0 1 0 0 0,0-1 0 0 0,-7-7 0 0 0,10 13-2 0 0,1-1 1 0 0,0 1-1 0 0,0 0 1 0 0,-1-1-1 0 0,1 1 1 0 0,-1 0-1 0 0,1 0 1 0 0,-1 0-1 0 0,1 0 1 0 0,-1 0-1 0 0,0 1 1 0 0,0-1-1 0 0,1 0 1 0 0,-1 1-1 0 0,0-1 1 0 0,0 1-1 0 0,0 0 1 0 0,1-1 0 0 0,-1 1-1 0 0,0 0 1 0 0,0 0-1 0 0,0 0 1 0 0,0 0-1 0 0,0 1 1 0 0,1-1-1 0 0,-1 0 1 0 0,0 1-1 0 0,0 0 1 0 0,1-1-1 0 0,-1 1 1 0 0,0 0-1 0 0,0 0 1 0 0,1 0-1 0 0,-1 0 1 0 0,1 0-1 0 0,-1 0 1 0 0,1 0 0 0 0,0 0-1 0 0,-1 1 1 0 0,1-1-1 0 0,0 0 1 0 0,0 1-1 0 0,0-1 1 0 0,0 1-1 0 0,0 0 1 0 0,-2 3-1 0 0,-1 3 19 0 0,0 0 1 0 0,1 0-1 0 0,-1 0 0 0 0,2 1 0 0 0,-1 0 1 0 0,1-1-1 0 0,0 1 0 0 0,0 14 0 0 0,1-16-23 0 0,2 0 0 0 0,-1 0 0 0 0,1 1 0 0 0,0-1 0 0 0,0 0 0 0 0,1 0 0 0 0,0 0 0 0 0,0-1 0 0 0,1 1 0 0 0,0 0 0 0 0,0-1 0 0 0,0 0 0 0 0,1 1 0 0 0,0-1 0 0 0,0-1 0 0 0,1 1 0 0 0,0-1-1 0 0,0 1 1 0 0,6 4 0 0 0,-1-2-334 0 0,-1-1-1 0 0,2 0 0 0 0,-1-1 0 0 0,14 7 0 0 0,-6-5-1842 0 0,0-1 0 0 0,20 5-1 0 0,-5-4-4205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2.7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72 52 4145 0 0,'-38'-23'2935'0'0,"4"-5"7679"0"0,41 40-6696 0 0,3 12-3240 0 0,-5-9-248 0 0,-2-7-403 0 0,80 208 1512 0 0,-73-184-2176 0 0,-1 0 0 0 0,-2 0 0 0 0,-2 1 0 0 0,3 65 0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3.0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52 2304 0 0,'65'-21'6490'0'0,"14"-4"-1615"0"0,-71 23-4427 0 0,0 1 0 0 0,0 0-1 0 0,0 0 1 0 0,0 1-1 0 0,0 0 1 0 0,0 0 0 0 0,15 3-1 0 0,-21-3-382 0 0,-1 0 0 0 0,1 0 0 0 0,0 1-1 0 0,-1-1 1 0 0,1 1 0 0 0,-1 0 0 0 0,1-1-1 0 0,-1 1 1 0 0,0 0 0 0 0,1 0 0 0 0,-1 0-1 0 0,0 0 1 0 0,1 0 0 0 0,-1 0-1 0 0,0 0 1 0 0,0 0 0 0 0,0 1 0 0 0,0-1-1 0 0,0 0 1 0 0,0 1 0 0 0,0-1 0 0 0,-1 1-1 0 0,1-1 1 0 0,0 3 0 0 0,0-1 9 0 0,0 1 1 0 0,-1-1-1 0 0,0 1 0 0 0,0 0 1 0 0,0-1-1 0 0,0 1 0 0 0,0-1 1 0 0,-1 1-1 0 0,0-1 0 0 0,-1 7 1 0 0,-3 4 139 0 0,-1 0 0 0 0,0 0-1 0 0,-1-1 1 0 0,-10 16 0 0 0,-9 8 125 0 0,-54 58 0 0 0,66-81-584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3.6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20 413 11979 0 0,'-2'-3'261'0'0,"0"1"1"0"0,0 0 0 0 0,0-1-1 0 0,1 0 1 0 0,-1 1-1 0 0,1-1 1 0 0,-1 0 0 0 0,1 0-1 0 0,0 1 1 0 0,0-1 0 0 0,1 0-1 0 0,-1 0 1 0 0,1 0 0 0 0,-1 0-1 0 0,1 0 1 0 0,0 0 0 0 0,0-1-1 0 0,0 1 1 0 0,0 0 0 0 0,1 0-1 0 0,-1 0 1 0 0,1 0 0 0 0,0 0-1 0 0,0 1 1 0 0,0-1 0 0 0,0 0-1 0 0,1 0 1 0 0,-1 0 0 0 0,3-3-1 0 0,-3 6-234 0 0,-1-1 0 0 0,0 1 0 0 0,1 0 0 0 0,-1-1-1 0 0,0 1 1 0 0,1 0 0 0 0,-1 0 0 0 0,1 0 0 0 0,-1-1 0 0 0,1 1-1 0 0,-1 0 1 0 0,0 0 0 0 0,1 0 0 0 0,-1 0 0 0 0,1 0-1 0 0,-1 0 1 0 0,1 0 0 0 0,-1 0 0 0 0,1 0 0 0 0,-1 0 0 0 0,1 0-1 0 0,-1 0 1 0 0,1 0 0 0 0,-1 0 0 0 0,0 0 0 0 0,1 1 0 0 0,-1-1-1 0 0,1 0 1 0 0,-1 0 0 0 0,1 1 0 0 0,-1-1 0 0 0,0 0 0 0 0,1 0-1 0 0,-1 1 1 0 0,0-1 0 0 0,1 0 0 0 0,-1 1 0 0 0,0-1 0 0 0,1 0-1 0 0,-1 1 1 0 0,0-1 0 0 0,0 1 0 0 0,1-1 0 0 0,-1 1-1 0 0,0-1 1 0 0,0 0 0 0 0,0 1 0 0 0,0-1 0 0 0,0 1 0 0 0,0-1-1 0 0,0 1 1 0 0,0-1 0 0 0,0 1 0 0 0,0-1 0 0 0,0 1 0 0 0,1 2 92 0 0,0-1 1 0 0,-1 0-1 0 0,1 0 1 0 0,-1 1-1 0 0,0-1 1 0 0,0 0-1 0 0,0 0 1 0 0,0 1-1 0 0,0-1 1 0 0,0 0-1 0 0,-4 6 2348 0 0,17 11-2767 0 0,-7-13 287 0 0,1 0 0 0 0,-1 0 0 0 0,1-1-1 0 0,13 9 1 0 0,-15-11 13 0 0,0 0-1 0 0,0 1 1 0 0,0 0-1 0 0,0-1 1 0 0,-1 2-1 0 0,1-1 1 0 0,-1 0-1 0 0,0 1 1 0 0,5 8-1 0 0,-10-30-15 0 0,-1-24-211 0 0,3 0-1 0 0,1 1 0 0 0,2-1 0 0 0,2 1 1 0 0,2 0-1 0 0,1 0 0 0 0,23-59 1 0 0,-30 93-98 0 0,1 1 0 0 0,0-1 0 0 0,0 1 0 0 0,0 0 1 0 0,0 0-1 0 0,1 0 0 0 0,0 0 0 0 0,0 1 0 0 0,0-1 1 0 0,7-4-1 0 0,7-2-6747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4.0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72 26 7370 0 0,'-29'35'7855'0'0,"23"-29"-6879"0"0,0 1 1 0 0,1-1 0 0 0,0 1 0 0 0,-7 12-1 0 0,11-16-835 0 0,-1 1 0 0 0,1 0 0 0 0,0 0 1 0 0,0-1-1 0 0,0 1 0 0 0,0 0 0 0 0,1 0 0 0 0,-1 0 0 0 0,1 0 0 0 0,0 0 0 0 0,0 0 0 0 0,1 0 0 0 0,1 7 0 0 0,-1-6-104 0 0,0 0-1 0 0,0 0 1 0 0,1-1 0 0 0,0 1-1 0 0,0 0 1 0 0,0-1-1 0 0,1 1 1 0 0,-1-1-1 0 0,1 1 1 0 0,0-1-1 0 0,0 0 1 0 0,1 0-1 0 0,-1-1 1 0 0,1 1-1 0 0,0-1 1 0 0,0 0 0 0 0,0 0-1 0 0,0 0 1 0 0,1 0-1 0 0,-1-1 1 0 0,1 1-1 0 0,-1-1 1 0 0,1 0-1 0 0,0-1 1 0 0,0 1-1 0 0,0-1 1 0 0,6 1-1 0 0,-3-1 5 0 0,0 0-1 0 0,0-1 0 0 0,0 0 0 0 0,0 0 0 0 0,0-1 0 0 0,0 0 1 0 0,0-1-1 0 0,0 1 0 0 0,0-2 0 0 0,0 1 0 0 0,-1-1 0 0 0,1 0 0 0 0,-1 0 1 0 0,0-1-1 0 0,0 0 0 0 0,10-8 0 0 0,-11 8-24 0 0,-1-1-1 0 0,1 0 1 0 0,-1 0 0 0 0,0 0 0 0 0,-1 0-1 0 0,1-1 1 0 0,-1 0 0 0 0,0 0-1 0 0,-1 0 1 0 0,4-9 0 0 0,-6 12-15 0 0,0 0 0 0 0,0 0 0 0 0,0-1 0 0 0,-1 1 0 0 0,1 0 1 0 0,-1-1-1 0 0,0 1 0 0 0,0 0 0 0 0,0-1 0 0 0,-1 1 0 0 0,1 0 0 0 0,-1-1 1 0 0,0 1-1 0 0,0 0 0 0 0,0 0 0 0 0,0 0 0 0 0,0-1 0 0 0,-1 1 0 0 0,1 1 1 0 0,-1-1-1 0 0,0 0 0 0 0,0 0 0 0 0,-4-4 0 0 0,-2-2-10 0 0,-1 0 0 0 0,0 1 0 0 0,0 1 0 0 0,0-1-1 0 0,-20-10 1 0 0,25 15-84 0 0,-1 1 0 0 0,1-1 0 0 0,-1 1 0 0 0,0 0 0 0 0,0 1 1 0 0,1-1-1 0 0,-1 1 0 0 0,0 0 0 0 0,0 0 0 0 0,0 1 0 0 0,-1-1 0 0 0,1 1 0 0 0,0 0 0 0 0,0 1 0 0 0,0-1 0 0 0,-8 3 0 0 0,2 3-1815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4.3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222 18 7890 0 0,'-1'-2'94'0'0,"0"1"0"0"0,1 0 0 0 0,-1 0 0 0 0,0 0 1 0 0,0 0-1 0 0,0 0 0 0 0,0 0 0 0 0,0 0 0 0 0,0 0 0 0 0,0 0 1 0 0,0 0-1 0 0,0 1 0 0 0,0-1 0 0 0,0 0 0 0 0,0 1 0 0 0,-1-1 1 0 0,1 1-1 0 0,0-1 0 0 0,-1 1 0 0 0,1 0 0 0 0,0-1 0 0 0,-1 1 1 0 0,-1 0-1 0 0,0 1 273 0 0,0-1 0 0 0,0 1 0 0 0,0 0 0 0 0,0 1 1 0 0,0-1-1 0 0,0 0 0 0 0,1 1 0 0 0,-1-1 0 0 0,-4 5 1 0 0,-5 3 307 0 0,0 2 0 0 0,0-1 1 0 0,1 2-1 0 0,1-1 1 0 0,0 2-1 0 0,1-1 0 0 0,0 1 1 0 0,-7 14-1 0 0,4-5-184 0 0,2 1-1 0 0,0-1 1 0 0,2 2-1 0 0,-8 32 1 0 0,14-45-437 0 0,1-1 1 0 0,1 1-1 0 0,0 0 1 0 0,0 0-1 0 0,1 0 1 0 0,1 0-1 0 0,0 0 1 0 0,0-1-1 0 0,1 1 1 0 0,0-1-1 0 0,1 1 1 0 0,0-1-1 0 0,7 11 1 0 0,-8-16-15 0 0,0 1 1 0 0,0-1-1 0 0,1 0 1 0 0,0 0-1 0 0,0 0 0 0 0,1-1 1 0 0,-1 1-1 0 0,1-1 1 0 0,0 0-1 0 0,9 6 1 0 0,-11-8-31 0 0,1-1 0 0 0,-1 1 1 0 0,1-1-1 0 0,0 0 0 0 0,-1 0 1 0 0,1 0-1 0 0,0 0 0 0 0,0-1 1 0 0,-1 0-1 0 0,1 1 0 0 0,0-1 1 0 0,0-1-1 0 0,0 1 0 0 0,0 0 1 0 0,-1-1-1 0 0,1 0 0 0 0,0 0 1 0 0,6-3-1 0 0,-5 2 10 0 0,1-1-1 0 0,-1 0 1 0 0,0 0-1 0 0,0 0 1 0 0,0-1-1 0 0,-1 0 1 0 0,1 0-1 0 0,-1 0 1 0 0,0-1-1 0 0,6-7 1 0 0,32-57-391 0 0,-10 16-1391 0 0,-15 30-6058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5.1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0 417 10594 0 0,'35'-22'2091'0'0,"-21"7"-2113"0"0,0 0 0 0 0,-1 0 0 0 0,-1-1 0 0 0,0-1 0 0 0,-2 0 0 0 0,0 0 0 0 0,0-1 0 0 0,7-21 0 0 0,-8 14 549 0 0,0 0 1 0 0,-1-1-1 0 0,-2-1 0 0 0,-1 1 1 0 0,3-43-1 0 0,-8 68-457 0 0,1 0-1 0 0,-1 0 0 0 0,0 0 1 0 0,0 0-1 0 0,0-1 0 0 0,0 1 0 0 0,0 0 1 0 0,0 0-1 0 0,0 0 0 0 0,0 0 1 0 0,-1-1-1 0 0,1 1 0 0 0,0 0 0 0 0,-1 0 1 0 0,1 0-1 0 0,-1 0 0 0 0,1 0 1 0 0,-1 0-1 0 0,1 0 0 0 0,-1 0 1 0 0,0 0-1 0 0,0 0 0 0 0,-1-1 0 0 0,1 2-1 0 0,0 0-1 0 0,0-1 1 0 0,0 1-1 0 0,0 0 1 0 0,0 0-1 0 0,0 0 0 0 0,0 0 1 0 0,0 1-1 0 0,0-1 1 0 0,0 0-1 0 0,0 0 1 0 0,0 1-1 0 0,0-1 0 0 0,0 0 1 0 0,0 1-1 0 0,0-1 1 0 0,0 1-1 0 0,0-1 0 0 0,0 1 1 0 0,-1 1-1 0 0,-4 2 168 0 0,0 1 0 0 0,0 1 0 0 0,0-1 0 0 0,1 1 0 0 0,-8 10 0 0 0,-3 9-73 0 0,1 0-1 0 0,1 2 0 0 0,1-1 0 0 0,-11 37 1 0 0,20-53-158 0 0,1 0 1 0 0,0 1-1 0 0,1 0 1 0 0,0-1-1 0 0,1 1 1 0 0,0 0 0 0 0,0 0-1 0 0,1 0 1 0 0,1 0-1 0 0,0-1 1 0 0,0 1-1 0 0,1 0 1 0 0,0 0 0 0 0,8 18-1 0 0,-8-24-23 0 0,1 0 0 0 0,0 0 0 0 0,0 0 0 0 0,0-1 0 0 0,0 1 1 0 0,1-1-1 0 0,0 0 0 0 0,0 0 0 0 0,0 0 0 0 0,9 5 0 0 0,-8-5-383 0 0,1-1 0 0 0,-1 0 0 0 0,1-1 0 0 0,0 0-1 0 0,0 0 1 0 0,0 0 0 0 0,0 0 0 0 0,11 0 0 0 0,-6-1-544 0 0,0 0-1 0 0,0-2 0 0 0,-1 1 0 0 0,1-1 1 0 0,0-1-1 0 0,0 0 0 0 0,0-1 1 0 0,-1 0-1 0 0,1 0 0 0 0,16-9 1 0 0,-4 1 826 0 0,0-2 1 0 0,0-1-1 0 0,-1 0 0 0 0,-1-2 1 0 0,-1 0-1 0 0,0-1 1 0 0,-1-1-1 0 0,-1-1 1 0 0,0-1-1 0 0,-2 0 0 0 0,0-1 1 0 0,-2-1-1 0 0,0 0 1 0 0,20-46-1 0 0,-24 46 1394 0 0,-7 16-608 0 0,0 0-1 0 0,0 0 1 0 0,0 0 0 0 0,-1 0 0 0 0,0-1-1 0 0,0 1 1 0 0,-1-1 0 0 0,0 1-1 0 0,1-10 1 0 0,-2 16-550 0 0,-1 0 0 0 0,1-1 0 0 0,0 1 0 0 0,-1 0 0 0 0,1 0 0 0 0,0 0 0 0 0,-1 0 1 0 0,1-1-1 0 0,-1 1 0 0 0,1 0 0 0 0,0 0 0 0 0,-1 0 0 0 0,1 0 0 0 0,0 0 0 0 0,-1 0 0 0 0,1 0 0 0 0,-1 0 0 0 0,1 0 0 0 0,0 0 0 0 0,-1 0 0 0 0,1 0 0 0 0,-1 0 0 0 0,1 0 0 0 0,0 0 0 0 0,-1 1 1 0 0,1-1-1 0 0,0 0 0 0 0,-1 0 0 0 0,1 0 0 0 0,0 1 0 0 0,-1-1 0 0 0,1 0 0 0 0,0 0 0 0 0,-1 1 0 0 0,1-1 0 0 0,0 0 0 0 0,0 1 0 0 0,-1-1 0 0 0,1 0 0 0 0,0 0 0 0 0,0 1 0 0 0,-16 13 1325 0 0,0 3-1017 0 0,1 1 0 0 0,1 1 1 0 0,1 0-1 0 0,1 1 0 0 0,0 0 0 0 0,1 1 1 0 0,-9 27-1 0 0,18-43-420 0 0,1 0 0 0 0,0-1 0 0 0,0 1-1 0 0,0 0 1 0 0,0 0 0 0 0,1 0 0 0 0,0 0 0 0 0,0 0 0 0 0,0 0 0 0 0,1 0 0 0 0,-1 0 0 0 0,1 0 0 0 0,0 0 0 0 0,1 0 0 0 0,-1-1-1 0 0,1 1 1 0 0,0 0 0 0 0,0-1 0 0 0,0 1 0 0 0,1-1 0 0 0,0 0 0 0 0,0 0 0 0 0,0 0 0 0 0,0 0 0 0 0,0-1 0 0 0,1 1 0 0 0,6 4-1 0 0,8 6 11 0 0,1 0-1 0 0,1-1 0 0 0,0-1 0 0 0,32 13 0 0 0,-42-20-12 0 0,-8-4-1 0 0,5 2-3 0 0,1 0 0 0 0,-1 1 0 0 0,0 0-1 0 0,-1 1 1 0 0,1-1 0 0 0,7 8 0 0 0,-13-11 2 0 0,0 0 0 0 0,0 1 0 0 0,0-1 0 0 0,0 1 0 0 0,0-1-1 0 0,0 1 1 0 0,0 0 0 0 0,-1-1 0 0 0,1 1 0 0 0,-1 0 0 0 0,1-1 0 0 0,-1 1 0 0 0,0 0-1 0 0,1 0 1 0 0,-1-1 0 0 0,0 1 0 0 0,0 0 0 0 0,0 0 0 0 0,0-1 0 0 0,-1 1 0 0 0,1 0-1 0 0,0 0 1 0 0,-1-1 0 0 0,1 1 0 0 0,-1 0 0 0 0,0-1 0 0 0,0 1 0 0 0,1 0 0 0 0,-1-1-1 0 0,0 1 1 0 0,0-1 0 0 0,0 0 0 0 0,-3 3 0 0 0,0 2-594 0 0,-1 0 1 0 0,0 0-1 0 0,0 0 1 0 0,-7 5-1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5.4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1 472 10370 0 0,'49'-51'-72'0'0,"-2"-2"0"0"0,-2-2 0 0 0,-2-2-1 0 0,-4-2 1 0 0,60-116 0 0 0,-94 153 7472 0 0,-13 30-4121 0 0,-32 53 1073 0 0,28-38-4193 0 0,0 0 0 0 0,-10 33 0 0 0,20-52-166 0 0,1 0 0 0 0,0 1-1 0 0,0-1 1 0 0,0 0 0 0 0,1 1-1 0 0,0-1 1 0 0,0 1 0 0 0,0-1-1 0 0,0 1 1 0 0,1-1 0 0 0,0 1-1 0 0,0-1 1 0 0,0 0 0 0 0,0 0-1 0 0,0 1 1 0 0,1-1 0 0 0,0 0-1 0 0,0 0 1 0 0,0 0-1 0 0,1 0 1 0 0,-1-1 0 0 0,1 1-1 0 0,0-1 1 0 0,5 6 0 0 0,8 5-86 0 0,-1-1 0 0 0,2-1 0 0 0,0-1 0 0 0,24 13 0 0 0,11 7-25 0 0,-31-16 81 0 0,-12-9-34 0 0,1 0-1 0 0,-1 1 0 0 0,0 0 1 0 0,13 15-1 0 0,-19-19 40 0 0,-1-1 1 0 0,0 1-1 0 0,-1 0 0 0 0,1 0 0 0 0,0 0 1 0 0,-1 1-1 0 0,0-1 0 0 0,0 0 1 0 0,0 0-1 0 0,0 1 0 0 0,0-1 1 0 0,-1 1-1 0 0,1-1 0 0 0,-1 1 1 0 0,0-1-1 0 0,0 1 0 0 0,0-1 1 0 0,0 0-1 0 0,-2 7 0 0 0,-1 1-355 0 0,-1-1 1 0 0,1 0-1 0 0,-2-1 0 0 0,1 1 0 0 0,-1-1 0 0 0,-8 11 0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5.5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83 3225 0 0,'3'-4'-189'0'0,"11"-21"2476"0"0,-10 18-443 0 0,0-1 0 0 0,1 1 0 0 0,1 0 0 0 0,-1 1 0 0 0,11-11 1 0 0,-15 17-1744 0 0,-1-1 0 0 0,1 1 0 0 0,-1 0 1 0 0,1 0-1 0 0,-1 0 0 0 0,1-1 1 0 0,-1 1-1 0 0,1 0 0 0 0,-1 0 1 0 0,1 0-1 0 0,-1 0 0 0 0,1 0 1 0 0,-1 0-1 0 0,1 0 0 0 0,-1 0 1 0 0,1 0-1 0 0,-1 0 0 0 0,1 0 1 0 0,-1 1-1 0 0,1-1 0 0 0,-1 0 1 0 0,1 0-1 0 0,-1 0 0 0 0,1 1 1 0 0,-1-1-1 0 0,0 0 0 0 0,1 1 1 0 0,-1-1-1 0 0,1 0 0 0 0,-1 1 1 0 0,0-1-1 0 0,1 0 0 0 0,-1 1 1 0 0,0-1-1 0 0,1 1 0 0 0,-1-1 1 0 0,0 0-1 0 0,0 1 0 0 0,1-1 1 0 0,-1 1-1 0 0,0-1 0 0 0,0 1 0 0 0,0-1 1 0 0,0 1-1 0 0,0-1 0 0 0,0 1 1 0 0,0 0-1 0 0,9 30 866 0 0,-8-26-719 0 0,13 94 627 0 0,-12-73-908 0 0,2 0 0 0 0,0 0 0 0 0,9 25 0 0 0,-12-46-427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5.7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1 100 5985 0 0,'-1'-41'918'0'0,"1"37"-153"0"0,1 0 1 0 0,0 0 0 0 0,-1 0 0 0 0,1 0 0 0 0,1 0 0 0 0,-1 0 0 0 0,0 0 0 0 0,1 0 0 0 0,0 0 0 0 0,0 1 0 0 0,0-1 0 0 0,5-5 0 0 0,-7 9-788 0 0,0 0 0 0 0,0 0 0 0 0,0 0 0 0 0,0 0 0 0 0,0-1 0 0 0,0 1 0 0 0,0 0 0 0 0,0 0 1 0 0,0 0-1 0 0,0 0 0 0 0,1 0 0 0 0,-1-1 0 0 0,0 1 0 0 0,0 0 0 0 0,0 0 0 0 0,0 0 0 0 0,0 0 0 0 0,0 0 1 0 0,1 0-1 0 0,-1 0 0 0 0,0 0 0 0 0,0-1 0 0 0,0 1 0 0 0,0 0 0 0 0,1 0 0 0 0,-1 0 0 0 0,0 0 0 0 0,0 0 1 0 0,0 0-1 0 0,1 0 0 0 0,-1 0 0 0 0,0 0 0 0 0,0 0 0 0 0,0 0 0 0 0,0 0 0 0 0,1 0 0 0 0,-1 0 0 0 0,0 0 1 0 0,0 0-1 0 0,0 1 0 0 0,0-1 0 0 0,1 0 0 0 0,-1 0 0 0 0,0 0 0 0 0,0 0 0 0 0,0 0 0 0 0,0 0 0 0 0,1 1 1 0 0,1 10-2687 0 0,-2 15-2739 0 0,-3-12 3080 0 0,-1-1 1439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6.1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14283 0 0,'31'96'4762'0'0,"4"50"-3573"0"0,-34-138-1185 0 0,1 0 0 0 0,0 0 0 0 0,1 0 1 0 0,-1 0-1 0 0,6 10 0 0 0,-7-17-11 0 0,-1 0 0 0 0,1 0 0 0 0,-1 0 0 0 0,1 0 0 0 0,-1 0 0 0 0,1 0 0 0 0,0 0 0 0 0,0 0 0 0 0,-1-1 0 0 0,1 1 0 0 0,0 0 0 0 0,0 0 0 0 0,0-1 0 0 0,0 1 0 0 0,0-1 0 0 0,0 1 0 0 0,0-1 0 0 0,0 1 0 0 0,0-1 0 0 0,0 0 0 0 0,0 1 0 0 0,0-1 1 0 0,0 0-1 0 0,0 0 0 0 0,0 0 0 0 0,0 0 0 0 0,0 0 0 0 0,1 0 0 0 0,-1 0 0 0 0,0 0 0 0 0,0 0 0 0 0,0 0 0 0 0,0-1 0 0 0,0 1 0 0 0,0 0 0 0 0,0-1 0 0 0,0 1 0 0 0,0-1 0 0 0,0 1 0 0 0,0-1 0 0 0,0 0 0 0 0,0 1 0 0 0,0-1 0 0 0,-1 0 0 0 0,1 0 0 0 0,0 1 0 0 0,0-1 0 0 0,-1 0 0 0 0,1 0 0 0 0,0-1 0 0 0,12-13-275 0 0,-1 0 0 0 0,-1 0 0 0 0,0-1 1 0 0,9-20-1 0 0,-13 22 107 0 0,0 0-1 0 0,2 1 1 0 0,-1 0 0 0 0,2 1-1 0 0,-1 0 1 0 0,2 0 0 0 0,12-11 0 0 0,-22 22 225 0 0,0 0 1 0 0,0 0 0 0 0,0 0 0 0 0,1 1 0 0 0,-1-1 0 0 0,0 0-1 0 0,0 1 1 0 0,0-1 0 0 0,1 0 0 0 0,-1 1 0 0 0,0-1 0 0 0,0 1 0 0 0,1 0-1 0 0,-1-1 1 0 0,0 1 0 0 0,1 0 0 0 0,-1 0 0 0 0,1 0 0 0 0,-1 0-1 0 0,0 0 1 0 0,3 1 0 0 0,-3-1 23 0 0,0 1 1 0 0,0 0-1 0 0,0 0 0 0 0,0-1 1 0 0,0 1-1 0 0,0 0 0 0 0,-1 0 1 0 0,1 0-1 0 0,0 0 0 0 0,0 0 1 0 0,-1 0-1 0 0,1 0 0 0 0,0 0 1 0 0,-1 1-1 0 0,0-1 1 0 0,1 0-1 0 0,-1 0 0 0 0,1 3 1 0 0,1 8 413 0 0,-1 0 1 0 0,0 0 0 0 0,-1 23-1 0 0,-1-21-518 0 0,1-12-6 0 0,0 23 479 0 0,1-1 0 0 0,6 43 0 0 0,-5-59-661 0 0,0 1 0 0 0,1-1 0 0 0,0 1 0 0 0,6 10 1 0 0,-6-13-674 0 0,1 0 1 0 0,-1 0 0 0 0,1-1 0 0 0,1 0 0 0 0,-1 0-1 0 0,9 8 1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6.4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108 184 10882 0 0,'8'-13'515'0'0,"-1"0"0"0"0,0-1 0 0 0,-1 1 0 0 0,8-27 0 0 0,-11 30 576 0 0,-1 0-1 0 0,0-1 1 0 0,0 0 0 0 0,-1-12 0 0 0,-1 23-1045 0 0,0 0 0 0 0,0 0 1 0 0,0-1-1 0 0,0 1 0 0 0,0 0 1 0 0,0 0-1 0 0,0 0 0 0 0,0-1 1 0 0,0 1-1 0 0,0 0 0 0 0,0 0 0 0 0,0 0 1 0 0,0-1-1 0 0,0 1 0 0 0,0 0 1 0 0,0 0-1 0 0,0 0 0 0 0,-1-1 1 0 0,1 1-1 0 0,0 0 0 0 0,0 0 1 0 0,0 0-1 0 0,0 0 0 0 0,0 0 1 0 0,-1-1-1 0 0,1 1 0 0 0,0 0 0 0 0,0 0 1 0 0,0 0-1 0 0,0 0 0 0 0,-1 0 1 0 0,1 0-1 0 0,0 0 0 0 0,0 0 1 0 0,0 0-1 0 0,-1-1 0 0 0,1 1 1 0 0,0 0-1 0 0,0 0 0 0 0,0 0 1 0 0,-1 0-1 0 0,1 0 0 0 0,0 0 0 0 0,0 0 1 0 0,-1 0-1 0 0,1 1 0 0 0,0-1 1 0 0,0 0-1 0 0,0 0 0 0 0,-1 0 1 0 0,1 0-1 0 0,0 0 0 0 0,-17 10 974 0 0,-12 16-552 0 0,31-28-567 0 0,2-4 67 0 0,1 0-1 0 0,0 0 1 0 0,1 0 0 0 0,-1 1-1 0 0,7-6 1 0 0,-10 10 68 0 0,0-1 0 0 0,1 0-1 0 0,-1 1 1 0 0,0 0 0 0 0,0 0-1 0 0,0-1 1 0 0,1 1 0 0 0,-1 0-1 0 0,1 1 1 0 0,-1-1 0 0 0,1 0 0 0 0,-1 1-1 0 0,1 0 1 0 0,-1-1 0 0 0,1 1-1 0 0,0 0 1 0 0,-1 0 0 0 0,1 0-1 0 0,-1 1 1 0 0,1-1 0 0 0,-1 1 0 0 0,1-1-1 0 0,-1 1 1 0 0,1 0 0 0 0,-1 0-1 0 0,0 0 1 0 0,3 2 0 0 0,3 2-23 0 0,-1 1 0 0 0,0 1-1 0 0,0-1 1 0 0,0 1 0 0 0,-1 0 0 0 0,0 1 0 0 0,-1-1 0 0 0,9 16 0 0 0,-2 1 268 0 0,18 47-1 0 0,-21-48-276 0 0,-2 2-1 0 0,-1-1 1 0 0,0 1-1 0 0,-2 0 1 0 0,-1 0-1 0 0,-1 1 1 0 0,-1-1 0 0 0,-4 42-1 0 0,0-44 42 0 0,-1-1 0 0 0,-1 0 0 0 0,-1 0-1 0 0,-1-1 1 0 0,-1 0 0 0 0,-1 0 0 0 0,-1 0 0 0 0,0-1-1 0 0,-27 36 1 0 0,10-19 164 0 0,-2-2 1 0 0,-1 0-1 0 0,-41 35 0 0 0,52-55-984 0 0,0 0-1 0 0,-24 14 1 0 0,20-18-7586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38.54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1475 110 1376 0 0,'-2'-53'8072'0'0,"-2"41"-7270"0"0,1 4-42 0 0,3 6-581 0 0,-1 0-1 0 0,1 0 1 0 0,-1 1-1 0 0,1-1 1 0 0,-1 0 0 0 0,1 1-1 0 0,-1-1 1 0 0,0 0-1 0 0,0 1 1 0 0,0-1-1 0 0,0 1 1 0 0,0 0-1 0 0,0-1 1 0 0,0 1-1 0 0,-1 0 1 0 0,1-1-1 0 0,0 1 1 0 0,-1 0-1 0 0,1 0 1 0 0,-1 0-1 0 0,1 0 1 0 0,-1 1-1 0 0,0-1 1 0 0,1 0-1 0 0,-1 1 1 0 0,0-1-1 0 0,1 1 1 0 0,-1-1-1 0 0,0 1 1 0 0,0 0-1 0 0,1 0 1 0 0,-1-1-1 0 0,0 2 1 0 0,-2-1-1 0 0,-16 0 978 0 0,0 1-1 0 0,-30 5 0 0 0,38-3-1039 0 0,0 0 1 0 0,1 1-1 0 0,-1 0 1 0 0,1 1 0 0 0,0 0-1 0 0,0 1 1 0 0,0 0-1 0 0,-17 14 1 0 0,8-5-55 0 0,1 2 1 0 0,1 0 0 0 0,0 2 0 0 0,2 0 0 0 0,0 0 0 0 0,1 2-1 0 0,1 0 1 0 0,-21 42 0 0 0,-71 199 223 0 0,60-137-201 0 0,-97 192-85 0 0,39-137 266 0 0,-12 24 52 0 0,96-163-318 0 0,2 1 0 0 0,2 0 0 0 0,2 1 0 0 0,2 0 0 0 0,-10 65 0 0 0,16-73-2 0 0,-3 0 1 0 0,0-1-1 0 0,-28 63 1 0 0,18-51 36 0 0,-14 55 1 0 0,29-82-45 0 0,-5 16-12 0 0,0 0-1 0 0,-26 58 1 0 0,-5 6 21 0 0,30-69 0 0 0,-1 0 0 0 0,-2-2 0 0 0,-20 33 0 0 0,-25 19 107 0 0,37-53-41 0 0,1 1-1 0 0,-21 40 1 0 0,40-68-134 0 0,1 1-1 0 0,-1 0 1 0 0,1-1-1 0 0,-1 1 1 0 0,1 0-1 0 0,0-1 1 0 0,-1 1-1 0 0,1 0 1 0 0,0 0-1 0 0,-1-1 1 0 0,1 1-1 0 0,0 0 1 0 0,0 0-1 0 0,0-1 1 0 0,0 1 0 0 0,0 0-1 0 0,0 0 1 0 0,0 0-1 0 0,0-1 1 0 0,0 1-1 0 0,0 0 1 0 0,1 0-1 0 0,-1-1 1 0 0,0 1-1 0 0,0 0 1 0 0,1 0-1 0 0,-1-1 1 0 0,0 1-1 0 0,1 0 1 0 0,-1-1-1 0 0,1 1 1 0 0,-1-1 0 0 0,1 1-1 0 0,-1 0 1 0 0,1-1-1 0 0,-1 1 1 0 0,2 0-1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39.49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100 228 456 0 0,'-100'-5'11198'0'0,"102"7"-10998"0"0,-1-1 1 0 0,0 1-1 0 0,1-1 0 0 0,0 0 1 0 0,-1 0-1 0 0,1 0 1 0 0,0 0-1 0 0,-1 0 0 0 0,1 0 1 0 0,0 0-1 0 0,0-1 1 0 0,3 2-1 0 0,31 1-55 0 0,0-1-1 0 0,0-2 1 0 0,56-7-1 0 0,106-27 518 0 0,-84 3 963 0 0,207-86 0 0 0,-197 67-914 0 0,-109 46-628 0 0,-12 9-394 0 0,-17 16-1010 0 0,3-6 320 0 0,-20 46-2533 0 0,23-39 2105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40.69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23 136 1376 0 0,'-2'-6'27'0'0,"0"0"1"0"0,1 0-1 0 0,0 0 0 0 0,0 0 0 0 0,0 0 0 0 0,1 0 0 0 0,-1 0 0 0 0,1 0 0 0 0,2-7 0 0 0,-17-55 9785 0 0,17 87-7630 0 0,13 83 1860 0 0,-13-79-3594 0 0,1 1 0 0 0,2-1 0 0 0,0 0 0 0 0,11 30 0 0 0,76 206 1186 0 0,-66-178-1383 0 0,4-2 1 0 0,50 94 0 0 0,23 55 41 0 0,32 80-200 0 0,-38-144 182 0 0,-13-25-75 0 0,-67-111-150 0 0,2 0 0 0 0,0-1 0 0 0,2-1 0 0 0,1-1 0 0 0,1-1 0 0 0,0-2 0 0 0,44 33 0 0 0,-24-20 43 0 0,-2 2 1 0 0,52 61-1 0 0,55 50-4 0 0,-92-96-37 0 0,51 62-1 0 0,-92-95 8 0 0,1 0-1 0 0,1-1 1 0 0,0 0 0 0 0,2-2 0 0 0,0 0-1 0 0,0-1 1 0 0,26 14 0 0 0,-42-27-332 0 0,1-1 1 0 0,0 1-1 0 0,-1-1 1 0 0,1 0-1 0 0,0 0 1 0 0,0 0-1 0 0,0 0 1 0 0,0-1-1 0 0,0 0 1 0 0,0 1-1 0 0,0-1 1 0 0,0-1-1 0 0,0 1 1 0 0,0-1-1 0 0,4-1 1 0 0,5-3-951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42.86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1207 74 1376 0 0,'-51'-74'16747'0'0,"35"87"-15164"0"0,-10 17-1114 0 0,3 2-205 0 0,3 1-1 0 0,0 1 1 0 0,-16 41-1 0 0,-38 115 238 0 0,10-24-36 0 0,-121 304 9 0 0,34-104-477 0 0,-4 12 17 0 0,68-65 271 0 0,53-174-120 0 0,18-82-21 0 0,-2 0-1 0 0,-45 96 0 0 0,48-124-78 0 0,-1-1 0 0 0,-1-1-1 0 0,-1 0 1 0 0,-2-1 0 0 0,0-1-1 0 0,-42 39 1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43.93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93 80 5985 0 0,'-93'99'7682'0'0,"109"-102"-7169"0"0,129-46 340 0 0,146-41 2872 0 0,-244 79-3258 0 0,0 2 0 0 0,1 2 0 0 0,0 1 0 0 0,60 3 0 0 0,-86 4-829 0 0,1 2 1 0 0,0 0 0 0 0,22 8 0 0 0,-41-11 102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44.78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49 26 3681 0 0,'-27'-25'10843'0'0,"23"53"-10078"0"0,3-23-335 0 0,-8 84 680 0 0,3-1-1 0 0,5 1 0 0 0,12 115 0 0 0,4 15-551 0 0,10 111 309 0 0,50 180-403 0 0,-65-457-315 0 0,3-1 0 0 0,26 70 0 0 0,-29-99-123 0 0,0 0 0 0 0,2-1 0 0 0,1 0 1 0 0,0-1-1 0 0,2 0 0 0 0,0-1 0 0 0,25 23 0 0 0,145 150 313 0 0,-171-178-281 0 0,1 0 1 0 0,0-1 0 0 0,1-1-1 0 0,0-1 1 0 0,1 0 0 0 0,1-1-1 0 0,-1 0 1 0 0,2-2 0 0 0,-1 0-1 0 0,2-1 1 0 0,-1-1 0 0 0,1-1-1 0 0,24 5 1 0 0,-24-6-207 0 0,2 1-1381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17.7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5985 0 0,'14'527'3001'0'0,"30"-196"-1913"0"0,-6-72-696 0 0,9 403 348 0 0,-24-278-135 0 0,63 795 1667 0 0,-56-15-1656 0 0,-30-871-655 0 0,-4 209 155 0 0,-35-2-388 0 0,34-457-357 0 0,-1-3-187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18.4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10 197 920 0 0,'0'0'37'0'0,"-1"0"1"0"0,0 0-1 0 0,1-1 0 0 0,-1 1 0 0 0,1 0 1 0 0,-1-1-1 0 0,1 1 0 0 0,-1 0 0 0 0,1-1 1 0 0,-1 1-1 0 0,1-1 0 0 0,0 1 0 0 0,-1-1 0 0 0,1 1 1 0 0,0-1-1 0 0,-1 1 0 0 0,1-1 0 0 0,0 1 1 0 0,-1-1-1 0 0,1 0 0 0 0,0 1 0 0 0,0-1 1 0 0,0 1-1 0 0,0-1 0 0 0,-1 0 0 0 0,1 1 1 0 0,0-1-1 0 0,0 1 0 0 0,0-1 0 0 0,0 0 0 0 0,0 1 1 0 0,1-1-1 0 0,-1 0 0 0 0,0 1 0 0 0,0-1 1 0 0,0 1-1 0 0,0-1 0 0 0,1 1 0 0 0,-1-1 1 0 0,0 0-1 0 0,1 1 0 0 0,-1-1 0 0 0,0 1 1 0 0,1-1-1 0 0,0 0 0 0 0,29-14 1966 0 0,-21 12-2383 0 0,38-15 617 0 0,2 3 0 0 0,0 1 0 0 0,1 3 1 0 0,0 2-1 0 0,65-3 0 0 0,255 11-404 0 0,-283 4 162 0 0,109-1-90 0 0,300-37 1 0 0,-273 10 172 0 0,376 5-1 0 0,498 103-191 0 0,-970-71 140 0 0,532 27 542 0 0,1-26 2254 0 0,-641-13-2724 0 0,173 8-743 0 0,-152-5-2310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19.3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4311 1 11522 0 0,'-6'0'116'0'0,"0"1"0"0"0,0 1 0 0 0,1-1 0 0 0,-1 1 0 0 0,1 0-1 0 0,-1 0 1 0 0,1 0 0 0 0,0 1 0 0 0,0 0 0 0 0,0 0-1 0 0,0 0 1 0 0,0 1 0 0 0,1-1 0 0 0,-1 1 0 0 0,1 0-1 0 0,0 1 1 0 0,1-1 0 0 0,-5 6 0 0 0,-3 10 10 0 0,0 1 1 0 0,2 0 0 0 0,0 0-1 0 0,1 1 1 0 0,2 0-1 0 0,0 0 1 0 0,1 1-1 0 0,-3 35 1 0 0,3 23-79 0 0,6 88 1 0 0,0-94-213 0 0,-5 1091-523 0 0,1-626 525 0 0,-2 108 675 0 0,-10 780 1087 0 0,16-1305-1271 0 0,5 0-1 0 0,6 0 0 0 0,4-2 0 0 0,60 214 0 0 0,-69-310-489 0 0,18 51-1310 0 0,-22-70 1359 0 0,-1-1 0 0 0,1 1 0 0 0,0-1 0 0 0,0 0-1 0 0,1 0 1 0 0,-1 0 0 0 0,1 0 0 0 0,0-1 0 0 0,1 0 0 0 0,5 6 0 0 0,-7-9 59 0 0,1 1 0 0 0,-1 0 0 0 0,1-1 0 0 0,-1 1 0 0 0,1-1 0 0 0,-1 0 0 0 0,1 0 0 0 0,6 0 533 0 0,-21-6 1545 0 0,-55-30-1909 0 0,46 23-83 0 0,-1 0 0 0 0,0 2-1 0 0,-1 0 1 0 0,0 1-1 0 0,-28-6 1 0 0,19 10-129 0 0,-1 1 1 0 0,0 1 0 0 0,-46 2 0 0 0,-98 15-570 0 0,92-5 453 0 0,-574 59-3939 0 0,-100-27 3412 0 0,230-28 1702 0 0,244-10 730 0 0,-272 11 1973 0 0,-92 70-1615 0 0,538-71-2742 0 0,97-12 241 0 0,-1-1-1 0 0,0 0 0 0 0,1-1 0 0 0,-1-1 1 0 0,-26-6-1 0 0,22 0-692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21.4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596 0 2593 0 0,'-1'2'0'0'0,"-3"11"0"0"0,-1 0 0 0 0,0-1 0 0 0,-1 0 0 0 0,0 0 0 0 0,0 0 0 0 0,-2-1 0 0 0,1 0 0 0 0,-11 11 0 0 0,18-22 0 0 0,0 1-1 0 0,0-1 1 0 0,-1 0 0 0 0,1 0 0 0 0,0 1 0 0 0,0-1 0 0 0,0 0 0 0 0,-1 0 0 0 0,1 0 0 0 0,0 0 0 0 0,0 1 0 0 0,-1-1 0 0 0,1 0 0 0 0,0 0 0 0 0,-1 0 0 0 0,1 0 0 0 0,0 0 0 0 0,0 0 0 0 0,-1 0 0 0 0,1 0 0 0 0,0 0-1 0 0,-1 0 1 0 0,1 0 0 0 0,0 0 0 0 0,-1 0 0 0 0,1 0 0 0 0,0 0 0 0 0,0 0 0 0 0,-1 0 0 0 0,1 0 0 0 0,0 0 0 0 0,-1 0 0 0 0,1-1 0 0 0,0 1 0 0 0,0 0 0 0 0,-1 0 0 0 0,1 0 0 0 0,0 0 0 0 0,0-1 0 0 0,-1 1 0 0 0,-4-15-2 0 0,4-17 22 0 0,1 4 171 0 0,0 27-31 0 0,0 1 0 0 0,0-1 0 0 0,0 0 1 0 0,0 0-1 0 0,0 0 0 0 0,0 0 0 0 0,0 0 0 0 0,0 0 0 0 0,-1 0 0 0 0,1 1 0 0 0,0-1 0 0 0,0 0 0 0 0,-1 0 1 0 0,1 0-1 0 0,-1 0 0 0 0,1 1 0 0 0,-1-1 0 0 0,1 0 0 0 0,-1 1 0 0 0,1-1 0 0 0,-1 0 0 0 0,0 1 0 0 0,1-1 1 0 0,-1 0-1 0 0,0 1 0 0 0,0-1 0 0 0,-7 11 3732 0 0,1 21-2997 0 0,6-25-638 0 0,-130 548 2307 0 0,111-462-2223 0 0,-196 865 1028 0 0,178-810-1313 0 0,8-31 607 0 0,-16 119-1 0 0,46-232-655 0 0,-5 56 292 0 0,5-54-316 0 0,0 1 0 0 0,0-1 0 0 0,1 0 0 0 0,0 0 0 0 0,0 0 0 0 0,0 0 1 0 0,0 0-1 0 0,1 0 0 0 0,2 6 0 0 0,-3-11-88 0 0,-1 1 1 0 0,0-1 0 0 0,0 1-1 0 0,1-1 1 0 0,-1 1 0 0 0,1-1-1 0 0,-1 1 1 0 0,0-1 0 0 0,1 1 0 0 0,-1-1-1 0 0,1 1 1 0 0,-1-1 0 0 0,1 0-1 0 0,-1 1 1 0 0,1-1 0 0 0,-1 0 0 0 0,1 0-1 0 0,0 1 1 0 0,-1-1 0 0 0,1 0-1 0 0,-1 0 1 0 0,1 0 0 0 0,0 0 0 0 0,-1 0-1 0 0,1 0 1 0 0,-1 0 0 0 0,1 0-1 0 0,0 0 1 0 0,-1 0 0 0 0,1 0-1 0 0,0 0 1 0 0,-1 0 0 0 0,1 0 0 0 0,-1 0-1 0 0,1-1 1 0 0,-1 1 0 0 0,1 0-1 0 0,0 0 1 0 0,-1-1 0 0 0,1 1 0 0 0,-1 0-1 0 0,1-1 1 0 0,-1 1 0 0 0,0-1-1 0 0,1 1 1 0 0,-1-1 0 0 0,1 1 0 0 0,-1-1-1 0 0,1 0 1 0 0,18-25-4648 0 0,-9 7 2449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21.9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69 456 0 0,'21'-69'10494'0'0,"-15"76"-9079"0"0,2 10-907 0 0,39 139 1609 0 0,12 34-1424 0 0,199 463-290 0 0,-94-330-271 0 0,-118-248 98 0 0,2-2 0 0 0,65 73 0 0 0,-97-128-131 0 0,2-1 0 0 0,0 0 0 0 0,0-1 0 0 0,24 14 0 0 0,84 45 450 0 0,3 2-1639 0 0,-115-67-4954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22.4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0 229 1840 0 0,'102'-78'5458'0'0,"16"13"-1685"0"0,-61 39-4369 0 0,74-23 0 0 0,-96 38-2954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24.9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3767 3681 0 0,'-6'0'478'0'0,"-1"0"1"0"0,0 0-1 0 0,0-1 1 0 0,0 0-1 0 0,1-1 1 0 0,-1 1-1 0 0,1-1 1 0 0,-11-4-1 0 0,15 5-367 0 0,0 0 0 0 0,0-1 0 0 0,1 1 0 0 0,-1 0 0 0 0,0 0 0 0 0,1-1 0 0 0,-1 1 0 0 0,1-1 0 0 0,0 0 0 0 0,-1 1 0 0 0,1-1 0 0 0,0 0 0 0 0,0 0 0 0 0,0 0 0 0 0,0 0 0 0 0,0 1 0 0 0,0-1 0 0 0,1-1 0 0 0,-1 1 0 0 0,1 0 0 0 0,-1 0 0 0 0,1 0 0 0 0,0 0 0 0 0,0 0 0 0 0,0 0 0 0 0,0 0 0 0 0,0 0 0 0 0,0-1 0 0 0,1 1 0 0 0,-1 0 0 0 0,1 0 0 0 0,0-2 0 0 0,5-12-118 0 0,1 0-1 0 0,1 1 0 0 0,0 1 0 0 0,0-1 0 0 0,2 1 1 0 0,0 0-1 0 0,0 1 0 0 0,17-16 0 0 0,3-6-226 0 0,-5 5 100 0 0,284-367-242 0 0,89-127 2069 0 0,-215 294-1105 0 0,82-90-92 0 0,-109 135-402 0 0,465-506 250 0 0,-85 208 1378 0 0,-447 408-1408 0 0,90-64 261 0 0,71-64-105 0 0,-207 161-444 0 0,-11 9 17 0 0,1 2 0 0 0,1 1 0 0 0,1 2 0 0 0,49-29 0 0 0,-82 56-92 0 0,0-1-124 0 0,0 1 1 0 0,0 0 0 0 0,0 0 0 0 0,0 0-1 0 0,0 0 1 0 0,1 0 0 0 0,-1 0-1 0 0,0 1 1 0 0,0-1 0 0 0,1 1 0 0 0,-1-1-1 0 0,0 1 1 0 0,1 0 0 0 0,-1 0-1 0 0,5 0 1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25.3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47 5065 0 0,'-37'-47'4221'0'0,"40"49"-3876"0"0,0-1 0 0 0,1 0-1 0 0,0 1 1 0 0,-1-2 0 0 0,1 1 0 0 0,0 0 0 0 0,4 0 0 0 0,3 1-149 0 0,55 11 193 0 0,-2 4 0 0 0,0 2 0 0 0,62 29-1 0 0,-78-26-66 0 0,-1 1 0 0 0,-2 3 0 0 0,0 2 0 0 0,77 64 0 0 0,-115-85-311 0 0,0 0 0 0 0,0 0-1 0 0,-1 0 1 0 0,0 1 0 0 0,-1 0 0 0 0,1 1 0 0 0,-1-1-1 0 0,-1 1 1 0 0,0 0 0 0 0,5 15 0 0 0,-5-8-13 0 0,-1 1 1 0 0,0-1-1 0 0,-2 1 0 0 0,1 0 1 0 0,-3 23-1 0 0,4 124-2454 0 0,-2-130-2313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26.0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3225 0 0,'16'25'5659'0'0,"4"5"-3898"0"0,12 5-1054 0 0,1-2 1 0 0,2-2-1 0 0,46 33 1 0 0,-24-20-364 0 0,65 56 262 0 0,109 85 100 0 0,-162-135-603 0 0,108 60 0 0 0,-64-49-64 0 0,3-5 0 0 0,2-5 0 0 0,140 40 0 0 0,107 0 887 0 0,-187-48-309 0 0,-20-8-477 0 0,301 27 0 0 0,-295-46-546 0 0,-56-1-4421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26.3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0 7834 0 0,'-6'4'8717'0'0,"30"7"-6941"0"0,21 9-331 0 0,-27-7-1075 0 0,0 1 0 0 0,-1 1 0 0 0,26 29 0 0 0,-34-33-308 0 0,0 0 1 0 0,-1 0 0 0 0,-1 0 0 0 0,1 1 0 0 0,-2 0-1 0 0,0 1 1 0 0,6 16 0 0 0,-11-24-50 0 0,0 0 1 0 0,0 1-1 0 0,-1-1 0 0 0,0 0 0 0 0,0 0 1 0 0,0 1-1 0 0,-1-1 0 0 0,0 0 1 0 0,0 0-1 0 0,0 0 0 0 0,0 0 0 0 0,-1 1 1 0 0,0-2-1 0 0,0 1 0 0 0,0 0 1 0 0,-1 0-1 0 0,1-1 0 0 0,-1 1 1 0 0,0-1-1 0 0,-5 5 0 0 0,-8 9 30 0 0,-1 0-1 0 0,0-1 1 0 0,-22 15 0 0 0,27-22-37 0 0,-46 38-423 0 0,27-22-91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27.7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2435 4145 0 0,'0'0'43'0'0,"0"1"1"0"0,-1-1-1 0 0,1 1 0 0 0,0-1 1 0 0,0 0-1 0 0,0 1 1 0 0,0-1-1 0 0,0 1 0 0 0,0-1 1 0 0,0 0-1 0 0,0 1 1 0 0,0-1-1 0 0,1 1 0 0 0,-1-1 1 0 0,0 0-1 0 0,0 1 1 0 0,0-1-1 0 0,0 1 0 0 0,0-1 1 0 0,1 0-1 0 0,-1 1 1 0 0,0-1-1 0 0,0 0 0 0 0,1 1 1 0 0,-1-1-1 0 0,0 0 1 0 0,1 0-1 0 0,-1 1 0 0 0,0-1 1 0 0,1 0-1 0 0,-1 0 1 0 0,0 1-1 0 0,1-1 0 0 0,-1 0 1 0 0,0 0-1 0 0,1 0 1 0 0,-1 0-1 0 0,1 0 0 0 0,-1 0 1 0 0,0 1-1 0 0,1-1 0 0 0,-1 0 1 0 0,1 0-1 0 0,-1 0 1 0 0,0 0-1 0 0,1-1 0 0 0,-1 1 1 0 0,1 0-1 0 0,-1 0 1 0 0,0 0-1 0 0,1 0 0 0 0,-1 0 1 0 0,1 0-1 0 0,-1-1 1 0 0,0 1-1 0 0,1 0 0 0 0,-1 0 1 0 0,0 0-1 0 0,1-1 1 0 0,-1 1-1 0 0,0 0 0 0 0,1 0 1 0 0,-1-1-1 0 0,0 1 1 0 0,0 0-1 0 0,1-1 0 0 0,-1 0 1 0 0,21-22 774 0 0,3-31 1446 0 0,18-58 1 0 0,-24 58-1791 0 0,34-67 0 0 0,-14 47-356 0 0,104-226 421 0 0,-47 26 647 0 0,31-78 991 0 0,-95 277-1443 0 0,4 2 0 0 0,70-110-1 0 0,4 10 343 0 0,134-289 1 0 0,-191 360-661 0 0,-52 101-425 0 0,0 1 0 0 0,1 0 1 0 0,-1 0-1 0 0,0 0 0 0 0,0 0 0 0 0,0-1 1 0 0,0 1-1 0 0,0 0 0 0 0,1 0 0 0 0,-1 0 1 0 0,0-1-1 0 0,0 1 0 0 0,0 0 1 0 0,0 0-1 0 0,0-1 0 0 0,0 1 0 0 0,0 0 1 0 0,0 0-1 0 0,0-1 0 0 0,0 1 0 0 0,0 0 1 0 0,0 0-1 0 0,0-1 0 0 0,0 1 0 0 0,0 0 1 0 0,0 0-1 0 0,0 0 0 0 0,0-1 1 0 0,0 1-1 0 0,0 0 0 0 0,-1 0 0 0 0,1-1 1 0 0,0 1-1 0 0,0 0 0 0 0,0 0 0 0 0,0 0 1 0 0,0 0-1 0 0,-1-1 0 0 0,1 1 1 0 0,0 0-1 0 0,-11 1-805 0 0,-9 8-624 0 0,9-1-565 0 0,8-5 1023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29.8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55 3225 0 0,'-13'-21'5088'0'0,"12"19"-4661"0"0,1 0 0 0 0,-1 0 0 0 0,0 0 0 0 0,0 1 0 0 0,0-1 0 0 0,0 0 0 0 0,0 0 0 0 0,0 1 0 0 0,-1-1 0 0 0,1 1 0 0 0,0-1 0 0 0,-1 1 0 0 0,1-1 0 0 0,-1 1 0 0 0,0 0 0 0 0,1 0 0 0 0,-1 0 0 0 0,0 0 0 0 0,0 0 0 0 0,0 0 0 0 0,0 0 0 0 0,1 1 0 0 0,-1-1 0 0 0,-4 0 0 0 0,6 27 1918 0 0,25 133-1568 0 0,-9-71-690 0 0,-9-42-78 0 0,1-2 0 0 0,2 1 0 0 0,2-1 0 0 0,2-1 0 0 0,2 0 1 0 0,33 61-1 0 0,-20-52-9 0 0,40 66 0 0 0,74 181 0 0 0,-117-239 0 0 0,53 86 0 0 0,13 27 0 0 0,-81-148 4 0 0,57 118-14 0 0,-56-124 21 0 0,0 0 1 0 0,1 0 0 0 0,1-2-1 0 0,1 1 1 0 0,17 15 0 0 0,5 2 120 0 0,-3 1 0 0 0,0 1 0 0 0,47 72 0 0 0,-63-83-303 0 0,2-1 0 0 0,0-1 1 0 0,2-1-1 0 0,0-1 0 0 0,1 0 1 0 0,2-2-1 0 0,0-1 0 0 0,1-1 1 0 0,0-2-1 0 0,2 0 0 0 0,49 20 0 0 0,-52-26-7310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31.6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129 665 3681 0 0,'-9'-2'1132'0'0,"-53"-11"3465"0"0,58 12-4424 0 0,0 1-1 0 0,0-1 1 0 0,0 1-1 0 0,0 0 1 0 0,1 0-1 0 0,-1 1 1 0 0,0-1-1 0 0,0 1 1 0 0,0 0-1 0 0,0 0 1 0 0,1 0-1 0 0,-1 0 1 0 0,-4 3-1 0 0,41-3-300 0 0,12-7 69 0 0,0-3 0 0 0,62-20 0 0 0,-9 2 51 0 0,18-1-15 0 0,856-197-137 0 0,-154 83 772 0 0,-571 103-414 0 0,641-83-102 0 0,-808 113-192 0 0,29-3 126 0 0,-36 4-3424 0 0,-52 6-388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31.9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103 83 3681 0 0,'-16'-10'1579'0'0,"1"1"-1"0"0,0-2 1 0 0,-18-17 0 0 0,9 4 3135 0 0,41 28-4129 0 0,19 7-575 0 0,-15-2 135 0 0,0 1 0 0 0,-1 1 0 0 0,0 1 1 0 0,0 1-1 0 0,-1 1 0 0 0,-1 0 0 0 0,-1 2 1 0 0,0 0-1 0 0,0 0 0 0 0,15 22 0 0 0,-24-26-82 0 0,0-1 0 0 0,-1 1-1 0 0,0 1 1 0 0,-1-1-1 0 0,0 1 1 0 0,-1 0 0 0 0,-1 0-1 0 0,0 0 1 0 0,-1 1-1 0 0,0 0 1 0 0,-1 0 0 0 0,0-1-1 0 0,-1 1 1 0 0,-1 0-1 0 0,0 0 1 0 0,-1 0 0 0 0,-1 0-1 0 0,-3 17 1 0 0,2-21-172 0 0,0 0 1 0 0,-1 0-1 0 0,0 0 0 0 0,-1 0 1 0 0,0-1-1 0 0,-1 0 0 0 0,1 0 1 0 0,-2 0-1 0 0,1-1 0 0 0,-1 0 1 0 0,-1 0-1 0 0,1 0 0 0 0,-1-1 1 0 0,-15 10-1 0 0,6-6-5823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32.7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271 3 456 0 0,'-148'23'4394'0'0,"51"2"1326"0"0,75-15-3183 0 0,18-4-1168 0 0,19-3 78 0 0,46-6-402 0 0,0-3 1 0 0,65-16-1 0 0,94-8-268 0 0,39 23 894 0 0,-249 6-1636 0 0,25 1 689 0 0,-34 0-803 0 0,-1 0-1 0 0,1 0 1 0 0,0 0-1 0 0,0 0 1 0 0,0 0 0 0 0,0 0-1 0 0,0 0 1 0 0,0 1-1 0 0,0-1 1 0 0,0 0-1 0 0,0 0 1 0 0,0 1-1 0 0,0-1 1 0 0,-1 1-1 0 0,1-1 1 0 0,0 1-1 0 0,0-1 1 0 0,0 1 0 0 0,-1 0-1 0 0,1-1 1 0 0,0 1-1 0 0,-1 0 1 0 0,1 0-1 0 0,-1-1 1 0 0,2 2-1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53.6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10594 0 0,'0'0'1185'0'0,"10"17"2850"0"0,-6 6-3187 0 0,-1 1 0 0 0,-1-1-1 0 0,0 1 1 0 0,-3 28 0 0 0,0 0-469 0 0,2-2-685 0 0,11 239 1622 0 0,11-146-2675 0 0,-14-106-1576 0 0,25 65-1 0 0,-27-84-3178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53.8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0 366 6705 0 0,'1'-8'126'0'0,"1"0"0"0"0,0 0-1 0 0,0 1 1 0 0,0-1-1 0 0,1 1 1 0 0,0-1 0 0 0,1 1-1 0 0,-1 0 1 0 0,8-9-1 0 0,6-9 1178 0 0,25-25-1 0 0,-15 18 160 0 0,-6 5-396 0 0,2-2 392 0 0,32-32-1 0 0,-49 55-1388 0 0,0 0 0 0 0,0 0 0 0 0,1 1 0 0 0,0 0 0 0 0,0 0-1 0 0,0 1 1 0 0,1 0 0 0 0,-1 0 0 0 0,1 1 0 0 0,0 0 0 0 0,10-2 0 0 0,-16 4-160 0 0,1 1 0 0 0,-1-1 0 0 0,1 1 0 0 0,-1 0 0 0 0,1 0 0 0 0,-1 0 0 0 0,1 1 0 0 0,-1-1 0 0 0,1 1 0 0 0,-1-1 0 0 0,1 1 0 0 0,-1 0 0 0 0,1 0 0 0 0,-1 0 1 0 0,0 0-1 0 0,0 0 0 0 0,1 0 0 0 0,-1 1 0 0 0,0-1 0 0 0,2 3 0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54.0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0 250 3681 0 0,'1'-3'175'0'0,"-1"0"1"0"0,1 0-1 0 0,-1 1 0 0 0,1-1 1 0 0,0 0-1 0 0,0 1 1 0 0,0-1-1 0 0,0 1 1 0 0,1-1-1 0 0,2-3 0 0 0,-2 2-69 0 0,9-15 753 0 0,1-1 1 0 0,0 2-1 0 0,30-33 1 0 0,-28 36-951 0 0,2 0 1 0 0,-1 1 0 0 0,2 0 0 0 0,23-14 0 0 0,-35 25-5 0 0,0 1 0 0 0,0 0-1 0 0,-1-1 1 0 0,2 2 0 0 0,-1-1-1 0 0,0 1 1 0 0,0-1 0 0 0,0 1 0 0 0,1 1-1 0 0,8-1 1 0 0,-8 1 162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54.7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0 497 3681 0 0,'1'1'57'0'0,"1"-1"0"0"0,-1 1 0 0 0,0 0 0 0 0,1-1 0 0 0,-1 0 0 0 0,1 1 0 0 0,-1-1 0 0 0,0 0 0 0 0,1 0 0 0 0,-1 1 0 0 0,1-1 0 0 0,-1 0 0 0 0,1-1 1 0 0,-1 1-1 0 0,1 0 0 0 0,-1 0 0 0 0,1-1 0 0 0,-1 1 0 0 0,0 0 0 0 0,1-1 0 0 0,-1 0 0 0 0,0 1 0 0 0,1-1 0 0 0,0-1 0 0 0,39-22 1664 0 0,-31 18-1319 0 0,6-5 109 0 0,0-1 1 0 0,0 0 0 0 0,-1-2 0 0 0,-1 1-1 0 0,0-2 1 0 0,-1 0 0 0 0,-1 0 0 0 0,20-33-1 0 0,-17 21-109 0 0,0 0 0 0 0,-2-1 0 0 0,-2-1 0 0 0,0 0 0 0 0,6-32 0 0 0,-16 55-370 0 0,0-1 0 0 0,0 1 0 0 0,0-1 0 0 0,-1 1 0 0 0,0-1 0 0 0,-2-12 0 0 0,2 18-25 0 0,0 0 1 0 0,0 0 0 0 0,-1 0-1 0 0,1 0 1 0 0,0 0 0 0 0,-1 0 0 0 0,1 0-1 0 0,0 0 1 0 0,-1 1 0 0 0,0-1 0 0 0,1 0-1 0 0,-1 0 1 0 0,1 0 0 0 0,-1 0-1 0 0,0 1 1 0 0,0-1 0 0 0,1 0 0 0 0,-1 1-1 0 0,0-1 1 0 0,-1 0 0 0 0,1 0 8 0 0,-1 1-1 0 0,1 0 1 0 0,0 0 0 0 0,-1 0-1 0 0,1 0 1 0 0,0 0 0 0 0,-1 0 0 0 0,1 1-1 0 0,0-1 1 0 0,-1 0 0 0 0,1 1 0 0 0,0-1-1 0 0,-1 1 1 0 0,1-1 0 0 0,0 1 0 0 0,0-1-1 0 0,0 1 1 0 0,-1 0 0 0 0,1 0-1 0 0,-1 1 1 0 0,-6 5 78 0 0,1-1 0 0 0,0 2 1 0 0,0-1-1 0 0,1 1 0 0 0,0 0 0 0 0,0 0 0 0 0,1 0 0 0 0,0 1 0 0 0,1 0 0 0 0,-6 13 0 0 0,2 0-43 0 0,0 1 0 0 0,2 1-1 0 0,-5 26 1 0 0,10-45-27 0 0,1 0 0 0 0,-1 0 1 0 0,1 0-1 0 0,-1 0 0 0 0,1 0 1 0 0,1-1-1 0 0,-1 1 0 0 0,1 0 1 0 0,0 0-1 0 0,0 0 0 0 0,0 0 1 0 0,1 0-1 0 0,-1-1 0 0 0,1 1 1 0 0,0-1-1 0 0,1 1 0 0 0,-1-1 1 0 0,5 5-1 0 0,-4-5-19 0 0,1-1 0 0 0,0 0 0 0 0,0 0 0 0 0,0 0 1 0 0,0 0-1 0 0,0-1 0 0 0,1 1 0 0 0,-1-1 0 0 0,1 0 0 0 0,0-1 1 0 0,-1 1-1 0 0,1-1 0 0 0,0 0 0 0 0,0 0 0 0 0,0 0 0 0 0,0-1 1 0 0,0 0-1 0 0,5 0 0 0 0,3 0-101 0 0,-1-1 1 0 0,0 0-1 0 0,1-1 1 0 0,-1-1-1 0 0,0 0 1 0 0,13-5-1 0 0,-9 2-874 0 0,0-2 0 0 0,0 0 1 0 0,-1-1-1 0 0,0 0 0 0 0,-1-1 0 0 0,22-19 0 0 0,-12 6-1347 0 0,-1-1 0 0 0,33-44 0 0 0,0-13 1360 0 0,-49 70 912 0 0,-3 6 184 0 0,0 0 0 0 0,0 0-1 0 0,-1-1 1 0 0,0 1-1 0 0,0-1 1 0 0,0 0 0 0 0,-1 0-1 0 0,0 0 1 0 0,0 0 0 0 0,2-12-1 0 0,-4 18 49 0 0,0-1 0 0 0,-1 0 0 0 0,1 1 0 0 0,0-1-1 0 0,-1 0 1 0 0,1 1 0 0 0,-1-1 0 0 0,1 1 0 0 0,-1-1-1 0 0,1 1 1 0 0,-1-1 0 0 0,1 1 0 0 0,-1-1 0 0 0,1 1-1 0 0,-1-1 1 0 0,0 1 0 0 0,1 0 0 0 0,-1-1 0 0 0,1 1 0 0 0,-1 0-1 0 0,0 0 1 0 0,0-1 0 0 0,1 1 0 0 0,-1 0 0 0 0,0 0-1 0 0,1 0 1 0 0,-1 0 0 0 0,0 0 0 0 0,0 0 0 0 0,1 0 0 0 0,-1 0-1 0 0,0 0 1 0 0,1 0 0 0 0,-1 0 0 0 0,0 1 0 0 0,1-1-1 0 0,-1 0 1 0 0,0 0 0 0 0,1 1 0 0 0,-1-1 0 0 0,0 1-1 0 0,1-1 1 0 0,-1 0 0 0 0,0 1 0 0 0,-3 1 476 0 0,0 0 0 0 0,1 0 0 0 0,-1 0-1 0 0,1 0 1 0 0,-1 1 0 0 0,-4 4 0 0 0,4-1-521 0 0,0 0 0 0 0,1 1 0 0 0,-1 0 0 0 0,1 0-1 0 0,1 0 1 0 0,-1 0 0 0 0,1 0 0 0 0,1 0 0 0 0,-1 1 0 0 0,1-1 0 0 0,0 0 0 0 0,1 1-1 0 0,0-1 1 0 0,1 13 0 0 0,0-8 33 0 0,1 0-1 0 0,0 0 1 0 0,0 0-1 0 0,1-1 0 0 0,0 1 1 0 0,1-1-1 0 0,1 1 1 0 0,7 13-1 0 0,-11-24-184 0 0,-1 1 0 0 0,1-1 1 0 0,0 1-1 0 0,0-1 0 0 0,0 0 0 0 0,0 1 0 0 0,0-1 0 0 0,0 0 0 0 0,0 0 0 0 0,0 1 0 0 0,1-1 0 0 0,-1 0 1 0 0,0 0-1 0 0,1 0 0 0 0,-1-1 0 0 0,1 1 0 0 0,-1 0 0 0 0,1-1 0 0 0,-1 1 0 0 0,1 0 0 0 0,-1-1 1 0 0,3 1-1 0 0,-3-2-17 0 0,1 1 0 0 0,-1 0 0 0 0,1-1 0 0 0,-1 1 0 0 0,0-1 0 0 0,1 0 1 0 0,-1 1-1 0 0,1-1 0 0 0,-1 0 0 0 0,0 0 0 0 0,0 0 0 0 0,0 0 0 0 0,1 0 0 0 0,-1 0 1 0 0,0 0-1 0 0,0 0 0 0 0,0 0 0 0 0,1-3 0 0 0,3-4-93 0 0,-1-1 1 0 0,0 1-1 0 0,0-1 0 0 0,0 0 0 0 0,-1 0 1 0 0,2-10-1 0 0,-2-11 45 0 0,-3 26 262 0 0,0-1-1 0 0,0 0 1 0 0,0 1 0 0 0,1-1-1 0 0,0 0 1 0 0,0 1-1 0 0,0-1 1 0 0,0 1 0 0 0,1-1-1 0 0,0 1 1 0 0,0-1 0 0 0,0 1-1 0 0,5-7 1 0 0,-7 11-183 0 0,0-1 1 0 0,1 1 0 0 0,-1 0-1 0 0,0 0 1 0 0,1 0-1 0 0,-1-1 1 0 0,0 1-1 0 0,1 0 1 0 0,-1 0 0 0 0,0 0-1 0 0,1 0 1 0 0,-1 0-1 0 0,0 0 1 0 0,1-1 0 0 0,-1 1-1 0 0,0 0 1 0 0,1 0-1 0 0,-1 0 1 0 0,0 0-1 0 0,1 0 1 0 0,-1 0 0 0 0,0 1-1 0 0,1-1 1 0 0,-1 0-1 0 0,0 0 1 0 0,1 0 0 0 0,-1 0-1 0 0,0 0 1 0 0,1 0-1 0 0,-1 1 1 0 0,0-1 0 0 0,1 0-1 0 0,-1 0 1 0 0,0 0-1 0 0,1 1 1 0 0,8 15 215 0 0,1 21 99 0 0,-10-34-312 0 0,4 16-268 0 0,1 0 0 0 0,9 24 1 0 0,-11-37 113 0 0,0 1 0 0 0,0 0 0 0 0,1-1 1 0 0,0 0-1 0 0,0 0 0 0 0,0 0 0 0 0,1-1 0 0 0,0 1 1 0 0,9 7-1 0 0,0-2-1292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54.9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86 6913 0 0,'5'-53'3242'0'0,"5"21"2590"0"0,-10 32-5695 0 0,1 0-1 0 0,-1 0 1 0 0,1 1-1 0 0,-1-1 1 0 0,1 0-1 0 0,-1 0 1 0 0,1 1-1 0 0,-1-1 1 0 0,1 0-1 0 0,-1 1 0 0 0,0-1 1 0 0,1 0-1 0 0,-1 1 1 0 0,0-1-1 0 0,1 1 1 0 0,-1-1-1 0 0,0 1 1 0 0,0-1-1 0 0,1 1 1 0 0,-1-1-1 0 0,0 1 1 0 0,0-1-1 0 0,0 1 0 0 0,0-1 1 0 0,1 1-1 0 0,-1-1 1 0 0,0 1-1 0 0,0-1 1 0 0,0 1-1 0 0,0 0 1 0 0,6 21 664 0 0,13 77 552 0 0,14 60-860 0 0,-26-136-670 0 0,1 1 0 0 0,1-2 1 0 0,1 1-1 0 0,21 35 0 0 0,-25-50-642 0 0,6 12-854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55.2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11 168 8290 0 0,'-1'0'37'0'0,"1"1"0"0"0,0-1 0 0 0,0 0-1 0 0,-1 0 1 0 0,1 0 0 0 0,0 0 0 0 0,-1 0 0 0 0,1 0 0 0 0,0 0 0 0 0,-1 0 0 0 0,1 0 0 0 0,0 0 0 0 0,-1-1 0 0 0,1 1 0 0 0,0 0 0 0 0,-1 0-1 0 0,1 0 1 0 0,0 0 0 0 0,0 0 0 0 0,-1 0 0 0 0,1-1 0 0 0,0 1 0 0 0,-1 0 0 0 0,1 0 0 0 0,0 0 0 0 0,0-1 0 0 0,0 1 0 0 0,-1 0 0 0 0,1-1-1 0 0,0 1 1 0 0,0 0 0 0 0,0 0 0 0 0,0-1 0 0 0,-1 1 0 0 0,1 0 0 0 0,0-1 0 0 0,0 1 0 0 0,0 0 0 0 0,0 0 0 0 0,0-1 0 0 0,0 1 0 0 0,0 0-1 0 0,0-1 1 0 0,0 1 0 0 0,0 0 0 0 0,0-1 0 0 0,0 1 0 0 0,0 0 0 0 0,0-1 0 0 0,18-15 1742 0 0,35-13 657 0 0,-51 28-2360 0 0,61-29-368 0 0,1 3 1 0 0,75-22-1 0 0,-113 42 279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55.9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5 4145 0 0,'-1'-1'333'0'0,"0"1"0"0"0,0-1 1 0 0,0 1-1 0 0,0-1 0 0 0,0 1 0 0 0,0 0 1 0 0,0-1-1 0 0,0 1 0 0 0,0 0 0 0 0,0 0 0 0 0,0 0 1 0 0,0 0-1 0 0,0 0 0 0 0,0 0 0 0 0,0 0 1 0 0,0 0-1 0 0,0 0 0 0 0,0 1 0 0 0,0-1 1 0 0,0 0-1 0 0,0 1 0 0 0,0-1 0 0 0,1 0 1 0 0,-1 1-1 0 0,0-1 0 0 0,0 1 0 0 0,0 0 0 0 0,0-1 1 0 0,1 1-1 0 0,-2 1 0 0 0,1-1-113 0 0,1 1 1 0 0,-1 0-1 0 0,1 0 0 0 0,-1 0 0 0 0,1 0 1 0 0,0 0-1 0 0,0 0 0 0 0,-1 0 0 0 0,2 0 1 0 0,-1 0-1 0 0,0 0 0 0 0,0 0 0 0 0,1 0 1 0 0,0 2-1 0 0,3 10-96 0 0,0-1 0 0 0,1 1 0 0 0,7 12 0 0 0,-4-12-79 0 0,0 0 1 0 0,1-1 0 0 0,0 0-1 0 0,1 0 1 0 0,0-1-1 0 0,1 0 1 0 0,0-1 0 0 0,1 0-1 0 0,1-1 1 0 0,-1 0 0 0 0,2-1-1 0 0,16 9 1 0 0,-29-18-110 0 0,0 1 0 0 0,0-1-1 0 0,-1 0 1 0 0,1 1 0 0 0,0-1 0 0 0,0 0-1 0 0,0 0 1 0 0,0 1 0 0 0,0-1 0 0 0,0 0 0 0 0,0 0-1 0 0,0 0 1 0 0,0 0 0 0 0,-1 0 0 0 0,1 0-1 0 0,0-1 1 0 0,0 1 0 0 0,0 0 0 0 0,0 0-1 0 0,0-1 1 0 0,0 1 0 0 0,0 0 0 0 0,-1-1 0 0 0,1 1-1 0 0,0-1 1 0 0,0 1 0 0 0,0-2 0 0 0,2 0-166 0 0,-1 0 0 0 0,0-1 0 0 0,0 1 1 0 0,0-1-1 0 0,0 0 0 0 0,0 0 0 0 0,-1 0 1 0 0,2-3-1 0 0,3-8-625 0 0,-1 0 1 0 0,4-22-1 0 0,-8 34 848 0 0,2-10-157 0 0,10-56-372 0 0,-12 61 1362 0 0,0 1 0 0 0,-1-1 0 0 0,0 0-1 0 0,0 0 1 0 0,0 1 0 0 0,-1-1 0 0 0,-3-12-1 0 0,9 34 500 0 0,1 0 1 0 0,13 22-1 0 0,-9-21-1282 0 0,1 0 1 0 0,0-1-1 0 0,1-1 1 0 0,1 0-1 0 0,0 0 1 0 0,1-1-1 0 0,23 17 1 0 0,-13-12-571 0 0,-9-6-5266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56.2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62 6913 0 0,'32'13'6683'0'0,"-19"-6"-5421"0"0,0 1-1 0 0,-1 0 0 0 0,15 14 1 0 0,60 63 1071 0 0,-63-56-1821 0 0,-23-28-483 0 0,0 1 0 0 0,0-1 1 0 0,0 1-1 0 0,0 0 0 0 0,0 0 1 0 0,-1-1-1 0 0,1 1 0 0 0,0 0 0 0 0,-1 0 1 0 0,1 0-1 0 0,-1-1 0 0 0,0 1 1 0 0,0 0-1 0 0,0 0 0 0 0,0 0 0 0 0,0 0 1 0 0,0 3-1 0 0,0-5-21 0 0,0 0 0 0 0,0 0 0 0 0,0 0 0 0 0,0 0 0 0 0,0 0 0 0 0,0 1 0 0 0,0-1 0 0 0,-1 0 0 0 0,1 0 0 0 0,0 0 0 0 0,0 0 0 0 0,0 0 0 0 0,0 0 0 0 0,0 1 0 0 0,0-1 0 0 0,0 0 0 0 0,0 0 0 0 0,0 0 0 0 0,-1 0 0 0 0,1 0 0 0 0,0 0 0 0 0,0 0 0 0 0,0 0 0 0 0,0 0 0 0 0,0 0 0 0 0,-1 1 0 0 0,1-1 0 0 0,0 0 0 0 0,0 0 0 0 0,0 0 0 0 0,0 0 0 0 0,0 0 0 0 0,-1 0 0 0 0,1 0 0 0 0,0 0 0 0 0,0 0 0 0 0,0 0 0 0 0,0 0 0 0 0,-1 0 0 0 0,1 0 0 0 0,0-1 0 0 0,0 1 0 0 0,0 0 0 0 0,0 0 0 0 0,-1 0 0 0 0,-6-7 220 0 0,-5-11-5 0 0,9 9-230 0 0,1 0 0 0 0,-1 0 0 0 0,2 0 1 0 0,-1-1-1 0 0,1 1 0 0 0,1 0 0 0 0,0-1 0 0 0,0 1 0 0 0,2-16 1 0 0,3-3-1225 0 0,16-52 0 0 0,-12 51-604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56.8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1 337 3657 0 0,'13'14'-424'0'0,"-4"-5"1561"0"0,0 0 1 0 0,0 0-1 0 0,1-1 1 0 0,21 14 0 0 0,-29-21-948 0 0,1 1 1 0 0,1-1 0 0 0,-1 1-1 0 0,0-1 1 0 0,0 0 0 0 0,0-1-1 0 0,1 1 1 0 0,-1 0-1 0 0,0-1 1 0 0,1 0 0 0 0,-1 0-1 0 0,0 0 1 0 0,1 0 0 0 0,-1 0-1 0 0,0-1 1 0 0,1 1 0 0 0,-1-1-1 0 0,0 0 1 0 0,0 0 0 0 0,0 0-1 0 0,1-1 1 0 0,-1 1 0 0 0,5-4-1 0 0,5-4-67 0 0,0 0-1 0 0,-1-2 1 0 0,0 1-1 0 0,-1-1 1 0 0,0-1-1 0 0,0 0 1 0 0,-1-1 0 0 0,-1 0-1 0 0,0 0 1 0 0,-1-1-1 0 0,-1 0 1 0 0,0-1-1 0 0,0 1 1 0 0,-2-1-1 0 0,0-1 1 0 0,5-27-1 0 0,-9 42-122 0 0,-1-1-1 0 0,1 1 0 0 0,-1-1 1 0 0,0 1-1 0 0,0-1 0 0 0,0 1 1 0 0,0-1-1 0 0,0 1 0 0 0,0-1 1 0 0,0 1-1 0 0,0-1 0 0 0,0 1 1 0 0,-1-1-1 0 0,1 1 0 0 0,-1-1 1 0 0,0-2-1 0 0,0 4 2 0 0,1 0 0 0 0,-1-1 0 0 0,0 1 0 0 0,1 0 1 0 0,-1 0-1 0 0,1 0 0 0 0,-1-1 0 0 0,1 1 0 0 0,-1 0 0 0 0,1 0 0 0 0,-1 0 0 0 0,0 0 0 0 0,1 0 0 0 0,-1 0 0 0 0,1 0 1 0 0,-1 0-1 0 0,1 0 0 0 0,-1 0 0 0 0,1 1 0 0 0,-1-1 0 0 0,0 0 0 0 0,1 0 0 0 0,-1 0 0 0 0,1 1 0 0 0,-1-1 1 0 0,1 0-1 0 0,-1 1 0 0 0,0 0 0 0 0,-4 2 91 0 0,0 1 0 0 0,0 0 0 0 0,1 1 0 0 0,-1-1 1 0 0,1 1-1 0 0,-6 7 0 0 0,6-5 29 0 0,0-1 0 0 0,0 1 1 0 0,0 1-1 0 0,1-1 0 0 0,0 0 0 0 0,0 1 1 0 0,1 0-1 0 0,0-1 0 0 0,0 1 1 0 0,1 0-1 0 0,0 0 0 0 0,0 14 0 0 0,1-18-65 0 0,1 0-1 0 0,0 1 0 0 0,-1-1 1 0 0,1 0-1 0 0,1 1 0 0 0,-1-1 1 0 0,1 0-1 0 0,-1 0 0 0 0,1 0 1 0 0,0 0-1 0 0,1-1 0 0 0,-1 1 0 0 0,1 0 1 0 0,-1-1-1 0 0,1 0 0 0 0,0 1 1 0 0,1-1-1 0 0,-1 0 0 0 0,0-1 1 0 0,1 1-1 0 0,-1-1 0 0 0,1 1 0 0 0,0-1 1 0 0,7 3-1 0 0,-5-3-172 0 0,-1 0 0 0 0,1 0 1 0 0,0 0-1 0 0,0-1 0 0 0,0 0 0 0 0,0 0 0 0 0,0-1 0 0 0,0 1 1 0 0,0-1-1 0 0,0 0 0 0 0,0-1 0 0 0,0 0 0 0 0,0 0 0 0 0,10-3 0 0 0,-7 1-310 0 0,0-1-1 0 0,-1 0 1 0 0,1 0-1 0 0,-1-1 0 0 0,0 0 1 0 0,0 0-1 0 0,-1-1 1 0 0,13-12-1 0 0,-9 6-33 0 0,0 0 0 0 0,-1 0 1 0 0,-1-1-1 0 0,0-1 0 0 0,-1 1 0 0 0,0-1 1 0 0,-1 0-1 0 0,-1-1 0 0 0,0 0 0 0 0,-1 0 0 0 0,4-20 1 0 0,-5 14 746 0 0,1-9 1699 0 0,4-58 195 0 0,-9 118 3248 0 0,1-24-5234 0 0,1 0-1 0 0,0-1 1 0 0,1 1-1 0 0,-1-1 1 0 0,1 1-1 0 0,0-1 1 0 0,0 0-1 0 0,1 0 1 0 0,-1 0-1 0 0,1 0 1 0 0,0-1-1 0 0,1 0 1 0 0,5 5-1 0 0,4 1-113 0 0,0-1-1 0 0,0 0 1 0 0,21 8-1 0 0,-22-11-46 0 0,0 1-1 0 0,0 0 1 0 0,-1 0-1 0 0,0 1 1 0 0,17 15-1 0 0,-27-20-21 0 0,0-1-1 0 0,-1 0 0 0 0,1 1 0 0 0,0-1 1 0 0,-1 1-1 0 0,0-1 0 0 0,1 1 1 0 0,-1 0-1 0 0,0 0 0 0 0,0 0 1 0 0,-1-1-1 0 0,1 1 0 0 0,0 0 1 0 0,-1 0-1 0 0,0 0 0 0 0,0 0 1 0 0,0 0-1 0 0,0 0 0 0 0,0 0 1 0 0,-1 0-1 0 0,1 0 0 0 0,-1 0 1 0 0,0 0-1 0 0,0 0 0 0 0,0-1 1 0 0,0 1-1 0 0,0 0 0 0 0,0 0 1 0 0,-1-1-1 0 0,0 1 0 0 0,-1 2 1 0 0,-7 9-356 0 0,-1-1 1 0 0,1 0 0 0 0,-2 0 0 0 0,-13 11 0 0 0,24-24 291 0 0,-22 21-7020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57.0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0 17052 0 0,'-3'3'1512'0'0,"-1"0"-1208"0"0,2 1-240 0 0,0-1-64 0 0,0-1 448 0 0,-3 1 88 0 0,-3 5 8 0 0,-5 3 8 0 0,-5 1-552 0 0,-1 2 0 0 0,1-3-80 0 0,3-1-5513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1:57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0 130 5065 0 0,'16'-6'5827'0'0,"75"-22"-3880"0"0,32-4-1624 0 0,-42 10-619 0 0,109-15 1 0 0,-130 33-1564 0 0,-29 5-2084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1:58.4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372 0 2304 0 0,'-5'1'445'0'0,"1"0"0"0"0,-1 0 0 0 0,1 0 0 0 0,0 0 0 0 0,-1 1 0 0 0,1-1 0 0 0,0 1 0 0 0,0 1 0 0 0,0-1 0 0 0,0 0 0 0 0,0 1 0 0 0,0 0 0 0 0,1 0 0 0 0,-1 0 0 0 0,1 0 0 0 0,0 0 0 0 0,0 1 0 0 0,0-1 0 0 0,1 1 0 0 0,-1 0 0 0 0,1 0 0 0 0,-3 7 0 0 0,-4 7 213 0 0,1 0 0 0 0,0 1 0 0 0,-8 36 0 0 0,1 13-151 0 0,4 0 0 0 0,-5 105 0 0 0,16 140-257 0 0,7-193-202 0 0,30 157 1 0 0,45 116 152 0 0,-63-309-63 0 0,70 375 939 0 0,-75-382-912 0 0,63 229 1196 0 0,-49-211-801 0 0,-5 1 0 0 0,21 173 0 0 0,-43-259-535 0 0,-1 0 0 0 0,0-1 0 0 0,0 1 0 0 0,-1 0 1 0 0,-1 0-1 0 0,0-1 0 0 0,0 1 0 0 0,-1-1 0 0 0,-7 18 1 0 0,3-14 12 0 0,0-1 0 0 0,-1 0 0 0 0,-1 0 0 0 0,0 0 0 0 0,-20 19 0 0 0,-41 32 61 0 0,-3-4-1 0 0,-105 66 1 0 0,87-62-59 0 0,67-46-220 0 0,13-8-329 0 0,0-1 0 0 0,-1-1 0 0 0,0 1 0 0 0,0-2 0 0 0,-18 8 0 0 0,29-14 261 0 0,0 0 188 0 0,1 1 0 0 0,0-1-1 0 0,0 0 1 0 0,0 0 0 0 0,0 0-1 0 0,-1 0 1 0 0,1 0 0 0 0,0 0-1 0 0,0 1 1 0 0,0-1 0 0 0,-1 0-1 0 0,1 0 1 0 0,0 0 0 0 0,0 0-1 0 0,0 0 1 0 0,-1 0 0 0 0,1 0-1 0 0,0 0 1 0 0,0 0 0 0 0,-1 0-1 0 0,1 0 1 0 0,0 0 0 0 0,0 0-1 0 0,0 0 1 0 0,-1 0 0 0 0,1 0-1 0 0,0 0 1 0 0,0 0 0 0 0,0-1-1 0 0,-1 1 1 0 0,1 0 0 0 0,0 0-1 0 0,0 0 1 0 0,0 0 0 0 0,0 0-1 0 0,-1 0 1 0 0,1-1-1 0 0,0 1 1 0 0,0 0 0 0 0,0 0-1 0 0,0 0 1 0 0,0 0 0 0 0,-1-1-1 0 0,1 1 1 0 0,0 0 0 0 0,0 0-1 0 0,0 0 1 0 0,0-1 0 0 0,0 1-1 0 0,0 0 1 0 0,0 0 0 0 0,0 0-1 0 0,0-1 1 0 0,0 1 0 0 0,0 0-1 0 0,0 0 1 0 0,0-1 0 0 0,0 1-1 0 0,2-13-1891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1:59.0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164 1 7834 0 0,'-11'7'627'0'0,"0"1"0"0"0,0 1 0 0 0,1-1 0 0 0,0 2 0 0 0,1-1 0 0 0,-13 17 0 0 0,4-1 1015 0 0,-27 46 0 0 0,43-67-1509 0 0,0 0 0 0 0,-1 0 0 0 0,1 1 1 0 0,1-1-1 0 0,-1 1 0 0 0,1 0 0 0 0,0-1 0 0 0,0 1 0 0 0,0 0 0 0 0,1 0 0 0 0,-1-1 0 0 0,1 1 0 0 0,0 0 0 0 0,1 0 0 0 0,-1 0 0 0 0,1-1 0 0 0,0 1 0 0 0,0 0 0 0 0,0-1 0 0 0,1 1 0 0 0,2 5 1 0 0,-1-5-225 0 0,-1-1 0 0 0,1 1 0 0 0,1-1 0 0 0,-1 0 0 0 0,1 0 0 0 0,-1 0 0 0 0,1 0 0 0 0,4 3 0 0 0,-1-3-787 0 0,-1 0 0 0 0,1 0 1 0 0,-1 0-1 0 0,1-1 0 0 0,13 5 0 0 0,3-1-4437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1:59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10594 0 0,'-3'6'252'0'0,"1"0"0"0"0,1 0-1 0 0,-1 0 1 0 0,1 1 0 0 0,1-1 0 0 0,-1 1-1 0 0,1-1 1 0 0,0 0 0 0 0,0 1 0 0 0,1-1-1 0 0,0 1 1 0 0,3 10 0 0 0,3 9 1126 0 0,18 42 0 0 0,-19-53-1147 0 0,53 123 1169 0 0,-17-48-4504 0 0,-31-68-2452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1:59.7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0 5065 0 0,'-3'2'299'0'0,"1"1"-1"0"0,-1-1 1 0 0,1 0-1 0 0,0 1 1 0 0,0-1 0 0 0,0 1-1 0 0,0 0 1 0 0,0 0-1 0 0,0-1 1 0 0,1 1-1 0 0,-1 0 1 0 0,1 1 0 0 0,0-1-1 0 0,-1 4 1 0 0,-13 54 2045 0 0,13-52-1909 0 0,1-6-279 0 0,-1 6 161 0 0,1-1 0 0 0,-1 1 0 0 0,1 15 0 0 0,1-23-312 0 0,0 0 0 0 0,0 0 0 0 0,0 0 0 0 0,0 0 0 0 0,1 0 1 0 0,-1-1-1 0 0,0 1 0 0 0,0 0 0 0 0,1 0 0 0 0,-1 0 0 0 0,0 0 0 0 0,1 0 0 0 0,-1-1 0 0 0,1 1 0 0 0,-1 0 0 0 0,1-1 0 0 0,0 1 0 0 0,-1 0 0 0 0,2 0 0 0 0,-2-1-27 0 0,1 1 0 0 0,0-1 0 0 0,0 0 0 0 0,0 0 0 0 0,0 0 0 0 0,0 0 0 0 0,0 0 0 0 0,0 0 0 0 0,0 0 0 0 0,0 0 0 0 0,0 0 0 0 0,0 0 0 0 0,0 0 0 0 0,0-1 0 0 0,0 1 0 0 0,0 0 0 0 0,0-1 0 0 0,-1 1 0 0 0,1-1 0 0 0,0 1 0 0 0,0-1 0 0 0,1 0 0 0 0,3-3-491 0 0,0 0 1 0 0,-1 1-1 0 0,1-2 1 0 0,-1 1-1 0 0,0 0 1 0 0,0-1-1 0 0,0 0 1 0 0,0 0-1 0 0,-1 0 1 0 0,0-1-1 0 0,0 1 1 0 0,2-6-1 0 0,3-10-1483 0 0,10-41-1 0 0,-17 86 9697 0 0,10 8-4458 0 0,18 28-1284 0 0,3-12-1460 0 0,-17-27-2759 0 0,-9-12-58 0 0,5 7-2632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00.1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150 0 4145 0 0,'-4'5'507'0'0,"-1"-1"0"0"0,0 1 0 0 0,1 0 1 0 0,0 0-1 0 0,-5 8 0 0 0,-5 5 409 0 0,-16 15 724 0 0,18-20-881 0 0,1-1 0 0 0,-1 2 0 0 0,2 0 0 0 0,-17 28 0 0 0,27-42-741 0 0,0 0 0 0 0,-1 1 0 0 0,1-1 0 0 0,0 0 0 0 0,0 0 0 0 0,0 1 0 0 0,-1-1 0 0 0,1 0 0 0 0,0 1 0 0 0,0-1 0 0 0,0 1 0 0 0,0-1 0 0 0,0 0 0 0 0,-1 1 0 0 0,1-1 0 0 0,0 0 0 0 0,0 1 0 0 0,0-1 0 0 0,0 1 0 0 0,0-1 0 0 0,0 0 0 0 0,0 1 0 0 0,0-1 0 0 0,1 0 0 0 0,-1 1 0 0 0,0-1 0 0 0,0 1 0 0 0,0-1 0 0 0,0 0 0 0 0,0 1 0 0 0,1-1 0 0 0,-1 0 0 0 0,0 1 0 0 0,0-1 0 0 0,0 0 0 0 0,1 0 0 0 0,-1 1 0 0 0,0-1 0 0 0,1 0 0 0 0,-1 0 0 0 0,0 1 0 0 0,1-1 0 0 0,19-3-149 0 0,24-17-926 0 0,-44 20 1044 0 0,54-31-1270 0 0,-17 10 750 0 0,42-18-1 0 0,-78 38 536 0 0,0 0-1 0 0,1 1 0 0 0,-1-1 1 0 0,0 1-1 0 0,1-1 0 0 0,-1 1 1 0 0,0-1-1 0 0,1 1 0 0 0,-1 0 1 0 0,1 0-1 0 0,-1 0 0 0 0,0-1 1 0 0,1 1-1 0 0,-1 1 0 0 0,1-1 1 0 0,-1 0-1 0 0,1 0 0 0 0,-1 0 1 0 0,0 1-1 0 0,1-1 0 0 0,-1 1 1 0 0,2 0-1 0 0,-2 0 26 0 0,0 0 0 0 0,-1 0 0 0 0,1 0 0 0 0,-1 0 0 0 0,1 0-1 0 0,-1 0 1 0 0,1 1 0 0 0,-1-1 0 0 0,1 0 0 0 0,-1 0 0 0 0,0 0 0 0 0,0 1 0 0 0,0-1 0 0 0,0 0 0 0 0,0 0 0 0 0,0 0-1 0 0,0 1 1 0 0,0-1 0 0 0,0 0 0 0 0,-1 2 0 0 0,-1 7 283 0 0,-1 1 0 0 0,0-1 0 0 0,-1 0 0 0 0,-7 14 0 0 0,-5 5 892 0 0,-30 40 0 0 0,-6 10-747 0 0,48-71-1647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00.4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159 0 2304 0 0,'-88'95'3184'0'0,"78"-82"-2727"0"0,0 0 1 0 0,0 1 0 0 0,1 0-1 0 0,1 0 1 0 0,-11 28 0 0 0,18-41-375 0 0,1 0 0 0 0,-1 0 0 0 0,1 0 0 0 0,-1 0 0 0 0,1 0 0 0 0,0 1 0 0 0,-1-1 0 0 0,1 0 0 0 0,0 0-1 0 0,0 1 1 0 0,0-1 0 0 0,0 0 0 0 0,0 0 0 0 0,0 1 0 0 0,0-1 0 0 0,0 0 0 0 0,0 0 0 0 0,1 0 0 0 0,-1 1 0 0 0,1-1 0 0 0,-1 0 0 0 0,1 0 0 0 0,-1 0 0 0 0,1 0 0 0 0,-1 0 0 0 0,1 0 0 0 0,0 0 0 0 0,0 0 0 0 0,0 0 0 0 0,-1 0 0 0 0,1 0 0 0 0,0 0 0 0 0,0 0 0 0 0,0-1 0 0 0,0 1 0 0 0,0 0 0 0 0,0-1 0 0 0,1 1 0 0 0,-1-1 0 0 0,0 1 0 0 0,0-1 0 0 0,0 0 0 0 0,1 1-1 0 0,-1-1 1 0 0,0 0 0 0 0,0 0 0 0 0,2 0 0 0 0,9 1 199 0 0,0-1-1 0 0,0 0 0 0 0,0-1 0 0 0,15-3 0 0 0,-5 1 8 0 0,-9 2-174 0 0,5-1 65 0 0,1 0-1 0 0,20 3 1 0 0,-35-1-150 0 0,0 0-1 0 0,1 1 1 0 0,-1-1 0 0 0,0 1 0 0 0,0 0 0 0 0,0 1 0 0 0,0-1 0 0 0,0 1 0 0 0,0-1 0 0 0,0 1 0 0 0,0 0 0 0 0,-1 1 0 0 0,1-1 0 0 0,5 6 0 0 0,-7-5-17 0 0,0-1 1 0 0,0 1-1 0 0,-1 0 1 0 0,1 0-1 0 0,-1 0 1 0 0,0 0-1 0 0,0 0 1 0 0,0 1-1 0 0,0-1 1 0 0,-1 0-1 0 0,1 0 1 0 0,-1 1-1 0 0,0-1 1 0 0,0 0-1 0 0,0 0 1 0 0,0 1-1 0 0,0-1 1 0 0,-1 0-1 0 0,0 0 1 0 0,1 1-1 0 0,-3 3 1 0 0,-2 7 2 0 0,0 0 1 0 0,-1 0 0 0 0,-9 15 0 0 0,-11 15-1431 0 0,13-25-3620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00.8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 8290 0 0,'-2'7'245'0'0,"0"0"1"0"0,1 0-1 0 0,-1 0 1 0 0,1 1 0 0 0,1-1-1 0 0,0 15 1 0 0,-1 4 323 0 0,-1-12-461 0 0,-7 142 3675 0 0,14-79-3437 0 0,-2-57-2092 0 0,10 37-1 0 0,-5-35-3110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01.2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11522 0 0,'15'35'4539'0'0,"4"40"-3061"0"0,-4 0 0 0 0,6 85 0 0 0,-10-75-975 0 0,27 284 245 0 0,0-1-4073 0 0,-34-339 1564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01.5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74 2761 0 0,'-1'1'90'0'0,"1"-1"-1"0"0,0 1 1 0 0,0-1 0 0 0,-1 1 0 0 0,1-1 0 0 0,0 1 0 0 0,0 0 0 0 0,0-1 0 0 0,0 1 0 0 0,0 0 0 0 0,0-1 0 0 0,0 1 0 0 0,0-1 0 0 0,0 1-1 0 0,0 0 1 0 0,0-1 0 0 0,0 1 0 0 0,0-1 0 0 0,1 1 0 0 0,-1 0 0 0 0,0-1 0 0 0,0 1 0 0 0,1-1 0 0 0,-1 1 0 0 0,0-1 0 0 0,1 1 0 0 0,0 0-1 0 0,18 17 1820 0 0,27 6 657 0 0,-35-20-1929 0 0,0 1-1 0 0,1-2 1 0 0,0 0 0 0 0,0 0 0 0 0,0-1 0 0 0,0-1-1 0 0,0 0 1 0 0,1 0 0 0 0,-1-1 0 0 0,0-1-1 0 0,0 0 1 0 0,15-3 0 0 0,-19 2-619 0 0,-1 0-1 0 0,0 0 1 0 0,0-1 0 0 0,0 0-1 0 0,0 0 1 0 0,0-1-1 0 0,0 0 1 0 0,-1 0 0 0 0,0 0-1 0 0,0-1 1 0 0,0 0 0 0 0,0 0-1 0 0,-1 0 1 0 0,0-1-1 0 0,0 0 1 0 0,0 0 0 0 0,-1 0-1 0 0,0 0 1 0 0,0-1 0 0 0,4-11-1 0 0,0-4-4494 0 0,-2 0-1509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02.0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231 82 6449 0 0,'-3'-6'330'0'0,"0"-1"0"0"0,0 1 0 0 0,-1-1-1 0 0,1 1 1 0 0,-1 0 0 0 0,-1 0 0 0 0,1 1 0 0 0,-1-1-1 0 0,-9-7 1 0 0,12 11-171 0 0,0 1 0 0 0,0-1 0 0 0,0 1 0 0 0,0 0 0 0 0,0 0 0 0 0,-1 0 0 0 0,1 0 0 0 0,0 0 0 0 0,-1 1 1 0 0,1-1-1 0 0,0 1 0 0 0,-1-1 0 0 0,1 1 0 0 0,-1 0 0 0 0,1 0 0 0 0,-1 0 0 0 0,1 0 0 0 0,-1 1 0 0 0,1-1 0 0 0,0 0 0 0 0,-1 1 0 0 0,1 0 0 0 0,-1 0 0 0 0,1 0 0 0 0,0 0 0 0 0,0 0 0 0 0,0 0 0 0 0,0 0 0 0 0,-1 1 0 0 0,2-1 0 0 0,-5 4 1 0 0,-2 3 201 0 0,-1 0 1 0 0,1 1-1 0 0,1 1 1 0 0,0-1 0 0 0,0 1-1 0 0,1 0 1 0 0,0 1 0 0 0,0 0-1 0 0,-6 20 1 0 0,5-11-162 0 0,1 0 0 0 0,1 0-1 0 0,1 1 1 0 0,-4 36 0 0 0,8-50-190 0 0,0 0 0 0 0,0-1 0 0 0,0 1 0 0 0,1 0 0 0 0,-1-1 1 0 0,2 1-1 0 0,-1 0 0 0 0,1-1 0 0 0,0 0 0 0 0,0 1 0 0 0,1-1 0 0 0,0 0 0 0 0,0 0 0 0 0,0 0 0 0 0,1-1 0 0 0,0 1 0 0 0,0-1 0 0 0,0 0 0 0 0,0 0 0 0 0,1 0 0 0 0,0 0 0 0 0,0-1 1 0 0,1 0-1 0 0,-1 0 0 0 0,1-1 0 0 0,0 1 0 0 0,0-1 0 0 0,0 0 0 0 0,0-1 0 0 0,0 1 0 0 0,1-1 0 0 0,-1-1 0 0 0,1 1 0 0 0,6 0 0 0 0,8 0-299 0 0,-1-1 0 0 0,0-1 0 0 0,0 0 0 0 0,33-6 0 0 0,-15 0-866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02.3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50 5065 0 0,'-2'-10'566'0'0,"-18"-29"8937"0"0,20 39-9330 0 0,0 1-1 0 0,0-1 1 0 0,-1 1-1 0 0,1-1 1 0 0,0 1 0 0 0,0-1-1 0 0,0 0 1 0 0,0 1-1 0 0,-1-1 1 0 0,1 1-1 0 0,0-1 1 0 0,0 1-1 0 0,0-1 1 0 0,0 1 0 0 0,0-1-1 0 0,0 1 1 0 0,0-1-1 0 0,0 1 1 0 0,1-1-1 0 0,-1 1 1 0 0,0 0-1 0 0,0 22 765 0 0,5 33-263 0 0,3 0-1 0 0,23 83 1 0 0,-17-80-547 0 0,-13-58-128 0 0,43 166 72 0 0,-36-141-717 0 0,2-1 0 0 0,0-1 0 0 0,2 1 0 0 0,21 32 0 0 0,-7-24-6222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02.6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1 4145 0 0,'-4'1'254'0'0,"1"1"-1"0"0,-1 0 1 0 0,1-1 0 0 0,0 1 0 0 0,0 0-1 0 0,0 1 1 0 0,0-1 0 0 0,0 0 0 0 0,0 1 0 0 0,1 0-1 0 0,-1 0 1 0 0,1-1 0 0 0,0 1 0 0 0,0 1-1 0 0,0-1 1 0 0,0 0 0 0 0,0 0 0 0 0,1 1-1 0 0,0-1 1 0 0,-2 8 0 0 0,-3 7 548 0 0,1 0 1 0 0,-5 32-1 0 0,9-44-689 0 0,0-1-1 0 0,1 0 0 0 0,0 1 1 0 0,0-1-1 0 0,0 1 0 0 0,1-1 1 0 0,0 1-1 0 0,0-1 0 0 0,2 8 1 0 0,-2-12-109 0 0,-1 0-1 0 0,1 0 1 0 0,-1 0 0 0 0,1 0 0 0 0,-1 0 0 0 0,1-1-1 0 0,-1 1 1 0 0,1 0 0 0 0,0 0 0 0 0,0 0-1 0 0,-1-1 1 0 0,1 1 0 0 0,0 0 0 0 0,0-1 0 0 0,0 1-1 0 0,0-1 1 0 0,0 1 0 0 0,0-1 0 0 0,0 1 0 0 0,2 0-1 0 0,-2-1-49 0 0,1 0 0 0 0,0 0-1 0 0,0-1 1 0 0,0 1-1 0 0,0 0 1 0 0,0-1 0 0 0,-1 1-1 0 0,1-1 1 0 0,0 1 0 0 0,0-1-1 0 0,-1 0 1 0 0,1 0-1 0 0,0 0 1 0 0,-1 0 0 0 0,1 0-1 0 0,1-2 1 0 0,5-3-394 0 0,0-1-1 0 0,-1 0 1 0 0,0 0 0 0 0,0-1 0 0 0,-1 0-1 0 0,0 0 1 0 0,6-12 0 0 0,30-66-1721 0 0,-17 31 2691 0 0,-19 96 4346 0 0,-3-4-2970 0 0,13 68 1 0 0,-13-93-2033 0 0,0-1 0 0 0,1 0 0 0 0,0 0 1 0 0,0-1-1 0 0,1 1 0 0 0,1-1 0 0 0,0 0 1 0 0,0-1-1 0 0,1 1 0 0 0,10 11 0 0 0,-3-8-5080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03.0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1 9674 0 0,'-4'2'240'0'0,"1"0"1"0"0,-1 1-1 0 0,1-1 0 0 0,0 1 0 0 0,0 0 1 0 0,0 0-1 0 0,0 0 0 0 0,1 1 0 0 0,-1-1 1 0 0,-3 6-1 0 0,-19 43 1159 0 0,16-31-1113 0 0,5-14-145 0 0,1 0 0 0 0,0 0 1 0 0,1 0-1 0 0,0 1 1 0 0,0-1-1 0 0,-2 12 0 0 0,4-17-125 0 0,0-1 0 0 0,0 0 0 0 0,0 0 0 0 0,0 0 0 0 0,0 0 0 0 0,1 0 0 0 0,-1 0 0 0 0,0 0 0 0 0,0 0 0 0 0,1 0 0 0 0,-1 0 0 0 0,1 1 0 0 0,-1-2 0 0 0,1 1 0 0 0,-1 0 0 0 0,1 0 0 0 0,-1 0 0 0 0,1 0 0 0 0,0 0 0 0 0,1 1 0 0 0,0-1-16 0 0,-1 0-1 0 0,1-1 1 0 0,0 1-1 0 0,0-1 0 0 0,-1 1 1 0 0,1-1-1 0 0,0 0 1 0 0,0 0-1 0 0,-1 0 0 0 0,1 0 1 0 0,0 0-1 0 0,0 0 1 0 0,-1 0-1 0 0,1 0 0 0 0,0-1 1 0 0,0 1-1 0 0,2-2 1 0 0,49-18-45 0 0,13-5 150 0 0,-61 24-105 0 0,0 0 0 0 0,0 0 1 0 0,0 0-1 0 0,0 0 0 0 0,0 1 0 0 0,1 0 0 0 0,-1 0 1 0 0,0 0-1 0 0,0 1 0 0 0,8 1 0 0 0,-11-1 0 0 0,-1 0-1 0 0,1 0 1 0 0,0-1-1 0 0,-1 1 1 0 0,1 1-1 0 0,-1-1 1 0 0,1 0-1 0 0,-1 0 1 0 0,1 1-1 0 0,-1-1 1 0 0,0 0-1 0 0,1 1 0 0 0,-1-1 1 0 0,0 1-1 0 0,0 0 1 0 0,0-1-1 0 0,-1 1 1 0 0,1 0-1 0 0,0 0 1 0 0,0 0-1 0 0,-1-1 1 0 0,0 1-1 0 0,1 0 1 0 0,-1 0-1 0 0,0 0 1 0 0,0 0-1 0 0,0 0 1 0 0,0 0-1 0 0,0 0 1 0 0,0 0-1 0 0,0-1 1 0 0,-1 1-1 0 0,1 0 0 0 0,-1 2 1 0 0,-2 9-65 0 0,-1 1 1 0 0,0-1-1 0 0,-9 19 0 0 0,11-27 22 0 0,-9 18-393 0 0,-20 32-1 0 0,11-24-3536 0 0,8-13-423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03.3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1 920 0 0,'-4'7'539'0'0,"1"0"0"0"0,0 0 0 0 0,0 0 0 0 0,1 0 0 0 0,0 1 0 0 0,0-1 0 0 0,0 1-1 0 0,1-1 1 0 0,1 1 0 0 0,-1 0 0 0 0,2 7 0 0 0,-1-11-358 0 0,0-1 0 0 0,0 0-1 0 0,1 0 1 0 0,-1 0 0 0 0,1 0 0 0 0,0 0 0 0 0,0 0-1 0 0,0 0 1 0 0,0 0 0 0 0,1-1 0 0 0,-1 1 0 0 0,1 0-1 0 0,-1-1 1 0 0,1 1 0 0 0,0-1 0 0 0,0 1 0 0 0,0-1-1 0 0,1 0 1 0 0,-1 0 0 0 0,0 0 0 0 0,1 0-1 0 0,-1 0 1 0 0,1-1 0 0 0,0 1 0 0 0,0-1 0 0 0,0 0-1 0 0,-1 1 1 0 0,1-1 0 0 0,4 0 0 0 0,11 2 438 0 0,0-1 1 0 0,24-1-1 0 0,-29-2-540 0 0,1 1 0 0 0,-1 1-1 0 0,0 0 1 0 0,0 1-1 0 0,0 0 1 0 0,21 8-1 0 0,-31-9-62 0 0,0 0-1 0 0,0 1 1 0 0,0-1-1 0 0,-1 1 1 0 0,1 0-1 0 0,-1 0 1 0 0,0 0-1 0 0,1 0 1 0 0,-1 0-1 0 0,0 1 1 0 0,0-1-1 0 0,0 1 1 0 0,2 4-1 0 0,-2-3 44 0 0,0 0 1 0 0,-1 1-1 0 0,1-1 0 0 0,-1 1 0 0 0,0 0 0 0 0,-1-1 0 0 0,1 1 0 0 0,-1 0 0 0 0,0-1 0 0 0,0 1 0 0 0,-1 7 0 0 0,0 0 204 0 0,0-1 1 0 0,-1 1-1 0 0,-1 0 1 0 0,0-1-1 0 0,0 1 1 0 0,-1-1 0 0 0,-1 0-1 0 0,0 0 1 0 0,0 0-1 0 0,-1-1 1 0 0,-1 0-1 0 0,-9 13 1 0 0,11-19-1675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03.7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11979 0 0,'1'3'8319'0'0,"6"141"-5799"0"0,2 23-2299 0 0,-6-150-196 0 0,0 0 1 0 0,0 1 0 0 0,2-1 0 0 0,0 0 0 0 0,1-1-1 0 0,1 0 1 0 0,10 18 0 0 0,-14-29-26 0 0,0 1 1 0 0,0-1-1 0 0,1-1 0 0 0,0 1 1 0 0,0 0-1 0 0,0-1 0 0 0,1 0 1 0 0,-1 0-1 0 0,1 0 0 0 0,0-1 1 0 0,0 0-1 0 0,0 0 0 0 0,0 0 1 0 0,1 0-1 0 0,7 2 0 0 0,-9-4-2 0 0,0 0-1 0 0,0-1 0 0 0,1 1 0 0 0,-1-1 1 0 0,0 0-1 0 0,0 0 0 0 0,0 0 0 0 0,0-1 1 0 0,0 1-1 0 0,0-1 0 0 0,0 0 1 0 0,0 0-1 0 0,0-1 0 0 0,-1 1 0 0 0,1-1 1 0 0,0 1-1 0 0,-1-1 0 0 0,1-1 1 0 0,-1 1-1 0 0,1 0 0 0 0,-1-1 0 0 0,0 0 1 0 0,3-3-1 0 0,9-9-159 0 0,-2-1-1 0 0,0 0 1 0 0,15-25 0 0 0,6-26-3631 0 0,-28 51-3035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04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 10594 0 0,'-2'5'528'0'0,"-1"1"0"0"0,1 0-1 0 0,1 0 1 0 0,-1 0-1 0 0,1 0 1 0 0,0 0 0 0 0,0 0-1 0 0,1 0 1 0 0,0 12 0 0 0,8 63 4009 0 0,-4-47-3566 0 0,2 27-147 0 0,19 143 249 0 0,-17-160-1079 0 0,2 0 0 0 0,23 65 0 0 0,-24-85-111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14.7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38 181 9218 0 0,'-3'-3'165'0'0,"0"0"0"0"0,-1 0 0 0 0,1 0-1 0 0,1-1 1 0 0,-1 1 0 0 0,0-1 0 0 0,1 0 0 0 0,0 0 0 0 0,0 0 0 0 0,0 0 0 0 0,0 0-1 0 0,1 0 1 0 0,0 0 0 0 0,0-1 0 0 0,0 1 0 0 0,0-1 0 0 0,0 1 0 0 0,1 0-1 0 0,0-1 1 0 0,0 1 0 0 0,0-1 0 0 0,1 1 0 0 0,-1-1 0 0 0,1 1 0 0 0,0 0 0 0 0,0-1-1 0 0,1 1 1 0 0,-1 0 0 0 0,4-6 0 0 0,-4 7-37 0 0,1 0 0 0 0,0-1 0 0 0,-1 1 0 0 0,1 0 0 0 0,1 0 0 0 0,-1 0 0 0 0,0 0 0 0 0,1 0 0 0 0,0 1 0 0 0,-1-1 0 0 0,1 1 0 0 0,0 0 0 0 0,0 0 0 0 0,0 0 0 0 0,1 0 0 0 0,-1 0 0 0 0,0 0 0 0 0,1 1 0 0 0,-1 0 0 0 0,1 0 0 0 0,0 0 0 0 0,-1 0 0 0 0,1 0 0 0 0,0 1 0 0 0,-1 0 0 0 0,1 0 0 0 0,0 0 0 0 0,0 0 0 0 0,-1 0 0 0 0,1 1 0 0 0,0-1 0 0 0,-1 1 0 0 0,1 0 0 0 0,0 0 0 0 0,5 3 0 0 0,-1 1-104 0 0,0 0 1 0 0,0 0-1 0 0,0 1 0 0 0,-1-1 1 0 0,0 2-1 0 0,0-1 1 0 0,0 1-1 0 0,-1 0 0 0 0,0 0 1 0 0,-1 1-1 0 0,1 0 0 0 0,-1 0 1 0 0,-1 0-1 0 0,0 1 0 0 0,0-1 1 0 0,4 14-1 0 0,-1 1 27 0 0,0 0 0 0 0,-2 1 0 0 0,-1-1 0 0 0,0 1 0 0 0,-1 33 0 0 0,-5 20 228 0 0,-5 1 0 0 0,-24 117 0 0 0,-5 51 242 0 0,35-232-517 0 0,0 0 0 0 0,1 0-1 0 0,1 0 1 0 0,0 0 0 0 0,5 20 0 0 0,-5-31-4 0 0,0 0 0 0 0,0 0 0 0 0,0 0-1 0 0,0 0 1 0 0,0 0 0 0 0,1-1 0 0 0,-1 1 0 0 0,1 0 0 0 0,0-1-1 0 0,0 1 1 0 0,0-1 0 0 0,0 0 0 0 0,4 3 0 0 0,-4-4 0 0 0,0 0 0 0 0,0 0-1 0 0,0 0 1 0 0,0 0 0 0 0,0 0 0 0 0,0-1 0 0 0,0 1 0 0 0,1-1 0 0 0,-1 0 0 0 0,0 0 0 0 0,0 1 0 0 0,0-1-1 0 0,1-1 1 0 0,-1 1 0 0 0,0 0 0 0 0,0 0 0 0 0,0-1 0 0 0,1 0 0 0 0,-1 1 0 0 0,0-1 0 0 0,2-1-1 0 0,12-5 32 0 0,-1-1-1 0 0,0 0 0 0 0,-1-1 0 0 0,0-1 0 0 0,-1 0 0 0 0,17-15 1 0 0,67-78 26 0 0,-63 64-1247 0 0,-13 12-3981 0 0,-3 5-1187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15.0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19 325 8754 0 0,'-1'1'43'0'0,"0"-1"0"0"0,1 0 0 0 0,-1 0 0 0 0,1 0 0 0 0,-1 1 0 0 0,0-1 0 0 0,1 0 0 0 0,-1 0 1 0 0,1 0-1 0 0,-1 0 0 0 0,0 0 0 0 0,1 0 0 0 0,-1 0 0 0 0,0 0 0 0 0,1-1 0 0 0,-1 1 0 0 0,1 0 0 0 0,-1 0 0 0 0,0 0 0 0 0,1-1 0 0 0,-1 1 0 0 0,1 0 1 0 0,-1-1-1 0 0,1 1 0 0 0,-1 0 0 0 0,1-1 0 0 0,-1 1 0 0 0,1-1 0 0 0,-1 1 0 0 0,1 0 0 0 0,-1-2 0 0 0,1 1 77 0 0,0 0-1 0 0,0 0 1 0 0,0-1-1 0 0,1 1 0 0 0,-1 0 1 0 0,0 0-1 0 0,0 0 1 0 0,1-1-1 0 0,-1 1 1 0 0,1 0-1 0 0,-1 0 1 0 0,1 0-1 0 0,0 0 1 0 0,1-2-1 0 0,32-38 3020 0 0,-32 39-3045 0 0,20-20 1090 0 0,2 1 1 0 0,1 1 0 0 0,1 1-1 0 0,41-22 1 0 0,118-52 354 0 0,-172 87-1497 0 0,-1 0-148 0 0,2 0-330 0 0,-1-1-1 0 0,2 2 1 0 0,22-6 0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05.6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153 132 3249 0 0,'-6'-10'273'0'0,"1"1"1"0"0,-1-1 0 0 0,-1 2 0 0 0,0-1 0 0 0,0 1-1 0 0,-1 0 1 0 0,0 0 0 0 0,0 1 0 0 0,-13-9-1 0 0,4 2 855 0 0,-7-4 1143 0 0,23 17-2047 0 0,0 1 0 0 0,0-1 0 0 0,0 0 0 0 0,0 1 1 0 0,1-1-1 0 0,-1 1 0 0 0,0-1 0 0 0,0 1 0 0 0,0 0 1 0 0,-1-1-1 0 0,1 1 0 0 0,0 0 0 0 0,0 0 1 0 0,0-1-1 0 0,0 1 0 0 0,0 0 0 0 0,0 0 0 0 0,0 0 1 0 0,0 0-1 0 0,0 1 0 0 0,0-1 0 0 0,-1 0 0 0 0,1 0 1 0 0,-2 1-1 0 0,3 3 144 0 0,0-1 0 0 0,0 0 0 0 0,0 1 0 0 0,0-1 0 0 0,1 0 0 0 0,-1 1 0 0 0,1-1 0 0 0,0 0 0 0 0,0 0 1 0 0,2 7-1 0 0,0-1 96 0 0,53 238 1604 0 0,30 113-2161 0 0,-43-220-2001 0 0,-36-108 770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05.9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1 114 8290 0 0,'4'-59'1604'0'0,"-4"55"-1352"0"0,1 1-1 0 0,0-1 1 0 0,0 1 0 0 0,0-1-1 0 0,1 1 1 0 0,-1 0-1 0 0,1-1 1 0 0,0 1 0 0 0,0 0-1 0 0,0 0 1 0 0,0 0-1 0 0,0 1 1 0 0,1-1 0 0 0,2-2-1 0 0,-4 4-129 0 0,0 0 0 0 0,0 1-1 0 0,1-1 1 0 0,-1 1 0 0 0,0 0-1 0 0,0-1 1 0 0,1 1 0 0 0,-1 0-1 0 0,0 0 1 0 0,1 0 0 0 0,-1 0-1 0 0,0 0 1 0 0,0 0 0 0 0,1 0-1 0 0,-1 0 1 0 0,0 0 0 0 0,1 1 0 0 0,-1-1-1 0 0,0 0 1 0 0,0 1 0 0 0,0-1-1 0 0,1 1 1 0 0,-1 0 0 0 0,0-1-1 0 0,2 2 1 0 0,30 24 1056 0 0,-26-20-829 0 0,35 29 235 0 0,-2 1 1 0 0,-1 2 0 0 0,-2 2-1 0 0,49 70 1 0 0,-18-7-525 0 0,50 71-2459 0 0,-110-163 1838 0 0,21 31-2826 0 0,-27-39 2837 0 0,0 1 0 0 0,0-1 0 0 0,0 0 0 0 0,-1 1 0 0 0,0-1 0 0 0,0 1 0 0 0,0-1 1 0 0,0 1-1 0 0,0 0 0 0 0,-1 6 0 0 0,-2 0-92 0 0,-4-4 492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06.0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45 388 5529 0 0,'-7'1'51'0'0,"4"-1"53"0"0,1 1 0 0 0,-1-1 0 0 0,0 0 0 0 0,1 0-1 0 0,-1 0 1 0 0,0-1 0 0 0,1 1 0 0 0,-5-1 0 0 0,7 0-49 0 0,-1 1 0 0 0,0-1 0 0 0,1 1 1 0 0,-1-1-1 0 0,0 1 0 0 0,1-1 0 0 0,-1 0 0 0 0,1 1 0 0 0,-1-1 0 0 0,1 0 0 0 0,-1 0 0 0 0,1 1 0 0 0,0-1 0 0 0,-1 0 0 0 0,1 0 0 0 0,0 0 0 0 0,-1 1 0 0 0,1-1 0 0 0,0 0 0 0 0,0 0 0 0 0,0 0 0 0 0,0 0 0 0 0,0 1 0 0 0,0-1 0 0 0,0 0 0 0 0,0 0 0 0 0,0 0 0 0 0,0 0 0 0 0,1 0 0 0 0,-1 1 0 0 0,1-3 0 0 0,1-7 257 0 0,1-1-1 0 0,1 0 1 0 0,0 1-1 0 0,0 0 0 0 0,1 0 1 0 0,10-15-1 0 0,44-54 796 0 0,-19 26-838 0 0,31-35-3346 0 0,-52 66 1573 0 0,9-11-1106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06.3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113 9 5065 0 0,'-2'-1'304'0'0,"1"0"-1"0"0,-1 0 1 0 0,1 0 0 0 0,-1 0-1 0 0,1 1 1 0 0,-1-1-1 0 0,0 0 1 0 0,1 1 0 0 0,-1-1-1 0 0,0 1 1 0 0,0 0 0 0 0,1-1-1 0 0,-1 1 1 0 0,0 0-1 0 0,0 0 1 0 0,1 0 0 0 0,-1 1-1 0 0,0-1 1 0 0,0 0 0 0 0,1 1-1 0 0,-1-1 1 0 0,0 1-1 0 0,0-1 1 0 0,1 1 0 0 0,-1 0-1 0 0,1 0 1 0 0,-1-1 0 0 0,-2 3-1 0 0,0 0 166 0 0,-1 0 0 0 0,1 0 0 0 0,0 0 0 0 0,0 1 1 0 0,0-1-1 0 0,0 1 0 0 0,1 0 0 0 0,-5 6 0 0 0,4-4-289 0 0,2-1 1 0 0,-1 0-1 0 0,1 1 0 0 0,-1-1 1 0 0,1 1-1 0 0,1 0 0 0 0,-1 0 1 0 0,1 0-1 0 0,0 0 0 0 0,1 0 1 0 0,-1 0-1 0 0,1 0 1 0 0,0 0-1 0 0,1 0 0 0 0,0 0 1 0 0,-1 0-1 0 0,2 0 0 0 0,-1 0 1 0 0,1 0-1 0 0,0-1 0 0 0,4 10 1 0 0,-3-9-170 0 0,1 0 1 0 0,0 0 0 0 0,0 0-1 0 0,1 0 1 0 0,-1-1 0 0 0,1 1-1 0 0,0-1 1 0 0,1-1-1 0 0,-1 1 1 0 0,1-1 0 0 0,0 0-1 0 0,0 0 1 0 0,1 0 0 0 0,-1-1-1 0 0,1 0 1 0 0,-1 0-1 0 0,1-1 1 0 0,7 2 0 0 0,-8-3-92 0 0,-1-1 0 0 0,0 1 0 0 0,0-1 0 0 0,1-1 0 0 0,-1 1 0 0 0,0-1 0 0 0,0 0 0 0 0,1 0 0 0 0,-1 0 0 0 0,0-1 1 0 0,0 1-1 0 0,0-1 0 0 0,-1-1 0 0 0,6-2 0 0 0,13-8-950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07.0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125 15 456 0 0,'-1'-2'368'0'0,"0"1"0"0"0,0 0-1 0 0,0 0 1 0 0,0 0 0 0 0,-1 0 0 0 0,1 0-1 0 0,0 0 1 0 0,0 0 0 0 0,-1 1 0 0 0,1-1 0 0 0,0 0-1 0 0,-1 1 1 0 0,1-1 0 0 0,-1 1 0 0 0,1-1-1 0 0,-1 1 1 0 0,1 0 0 0 0,-1-1 0 0 0,1 1-1 0 0,-1 0 1 0 0,1 0 0 0 0,-1 0 0 0 0,1 0 0 0 0,-1 1-1 0 0,1-1 1 0 0,-1 0 0 0 0,1 1 0 0 0,-1-1-1 0 0,-2 2 1 0 0,0-1-165 0 0,-1 0 1 0 0,1 1-1 0 0,0 0 0 0 0,-1 0 1 0 0,1 1-1 0 0,0-1 0 0 0,0 1 0 0 0,1-1 1 0 0,-1 1-1 0 0,0 1 0 0 0,1-1 0 0 0,0 0 1 0 0,0 1-1 0 0,0 0 0 0 0,0-1 1 0 0,0 1-1 0 0,1 0 0 0 0,0 0 0 0 0,0 1 1 0 0,0-1-1 0 0,0 0 0 0 0,1 1 1 0 0,-2 5-1 0 0,2-4 58 0 0,0 1 0 0 0,0-1 0 0 0,1 1 0 0 0,0-1 0 0 0,0 1 0 0 0,0-1 0 0 0,1 1 0 0 0,0-1 0 0 0,0 1 0 0 0,1-1 0 0 0,0 0 0 0 0,0 0 0 0 0,0 0 0 0 0,1 0 0 0 0,0 0-1 0 0,6 9 1 0 0,-7-12-323 0 0,1 0 0 0 0,0 0 0 0 0,0 0 0 0 0,0 0-1 0 0,0 0 1 0 0,1 0 0 0 0,-1-1 0 0 0,1 1 0 0 0,0-1-1 0 0,0 0 1 0 0,-1 0 0 0 0,1-1 0 0 0,0 1 0 0 0,1-1-1 0 0,-1 0 1 0 0,0 0 0 0 0,0 0 0 0 0,0 0 0 0 0,5-1 0 0 0,1 0-345 0 0,-1 0 0 0 0,0 0 0 0 0,1-1 0 0 0,-1-1 1 0 0,0 1-1 0 0,0-1 0 0 0,17-7 0 0 0,-5 0-5617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07.8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33 423 5529 0 0,'0'1'52'0'0,"0"-1"-1"0"0,0 1 1 0 0,0-1-1 0 0,0 1 0 0 0,0-1 1 0 0,0 1-1 0 0,0-1 1 0 0,0 1-1 0 0,0-1 1 0 0,0 1-1 0 0,0 0 1 0 0,0-1-1 0 0,1 1 1 0 0,-1-1-1 0 0,0 1 1 0 0,0-1-1 0 0,1 0 1 0 0,-1 1-1 0 0,0-1 0 0 0,1 1 1 0 0,-1-1-1 0 0,1 1 1 0 0,-1-1-1 0 0,0 0 1 0 0,1 1-1 0 0,-1-1 1 0 0,1 0-1 0 0,-1 0 1 0 0,1 1-1 0 0,-1-1 1 0 0,1 0-1 0 0,-1 0 0 0 0,1 1 1 0 0,-1-1-1 0 0,1 0 1 0 0,-1 0-1 0 0,1 0 1 0 0,0 0-1 0 0,-1 0 1 0 0,1 0-1 0 0,-1 0 1 0 0,1 0-1 0 0,-1 0 1 0 0,1 0-1 0 0,-1 0 0 0 0,1-1 1 0 0,-1 1-1 0 0,1 0 1 0 0,-1 0-1 0 0,1 0 1 0 0,-1-1-1 0 0,2 1 1 0 0,0-1 198 0 0,1-1 1 0 0,-1 1-1 0 0,1 0 1 0 0,-1-1-1 0 0,1 0 1 0 0,-1 1 0 0 0,0-1-1 0 0,1 0 1 0 0,1-3-1 0 0,3-4 109 0 0,-2-1-1 0 0,1-1 1 0 0,-1 1-1 0 0,-1-1 1 0 0,1 0-1 0 0,-2 0 1 0 0,4-15-1 0 0,-3 4-359 0 0,0 1 0 0 0,0-44 0 0 0,-4 50-360 0 0,-1 0 0 0 0,0 0 1 0 0,-1 0-1 0 0,-1 1 0 0 0,0-1 0 0 0,-8-20 1 0 0,9 30 312 0 0,0 0 1 0 0,-1-1 0 0 0,1 1-1 0 0,-1 0 1 0 0,0 0-1 0 0,0 0 1 0 0,-1 1 0 0 0,0-1-1 0 0,1 1 1 0 0,-1 0 0 0 0,-1 0-1 0 0,1 0 1 0 0,-1 0-1 0 0,1 1 1 0 0,-1 0 0 0 0,0 0-1 0 0,0 0 1 0 0,0 1 0 0 0,-10-4-1 0 0,14 6 85 0 0,1 0 0 0 0,-1-1 0 0 0,1 1-1 0 0,-1 0 1 0 0,0 0 0 0 0,1 0 0 0 0,-1 0 0 0 0,0 0-1 0 0,1 0 1 0 0,-1 0 0 0 0,0 0 0 0 0,1 0 0 0 0,-1 1-1 0 0,0-1 1 0 0,1 0 0 0 0,-1 0 0 0 0,0 1 0 0 0,1-1-1 0 0,-1 0 1 0 0,1 1 0 0 0,-1-1 0 0 0,1 0 0 0 0,-1 1-1 0 0,1-1 1 0 0,-1 1 0 0 0,1-1 0 0 0,-1 1 0 0 0,0 0-1 0 0,-6 23 1078 0 0,8 25 434 0 0,0-34-1268 0 0,2 0 1 0 0,0 0-1 0 0,1 0 0 0 0,1-1 1 0 0,0 1-1 0 0,1-1 0 0 0,0-1 1 0 0,1 1-1 0 0,1-1 1 0 0,0 0-1 0 0,17 21 0 0 0,-16-25-403 0 0,0 1 0 0 0,1-1 0 0 0,0-1 1 0 0,0 0-1 0 0,1 0 0 0 0,0-1 0 0 0,0 0 0 0 0,21 8 0 0 0,-12-7-999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08.1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1 8290 0 0,'-1'0'146'0'0,"0"0"0"0"0,0 0 0 0 0,0 0-1 0 0,0 0 1 0 0,0 0 0 0 0,0 0 0 0 0,-1 1 0 0 0,1-1 0 0 0,0 0 0 0 0,0 1 0 0 0,0-1 0 0 0,0 1 0 0 0,0-1 0 0 0,0 1 0 0 0,0-1 0 0 0,0 1 0 0 0,0 0 0 0 0,1 0-1 0 0,-1-1 1 0 0,0 1 0 0 0,0 0 0 0 0,1 0 0 0 0,-1 0 0 0 0,0 0 0 0 0,1 0 0 0 0,-1 0 0 0 0,1 0 0 0 0,-1 0 0 0 0,1 0 0 0 0,-1 0 0 0 0,1 0 0 0 0,0 0-1 0 0,0 0 1 0 0,-1 0 0 0 0,1 1 0 0 0,0-1 0 0 0,0 0 0 0 0,0 0 0 0 0,0 0 0 0 0,0 0 0 0 0,1 0 0 0 0,-1 0 0 0 0,0 1 0 0 0,1 0 0 0 0,1 7 223 0 0,0 0 1 0 0,1 0 0 0 0,0 0-1 0 0,4 8 1 0 0,-6-15-295 0 0,31 64 976 0 0,1-3 1 0 0,63 88 0 0 0,34 21-6727 0 0,-104-140-447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08.4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0 6449 0 0,'-1'0'36'0'0,"1"0"0"0"0,-1 1 0 0 0,1-1 0 0 0,-1 0 0 0 0,1 0 0 0 0,-1 0 0 0 0,1 0 0 0 0,-1 0 0 0 0,1 0 0 0 0,-1 1-1 0 0,1-1 1 0 0,-1 0 0 0 0,1 0 0 0 0,0 1 0 0 0,-1-1 0 0 0,1 0 0 0 0,-1 1 0 0 0,1-1 0 0 0,0 0 0 0 0,-1 1 0 0 0,1-1 0 0 0,0 1 0 0 0,-1-1-1 0 0,1 0 1 0 0,0 1 0 0 0,0-1 0 0 0,-1 1 0 0 0,1-1 0 0 0,0 1 0 0 0,0-1 0 0 0,0 2 0 0 0,0 21 604 0 0,15 23 358 0 0,-9-36-615 0 0,-1-1 1 0 0,2 0 0 0 0,-1 0 0 0 0,2 0 0 0 0,-1 0 0 0 0,1-1 0 0 0,11 9-1 0 0,-14-13-304 0 0,0 0 0 0 0,0-1 0 0 0,0 1 0 0 0,0-1 0 0 0,1 0 0 0 0,-1 0 0 0 0,1-1 0 0 0,0 1 0 0 0,0-1 0 0 0,0-1 0 0 0,0 1 0 0 0,0-1 0 0 0,0 0 0 0 0,11 0 0 0 0,-16-1-76 0 0,0 0 0 0 0,1 0 0 0 0,-1 0 0 0 0,1 0 0 0 0,-1-1 0 0 0,0 1 0 0 0,1 0-1 0 0,-1-1 1 0 0,0 1 0 0 0,1-1 0 0 0,-1 1 0 0 0,0-1 0 0 0,0 0 0 0 0,0 0 0 0 0,0 1 0 0 0,1-1 0 0 0,-1 0 0 0 0,0 0-1 0 0,0 0 1 0 0,0 0 0 0 0,-1 0 0 0 0,1 0 0 0 0,0 0 0 0 0,1-2 0 0 0,-2 0 83 0 0,1 1 1 0 0,0-1-1 0 0,-1 1 0 0 0,0 0 0 0 0,1-1 1 0 0,-1 1-1 0 0,0-1 0 0 0,0 1 1 0 0,0-1-1 0 0,-1 1 0 0 0,1-1 1 0 0,-2-3-1 0 0,-1-4 189 0 0,0 0 1 0 0,-1 1-1 0 0,0-1 1 0 0,-1 1-1 0 0,-8-13 0 0 0,-14-15-633 0 0,11 18-412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08.7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1 237 3681 0 0,'8'-3'286'0'0,"1"0"1"0"0,-1 1-1 0 0,1 0 1 0 0,-1 1-1 0 0,16-1 1 0 0,-4 0 173 0 0,97-7 2208 0 0,-95 8 2016 0 0,-31-3-4085 0 0,1 0 0 0 0,0-1 0 0 0,-1 0 0 0 0,2 0 0 0 0,-1-1 0 0 0,1 0 0 0 0,0 0 0 0 0,-10-11 0 0 0,13 11-547 0 0,0 1-1 0 0,0-1 0 0 0,1 0 1 0 0,0 0-1 0 0,0 0 0 0 0,1 0 1 0 0,0-1-1 0 0,0 1 0 0 0,0-1 1 0 0,1 1-1 0 0,-1-1 0 0 0,1-12 1 0 0,0-11-1441 0 0,2-1-5027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08.9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3225 0 0,'0'20'425'0'0,"2"-1"0"0"0,0 1 0 0 0,1 0 0 0 0,7 25 0 0 0,-7-36-35 0 0,-1 0-1 0 0,1-1 0 0 0,1 1 1 0 0,0-1-1 0 0,0 0 1 0 0,0 0-1 0 0,1-1 1 0 0,0 1-1 0 0,1-1 1 0 0,-1 0-1 0 0,13 11 0 0 0,-16-16-249 0 0,1 0 0 0 0,-1 0 0 0 0,0-1-1 0 0,1 1 1 0 0,-1 0 0 0 0,1-1-1 0 0,-1 0 1 0 0,1 0 0 0 0,0 0 0 0 0,0 0-1 0 0,-1 0 1 0 0,1 0 0 0 0,0-1-1 0 0,0 1 1 0 0,0-1 0 0 0,0 0-1 0 0,0 0 1 0 0,0 0 0 0 0,0 0 0 0 0,0 0-1 0 0,-1-1 1 0 0,1 1 0 0 0,0-1-1 0 0,4-1 1 0 0,-5 0-69 0 0,1 0 0 0 0,-1 0 1 0 0,0 1-1 0 0,0-1 0 0 0,0-1 0 0 0,0 1 1 0 0,0 0-1 0 0,-1 0 0 0 0,1-1 0 0 0,0 1 0 0 0,-1-1 1 0 0,0 1-1 0 0,0-1 0 0 0,0 0 0 0 0,0 1 1 0 0,0-1-1 0 0,0 0 0 0 0,-1 0 0 0 0,1 0 0 0 0,-1 0 1 0 0,0 0-1 0 0,0 1 0 0 0,0-1 0 0 0,-1-4 1 0 0,0-1-188 0 0,-1 1 1 0 0,0 0-1 0 0,0 0 1 0 0,0 0-1 0 0,-1 0 1 0 0,-1 0-1 0 0,1 1 1 0 0,-1-1 0 0 0,0 1-1 0 0,0 0 1 0 0,-1 0-1 0 0,1 0 1 0 0,-9-7-1 0 0,1 2-4866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09.6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0 385 5065 0 0,'3'-7'640'0'0,"0"0"0"0"0,0 1 1 0 0,0-1-1 0 0,1 1 0 0 0,-1-1 0 0 0,10-10 0 0 0,-10 14-304 0 0,-1 0-1 0 0,0 0 0 0 0,1 0 1 0 0,0 1-1 0 0,-1-1 0 0 0,1 1 1 0 0,0-1-1 0 0,1 1 0 0 0,-1 0 0 0 0,0 0 1 0 0,1 0-1 0 0,-1 1 0 0 0,1-1 1 0 0,-1 1-1 0 0,5-1 0 0 0,-6 2-195 0 0,0 0 0 0 0,0 0 0 0 0,-1 1 0 0 0,1-1 0 0 0,0 1 0 0 0,0 0 1 0 0,0-1-1 0 0,-1 1 0 0 0,1 0 0 0 0,0 0 0 0 0,-1 0 0 0 0,1 0 0 0 0,-1 0 0 0 0,1 0 0 0 0,-1 1 0 0 0,1-1 0 0 0,-1 0 0 0 0,0 1 0 0 0,0-1 0 0 0,0 1 0 0 0,0-1 0 0 0,1 3 0 0 0,21 42 1082 0 0,-18-33-862 0 0,4 5-135 0 0,0-1 1 0 0,14 22 0 0 0,-20-34-192 0 0,1 0 0 0 0,-1-1 0 0 0,1 0 0 0 0,-1 0 1 0 0,1 0-1 0 0,0 0 0 0 0,1 0 0 0 0,-1-1 0 0 0,1 0 0 0 0,0 0 0 0 0,-1 0 0 0 0,1 0 0 0 0,6 1 0 0 0,-10-4-34 0 0,-1 0 0 0 0,1 0 0 0 0,0 0 0 0 0,-1 0 0 0 0,1 0 0 0 0,-1 0 0 0 0,1-1 0 0 0,-1 1 0 0 0,1 0 0 0 0,-1 0 0 0 0,1-1 0 0 0,-1 1 0 0 0,1 0 0 0 0,-1-1 0 0 0,1 1 0 0 0,-1 0 0 0 0,0-1 0 0 0,1 1 0 0 0,-1-1 0 0 0,0 1 0 0 0,1-1 0 0 0,-1 1 0 0 0,0 0 0 0 0,0-1 0 0 0,1 0 0 0 0,-1 1 0 0 0,0-1 0 0 0,0 1 0 0 0,0-1 0 0 0,1 1 0 0 0,-1-1 0 0 0,0 1 0 0 0,0-1 0 0 0,0 1 0 0 0,0-1 0 0 0,0 0 0 0 0,0 1 0 0 0,0-1 0 0 0,-1 1 0 0 0,1-2 0 0 0,-1-29 0 0 0,0 27 0 0 0,-2-25 16 0 0,2 0-1 0 0,1-1 0 0 0,1 1 1 0 0,1-1-1 0 0,2 1 0 0 0,1 0 1 0 0,17-55-1 0 0,-21 82-11 0 0,-1 0-1 0 0,0 1 0 0 0,1-1 1 0 0,0 1-1 0 0,-1-1 1 0 0,1 1-1 0 0,0-1 0 0 0,0 1 1 0 0,0-1-1 0 0,0 1 1 0 0,0 0-1 0 0,0-1 0 0 0,0 1 1 0 0,0 0-1 0 0,1 0 1 0 0,-1 0-1 0 0,0 0 0 0 0,1 0 1 0 0,-1 0-1 0 0,1 0 1 0 0,-1 0-1 0 0,1 1 0 0 0,0-1 1 0 0,-1 1-1 0 0,1-1 1 0 0,-1 1-1 0 0,1 0 0 0 0,3-1 1 0 0,-1 2 3 0 0,0 0 0 0 0,-1 0 0 0 0,1 0-1 0 0,0 1 1 0 0,0-1 0 0 0,-1 1 0 0 0,1 0 0 0 0,-1 0 0 0 0,0 1 0 0 0,1-1 0 0 0,3 4 0 0 0,147 125 289 0 0,-154-131-294 0 0,1 0 0 0 0,-1 0 0 0 0,1-1 0 0 0,-1 1 0 0 0,1 0 0 0 0,-1 0 0 0 0,1-1 0 0 0,-1 1 0 0 0,0 0 0 0 0,1-1 0 0 0,-1 1 0 0 0,1 0 0 0 0,-1-1 0 0 0,0 1 0 0 0,1 0 0 0 0,-1-1 1 0 0,0 1-1 0 0,1-1 0 0 0,-1 1 0 0 0,0-1 0 0 0,0 1 0 0 0,1-1 0 0 0,-1 1 0 0 0,0-1 0 0 0,0 1 0 0 0,0-1 0 0 0,0 1 0 0 0,0-1 0 0 0,0 1 0 0 0,0-1 0 0 0,0 1 0 0 0,0-1 0 0 0,0-1 1 0 0,5-22-12 0 0,-5 23 12 0 0,5-39 57 0 0,-1 9 161 0 0,0-1 0 0 0,3 1 0 0 0,17-54 0 0 0,-24 83-225 0 0,0 1 0 0 0,1 0 0 0 0,-1 0 0 0 0,1-1 0 0 0,-1 1 0 0 0,1 0 0 0 0,0 0 0 0 0,0 0 0 0 0,-1-1 0 0 0,1 1 0 0 0,0 0 0 0 0,0 0 0 0 0,0 0 0 0 0,0 0 0 0 0,0 1 0 0 0,0-1 0 0 0,1 0 0 0 0,-1 0 0 0 0,0 1 0 0 0,0-1 0 0 0,0 1 0 0 0,1-1 0 0 0,-1 1 0 0 0,0-1 0 0 0,1 1 0 0 0,-1 0 0 0 0,0-1 0 0 0,1 1 0 0 0,-1 0 0 0 0,1 0 0 0 0,-1 0 0 0 0,0 0 0 0 0,1 0 0 0 0,-1 1 0 0 0,0-1 0 0 0,1 0 0 0 0,-1 1 0 0 0,0-1 0 0 0,1 1 0 0 0,1 0 0 0 0,7 4-84 0 0,-1 1 1 0 0,-1 0 0 0 0,1 0-1 0 0,13 13 1 0 0,5 3-1573 0 0,-8-11-5601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09.9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101 296 2304 0 0,'6'-52'1446'0'0,"-4"40"-812"0"0,0 0 0 0 0,-1 0-1 0 0,0-15 1 0 0,-2 10 264 0 0,-1 0-1 0 0,-1 0 1 0 0,-7-26-1 0 0,8 36-732 0 0,0 1 0 0 0,-1-1 0 0 0,0 0 0 0 0,0 1 0 0 0,0 0 0 0 0,-1 0 1 0 0,0 0-1 0 0,0 0 0 0 0,-1 0 0 0 0,0 1 0 0 0,-6-6 0 0 0,11 10-90 0 0,-1 1 0 0 0,0-1 1 0 0,1 0-1 0 0,-1 1 0 0 0,0-1 0 0 0,0 1 1 0 0,0-1-1 0 0,1 1 0 0 0,-1-1 0 0 0,0 1 1 0 0,0-1-1 0 0,0 1 0 0 0,0 0 1 0 0,0 0-1 0 0,0-1 0 0 0,0 1 0 0 0,0 0 1 0 0,0 0-1 0 0,0 0 0 0 0,0 0 0 0 0,0 0 1 0 0,0 0-1 0 0,1 0 0 0 0,-1 1 0 0 0,0-1 1 0 0,0 0-1 0 0,0 0 0 0 0,-1 1 0 0 0,1 0 9 0 0,-1 1 0 0 0,1-1 0 0 0,0 0 0 0 0,-1 1 0 0 0,1-1 0 0 0,0 1 0 0 0,0-1 0 0 0,0 1 0 0 0,1-1 0 0 0,-1 1-1 0 0,0 0 1 0 0,0-1 0 0 0,0 4 0 0 0,-1 3 29 0 0,0 0 0 0 0,1 0 0 0 0,0 0 0 0 0,0 0 0 0 0,1 13 0 0 0,1-15-132 0 0,0 0-1 0 0,0 1 0 0 0,1-1 0 0 0,0 0 1 0 0,0 0-1 0 0,0 0 0 0 0,1 0 0 0 0,-1 0 1 0 0,1 0-1 0 0,1-1 0 0 0,-1 1 1 0 0,1-1-1 0 0,0 0 0 0 0,0 0 0 0 0,1 0 1 0 0,0-1-1 0 0,-1 0 0 0 0,1 0 0 0 0,1 0 1 0 0,-1 0-1 0 0,0-1 0 0 0,1 0 0 0 0,0 0 1 0 0,0 0-1 0 0,0-1 0 0 0,0 0 0 0 0,0 0 1 0 0,0 0-1 0 0,1-1 0 0 0,-1 0 1 0 0,1 0-1 0 0,-1-1 0 0 0,0 0 0 0 0,10 0 1 0 0,1-2-638 0 0,-1-2-172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10.1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58 7370 0 0,'-4'-11'161'0'0,"4"7"-79"0"0,-1-1 0 0 0,-1 1 0 0 0,1 0 0 0 0,-1-1 0 0 0,0 1 0 0 0,0 0 0 0 0,0 0 0 0 0,0 0 0 0 0,-13-5 4880 0 0,15 10-4853 0 0,0 11 1790 0 0,6 12-262 0 0,4 0-855 0 0,1 0 0 0 0,2-1 0 0 0,0 0 0 0 0,29 36-1 0 0,77 78-465 0 0,-49-59-140 0 0,25 33-859 0 0,-73-88-107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10.3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7 321 10594 0 0,'-1'-1'45'0'0,"0"0"-1"0"0,0 0 0 0 0,1 0 1 0 0,-1-1-1 0 0,0 1 0 0 0,1 0 1 0 0,0-1-1 0 0,-1 1 0 0 0,1 0 1 0 0,0-1-1 0 0,-1 1 0 0 0,1 0 1 0 0,0-1-1 0 0,0 1 0 0 0,0-1 1 0 0,0 1-1 0 0,0 0 0 0 0,1-1 1 0 0,-1 1-1 0 0,0-1 0 0 0,1 1 1 0 0,-1 0-1 0 0,1-1 0 0 0,-1 1 1 0 0,1 0-1 0 0,0 0 0 0 0,-1-1 1 0 0,1 1-1 0 0,0 0 0 0 0,1-2 1 0 0,34-45 92 0 0,-25 36 196 0 0,14-19 161 0 0,2 0 1 0 0,42-37 0 0 0,24-7-5992 0 0,-75 61 3672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10.6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1 134 6913 0 0,'24'-4'-769'0'0,"-21"2"1125"0"0,1 1-1 0 0,-1-1 1 0 0,0 0-1 0 0,0 0 1 0 0,0 0-1 0 0,0 0 1 0 0,0-1-1 0 0,3-3 1 0 0,-4 5-168 0 0,0-1 0 0 0,0 0 0 0 0,-1 0 1 0 0,1 0-1 0 0,-1-1 0 0 0,0 1 0 0 0,1 0 0 0 0,-1-1 1 0 0,0 1-1 0 0,-1 0 0 0 0,1-1 0 0 0,0 1 0 0 0,-1-1 1 0 0,1 1-1 0 0,-1-1 0 0 0,0 1 0 0 0,1-1 0 0 0,-1 0 1 0 0,-1 1-1 0 0,1-1 0 0 0,-1-4 0 0 0,0 4-173 0 0,0 0 0 0 0,1 0 1 0 0,-1 0-1 0 0,1-1 0 0 0,0 1 0 0 0,0 0 0 0 0,0 0 0 0 0,0 0 0 0 0,0-1 0 0 0,1 1 0 0 0,0 0 1 0 0,-1 0-1 0 0,1 0 0 0 0,2-4 0 0 0,-2 7 17 0 0,-1 1-164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11.1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30 716 3225 0 0,'0'0'47'0'0,"0"0"0"0"0,0 1 1 0 0,0-1-1 0 0,0 0 0 0 0,0 1 1 0 0,0-1-1 0 0,0 0 1 0 0,0 0-1 0 0,0 1 0 0 0,0-1 1 0 0,0 0-1 0 0,0 1 0 0 0,0-1 1 0 0,0 0-1 0 0,0 1 0 0 0,0-1 1 0 0,1 0-1 0 0,-1 1 0 0 0,0-1 1 0 0,0 0-1 0 0,0 0 0 0 0,0 1 1 0 0,1-1-1 0 0,-1 0 1 0 0,0 0-1 0 0,0 1 0 0 0,1-1 1 0 0,-1 0-1 0 0,0 0 0 0 0,0 0 1 0 0,1 0-1 0 0,-1 1 0 0 0,0-1 1 0 0,1 0-1 0 0,-1 0 0 0 0,1 0 1 0 0,13-5 2013 0 0,9-17 1231 0 0,-17 12-2916 0 0,-1-1 0 0 0,-1 1 0 0 0,0-1-1 0 0,0 0 1 0 0,-1 0 0 0 0,0 0 0 0 0,-1 0 0 0 0,0 0-1 0 0,-1 0 1 0 0,0-1 0 0 0,-1 1 0 0 0,-2-20 0 0 0,-1 7-228 0 0,-1-1 1 0 0,-1 1-1 0 0,0 0 1 0 0,-17-42-1 0 0,2 29-93 0 0,19 35-55 0 0,0 1 0 0 0,0 0 0 0 0,0 0 0 0 0,0 0 0 0 0,0-1 0 0 0,0 1 0 0 0,0 0 0 0 0,0 0 0 0 0,0 0-1 0 0,0 1 1 0 0,-1-1 0 0 0,1 0 0 0 0,0 0 0 0 0,-1 1 0 0 0,1-1 0 0 0,0 1 0 0 0,-1-1 0 0 0,1 1 0 0 0,-1-1 0 0 0,1 1 0 0 0,-1 0 0 0 0,1 0 0 0 0,-1 0 0 0 0,1 0-1 0 0,-2 0 1 0 0,2 0 0 0 0,0 1 0 0 0,0 0 0 0 0,0-1 0 0 0,0 1 0 0 0,1 0 0 0 0,-1-1 0 0 0,0 1 0 0 0,0 0 0 0 0,1 0 0 0 0,-1 0 0 0 0,1 0 0 0 0,-1-1 0 0 0,1 1 0 0 0,-1 0 0 0 0,1 0 0 0 0,-1 0 0 0 0,1 0 0 0 0,0 0 0 0 0,0 0 0 0 0,-1 0 0 0 0,1 0 0 0 0,0 0 0 0 0,0 0 0 0 0,0 1 0 0 0,0-1 0 0 0,0 0 0 0 0,0 0 0 0 0,1 0 0 0 0,-1 2 0 0 0,8 33 0 0 0,-7-33 0 0 0,2 5-12 0 0,0 1 0 0 0,0-1 0 0 0,1-1 0 0 0,1 1 0 0 0,-1-1 0 0 0,1 1 0 0 0,1-1 0 0 0,-1-1 0 0 0,1 1 0 0 0,0-1 0 0 0,1 0 0 0 0,-1 0 0 0 0,1-1 0 0 0,0 0 0 0 0,1 0 0 0 0,-1-1 0 0 0,1 0 0 0 0,0 0 0 0 0,16 5 0 0 0,-12-5 6 0 0,0 0 1 0 0,0-1-1 0 0,1 0 0 0 0,-1-1 0 0 0,1-1 0 0 0,-1 0 0 0 0,1 0 0 0 0,-1-1 0 0 0,1-1 0 0 0,-1 0 0 0 0,1-1 0 0 0,-1 0 1 0 0,18-6-1 0 0,-26 6-23 0 0,1 0 1 0 0,-1-1-1 0 0,0 1 1 0 0,0-1-1 0 0,-1 0 1 0 0,1 0-1 0 0,0 0 1 0 0,-1 0 0 0 0,0-1-1 0 0,0 0 1 0 0,0 1-1 0 0,0-1 1 0 0,0 0-1 0 0,-1 0 1 0 0,0-1-1 0 0,0 1 1 0 0,0 0-1 0 0,0-1 1 0 0,-1 1-1 0 0,1-1 1 0 0,-1 0-1 0 0,-1 1 1 0 0,2-8 0 0 0,0-12 59 0 0,-1 0 1 0 0,-1 0-1 0 0,-4-34 1 0 0,2 30-6 0 0,2 20 1 0 0,-1-52-4 0 0,1 57-19 0 0,0 1-1 0 0,1-1 0 0 0,-1 1 0 0 0,0 0 0 0 0,1-1 1 0 0,0 1-1 0 0,-1-1 0 0 0,1 1 0 0 0,0 0 0 0 0,0 0 0 0 0,0-1 1 0 0,1 1-1 0 0,-1 0 0 0 0,0 0 0 0 0,1 0 0 0 0,0 0 1 0 0,-1 1-1 0 0,1-1 0 0 0,0 0 0 0 0,2-1 0 0 0,-2 2 2 0 0,0 0-1 0 0,1 1 1 0 0,-1-1-1 0 0,0 1 0 0 0,0 0 1 0 0,0 0-1 0 0,0-1 1 0 0,1 1-1 0 0,-1 1 1 0 0,0-1-1 0 0,0 0 0 0 0,0 1 1 0 0,0-1-1 0 0,1 1 1 0 0,-1-1-1 0 0,0 1 0 0 0,0 0 1 0 0,3 1-1 0 0,38 26 146 0 0,-23-15 32 0 0,-17-11-3 0 0,1 0 1 0 0,0 0-1 0 0,-1 0 0 0 0,1 0 0 0 0,0-1 0 0 0,0 1 0 0 0,0-1 0 0 0,7 1 0 0 0,-10-2-62 0 0,0 0 0 0 0,0 0 0 0 0,0-1 0 0 0,0 1 0 0 0,0 0-1 0 0,1 0 1 0 0,-1-1 0 0 0,0 1 0 0 0,0-1 0 0 0,0 1 0 0 0,0-1 0 0 0,0 1 0 0 0,0-1 0 0 0,0 0-1 0 0,0 0 1 0 0,-1 1 0 0 0,1-1 0 0 0,0 0 0 0 0,0 0 0 0 0,0 0 0 0 0,-1 0 0 0 0,1 0-1 0 0,-1 0 1 0 0,1 0 0 0 0,0 0 0 0 0,-1 0 0 0 0,0 0 0 0 0,1 0 0 0 0,-1 0 0 0 0,0 0-1 0 0,1-1 1 0 0,-1 1 0 0 0,0 0 0 0 0,0-2 0 0 0,9-37-156 0 0,23-69-1 0 0,-18 75-7560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13.0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10138 0 0,'13'7'3379'0'0,"26"20"-2471"0"0,-15-11-152 0 0,109 79 2245 0 0,69 45-684 0 0,-128-94-1889 0 0,19 12-317 0 0,154 70 0 0 0,-227-119-1063 0 0,1 0-4016 0 0,-3-1-1571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13.3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602 1 10594 0 0,'-1'0'143'0'0,"0"0"-1"0"0,0 0 0 0 0,0 1 0 0 0,0-1 0 0 0,0 0 1 0 0,0 1-1 0 0,0-1 0 0 0,0 0 0 0 0,0 1 1 0 0,0-1-1 0 0,0 1 0 0 0,0 0 0 0 0,0-1 1 0 0,0 1-1 0 0,0 0 0 0 0,1-1 0 0 0,-1 1 1 0 0,0 0-1 0 0,0 0 0 0 0,1 0 0 0 0,-1 0 1 0 0,0 1-1 0 0,-20 28 621 0 0,17-24-438 0 0,-115 210 3208 0 0,48-79-2374 0 0,-2 0-442 0 0,6 2 0 0 0,-51 159 0 0 0,35-27-144 0 0,62-152-7252 0 0,18-92-66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13.8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1 250 10594 0 0,'7'7'5945'0'0,"39"50"-4553"0"0,-12 0-397 0 0,-16-23-411 0 0,2-2 1 0 0,42 53-1 0 0,-56-78-549 0 0,1 1 0 0 0,0-1 1 0 0,0-1-1 0 0,0 1 0 0 0,1-1 0 0 0,0-1 0 0 0,1 1 0 0 0,-1-1 1 0 0,1-1-1 0 0,0 0 0 0 0,0 0 0 0 0,0 0 0 0 0,1-1 1 0 0,-1-1-1 0 0,17 3 0 0 0,-20-5-20 0 0,0 0 1 0 0,1-1-1 0 0,-1 1 0 0 0,0-1 1 0 0,0-1-1 0 0,1 1 0 0 0,-1-1 1 0 0,0 0-1 0 0,0 0 0 0 0,-1-1 1 0 0,1 0-1 0 0,0 0 0 0 0,-1 0 1 0 0,0-1-1 0 0,0 1 0 0 0,0-1 1 0 0,0-1-1 0 0,0 1 0 0 0,-1-1 1 0 0,0 1-1 0 0,0-1 0 0 0,0-1 1 0 0,3-5-1 0 0,5-9 139 0 0,0 0 0 0 0,-2-1 0 0 0,0 0 0 0 0,13-44-1 0 0,-11 16 45 0 0,9-75 0 0 0,-15 78-426 0 0,2 1 1 0 0,16-50 0 0 0,-14 71-2473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14.2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0 3225 0 0,'-1'0'250'0'0,"-1"1"1"0"0,1-1-1 0 0,-1 0 0 0 0,1 1 1 0 0,0-1-1 0 0,-1 1 1 0 0,1-1-1 0 0,0 1 1 0 0,0 0-1 0 0,-1 0 1 0 0,1-1-1 0 0,0 1 1 0 0,0 0-1 0 0,0 0 0 0 0,0 0 1 0 0,0 0-1 0 0,0 0 1 0 0,0 1-1 0 0,0-1 1 0 0,1 0-1 0 0,-1 0 1 0 0,0 1-1 0 0,1-1 0 0 0,-1 0 1 0 0,1 0-1 0 0,-1 1 1 0 0,1-1-1 0 0,0 1 1 0 0,-1-1-1 0 0,1 3 1 0 0,-4 46 2558 0 0,4-46-2500 0 0,1 53 1826 0 0,3-1-1 0 0,10 58 1 0 0,2-39-2898 0 0,6-1-3732 0 0,-12-44-2052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18.4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1001 571 3225 0 0,'13'-29'363'0'0,"-1"-1"1"0"0,-2-1-1 0 0,-1 0 1 0 0,-1 0 0 0 0,5-41-1 0 0,-13 62-181 0 0,1 0-1 0 0,-1 0 0 0 0,-1 1 0 0 0,0-1 1 0 0,0 0-1 0 0,-1 1 0 0 0,0-1 0 0 0,-1 1 1 0 0,-5-14-1 0 0,5 17 46 0 0,0 0 0 0 0,-1 0 1 0 0,0 0-1 0 0,0 0 0 0 0,-1 0 0 0 0,1 1 1 0 0,-1 0-1 0 0,-1 0 0 0 0,1 0 0 0 0,-1 1 1 0 0,1-1-1 0 0,-1 1 0 0 0,0 1 0 0 0,-9-5 1 0 0,6 5-31 0 0,0 0 0 0 0,0 0 0 0 0,0 0 0 0 0,0 2 0 0 0,0-1 0 0 0,-1 1 0 0 0,1 0-1 0 0,0 1 1 0 0,-1 0 0 0 0,1 1 0 0 0,0 0 0 0 0,-1 0 0 0 0,1 1 0 0 0,0 0 0 0 0,0 0 0 0 0,0 1 0 0 0,-8 4 0 0 0,-13 7 127 0 0,0 0 1 0 0,2 2-1 0 0,-42 30 0 0 0,43-25-134 0 0,2 2-1 0 0,0 0 1 0 0,-23 29 0 0 0,-19 19 102 0 0,55-60-257 0 0,-20 18 104 0 0,0 1-1 0 0,2 2 1 0 0,2 2 0 0 0,1 0-1 0 0,-25 42 1 0 0,-3 26 223 0 0,-76 200 1 0 0,121-270-367 0 0,0 1-1 0 0,2 0 1 0 0,2 0-1 0 0,1 0 1 0 0,1 1 0 0 0,2 0-1 0 0,3 41 1 0 0,1-45 5 0 0,2-1 0 0 0,1 0 1 0 0,2 0-1 0 0,0 0 0 0 0,2-1 0 0 0,2 0 1 0 0,0-1-1 0 0,23 41 0 0 0,-21-46-8 0 0,1-1-1 0 0,1 0 1 0 0,0-1-1 0 0,2 0 0 0 0,0-2 1 0 0,35 30-1 0 0,-36-35 2 0 0,1-2-1 0 0,1 0 0 0 0,-1-1 0 0 0,2-1 1 0 0,-1 0-1 0 0,1-2 0 0 0,0 0 1 0 0,40 8-1 0 0,-25-10-63 0 0,0-1 0 0 0,1-1 0 0 0,0-2 0 0 0,47-5 0 0 0,140-27-310 0 0,-166 21 354 0 0,48-8 25 0 0,166-53 0 0 0,-221 54 90 0 0,0-2-1 0 0,0-2 0 0 0,-2-3 0 0 0,-1-1 1 0 0,56-42-1 0 0,-75 46 30 0 0,-1-2 1 0 0,-2-1 0 0 0,0 0-1 0 0,-2-2 1 0 0,-1-1 0 0 0,0 0-1 0 0,-3-2 1 0 0,0 0 0 0 0,-2-1-1 0 0,-1-1 1 0 0,12-34 0 0 0,-13 25 3 0 0,-2-1 1 0 0,-2-1-1 0 0,-1 0 0 0 0,-3 0 1 0 0,-1-1-1 0 0,-2 1 1 0 0,-2-1-1 0 0,-6-60 1 0 0,-5 20-70 0 0,-32-124 1 0 0,28 157-46 0 0,-2 0 0 0 0,-2 2 0 0 0,-41-78 1 0 0,47 105 3 0 0,-2 0 1 0 0,0 1 0 0 0,-1 1 0 0 0,-2 0-1 0 0,1 1 1 0 0,-2 1 0 0 0,0 0 0 0 0,-1 2-1 0 0,-1 0 1 0 0,-1 1 0 0 0,0 1 0 0 0,0 1-1 0 0,-1 1 1 0 0,0 1 0 0 0,-1 1 0 0 0,-1 1-1 0 0,-36-8 1 0 0,23 7 180 0 0,0 1-1 0 0,-54-2 0 0 0,73 9-626 0 0,1 1 0 0 0,-32 5 0 0 0,38-3-540 0 0,0 1 1 0 0,-1 0 0 0 0,1 0-1 0 0,1 2 1 0 0,-13 5 0 0 0,-10 9-5095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19.7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16 5065 0 0,'0'0'33'0'0,"-3"-2"173"0"0,0 0 0 0 0,-1 0 0 0 0,1 0-1 0 0,0 1 1 0 0,-1-1 0 0 0,1 1 0 0 0,-1 0-1 0 0,0 0 1 0 0,1 0 0 0 0,-5 0 700 0 0,45 3 1869 0 0,516 27 671 0 0,-418-24-3153 0 0,176 31 0 0 0,-193-13 123 0 0,123 41 1 0 0,-58-14-238 0 0,206 42 528 0 0,-354-81-686 0 0,-1 1 0 0 0,0 2 1 0 0,-1 1-1 0 0,0 2 0 0 0,48 34 1 0 0,-65-42-21 0 0,-1-1 1 0 0,1 0 0 0 0,26 9 0 0 0,-33-14 17 0 0,0-1 0 0 0,0 1 1 0 0,0-2-1 0 0,0 1 0 0 0,0-1 1 0 0,1-1-1 0 0,-1 0 1 0 0,15-1-1 0 0,1-7 2125 0 0,-22 6-2499 0 0,-1 1 0 0 0,0 0-1 0 0,1-1 1 0 0,-1 0 0 0 0,0 1 0 0 0,0-1-1 0 0,0 0 1 0 0,0 0 0 0 0,-1 0-1 0 0,1 0 1 0 0,1-3 0 0 0,-2 3 79 0 0,0 1 0 0 0,-1-1-1 0 0,1 1 1 0 0,-1-1 0 0 0,1 1 0 0 0,-1-1 0 0 0,0 0 0 0 0,0 1 0 0 0,1-1-1 0 0,-1 1 1 0 0,0-1 0 0 0,0 0 0 0 0,-1 1 0 0 0,1-1 0 0 0,0 0 0 0 0,0 1 0 0 0,-1-1-1 0 0,1 1 1 0 0,-1-1 0 0 0,0 1 0 0 0,1-1 0 0 0,-1 1 0 0 0,0-1 0 0 0,0 1-1 0 0,0 0 1 0 0,0-1 0 0 0,0 1 0 0 0,0 0 0 0 0,0 0 0 0 0,0 0 0 0 0,0 0-1 0 0,-1 0 1 0 0,1 0 0 0 0,-2-1 0 0 0,-71-53 1396 0 0,72 54-967 0 0,-29-15 4565 0 0,29 16-4438 0 0,1-1 1 0 0,0 1-1 0 0,0-1 1 0 0,0 1-1 0 0,-1-1 1 0 0,1 1-1 0 0,0 0 1 0 0,-1 0-1 0 0,1 0 0 0 0,0-1 1 0 0,0 1-1 0 0,-1 0 1 0 0,1 0-1 0 0,0 1 1 0 0,-1-1-1 0 0,1 0 1 0 0,0 0-1 0 0,0 1 1 0 0,-1-1-1 0 0,1 1 1 0 0,0-1-1 0 0,-2 2 336 0 0,33 5 422 0 0,-15-5-920 0 0,0 0 0 0 0,0 2-1 0 0,-1 0 1 0 0,1 0 0 0 0,-1 2 0 0 0,0 0-1 0 0,-1 0 1 0 0,1 1 0 0 0,-1 1 0 0 0,-1 0-1 0 0,1 1 1 0 0,-1 0 0 0 0,-1 1 0 0 0,0 0-1 0 0,0 1 1 0 0,15 20 0 0 0,-25-28-112 0 0,1 0 0 0 0,0 0 0 0 0,-1 1 1 0 0,0-1-1 0 0,0 1 0 0 0,0-1 0 0 0,0 1 1 0 0,0-1-1 0 0,-1 1 0 0 0,1 0 0 0 0,-1-1 0 0 0,0 1 1 0 0,0 0-1 0 0,-1 0 0 0 0,1-1 0 0 0,-1 1 0 0 0,0-1 1 0 0,1 1-1 0 0,-2 0 0 0 0,-1 5 0 0 0,-5 9-12 0 0,-1-1-1 0 0,-20 31 0 0 0,2-4-445 0 0,17-22-68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21.8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1302 168 2304 0 0,'-7'-12'511'0'0,"0"0"0"0"0,0 0-1 0 0,-1 0 1 0 0,-1 1 0 0 0,0 1-1 0 0,0 0 1 0 0,-1 0 0 0 0,0 1-1 0 0,-1 0 1 0 0,0 0 0 0 0,-18-10-1 0 0,20 14-284 0 0,-1 0 1 0 0,1 1-1 0 0,-1 0 0 0 0,0 1 0 0 0,0 0 0 0 0,0 0 0 0 0,0 1 0 0 0,-1 1 1 0 0,1-1-1 0 0,-1 2 0 0 0,1-1 0 0 0,-1 2 0 0 0,1-1 0 0 0,0 1 0 0 0,-18 5 1 0 0,-44 15 925 0 0,2 4 0 0 0,-86 42 0 0 0,126-51-877 0 0,0 1-1 0 0,1 1 0 0 0,1 1 0 0 0,-27 26 0 0 0,-96 100 122 0 0,47-43-418 0 0,70-70 29 0 0,1 2-1 0 0,-29 39 1 0 0,46-52 40 0 0,1 1 1 0 0,2 1-1 0 0,0 0 0 0 0,2 0 0 0 0,-12 32 1 0 0,12-21-31 0 0,0 1 1 0 0,3-1-1 0 0,1 1 1 0 0,1 1-1 0 0,2-1 0 0 0,2 1 1 0 0,1 0-1 0 0,1 0 1 0 0,3-1-1 0 0,0 1 1 0 0,3-1-1 0 0,9 36 0 0 0,-9-55 14 0 0,0 0 0 0 0,1-1 0 0 0,1 0-1 0 0,0 0 1 0 0,1-1 0 0 0,0 0 0 0 0,1-1-1 0 0,1 0 1 0 0,0 0 0 0 0,1-1-1 0 0,0-1 1 0 0,1 0 0 0 0,0 0 0 0 0,15 8-1 0 0,24 12 282 0 0,1-2 1 0 0,86 33-1 0 0,-123-55-305 0 0,17 6 36 0 0,2-1-1 0 0,-1-1 1 0 0,2-2 0 0 0,-1-2 0 0 0,1-1 0 0 0,0-2 0 0 0,0-1 0 0 0,46-3 0 0 0,-55-2 15 0 0,0 0 0 0 0,0-2 0 0 0,-1-1-1 0 0,0-1 1 0 0,0-2 0 0 0,-1 0 0 0 0,0-2 0 0 0,0 0 0 0 0,-1-2 0 0 0,0-1 0 0 0,40-28 0 0 0,-21 7 190 0 0,-2-1-1 0 0,52-55 1 0 0,-77 71-211 0 0,-1 0 0 0 0,0-1 0 0 0,-2-1 1 0 0,0 0-1 0 0,-1 0 0 0 0,-1-1 0 0 0,13-39 1 0 0,-12 16 48 0 0,-2 0 0 0 0,-2 0 0 0 0,-1 0 0 0 0,-3-1 0 0 0,-2 0 0 0 0,-4-61 0 0 0,-6 25 103 0 0,-3-1 1 0 0,-35-129-1 0 0,38 183-153 0 0,-1 0 0 0 0,-2 1 0 0 0,0 0 0 0 0,-2 1 0 0 0,-1 1 0 0 0,-2 0-1 0 0,0 0 1 0 0,-27-31 0 0 0,32 45-107 0 0,0 0-1 0 0,-1 1 0 0 0,0 0 1 0 0,0 1-1 0 0,-1 0 1 0 0,-1 1-1 0 0,0 0 1 0 0,0 1-1 0 0,0 1 0 0 0,-1 0 1 0 0,0 1-1 0 0,0 1 1 0 0,-1 0-1 0 0,0 1 1 0 0,0 1-1 0 0,0 1 0 0 0,-20-2 1 0 0,14 5-745 0 0,1 2-174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23.8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1359 3225 0 0,'-1'0'110'0'0,"-1"0"1"0"0,1-1 0 0 0,0 1 0 0 0,-1 0-1 0 0,1 0 1 0 0,-1 0 0 0 0,1 1 0 0 0,0-1 0 0 0,-1 0-1 0 0,1 0 1 0 0,0 1 0 0 0,-1-1 0 0 0,1 1-1 0 0,0-1 1 0 0,0 1 0 0 0,-1 0 0 0 0,1-1-1 0 0,0 1 1 0 0,0 0 0 0 0,0 0 0 0 0,0 0-1 0 0,0 0 1 0 0,-2 1 0 0 0,3 0-3 0 0,0-1 0 0 0,0 0 0 0 0,0 1 0 0 0,0-1 0 0 0,0 0 0 0 0,0 1 0 0 0,0-1 0 0 0,0 0 0 0 0,0 1 0 0 0,1-1 0 0 0,-1 0 0 0 0,1 0 0 0 0,-1 1 0 0 0,1-1 0 0 0,-1 0 0 0 0,1 0 0 0 0,0 0-1 0 0,-1 0 1 0 0,2 2 0 0 0,7 8 545 0 0,0-1-1 0 0,1 1 1 0 0,14 11-1 0 0,-21-20-536 0 0,23 18 714 0 0,2-1 1 0 0,0-2 0 0 0,1-1-1 0 0,49 20 1 0 0,-63-29-797 0 0,9 3 11 0 0,1-1 1 0 0,0-1-1 0 0,0-1 0 0 0,1-2 0 0 0,-1 0 0 0 0,33 0 1 0 0,158-6 680 0 0,-154-3-283 0 0,-1 4 0 0 0,97 10 1 0 0,-86 1-295 0 0,345 39-54 0 0,-270-39-95 0 0,30 1 0 0 0,-140-14 14 0 0,1-2 0 0 0,-1-2 0 0 0,0-1 0 0 0,0-1 0 0 0,42-17 0 0 0,54-12 409 0 0,-112 33-387 0 0,1-2 0 0 0,-1 0 1 0 0,1-1-1 0 0,-2-1 0 0 0,1-1 1 0 0,-1-1-1 0 0,-1-1 1 0 0,0-1-1 0 0,0 0 0 0 0,-1-1 1 0 0,-1-1-1 0 0,0-1 1 0 0,26-30-1 0 0,8-15 174 0 0,-2-3 0 0 0,-3-3 0 0 0,57-106 0 0 0,86-164 398 0 0,-174 312-614 0 0,26-39-38 0 0,-38 58 42 0 0,1 1-1 0 0,-1 0 1 0 0,1 0-1 0 0,0 0 1 0 0,0 1-1 0 0,1-1 1 0 0,-1 1-1 0 0,1 0 1 0 0,-1 0-1 0 0,1 1 1 0 0,5-3-1 0 0,66-4-125 0 0,-64 4 131 0 0,0 1 0 0 0,0-2 0 0 0,-1 1-1 0 0,0-1 1 0 0,0-1 0 0 0,-1 0 0 0 0,0-1 0 0 0,0 0-1 0 0,-1 0 1 0 0,11-13 0 0 0,9-13 13 0 0,38-56 1 0 0,-62 83-17 0 0,23-34 0 0 0,-10 18 0 0 0,-2 0 0 0 0,-1-2 0 0 0,12-26 0 0 0,-7 11 0 0 0,-15 33 0 0 0,-1-1 0 0 0,1 0 0 0 0,-2 0 0 0 0,1-1 0 0 0,-1 1 0 0 0,0-1 0 0 0,-1 0 0 0 0,0 0 0 0 0,1-14 0 0 0,-2 20-1 0 0,-1 0-1 0 0,1 0 1 0 0,0 0-1 0 0,0 0 1 0 0,0 1-1 0 0,1-1 1 0 0,-1 0-1 0 0,0 1 1 0 0,1-1-1 0 0,0 1 1 0 0,0-1-1 0 0,-1 1 1 0 0,1 0-1 0 0,1-1 1 0 0,-1 1-1 0 0,0 1 1 0 0,0-1-1 0 0,4-2 1 0 0,-3 2 1 0 0,0 0-1 0 0,0-1 1 0 0,-1 0 0 0 0,1 1 0 0 0,-1-1 0 0 0,1 0 0 0 0,-1 0 0 0 0,0 0 0 0 0,4-7 0 0 0,-34 31 0 0 0,12-7 44 0 0,-2-2 0 0 0,0 0 0 0 0,0-1 0 0 0,-1-1 0 0 0,0 0 0 0 0,-36 12 0 0 0,48-20-43 0 0,-9 5-27 0 0,20-8-37 0 0,30-11-65 0 0,-25 9 113 0 0,16-8 13 0 0,0-1-1 0 0,-1-1 0 0 0,-1-1 1 0 0,0-1-1 0 0,34-28 0 0 0,-57 43 4 0 0,0-1 0 0 0,0 1-1 0 0,0 0 1 0 0,1-1-1 0 0,-1 1 1 0 0,0 0 0 0 0,1-1-1 0 0,-1 1 1 0 0,0 0 0 0 0,1 0-1 0 0,-1 0 1 0 0,0-1 0 0 0,1 1-1 0 0,-1 0 1 0 0,0 0 0 0 0,1 0-1 0 0,-1 0 1 0 0,0-1-1 0 0,1 1 1 0 0,-1 0 0 0 0,1 0-1 0 0,-1 0 1 0 0,0 0 0 0 0,1 0-1 0 0,-1 0 1 0 0,1 0 0 0 0,-1 0-1 0 0,0 0 1 0 0,1 0 0 0 0,-1 1-1 0 0,0-1 1 0 0,1 0-1 0 0,-1 0 1 0 0,1 0 0 0 0,-1 0-1 0 0,0 1 1 0 0,1-1 0 0 0,-1 0-1 0 0,0 0 1 0 0,0 0 0 0 0,1 1-1 0 0,-1-1 1 0 0,0 0 0 0 0,1 1-1 0 0,-1-1 1 0 0,0 0-1 0 0,0 1 1 0 0,0-1 0 0 0,1 0-1 0 0,-1 1 1 0 0,0-1 0 0 0,0 0-1 0 0,0 1 1 0 0,0-1 0 0 0,0 0-1 0 0,0 1 1 0 0,0-1 0 0 0,1 1-1 0 0,-1-1 1 0 0,0 0-1 0 0,0 1 1 0 0,-1-1 0 0 0,1 1-1 0 0,-1 38 75 0 0,0-18-41 0 0,3-11-134 0 0,-1 1 0 0 0,1 0 0 0 0,1-1 0 0 0,0 0 0 0 0,0 1 0 0 0,1-1 0 0 0,1 0 0 0 0,-1-1 0 0 0,2 1 0 0 0,-1-1 0 0 0,1 0 1 0 0,0 0-1 0 0,10 9 0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25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1460 710 6913 0 0,'-53'-173'4612'0'0,"38"133"-3855"0"0,-2 0-1 0 0,-1 1 1 0 0,-2 1 0 0 0,-39-56-1 0 0,44 75-495 0 0,0 0-1 0 0,-1 0 1 0 0,-1 2-1 0 0,-1 0 1 0 0,-1 1-1 0 0,0 1 1 0 0,0 0-1 0 0,-2 2 1 0 0,-33-17-1 0 0,10 10 123 0 0,-2 2 1 0 0,0 1-1 0 0,-1 3 0 0 0,0 2 1 0 0,-1 2-1 0 0,-63-4 0 0 0,96 13-362 0 0,0 2-1 0 0,0 0 0 0 0,0 1 0 0 0,0 0 1 0 0,1 1-1 0 0,-1 1 0 0 0,1 1 0 0 0,0 0 1 0 0,0 0-1 0 0,0 1 0 0 0,1 1 0 0 0,0 0 0 0 0,0 1 1 0 0,-17 14-1 0 0,-10 12-97 0 0,2 1 0 0 0,-61 72-1 0 0,73-74-46 0 0,1 1-1 0 0,2 1 0 0 0,1 1 1 0 0,2 1-1 0 0,1 1 0 0 0,2 1 1 0 0,2 0-1 0 0,-12 52 0 0 0,3 7 79 0 0,5 1 0 0 0,-8 131 0 0 0,23-172 44 0 0,2-1 0 0 0,3 1 1 0 0,2 0-1 0 0,3 0 0 0 0,2-1 0 0 0,3 0 0 0 0,17 55 0 0 0,-18-81 2 0 0,2-1 1 0 0,0 0-1 0 0,2 0 0 0 0,1-2 0 0 0,2 0 0 0 0,0 0 1 0 0,2-2-1 0 0,1 0 0 0 0,1-1 0 0 0,1-2 1 0 0,2 0-1 0 0,0-1 0 0 0,50 35 0 0 0,-50-43 34 0 0,1-1-1 0 0,0-1 1 0 0,0-2 0 0 0,1 0 0 0 0,1-2-1 0 0,0 0 1 0 0,0-2 0 0 0,0-1-1 0 0,0-1 1 0 0,1-2 0 0 0,40-1-1 0 0,-13-3 59 0 0,-1-3 0 0 0,1-3 0 0 0,-1-2 0 0 0,94-30 0 0 0,-122 31-6 0 0,0-1 0 0 0,-1-1-1 0 0,0-1 1 0 0,-1-1-1 0 0,-1-2 1 0 0,0 0 0 0 0,-1-2-1 0 0,0 0 1 0 0,19-21-1 0 0,-16 11 2 0 0,-2 0 0 0 0,0-2-1 0 0,-3 0 1 0 0,0-1 0 0 0,-2-1 0 0 0,20-46-1 0 0,-17 26-3 0 0,-3-2-1 0 0,-2 0 1 0 0,-2 0-1 0 0,-3-2 1 0 0,-2 1 0 0 0,-2-1-1 0 0,-3-1 1 0 0,-6-110-1 0 0,-4 119-69 0 0,-1 1-1 0 0,-2 0 1 0 0,-3 0-1 0 0,-1 1 1 0 0,-3 0-1 0 0,-1 1 1 0 0,-2 1 0 0 0,-2 1-1 0 0,-2 1 1 0 0,-2 1-1 0 0,-1 0 1 0 0,-2 3-1 0 0,-2 0 1 0 0,-1 2-1 0 0,-2 1 1 0 0,-44-36 0 0 0,62 58-40 0 0,0 1 0 0 0,-1 1 1 0 0,0 0-1 0 0,-1 1 0 0 0,-18-7 1 0 0,28 13-287 0 0,1 0 1 0 0,-1 1-1 0 0,0 0 0 0 0,0 0 1 0 0,0 1-1 0 0,-1 0 0 0 0,1 1 1 0 0,0-1-1 0 0,0 1 0 0 0,-1 0 1 0 0,1 1-1 0 0,0 0 1 0 0,0 0-1 0 0,0 1 0 0 0,0-1 1 0 0,-8 4-1 0 0,-2 4-6090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26.4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3463 3225 0 0,'23'12'1209'0'0,"17"19"749"0"0,-22-15-1280 0 0,2-1-1 0 0,0-1 0 0 0,1-1 0 0 0,26 12 0 0 0,230 79 1578 0 0,-209-80-1967 0 0,0 1-104 0 0,1-3 0 0 0,2-3-1 0 0,80 11 1 0 0,213-3-82 0 0,-274-27 31 0 0,0-4 0 0 0,93-17 1 0 0,-70 3 357 0 0,-1-6 0 0 0,-1-5 1 0 0,127-51-1 0 0,-168 46-321 0 0,-2-2 0 0 0,104-76 0 0 0,-112 72 79 0 0,-34 22-193 0 0,-1-2-1 0 0,-1-1 0 0 0,-1 0 1 0 0,-1-2-1 0 0,-1-1 0 0 0,-1 0 1 0 0,-1-1-1 0 0,-2-1 0 0 0,22-42 1 0 0,3-22 430 0 0,53-159 0 0 0,-66 160-216 0 0,82-168 0 0 0,-77 196-218 0 0,-3-3 1 0 0,42-124-1 0 0,-27 20 142 0 0,44-325-1 0 0,-35 222 68 0 0,-13 89-79 0 0,-26 92-112 0 0,19-92 189 0 0,-26 152-220 0 0,0 0 0 0 0,2 1 0 0 0,26-53 0 0 0,-19 54 8 0 0,28-36 0 0 0,-26 38 18 0 0,26-44 0 0 0,127-222 63 0 0,-173 292-128 0 0,2-2 45 0 0,1-1 0 0 0,-1 0 0 0 0,-1 0 0 0 0,1 0 0 0 0,0-1 0 0 0,-1 1 0 0 0,0 0 0 0 0,0-1 0 0 0,0 1 0 0 0,0-1 0 0 0,0 1 0 0 0,-1-1 0 0 0,1 1 0 0 0,-1-1 0 0 0,0 1 0 0 0,0-1 0 0 0,0 1 0 0 0,-1-1 0 0 0,1 1 0 0 0,-2-5 0 0 0,2-3-47 0 0,0 10 10 0 0,0 0 1 0 0,1 1-1 0 0,-1-1 0 0 0,0 0 1 0 0,0 0-1 0 0,0 1 1 0 0,0-1-1 0 0,0 0 1 0 0,0 0-1 0 0,0 1 0 0 0,0-1 1 0 0,-1 0-1 0 0,1 1 1 0 0,0-1-1 0 0,0 0 1 0 0,0 0-1 0 0,-1 1 1 0 0,1-1-1 0 0,0 0 0 0 0,-1 1 1 0 0,1-1-1 0 0,-1 1 1 0 0,1-1-1 0 0,-1 1 1 0 0,1-1-1 0 0,-1 0 0 0 0,1 1 1 0 0,-1 0-1 0 0,1-1 1 0 0,-1 1-1 0 0,-1-1 1 0 0,-2-2-26 0 0,0 1 1 0 0,0 0 0 0 0,0 0 0 0 0,0 0-1 0 0,0 1 1 0 0,-1-1 0 0 0,1 1 0 0 0,-1 0 0 0 0,1 0-1 0 0,-1 1 1 0 0,0-1 0 0 0,1 1 0 0 0,-1 0-1 0 0,1 1 1 0 0,-1-1 0 0 0,1 1 0 0 0,-6 0 0 0 0,-12 1-66 0 0,-13 3 92 0 0,33-5-16 0 0,1 1-1 0 0,-1 0 1 0 0,1-1 0 0 0,-1 1 0 0 0,1 0-1 0 0,0 0 1 0 0,0-1 0 0 0,-1 1-1 0 0,1 0 1 0 0,0 1 0 0 0,0-1-1 0 0,0 0 1 0 0,0 0 0 0 0,0 0-1 0 0,0 0 1 0 0,0 1 0 0 0,0-1-1 0 0,1 1 1 0 0,-1-1 0 0 0,0 3-1 0 0,1-4 3 0 0,0 0 0 0 0,0 1-1 0 0,1-1 1 0 0,-1 0-1 0 0,0 0 1 0 0,0 1 0 0 0,0-1-1 0 0,1 0 1 0 0,-1 1-1 0 0,0-1 1 0 0,1 0 0 0 0,-1 0-1 0 0,0 0 1 0 0,1 1-1 0 0,-1-1 1 0 0,0 0 0 0 0,1 0-1 0 0,-1 0 1 0 0,0 0-1 0 0,1 0 1 0 0,-1 1 0 0 0,1-1-1 0 0,-1 0 1 0 0,0 0-1 0 0,1 0 1 0 0,-1 0 0 0 0,0 0-1 0 0,1 0 1 0 0,-1 0-1 0 0,1 0 1 0 0,-1-1 0 0 0,0 1-1 0 0,1 0 1 0 0,-1 0-1 0 0,0 0 1 0 0,1 0 0 0 0,-1 0-1 0 0,0-1 1 0 0,1 1-1 0 0,-1 0 1 0 0,1-1 0 0 0,21-4-51 0 0,-21 4 66 0 0,30-12-6 0 0,31-11-15 0 0,-57 22 15 0 0,-1 1 1 0 0,1 0 0 0 0,-1 1 0 0 0,1-1 0 0 0,-1 1 0 0 0,1 0-1 0 0,-1 0 1 0 0,1 0 0 0 0,-1 0 0 0 0,1 1 0 0 0,6 2-1 0 0,-9-3 1 0 0,0 1 0 0 0,-1 0 0 0 0,1 0 0 0 0,0 1 0 0 0,-1-1 0 0 0,1 0-1 0 0,-1 0 1 0 0,0 1 0 0 0,1-1 0 0 0,-1 1 0 0 0,0-1 0 0 0,0 1 0 0 0,0 0-1 0 0,0-1 1 0 0,0 1 0 0 0,0 0 0 0 0,0 0 0 0 0,-1-1 0 0 0,1 1 0 0 0,0 0 0 0 0,-1 4-1 0 0,6 49 102 0 0,-5-29-59 0 0,3 3-10 0 0,2-1-1 0 0,12 40 1 0 0,-9-40-98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54.1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342 101 456 0 0,'-47'-23'1808'0'0,"42"19"-1317"0"0,-1 0 0 0 0,0 1 0 0 0,0 0-1 0 0,-1 0 1 0 0,1 0 0 0 0,-1 1 0 0 0,1 0 0 0 0,-1 0-1 0 0,0 1 1 0 0,1 0 0 0 0,-1 0 0 0 0,0 0-1 0 0,0 1 1 0 0,-10 1 0 0 0,9 0-375 0 0,1 0-1 0 0,-1 1 1 0 0,1 0 0 0 0,-1 1 0 0 0,1-1-1 0 0,0 2 1 0 0,0-1 0 0 0,0 1-1 0 0,0 0 1 0 0,1 0 0 0 0,-1 1-1 0 0,1-1 1 0 0,0 1 0 0 0,0 1-1 0 0,1-1 1 0 0,0 1 0 0 0,0 0 0 0 0,0 1-1 0 0,1-1 1 0 0,0 1 0 0 0,0 0-1 0 0,0 0 1 0 0,-4 12 0 0 0,0 5-15 0 0,0 0 0 0 0,2 0 0 0 0,0 1 0 0 0,2-1 0 0 0,0 1 1 0 0,1 46-1 0 0,5-3 225 0 0,13 88 0 0 0,-7-103-304 0 0,2 0 1 0 0,3 0-1 0 0,2-1 1 0 0,29 67-1 0 0,-31-89-7 0 0,1-1 0 0 0,2 0 0 0 0,1-2 0 0 0,1 0 1 0 0,1 0-1 0 0,1-2 0 0 0,1-1 0 0 0,40 36 0 0 0,-48-50-10 0 0,1 0 0 0 0,0 0 0 0 0,0-1 1 0 0,1-1-1 0 0,0-1 0 0 0,30 12 0 0 0,-36-17-4 0 0,0 1 0 0 0,0-1-1 0 0,0-1 1 0 0,0 0 0 0 0,0 0 0 0 0,0 0 0 0 0,1-2-1 0 0,-1 1 1 0 0,0-1 0 0 0,0 0 0 0 0,0-1 0 0 0,0 0-1 0 0,0 0 1 0 0,10-5 0 0 0,2-3 64 0 0,0-1 1 0 0,-1-1-1 0 0,0-1 0 0 0,-1 0 1 0 0,-1-2-1 0 0,0 0 0 0 0,-1-1 1 0 0,0-1-1 0 0,-1 0 0 0 0,-2-1 1 0 0,1-1-1 0 0,-2 0 1 0 0,-1-1-1 0 0,12-25 0 0 0,-13 22 14 0 0,-1 0 0 0 0,-1-1 0 0 0,0-1 1 0 0,-3 1-1 0 0,0-1 0 0 0,-1-1 0 0 0,-1 1 0 0 0,-2-1 0 0 0,0 1 0 0 0,-2-1 0 0 0,0 1 0 0 0,-8-46 0 0 0,-2 30 3 0 0,-1 1-1 0 0,-2 0 1 0 0,-2 1-1 0 0,-1 1 1 0 0,-3 0-1 0 0,-24-39 1 0 0,-2 9-46 0 0,-3 1 1 0 0,-64-68 0 0 0,105 127-33 0 0,-1 0 1 0 0,0 0-1 0 0,0 0 1 0 0,-1 1-1 0 0,1 1 1 0 0,-20-11-1 0 0,24 15-82 0 0,-1 0 1 0 0,0 0-1 0 0,1 0 1 0 0,-1 1-1 0 0,0 0 1 0 0,0 0-1 0 0,1 0 1 0 0,-1 1-1 0 0,0 0 1 0 0,0-1-1 0 0,0 2 1 0 0,0-1-1 0 0,0 1 0 0 0,0-1 1 0 0,1 1-1 0 0,-1 0 1 0 0,-9 4-1 0 0,-5 3-998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54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303 33 920 0 0,'-1'-2'127'0'0,"1"0"0"0"0,-1 1 1 0 0,0-1-1 0 0,0 0 0 0 0,0 0 0 0 0,-1 0 0 0 0,1 1 0 0 0,0-1 0 0 0,-1 0 0 0 0,1 1 0 0 0,-1-1 0 0 0,1 1 1 0 0,-1 0-1 0 0,0 0 0 0 0,1-1 0 0 0,-1 1 0 0 0,0 0 0 0 0,0 0 0 0 0,0 1 0 0 0,0-1 0 0 0,0 0 1 0 0,0 1-1 0 0,0-1 0 0 0,0 1 0 0 0,0-1 0 0 0,0 1 0 0 0,0 0 0 0 0,0 0 0 0 0,-1 0 0 0 0,1 0 0 0 0,0 1 1 0 0,0-1-1 0 0,0 0 0 0 0,0 1 0 0 0,0 0 0 0 0,0-1 0 0 0,0 1 0 0 0,0 0 0 0 0,0 0 0 0 0,0 0 1 0 0,-1 1-1 0 0,-9 5 192 0 0,1 1 1 0 0,0 0 0 0 0,0 0-1 0 0,1 1 1 0 0,0 0 0 0 0,1 1-1 0 0,0 0 1 0 0,0 1 0 0 0,1-1-1 0 0,0 2 1 0 0,-6 12 0 0 0,-10 22 268 0 0,-27 73 1 0 0,46-108-423 0 0,-1 7-5 0 0,1 0-1 0 0,0 0 1 0 0,1 1-1 0 0,1-1 1 0 0,1 1-1 0 0,1 0 1 0 0,0-1-1 0 0,1 1 1 0 0,1 0-1 0 0,7 36 1 0 0,-2-29 40 0 0,1 1 0 0 0,1-2 0 0 0,1 1-1 0 0,2-1 1 0 0,0 0 0 0 0,2-1 0 0 0,16 23 0 0 0,-20-34-203 0 0,1 0 0 0 0,1-2 0 0 0,0 1 0 0 0,1-1 0 0 0,0-1-1 0 0,0 0 1 0 0,1 0 0 0 0,1-2 0 0 0,-1 1 0 0 0,1-2 0 0 0,1 0 0 0 0,0 0 0 0 0,0-2 0 0 0,0 0-1 0 0,0 0 1 0 0,20 2 0 0 0,7-1-5 0 0,0-1 0 0 0,1-2 0 0 0,0-2-1 0 0,80-9 1 0 0,-105 6 4 0 0,0 0 0 0 0,0-2-1 0 0,0 0 1 0 0,0-1 0 0 0,-1-1 0 0 0,0-1-1 0 0,0 0 1 0 0,-1-1 0 0 0,19-12-1 0 0,-23 11 24 0 0,-1 1-1 0 0,0-1 1 0 0,-1-1-1 0 0,0 0 1 0 0,0 0-1 0 0,-1-1 1 0 0,0 0-1 0 0,-1-1 0 0 0,0 0 1 0 0,-1 0-1 0 0,-1-1 1 0 0,8-19-1 0 0,-6 10 166 0 0,-1-1-1 0 0,-1-1 1 0 0,-1 1 0 0 0,-1-1-1 0 0,-1 0 1 0 0,-2 0 0 0 0,0 0-1 0 0,-5-45 1 0 0,2 49-60 0 0,-2 0 0 0 0,0 0 0 0 0,-1 1 0 0 0,-1-1 0 0 0,-1 1 0 0 0,-1 1 0 0 0,-1-1 0 0 0,0 1 0 0 0,-1 1 0 0 0,-24-31 0 0 0,14 22-103 0 0,-2 0 0 0 0,-1 2 0 0 0,-1 1 0 0 0,-1 1 1 0 0,-34-24-1 0 0,50 40-59 0 0,0 0 1 0 0,0 1 0 0 0,-1 0-1 0 0,0 1 1 0 0,0 0 0 0 0,0 0 0 0 0,-1 1-1 0 0,1 0 1 0 0,-1 1 0 0 0,1 0-1 0 0,-1 1 1 0 0,0 0 0 0 0,0 1-1 0 0,1 0 1 0 0,-1 1 0 0 0,0 0 0 0 0,0 0-1 0 0,1 1 1 0 0,-1 1 0 0 0,-10 3-1 0 0,8-1-561 0 0,1 1-1 0 0,0 0 1 0 0,-18 11 0 0 0,-1 7-4893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55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203 14 6913 0 0,'-4'-2'194'0'0,"-1"0"0"0"0,1 0 0 0 0,0 1 0 0 0,-1-1 0 0 0,1 1 0 0 0,-1 0 0 0 0,0 0 0 0 0,1 0 0 0 0,-1 1 0 0 0,0 0 0 0 0,1 0 0 0 0,-1 0 0 0 0,0 0 0 0 0,0 1-1 0 0,1 0 1 0 0,-1 0 0 0 0,1 0 0 0 0,-1 0 0 0 0,1 1 0 0 0,-1-1 0 0 0,-6 5 0 0 0,5-2-16 0 0,1 0-1 0 0,-1 0 1 0 0,1 1-1 0 0,0 0 1 0 0,0 0-1 0 0,0 0 1 0 0,1 1-1 0 0,0-1 1 0 0,0 1-1 0 0,0 0 1 0 0,1 0 0 0 0,0 1-1 0 0,-5 12 1 0 0,1 4-123 0 0,1 0 0 0 0,1 0 0 0 0,0 1 1 0 0,2 0-1 0 0,1 0 0 0 0,1 0 1 0 0,1 0-1 0 0,1 0 0 0 0,1 0 1 0 0,1 0-1 0 0,13 46 0 0 0,-1-21-22 0 0,3-1-1 0 0,1-1 0 0 0,3 0 1 0 0,42 68-1 0 0,-53-98-33 0 0,0-1 1 0 0,1-1-1 0 0,0 1 1 0 0,1-2-1 0 0,1 0 0 0 0,0-1 1 0 0,1 0-1 0 0,0-1 1 0 0,1-1-1 0 0,28 15 0 0 0,-29-18-8 0 0,0-1 0 0 0,1-1 0 0 0,0-1 0 0 0,0 0 0 0 0,1-2 0 0 0,-1 1 0 0 0,1-2 0 0 0,-1 0 0 0 0,1-1 0 0 0,0-1 0 0 0,0 0 0 0 0,27-5 0 0 0,-25 1 3 0 0,1-1 0 0 0,-1-2 0 0 0,0 1 0 0 0,0-2 0 0 0,-1-1 0 0 0,0 0 0 0 0,-1-1-1 0 0,0-1 1 0 0,0-1 0 0 0,-1 0 0 0 0,-1-1 0 0 0,0-1 0 0 0,19-22 0 0 0,-16 16 62 0 0,-2-1 1 0 0,0-1-1 0 0,-2 0 0 0 0,0 0 0 0 0,-1-2 1 0 0,-2 0-1 0 0,0 0 0 0 0,-2-1 0 0 0,12-45 1 0 0,-18 55 93 0 0,-1 0 1 0 0,-1 0 0 0 0,0 0 0 0 0,0 0-1 0 0,-2 0 1 0 0,0 0 0 0 0,-1 0 0 0 0,0 0 0 0 0,-1 0-1 0 0,-1 1 1 0 0,-8-22 0 0 0,5 19-1 0 0,-1 1 0 0 0,-1 0 0 0 0,-1 0 0 0 0,0 1 0 0 0,-1 0 1 0 0,0 1-1 0 0,-1 0 0 0 0,-24-20 0 0 0,14 16-164 0 0,0 1-1 0 0,-2 2 1 0 0,0 0 0 0 0,-1 1-1 0 0,0 1 1 0 0,-1 2 0 0 0,0 0-1 0 0,-1 2 1 0 0,0 1-1 0 0,0 1 1 0 0,-1 1 0 0 0,-36-2-1 0 0,47 7-635 0 0,0 1 0 0 0,1 1 0 0 0,-1 0 0 0 0,0 2 0 0 0,0 0 0 0 0,1 0 0 0 0,0 2 0 0 0,0 0 0 0 0,0 1 0 0 0,-23 12 0 0 0,4 1 24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55.8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21 12443 0 0,'-19'-16'1299'0'0,"16"12"-1130"0"0,15 9-181 0 0,6 7 176 0 0,-1 0-1 0 0,-1 1 1 0 0,21 22-1 0 0,5 2 262 0 0,4 1-127 0 0,1-2 0 0 0,96 55 0 0 0,-111-74-491 0 0,1-2 1 0 0,0-2-1 0 0,1 0 1 0 0,0-3-1 0 0,1 0 1 0 0,36 4-1 0 0,-39-10-976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56.1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186 4 6913 0 0,'-1'-1'57'0'0,"-1"0"0"0"0,0 1-1 0 0,1 0 1 0 0,-1-1 0 0 0,0 1-1 0 0,0 0 1 0 0,1-1-1 0 0,-1 1 1 0 0,0 0 0 0 0,0 0-1 0 0,0 1 1 0 0,1-1 0 0 0,-1 0-1 0 0,0 1 1 0 0,0-1-1 0 0,1 1 1 0 0,-1-1 0 0 0,0 1-1 0 0,1 0 1 0 0,-1 0 0 0 0,1-1-1 0 0,-3 3 1 0 0,-1 1 41 0 0,1 1-1 0 0,0-1 1 0 0,1 1 0 0 0,-1 0 0 0 0,-4 9-1 0 0,6-11-81 0 0,-8 15 215 0 0,1 1 1 0 0,1 0-1 0 0,1 0 1 0 0,0 1-1 0 0,-6 35 0 0 0,-9 107 1222 0 0,19-138-1316 0 0,-27 308-1123 0 0,25-287-2959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56.4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16 5985 0 0,'-10'-15'2756'0'0,"26"39"-807"0"0,5 18-1100 0 0,2 0-1 0 0,2-2 0 0 0,39 50 1 0 0,-54-78-777 0 0,0 0 1 0 0,1-1-1 0 0,0 0 1 0 0,1 0-1 0 0,0-1 1 0 0,1-1-1 0 0,0 0 1 0 0,0-1 0 0 0,1 0-1 0 0,0-1 1 0 0,0-1-1 0 0,1 0 1 0 0,30 7-1 0 0,-43-12-59 0 0,0 0 0 0 0,1-1 0 0 0,-1 0-1 0 0,0 1 1 0 0,1-1 0 0 0,-1 0 0 0 0,1 0-1 0 0,-1 0 1 0 0,0 0 0 0 0,1-1 0 0 0,-1 1 0 0 0,0-1-1 0 0,1 1 1 0 0,-1-1 0 0 0,0 0 0 0 0,0 0-1 0 0,1 0 1 0 0,-1 0 0 0 0,0 0 0 0 0,0 0 0 0 0,0-1-1 0 0,0 1 1 0 0,-1-1 0 0 0,1 1 0 0 0,3-5-1 0 0,-3 2 57 0 0,0 0-1 0 0,0-1 1 0 0,0 1-1 0 0,-1-1 1 0 0,1 1 0 0 0,-1-1-1 0 0,0 0 1 0 0,-1 0-1 0 0,1 1 1 0 0,-1-1-1 0 0,0 0 1 0 0,-1-5-1 0 0,-19-201 419 0 0,17 180-1285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56.8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6913 0 0,'0'21'220'0'0,"0"-1"-1"0"0,1 0 1 0 0,1 0-1 0 0,1 0 0 0 0,11 36 1 0 0,-5-25 579 0 0,2-1 1 0 0,1-1 0 0 0,16 29 0 0 0,131 204-42 0 0,-145-236-758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57.5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33 192 6913 0 0,'-1'1'122'0'0,"0"-1"-1"0"0,-1 0 0 0 0,1 0 0 0 0,0-1 0 0 0,0 1 1 0 0,-1 0-1 0 0,1 0 0 0 0,0-1 0 0 0,0 1 1 0 0,0 0-1 0 0,-1-1 0 0 0,1 1 0 0 0,0-1 0 0 0,0 0 1 0 0,0 1-1 0 0,0-1 0 0 0,0 0 0 0 0,0 0 0 0 0,0 1 1 0 0,0-1-1 0 0,0 0 0 0 0,0 0 0 0 0,1 0 0 0 0,-2-1 1 0 0,1-1 17 0 0,0 1 1 0 0,1 0 0 0 0,-1 0-1 0 0,1-1 1 0 0,-1 1 0 0 0,1 0-1 0 0,0-1 1 0 0,0 1 0 0 0,0 0-1 0 0,0-1 1 0 0,0 1 0 0 0,1-3 0 0 0,1-4 175 0 0,0 0 0 0 0,0 0 0 0 0,1 1 0 0 0,1-1 0 0 0,7-13 0 0 0,-8 16-221 0 0,1 0 1 0 0,0 0-1 0 0,0 0 1 0 0,1 1 0 0 0,-1-1-1 0 0,1 1 1 0 0,1 0 0 0 0,-1 1-1 0 0,1-1 1 0 0,0 1 0 0 0,0 0-1 0 0,0 1 1 0 0,8-5-1 0 0,-9 7-74 0 0,-1-1-1 0 0,1 1 0 0 0,-1 0 0 0 0,1 0 0 0 0,0 1 1 0 0,-1-1-1 0 0,1 1 0 0 0,0 0 0 0 0,-1 0 0 0 0,1 1 1 0 0,0-1-1 0 0,-1 1 0 0 0,1 0 0 0 0,-1 1 0 0 0,1-1 0 0 0,-1 1 1 0 0,1-1-1 0 0,-1 1 0 0 0,0 1 0 0 0,0-1 0 0 0,5 4 1 0 0,4 5-17 0 0,0 0 1 0 0,-1 0-1 0 0,0 2 1 0 0,-1-1-1 0 0,0 1 1 0 0,-1 1-1 0 0,0 0 1 0 0,-2 0-1 0 0,1 1 1 0 0,-2 0-1 0 0,0 1 1 0 0,6 19-1 0 0,5 24 42 0 0,20 119 0 0 0,-33-150-62 0 0,2 20 148 0 0,-5-27 88 0 0,1 0 1 0 0,2 0-1 0 0,11 35 1 0 0,-16-54-212 0 0,1-1 1 0 0,-1 0-1 0 0,1 0 1 0 0,0 1-1 0 0,-1-1 1 0 0,1 0 0 0 0,0 0-1 0 0,0 0 1 0 0,0 1-1 0 0,0-1 1 0 0,0 0 0 0 0,0-1-1 0 0,0 1 1 0 0,0 0-1 0 0,1 0 1 0 0,-1 0 0 0 0,0-1-1 0 0,0 1 1 0 0,1 0-1 0 0,-1-1 1 0 0,1 1-1 0 0,-1-1 1 0 0,0 0 0 0 0,1 1-1 0 0,-1-1 1 0 0,1 0-1 0 0,-1 0 1 0 0,1 0 0 0 0,-1 0-1 0 0,0 0 1 0 0,1 0-1 0 0,-1 0 1 0 0,1-1 0 0 0,-1 1-1 0 0,0-1 1 0 0,1 1-1 0 0,-1-1 1 0 0,0 1-1 0 0,1-1 1 0 0,-1 1 0 0 0,0-1-1 0 0,3-2 1 0 0,5-3-81 0 0,0 0 0 0 0,0-1-1 0 0,0 0 1 0 0,9-9 0 0 0,-16 13 22 0 0,78-63-1320 0 0,-5 4-3752 0 0,-65 51 1317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57.9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11 352 14283 0 0,'0'0'33'0'0,"0"0"0"0"0,-1 0 0 0 0,1 0 0 0 0,0 1 0 0 0,0-1 0 0 0,-1 0 0 0 0,1 0 0 0 0,0 0 0 0 0,-1 0 0 0 0,1 0 0 0 0,0 0 0 0 0,0 0 0 0 0,-1 0 0 0 0,1 0 0 0 0,0 0 1 0 0,-1 0-1 0 0,1 0 0 0 0,0 0 0 0 0,0 0 0 0 0,-1 0 0 0 0,1 0 0 0 0,0 0 0 0 0,-1 0 0 0 0,1 0 0 0 0,0 0 0 0 0,0 0 0 0 0,-1 0 0 0 0,1 0 0 0 0,0-1 0 0 0,0 1 0 0 0,-1 0 0 0 0,1 0 0 0 0,0 0 0 0 0,0-1 0 0 0,-1 1 0 0 0,1 0 0 0 0,0 0 0 0 0,0 0 0 0 0,0-1 0 0 0,0 1 0 0 0,-1 0 0 0 0,1 0 0 0 0,0-1 0 0 0,0 1 0 0 0,2-19 361 0 0,15-23-408 0 0,-16 40 86 0 0,8-14-3 0 0,-1 0 1 0 0,2 1-1 0 0,0 0 1 0 0,1 0-1 0 0,1 1 1 0 0,0 1 0 0 0,1 0-1 0 0,0 0 1 0 0,24-16-1 0 0,4 2-185 0 0,0 2 1 0 0,61-27-1 0 0,-57 30 63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01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 2449 0 0,'0'-5'216'0'0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02.4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55 441 1952 0 0,'1'-1'23'0'0,"-1"0"0"0"0,1 1 0 0 0,-1-1 0 0 0,1 0 0 0 0,-1 0 0 0 0,1 1 0 0 0,-1-1 0 0 0,1 0 1 0 0,-1 0-1 0 0,0 0 0 0 0,1 0 0 0 0,-1 0 0 0 0,0 0 0 0 0,0 1 0 0 0,0-1 0 0 0,0 0 0 0 0,0 0 0 0 0,0 0 0 0 0,0 0 0 0 0,0 0 0 0 0,0 0 0 0 0,0 0 0 0 0,0 0 0 0 0,-1 0 0 0 0,1 1 0 0 0,0-1 0 0 0,-1 0 0 0 0,1 0 0 0 0,0 0 0 0 0,-1 0 0 0 0,1 1 0 0 0,-1-1 0 0 0,1 0 0 0 0,-1 0 0 0 0,0 1 0 0 0,1-1 0 0 0,-1 1 0 0 0,0-1 0 0 0,0 0 0 0 0,1 1 0 0 0,-2-1 0 0 0,-3-1 642 0 0,0 1 0 0 0,1 0 1 0 0,-1 1-1 0 0,0-1 0 0 0,0 1 0 0 0,-8 0 1 0 0,6 0 920 0 0,20-1-1088 0 0,0-1-1 0 0,0-1 1 0 0,0 0 0 0 0,18-8-1 0 0,-1 1-31 0 0,219-84 64 0 0,-131 45-397 0 0,52-9 839 0 0,323-66 0 0 0,-408 109-591 0 0,133-6 0 0 0,90 16 389 0 0,-168 4-100 0 0,56-2 2 0 0,306 2 756 0 0,-389 5-1224 0 0,0 5 0 0 0,-1 5 1 0 0,118 30-1 0 0,-171-31 43 0 0,0-3 1 0 0,1-2-1 0 0,0-3 1 0 0,117-5-1 0 0,-134 5-218 0 0,-38-4-26 0 0,1 0-1 0 0,-1 0 0 0 0,0 0 1 0 0,1 0-1 0 0,-1-1 1 0 0,0 0-1 0 0,1 0 1 0 0,-1-1-1 0 0,7-1 1 0 0,-11 2-159 0 0,1 0 1 0 0,-1-1 0 0 0,0 1-1 0 0,0-1 1 0 0,1 1 0 0 0,-1-1-1 0 0,0 0 1 0 0,0 0 0 0 0,0 1 0 0 0,0-1-1 0 0,0 0 1 0 0,0 0 0 0 0,0 0-1 0 0,0 0 1 0 0,0 0 0 0 0,0 0-1 0 0,0 0 1 0 0,-1 0 0 0 0,2-3 0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03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152 0 6913 0 0,'1'6'3833'0'0,"24"6"-3339"0"0,-2 2-1 0 0,1 0 1 0 0,34 28-1 0 0,15 26 826 0 0,29 24 1012 0 0,-100-91-2302 0 0,0 1 0 0 0,0 0 0 0 0,0 0 0 0 0,-1-1 0 0 0,1 1 0 0 0,0 0 0 0 0,-1 0 0 0 0,1 1 0 0 0,-1-1 0 0 0,0 0 0 0 0,0 0 0 0 0,0 1 0 0 0,0-1 0 0 0,0 1 0 0 0,0-1 0 0 0,-1 0 0 0 0,1 1 0 0 0,0 3-1 0 0,-2-1 87 0 0,1-1 0 0 0,0 1-1 0 0,-1-1 1 0 0,0 1-1 0 0,0-1 1 0 0,0 1 0 0 0,-1-1-1 0 0,1 0 1 0 0,-5 8-1 0 0,-4 5 377 0 0,-1 0 0 0 0,-1-1-1 0 0,-25 27 1 0 0,27-33-436 0 0,-23 23-308 0 0,-1-2-1 0 0,-50 36 0 0 0,-22 20-506 0 0,1 13-2737 0 0,78-73 2218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03.9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137 41 3225 0 0,'-4'-12'240'0'0,"-8"-14"2033"0"0,4 23-871 0 0,-2 17-239 0 0,7-7-921 0 0,0 0 0 0 0,1 1 1 0 0,0 0-1 0 0,-1 11 0 0 0,-5 18 77 0 0,-25 51-80 0 0,21-58-236 0 0,1 0-1 0 0,-10 45 0 0 0,19-69 61 0 0,1 1-1 0 0,0-1 0 0 0,1 1 0 0 0,-1 0 0 0 0,1-1 1 0 0,1 1-1 0 0,-1-1 0 0 0,1 1 0 0 0,3 12 0 0 0,-3-17 27 0 0,0 0-1 0 0,0 0 0 0 0,0 0 1 0 0,1 0-1 0 0,-1 0 0 0 0,0 0 0 0 0,1-1 1 0 0,-1 1-1 0 0,1 0 0 0 0,0-1 0 0 0,-1 1 1 0 0,1-1-1 0 0,0 1 0 0 0,0-1 0 0 0,0 0 1 0 0,0 0-1 0 0,0 0 0 0 0,0 0 0 0 0,0 0 1 0 0,0 0-1 0 0,1-1 0 0 0,-1 1 0 0 0,0-1 1 0 0,0 1-1 0 0,1-1 0 0 0,-1 0 1 0 0,0 0-1 0 0,1 0 0 0 0,-1 0 0 0 0,3-1 1 0 0,69-6 1511 0 0,-41 2-807 0 0,42 1 0 0 0,-64 4-712 0 0,1 1-1 0 0,-1 0 0 0 0,0 1 1 0 0,0 0-1 0 0,0 1 1 0 0,0 0-1 0 0,17 8 1 0 0,9 7-704 0 0,48 34 0 0 0,-67-40-5125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04.6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0 1840 0 0,'0'0'172'0'0,"-8"28"3863"0"0,3-8-3433 0 0,1 0 1 0 0,2 0 0 0 0,0 1 0 0 0,0-1-1 0 0,2 1 1 0 0,3 23 0 0 0,-2-32-486 0 0,2 0 0 0 0,-1-1 0 0 0,1 0-1 0 0,1 1 1 0 0,0-1 0 0 0,1-1 0 0 0,0 1 0 0 0,0-1 0 0 0,1 1 0 0 0,1-2-1 0 0,0 1 1 0 0,9 9 0 0 0,97 123 2493 0 0,-109-137-2582 0 0,0-1 1 0 0,0 0-1 0 0,0 0 0 0 0,1 0 0 0 0,0-1 1 0 0,-1 1-1 0 0,1-1 0 0 0,8 4 0 0 0,-12-6-88 0 0,0-1 0 0 0,0 1 0 0 0,0-1 0 0 0,0 1 0 0 0,0-1-1 0 0,0 1 1 0 0,1-1 0 0 0,-1 0 0 0 0,0 0 0 0 0,0 1 0 0 0,0-1 0 0 0,0 0-1 0 0,0 0 1 0 0,1 0 0 0 0,-1 0 0 0 0,0-1 0 0 0,0 1 0 0 0,0 0 0 0 0,0 0-1 0 0,0-1 1 0 0,1 1 0 0 0,-1 0 0 0 0,0-1 0 0 0,0 1 0 0 0,0-1 0 0 0,0 0 0 0 0,0 1-1 0 0,0-1 1 0 0,0 0 0 0 0,-1 1 0 0 0,1-1 0 0 0,0 0 0 0 0,0 0 0 0 0,0 0-1 0 0,-1 0 1 0 0,1 0 0 0 0,-1 0 0 0 0,1 0 0 0 0,0 0 0 0 0,-1 0 0 0 0,0 0-1 0 0,1 0 1 0 0,-1 0 0 0 0,0 0 0 0 0,1 0 0 0 0,-1-1 0 0 0,0 1 0 0 0,0-2 0 0 0,0-6-1419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05.0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19 204 2745 0 0,'-1'-1'59'0'0,"0"1"1"0"0,0-1 0 0 0,-1 0 0 0 0,1 0-1 0 0,0 1 1 0 0,0-1 0 0 0,0 0 0 0 0,0 0 0 0 0,0 0-1 0 0,0 0 1 0 0,0 0 0 0 0,1 0 0 0 0,-1-1-1 0 0,0 1 1 0 0,0 0 0 0 0,1 0 0 0 0,-1-1-1 0 0,1 1 1 0 0,-1 0 0 0 0,1 0 0 0 0,0-1 0 0 0,-1 1-1 0 0,1-2 1 0 0,0 0 128 0 0,1 1 1 0 0,-1 0-1 0 0,1 0 1 0 0,0 0-1 0 0,-1 0 0 0 0,1 1 1 0 0,0-1-1 0 0,0 0 0 0 0,0 0 1 0 0,0 0-1 0 0,1 1 1 0 0,-1-1-1 0 0,0 1 0 0 0,2-3 1 0 0,8-5 1008 0 0,1-1 1 0 0,0 1 0 0 0,22-12 0 0 0,-21 13-1111 0 0,20-14 905 0 0,39-24 360 0 0,-65 42-1333 0 0,0 1 0 0 0,0 0 0 0 0,0 1 0 0 0,1-1 0 0 0,-1 1 0 0 0,1 1 0 0 0,-1-1 0 0 0,14 0 0 0 0,-12 2-366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15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69 5065 0 0,'-10'-26'2488'0'0,"8"22"-1891"0"0,1-1-1 0 0,-1 1 1 0 0,0-1 0 0 0,0 1-1 0 0,0-1 1 0 0,-1 1-1 0 0,1 0 1 0 0,-10-3 2872 0 0,12 7-3413 0 0,-3 12 1343 0 0,1 10-229 0 0,15 58-313 0 0,3-2 0 0 0,37 108 0 0 0,-38-134-643 0 0,-3-12-346 0 0,1-1 1 0 0,2 0 0 0 0,2 0 0 0 0,32 52-1 0 0,-22-58-1600 0 0,-13-23 168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16.2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120 258 456 0 0,'-7'-1'403'0'0,"0"-1"0"0"0,0 2 0 0 0,0-1 0 0 0,-11 0 0 0 0,13 2 22 0 0,0-1 0 0 0,0 0 0 0 0,1-1 0 0 0,-1 1 0 0 0,0-1 0 0 0,0 0 0 0 0,0 0 0 0 0,0 0 0 0 0,1-1 0 0 0,-6-2 0 0 0,8 2-291 0 0,1 1 1 0 0,0-1-1 0 0,-1 0 1 0 0,1 1-1 0 0,0-1 1 0 0,0 0-1 0 0,0 0 1 0 0,0 0-1 0 0,0 0 1 0 0,0 0 0 0 0,0 0-1 0 0,1 0 1 0 0,-1 0-1 0 0,1 0 1 0 0,0 0-1 0 0,-1 0 1 0 0,1-1-1 0 0,0 1 1 0 0,0 0-1 0 0,0 0 1 0 0,1 0 0 0 0,-1 0-1 0 0,0 0 1 0 0,1-1-1 0 0,0 1 1 0 0,1-4-1 0 0,1-5 82 0 0,2 0 0 0 0,-1 1 0 0 0,10-17 0 0 0,-6 15 28 0 0,0 0-1 0 0,0 0 0 0 0,1 1 0 0 0,1 0 0 0 0,0 1 1 0 0,0 0-1 0 0,1 0 0 0 0,15-9 0 0 0,-23 17-144 0 0,1-1 0 0 0,1 1 0 0 0,-1 0 0 0 0,0 0 0 0 0,0 1 0 0 0,1-1 0 0 0,-1 1 0 0 0,1 0 0 0 0,-1 0 0 0 0,1 0 0 0 0,0 1 0 0 0,7-1 0 0 0,-8 2-73 0 0,-1 0 0 0 0,1-1 0 0 0,-1 1 0 0 0,0 1-1 0 0,1-1 1 0 0,-1 0 0 0 0,0 1 0 0 0,0 0 0 0 0,0-1 0 0 0,0 1 0 0 0,0 0 0 0 0,0 1 0 0 0,-1-1 0 0 0,1 0 0 0 0,-1 1 0 0 0,1 0 0 0 0,-1-1 0 0 0,4 7 0 0 0,-1-1 4 0 0,-1 1 0 0 0,0 0 0 0 0,0 0 0 0 0,-1 0 0 0 0,0 0 0 0 0,0 1 0 0 0,-1-1 0 0 0,0 1 0 0 0,0 18 0 0 0,-1 10 133 0 0,-4 44 1 0 0,2-61-151 0 0,-3 17 121 0 0,2-26-39 0 0,0 0-1 0 0,1 0 1 0 0,1 0-1 0 0,0 0 1 0 0,0-1-1 0 0,1 1 1 0 0,1 0-1 0 0,4 17 1 0 0,-5-27-59 0 0,0 0 1 0 0,0-1-1 0 0,0 1 1 0 0,0-1-1 0 0,1 1 1 0 0,-1-1-1 0 0,1 0 1 0 0,-1 1-1 0 0,0-1 1 0 0,1 0-1 0 0,0 0 1 0 0,-1 0-1 0 0,1 0 1 0 0,0 0-1 0 0,0 0 1 0 0,-1-1-1 0 0,1 1 1 0 0,0-1-1 0 0,0 1 1 0 0,0-1-1 0 0,0 1 1 0 0,0-1-1 0 0,0 0 1 0 0,0 0-1 0 0,0 0 1 0 0,-1 0-1 0 0,1-1 1 0 0,0 1-1 0 0,0 0 1 0 0,0-1-1 0 0,0 1 1 0 0,2-2-1 0 0,10-2 33 0 0,0 0-1 0 0,-1-1 0 0 0,15-9 1 0 0,-21 11 30 0 0,28-13-425 0 0,-12 6-4657 0 0,-5 2-815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16.6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37 100 8754 0 0,'-6'5'306'0'0,"-17"14"1783"0"0,16-6 2207 0 0,9-13-3976 0 0,1-1 1 0 0,-1 1-1 0 0,0-1 1 0 0,1 0-1 0 0,-1 0 1 0 0,0 0 0 0 0,0 0-1 0 0,0 0 1 0 0,1 0-1 0 0,1-2 1 0 0,37-21 725 0 0,59-26 1 0 0,-71 39-2009 0 0,45-12 0 0 0,-29 8-4400 0 0,-37 12 3683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17.0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4 3225 0 0,'-3'-1'192'0'0,"1"0"0"0"0,-1 0 0 0 0,1 1 0 0 0,-1 0 0 0 0,1-1-1 0 0,-1 1 1 0 0,0 0 0 0 0,1 0 0 0 0,-1 0 0 0 0,1 1 0 0 0,-5 0 0 0 0,6 0-27 0 0,-1 0 0 0 0,1 0-1 0 0,-1 0 1 0 0,1 0-1 0 0,0 0 1 0 0,-1 0 0 0 0,1 0-1 0 0,0 1 1 0 0,0-1 0 0 0,0 0-1 0 0,0 1 1 0 0,0-1 0 0 0,0 1-1 0 0,0-1 1 0 0,0 1 0 0 0,1 0-1 0 0,-1-1 1 0 0,0 4 0 0 0,-2 4-7 0 0,0 0 0 0 0,1 0 0 0 0,1 0 0 0 0,-1 1 1 0 0,1-1-1 0 0,1 0 0 0 0,0 1 0 0 0,0-1 1 0 0,1 1-1 0 0,0-1 0 0 0,1 0 0 0 0,0 1 1 0 0,0-1-1 0 0,4 9 0 0 0,-4-12-109 0 0,1 0 0 0 0,0 0 1 0 0,0-1-1 0 0,0 1 0 0 0,1-1 0 0 0,0 1 1 0 0,0-1-1 0 0,0 0 0 0 0,0-1 0 0 0,1 1 1 0 0,0-1-1 0 0,0 0 0 0 0,0 0 0 0 0,0 0 1 0 0,1-1-1 0 0,0 0 0 0 0,-1 0 0 0 0,1 0 0 0 0,0-1 1 0 0,12 4-1 0 0,29 1 42 0 0,-36-7-57 0 0,1 2 0 0 0,-1-1 1 0 0,0 2-1 0 0,0 0 0 0 0,20 7 0 0 0,-28-8-28 0 0,0-1 0 0 0,-1 1 0 0 0,1 0 1 0 0,-1 0-1 0 0,1 0 0 0 0,-1 0 0 0 0,0 0 0 0 0,0 0 0 0 0,0 1 0 0 0,0-1 0 0 0,0 1 0 0 0,0 0 0 0 0,-1-1 0 0 0,0 1 0 0 0,1 0 0 0 0,-1 0 0 0 0,0 0 0 0 0,0 0 0 0 0,0 0 1 0 0,-1 0-1 0 0,1 0 0 0 0,-1 0 0 0 0,1 0 0 0 0,-1 0 0 0 0,0 0 0 0 0,-1 5 0 0 0,0 9 311 0 0,-1 0 1 0 0,-1-1-1 0 0,0 1 1 0 0,-1-1-1 0 0,-8 21 1 0 0,8-28-150 0 0,0 1 1 0 0,0-1 0 0 0,0-1-1 0 0,-1 1 1 0 0,-1-1-1 0 0,1 0 1 0 0,-1 0 0 0 0,-1 0-1 0 0,1-1 1 0 0,-12 10-1 0 0,-11-7-1536 0 0,29-10 1299 0 0,-1 1 1 0 0,0-1-1 0 0,0 0 1 0 0,0 0-1 0 0,0 1 1 0 0,0-1-1 0 0,0 0 1 0 0,0 0-1 0 0,0 0 1 0 0,0 0-1 0 0,1 0 1 0 0,-1 0-1 0 0,0-1 1 0 0,0 1-1 0 0,0 0 1 0 0,0 0-1 0 0,0-1 1 0 0,0 1 0 0 0,0 0-1 0 0,1-1 1 0 0,-1 1-1 0 0,0-1 1 0 0,0 1-1 0 0,1-1 1 0 0,-1 0-1 0 0,0 1 1 0 0,0-1-1 0 0,1 0 1 0 0,-1 0-1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17.5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8754 0 0,'13'0'2070'0'0,"-1"1"0"0"0,0 0 0 0 0,25 7 0 0 0,37 19 724 0 0,69 50-2891 0 0,-111-58 850 0 0,53 34-593 0 0,-41-24-916 0 0,52 24 0 0 0,-81-47-744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17.9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193 0 5529 0 0,'-2'8'7899'0'0,"-4"12"-5933"0"0,-21 95 817 0 0,-21 70-1723 0 0,38-155-941 0 0,-29 81 805 0 0,33-97-1213 0 0,-1-1 0 0 0,0 1 0 0 0,-1-2 1 0 0,0 1-1 0 0,-16 19 0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19.0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110 77 2633 0 0,'-2'-1'134'0'0,"0"0"0"0"0,0-1 1 0 0,0 1-1 0 0,0 0 0 0 0,0 0 1 0 0,0 0-1 0 0,-1 1 0 0 0,1-1 1 0 0,0 0-1 0 0,-1 1 0 0 0,1 0 1 0 0,0-1-1 0 0,-1 1 1 0 0,1 0-1 0 0,0 0 0 0 0,-1 0 1 0 0,1 1-1 0 0,0-1 0 0 0,-1 0 1 0 0,1 1-1 0 0,0 0 0 0 0,-5 1 1 0 0,-2 1 204 0 0,0 1 1 0 0,1 0-1 0 0,-1 0 1 0 0,-9 7-1 0 0,32-28 5959 0 0,-4 5-5894 0 0,-3 4-77 0 0,2 1-1 0 0,-1 0 1 0 0,1 1 0 0 0,0-1 0 0 0,0 2 0 0 0,1-1 0 0 0,-1 2 0 0 0,1-1-1 0 0,17-4 1 0 0,-21 8-320 0 0,1 0 0 0 0,-1 0-1 0 0,1 0 1 0 0,-1 1 0 0 0,1 1-1 0 0,-1-1 1 0 0,1 1 0 0 0,-1 0-1 0 0,0 0 1 0 0,1 1 0 0 0,-1-1-1 0 0,0 2 1 0 0,0-1 0 0 0,0 1-1 0 0,0-1 1 0 0,10 8 0 0 0,-11-6-29 0 0,1 0 1 0 0,-1 0 0 0 0,0 1 0 0 0,-1 0-1 0 0,1 0 1 0 0,-1 0 0 0 0,0 0-1 0 0,0 1 1 0 0,0 0 0 0 0,-1-1 0 0 0,0 1-1 0 0,0 1 1 0 0,-1-1 0 0 0,1 0-1 0 0,-1 1 1 0 0,-1-1 0 0 0,1 1 0 0 0,-1-1-1 0 0,0 1 1 0 0,-1 0 0 0 0,0 9-1 0 0,-1 14-171 0 0,-1 1 0 0 0,-1-1 0 0 0,-12 44 0 0 0,6-30-139 0 0,9-44 330 0 0,0 1 0 0 0,0-1-1 0 0,-1 1 1 0 0,1-1-1 0 0,0 1 1 0 0,0-1-1 0 0,0 0 1 0 0,0 1 0 0 0,0-1-1 0 0,0 1 1 0 0,0-1-1 0 0,0 1 1 0 0,0-1-1 0 0,0 1 1 0 0,0-1 0 0 0,0 1-1 0 0,0-1 1 0 0,0 1-1 0 0,0-1 1 0 0,1 0-1 0 0,-1 1 1 0 0,0-1 0 0 0,0 1-1 0 0,1-1 1 0 0,-1 0-1 0 0,0 1 1 0 0,0-1-1 0 0,1 1 1 0 0,-1-1-1 0 0,0 0 1 0 0,1 1 0 0 0,-1-1-1 0 0,0 0 1 0 0,1 0-1 0 0,-1 1 1 0 0,1-1-1 0 0,-1 0 1 0 0,0 0 0 0 0,1 0-1 0 0,-1 1 1 0 0,1-1-1 0 0,-1 0 1 0 0,1 0-1 0 0,-1 0 1 0 0,1 0 0 0 0,-1 0-1 0 0,1 0 1 0 0,-1 0-1 0 0,1 0 1 0 0,-1 0-1 0 0,0 0 1 0 0,1 0 0 0 0,-1 0-1 0 0,1 0 1 0 0,-1-1-1 0 0,1 1 1 0 0,-1 0-1 0 0,1 0 1 0 0,-1 0 0 0 0,0-1-1 0 0,1 1 1 0 0,-1 0-1 0 0,1-1 1 0 0,39-21 21 0 0,-19 9-27 0 0,-16 11 23 0 0,0 0-1 0 0,1 1 1 0 0,-1 0-1 0 0,0-1 1 0 0,0 1-1 0 0,1 1 1 0 0,-1-1-1 0 0,1 1 0 0 0,-1 0 1 0 0,0 0-1 0 0,1 1 1 0 0,-1 0-1 0 0,0 0 1 0 0,1 0-1 0 0,-1 0 1 0 0,0 1-1 0 0,0 0 0 0 0,0 0 1 0 0,0 0-1 0 0,8 6 1 0 0,-8-4-13 0 0,0 0 0 0 0,-1 0 0 0 0,1 0 0 0 0,-1 1 0 0 0,0 0 0 0 0,-1 0 0 0 0,1 0 0 0 0,-1 0 0 0 0,0 0 0 0 0,0 1 0 0 0,0-1 0 0 0,-1 1 0 0 0,0 0 0 0 0,0 0 0 0 0,-1 0 0 0 0,1 0 0 0 0,-1 0 0 0 0,0 7 0 0 0,-1 4 86 0 0,0-1 0 0 0,-1 1 0 0 0,-1-1 0 0 0,0 1 1 0 0,-2-1-1 0 0,0 0 0 0 0,0 0 0 0 0,-2 0 0 0 0,0-1 1 0 0,0 0-1 0 0,-2 0 0 0 0,1 0 0 0 0,-2-1 0 0 0,0 0 0 0 0,-1-1 1 0 0,-15 17-1 0 0,24-29-186 0 0,0 1 0 0 0,-1-1 0 0 0,1 0 1 0 0,0 1-1 0 0,0-1 0 0 0,-1 0 0 0 0,1 0 0 0 0,0 0 0 0 0,-1 0 1 0 0,1 0-1 0 0,-1 0 0 0 0,1 0 0 0 0,-1-1 0 0 0,0 1 1 0 0,1-1-1 0 0,-1 1 0 0 0,0-1 0 0 0,0 1 0 0 0,1-1 0 0 0,-1 0 1 0 0,0 0-1 0 0,0 0 0 0 0,1 0 0 0 0,-1 0 0 0 0,0 0 1 0 0,0 0-1 0 0,1-1 0 0 0,-3 0 0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38.0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33 5529 0 0,'-8'-32'7893'0'0,"13"48"-7024"0"0,20 96 491 0 0,-6 0 0 0 0,6 140 0 0 0,-15 231-370 0 0,-10-303-587 0 0,2-43-347 0 0,24 180 0 0 0,-14-187 17 0 0,6 30-1995 0 0,-12-143-836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38.4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13 138 8290 0 0,'-12'3'2930'0'0,"19"-14"-1762"0"0,22-14-769 0 0,-8 13-26 0 0,1 1 0 0 0,1 1 0 0 0,0 2 0 0 0,1 0 0 0 0,28-6 0 0 0,126-15 741 0 0,-84 21-517 0 0,113 4 0 0 0,97 19-133 0 0,-192-8-397 0 0,190 21 602 0 0,-246-19-373 0 0,0 2 0 0 0,-1 3 0 0 0,69 27-1 0 0,-86-26 70 0 0,-2 1-58 0 0,1-2 0 0 0,0-2 0 0 0,1-1 0 0 0,47 7 1 0 0,-83-18-328 0 0,0 1 0 0 0,0-1 1 0 0,0 0-1 0 0,0 1 0 0 0,0-1 0 0 0,0 0 1 0 0,0 0-1 0 0,0 0 0 0 0,0-1 1 0 0,1 1-1 0 0,-1 0 0 0 0,0-1 1 0 0,0 0-1 0 0,0 1 0 0 0,-1-1 1 0 0,1 0-1 0 0,0 0 0 0 0,0 0 0 0 0,0 0 1 0 0,0 0-1 0 0,-1-1 0 0 0,1 1 1 0 0,-1 0-1 0 0,1-1 0 0 0,-1 1 1 0 0,1-1-1 0 0,-1 0 0 0 0,0 1 1 0 0,0-1-1 0 0,0 0 0 0 0,0 0 1 0 0,0 0-1 0 0,1-2 0 0 0,4-17-251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39.1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73 8754 0 0,'-6'6'258'0'0,"9"-2"-10"0"0,21-2 250 0 0,34-6 724 0 0,125-26 1968 0 0,-61 8-2328 0 0,162-7 0 0 0,170 34-788 0 0,-338 3-918 0 0,215 45 0 0 0,-288-42 276 0 0,-2 1 0 0 0,62 27 0 0 0,-80-28 196 0 0,0 1 0 0 0,-1 1 0 0 0,0 1 0 0 0,-1 1 0 0 0,31 27 0 0 0,-38-28-3395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39.6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 4609 0 0,'16'0'10940'0'0,"-12"19"-10444"0"0,-1 0 0 0 0,-1 0 0 0 0,0 0 0 0 0,-1 0 0 0 0,-1 0 0 0 0,-4 29 0 0 0,2-6-246 0 0,-10 149-45 0 0,-1 90 321 0 0,13-217-426 0 0,4-1-1 0 0,15 91 0 0 0,56 150-45 0 0,12 77 42 0 0,-81-331 172 0 0,-3 1 1 0 0,-1-1-1 0 0,-3 1 1 0 0,-2-1-1 0 0,-12 62 1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0.9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1 129 3225 0 0,'0'-4'261'0'0,"1"1"1"0"0,0-1 0 0 0,0 1-1 0 0,0 0 1 0 0,0 0-1 0 0,1-1 1 0 0,-1 1 0 0 0,1 0-1 0 0,0 0 1 0 0,4-5-1 0 0,23-26 2563 0 0,-21 27-2267 0 0,0 1 0 0 0,1 1-1 0 0,0 0 1 0 0,0 0 0 0 0,0 0 0 0 0,0 1 0 0 0,1 1 0 0 0,-1-1-1 0 0,1 1 1 0 0,0 1 0 0 0,0 0 0 0 0,10 0 0 0 0,-18 1-549 0 0,-1 1 1 0 0,0 0 0 0 0,1 0-1 0 0,-1 0 1 0 0,1 0 0 0 0,-1 0-1 0 0,0 1 1 0 0,1-1-1 0 0,-1 0 1 0 0,0 1 0 0 0,1-1-1 0 0,-1 1 1 0 0,0-1 0 0 0,0 1-1 0 0,1 0 1 0 0,-1-1-1 0 0,0 1 1 0 0,0 0 0 0 0,0 0-1 0 0,0 0 1 0 0,0 0 0 0 0,0 0-1 0 0,1 1 1 0 0,0 1-1 0 0,-1 0 1 0 0,0-1-1 0 0,0 1 1 0 0,0 0-1 0 0,0 0 1 0 0,0 0-1 0 0,0 0 1 0 0,-1 0-1 0 0,1 0 1 0 0,-1 4-1 0 0,0 4 27 0 0,0 0 0 0 0,-1 0 1 0 0,-1 0-1 0 0,-5 21 0 0 0,-28 62-76 0 0,24-69 18 0 0,1 0 0 0 0,2 0 0 0 0,-8 34 0 0 0,16-57 26 0 0,0 1 0 0 0,-1-1 0 0 0,1 0 1 0 0,0 1-1 0 0,0-1 0 0 0,1 1 0 0 0,-1-1 1 0 0,0 0-1 0 0,1 1 0 0 0,0-1 0 0 0,-1 0 1 0 0,1 0-1 0 0,0 1 0 0 0,0-1 0 0 0,0 0 1 0 0,1 0-1 0 0,-1 0 0 0 0,0 0 0 0 0,1 0 0 0 0,-1 0 1 0 0,1-1-1 0 0,0 1 0 0 0,-1 0 0 0 0,1-1 1 0 0,0 1-1 0 0,0-1 0 0 0,0 0 0 0 0,0 0 1 0 0,0 0-1 0 0,1 0 0 0 0,-1 0 0 0 0,0 0 1 0 0,0 0-1 0 0,1-1 0 0 0,1 1 0 0 0,13 3 36 0 0,-1-1 0 0 0,1-1 0 0 0,0 0 0 0 0,18-2 0 0 0,-8 1 2 0 0,49 7-112 0 0,-44-3-4446 0 0,-10 0-762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1.4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181 265 456 0 0,'-8'2'411'0'0,"1"0"-1"0"0,-1-1 1 0 0,1 1 0 0 0,-1-2-1 0 0,1 1 1 0 0,-1-1-1 0 0,0 0 1 0 0,1-1 0 0 0,-1 0-1 0 0,1 0 1 0 0,-1 0 0 0 0,1-1-1 0 0,0 0 1 0 0,-1-1-1 0 0,-12-6 1 0 0,17 7-225 0 0,0 1 0 0 0,-1-1 0 0 0,1 0 1 0 0,0-1-1 0 0,1 1 0 0 0,-1 0 0 0 0,0-1 0 0 0,1 0 0 0 0,-1 0 1 0 0,1 1-1 0 0,0-1 0 0 0,0 0 0 0 0,0-1 0 0 0,0 1 0 0 0,1 0 1 0 0,-1-1-1 0 0,1 1 0 0 0,0-1 0 0 0,0 1 0 0 0,0-1 0 0 0,0 1 0 0 0,1-1 1 0 0,-1 0-1 0 0,1 1 0 0 0,0-1 0 0 0,0 0 0 0 0,0 1 0 0 0,1-1 1 0 0,-1 0-1 0 0,1 1 0 0 0,0-1 0 0 0,0 1 0 0 0,0-1 0 0 0,3-3 1 0 0,0-2-68 0 0,0 1 1 0 0,1 0 0 0 0,0 0 0 0 0,1 1-1 0 0,-1-1 1 0 0,2 1 0 0 0,-1 0 0 0 0,12-9-1 0 0,-5 6-53 0 0,0 0 1 0 0,1 0-1 0 0,0 1 0 0 0,15-7 0 0 0,-28 15-56 0 0,1 1 0 0 0,-1-1-1 0 0,1 0 1 0 0,-1 0 0 0 0,1 1 0 0 0,-1-1 0 0 0,1 1 0 0 0,-1-1 0 0 0,1 1 0 0 0,-1 0-1 0 0,1 0 1 0 0,0-1 0 0 0,-1 1 0 0 0,1 0 0 0 0,0 0 0 0 0,-1 1 0 0 0,1-1 0 0 0,-1 0-1 0 0,1 0 1 0 0,2 2 0 0 0,-3-1-14 0 0,0 0 0 0 0,0 0 1 0 0,0 0-1 0 0,-1 0 0 0 0,1 0 0 0 0,-1 0 0 0 0,1 0 0 0 0,0 0 0 0 0,-1 0 1 0 0,0 0-1 0 0,1 0 0 0 0,-1 0 0 0 0,0 1 0 0 0,0-1 0 0 0,1 0 0 0 0,-1 0 0 0 0,0 0 1 0 0,0 1-1 0 0,0-1 0 0 0,0 0 0 0 0,-1 1 0 0 0,-1 11-76 0 0,-1 0 0 0 0,0 0 0 0 0,-9 22 0 0 0,9-29 80 0 0,-27 67-29 0 0,19-51-95 0 0,2 1 0 0 0,0 0 0 0 0,1 0 0 0 0,1 1 0 0 0,-4 32 0 0 0,10-53 102 0 0,1 0-1 0 0,0-1 1 0 0,0 1-1 0 0,0 0 1 0 0,0-1 0 0 0,0 1-1 0 0,1 0 1 0 0,-1 0 0 0 0,1-1-1 0 0,-1 1 1 0 0,1-1 0 0 0,0 1-1 0 0,0 0 1 0 0,0-1-1 0 0,1 0 1 0 0,-1 1 0 0 0,1-1-1 0 0,-1 0 1 0 0,1 0 0 0 0,0 1-1 0 0,0-1 1 0 0,0-1-1 0 0,0 1 1 0 0,0 0 0 0 0,0 0-1 0 0,0-1 1 0 0,0 1 0 0 0,1-1-1 0 0,-1 0 1 0 0,1 0-1 0 0,-1 0 1 0 0,1 0 0 0 0,-1 0-1 0 0,1 0 1 0 0,0-1 0 0 0,0 1-1 0 0,3-1 1 0 0,1 1 160 0 0,-1-1 0 0 0,1 0-1 0 0,0 0 1 0 0,-1-1 0 0 0,1 1 0 0 0,0-2 0 0 0,-1 1 0 0 0,1-1-1 0 0,-1 0 1 0 0,0 0 0 0 0,1-1 0 0 0,-1 1 0 0 0,0-1 0 0 0,7-6 0 0 0,-8 6 65 0 0,-1 0 0 0 0,0-1 0 0 0,0 0 0 0 0,0 0 0 0 0,0 0 0 0 0,-1 0 0 0 0,0 0 0 0 0,1-1 0 0 0,-2 1 0 0 0,4-8 0 0 0,-5 11-163 0 0,-1-1 0 0 0,1 0 0 0 0,-1 1 0 0 0,0-1 0 0 0,1 0 0 0 0,-1 1 0 0 0,0-1 0 0 0,0 0 0 0 0,-1 1 0 0 0,1-1 0 0 0,0 0 0 0 0,0 1 0 0 0,-1-1-1 0 0,1 0 1 0 0,-1 1 0 0 0,0-1 0 0 0,1 1 0 0 0,-1-1 0 0 0,0 1 0 0 0,0-1 0 0 0,0 1 0 0 0,0-1 0 0 0,0 1 0 0 0,0 0 0 0 0,0 0 0 0 0,0-1 0 0 0,-1 1 0 0 0,1 0 0 0 0,0 0-1 0 0,-1 0 1 0 0,1 0 0 0 0,-1 1 0 0 0,1-1 0 0 0,-1 0 0 0 0,1 1 0 0 0,-4-2 0 0 0,-7-1-77 0 0,-1-1 0 0 0,0 2 0 0 0,1-1 0 0 0,-1 2 0 0 0,0 0 1 0 0,0 0-1 0 0,-25 3 0 0 0,15-1-1110 0 0,-13 0-5165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2.5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47 169 3225 0 0,'-2'1'54'0'0,"1"1"0"0"0,-1-1 0 0 0,0 0 0 0 0,0 0 1 0 0,1 0-1 0 0,-1 0 0 0 0,0-1 0 0 0,0 1 0 0 0,0 0 1 0 0,0-1-1 0 0,0 0 0 0 0,0 1 0 0 0,0-1 0 0 0,0 0 1 0 0,0 0-1 0 0,0 0 0 0 0,-4 0 0 0 0,6 0 42 0 0,-1-1 1 0 0,1 1-1 0 0,-1 0 1 0 0,1 0-1 0 0,-1-1 0 0 0,1 1 1 0 0,-1 0-1 0 0,1 0 1 0 0,-1-1-1 0 0,1 1 0 0 0,0-1 1 0 0,-1 1-1 0 0,1 0 1 0 0,-1-1-1 0 0,1 1 0 0 0,0-1 1 0 0,0 1-1 0 0,-1-1 0 0 0,1 1 1 0 0,0-1-1 0 0,0 1 1 0 0,0-1-1 0 0,-1 1 0 0 0,1-2 1 0 0,0 0 60 0 0,0 1 0 0 0,0-1 0 0 0,0 0 0 0 0,1 0 0 0 0,-1 1 0 0 0,0-1 1 0 0,1 0-1 0 0,-1 0 0 0 0,1 1 0 0 0,0-1 0 0 0,1-2 0 0 0,4-6 150 0 0,0 0 0 0 0,1 1 0 0 0,0-1 1 0 0,1 2-1 0 0,0-1 0 0 0,10-8 0 0 0,3-1 568 0 0,34-22 0 0 0,-53 38-809 0 0,0 1 0 0 0,0 0 0 0 0,-1-1 1 0 0,1 1-1 0 0,0 0 0 0 0,0 0 0 0 0,0 0 1 0 0,1 0-1 0 0,-1 0 0 0 0,0 1 0 0 0,0-1 1 0 0,0 1-1 0 0,1-1 0 0 0,-1 1 0 0 0,0 0 1 0 0,0 0-1 0 0,1 0 0 0 0,-1 0 0 0 0,0 0 1 0 0,0 1-1 0 0,1-1 0 0 0,-1 1 0 0 0,0-1 1 0 0,0 1-1 0 0,0 0 0 0 0,4 1 0 0 0,-4 1-22 0 0,0-1 0 0 0,0 0 0 0 0,-1 0 0 0 0,1 1-1 0 0,0-1 1 0 0,-1 1 0 0 0,1 0 0 0 0,-1-1 0 0 0,0 1-1 0 0,0 0 1 0 0,0 0 0 0 0,0 0 0 0 0,-1 0-1 0 0,1 0 1 0 0,-1 0 0 0 0,0 0 0 0 0,0 0 0 0 0,0-1-1 0 0,0 6 1 0 0,-3 16 133 0 0,0 0 0 0 0,-2 0-1 0 0,0-1 1 0 0,-13 35-1 0 0,7-25-276 0 0,-7 35 0 0 0,18-66 97 0 0,-1-1 1 0 0,1 1-1 0 0,0-1 1 0 0,-1 0-1 0 0,1 1 1 0 0,0-1-1 0 0,0 1 0 0 0,0-1 1 0 0,0 1-1 0 0,0-1 1 0 0,0 1-1 0 0,1-1 1 0 0,-1 1-1 0 0,0-1 0 0 0,1 1 1 0 0,-1-1-1 0 0,1 1 1 0 0,0-1-1 0 0,-1 0 0 0 0,1 1 1 0 0,0-1-1 0 0,0 0 1 0 0,0 0-1 0 0,0 0 1 0 0,1 2-1 0 0,0-2 1 0 0,0 0-1 0 0,0-1 1 0 0,0 1-1 0 0,0-1 1 0 0,0 1-1 0 0,0-1 1 0 0,0 1 0 0 0,0-1-1 0 0,0 0 1 0 0,0 0-1 0 0,0 0 1 0 0,0 0-1 0 0,0 0 1 0 0,0-1 0 0 0,4 0-1 0 0,7-3 48 0 0,-1 0-1 0 0,1-1 0 0 0,-1 0 1 0 0,16-9-1 0 0,-7 1-182 0 0,1 2-1 0 0,0 0 1 0 0,1 2-1 0 0,0 0 1 0 0,0 2-1 0 0,48-10 1 0 0,-52 15-1248 0 0,-1-1-3539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2.9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66 239 2761 0 0,'-2'1'78'0'0,"0"-1"1"0"0,0 1 0 0 0,1-1-1 0 0,-1 0 1 0 0,0 0 0 0 0,0 1 0 0 0,0-1-1 0 0,1 0 1 0 0,-1-1 0 0 0,0 1-1 0 0,0 0 1 0 0,1 0 0 0 0,-1-1 0 0 0,0 1-1 0 0,0-1 1 0 0,1 0 0 0 0,-1 1-1 0 0,0-1 1 0 0,1 0 0 0 0,-1 0 0 0 0,-2-2-1 0 0,2 1 126 0 0,0 0-1 0 0,0-1 0 0 0,0 1 0 0 0,0-1 0 0 0,1 1 1 0 0,-1-1-1 0 0,1 0 0 0 0,-1 0 0 0 0,1 0 0 0 0,0 0 1 0 0,-1-5-1 0 0,0 2 53 0 0,1 0-1 0 0,0 0 1 0 0,1 1 0 0 0,0-1-1 0 0,-1 0 1 0 0,2 0 0 0 0,-1 0-1 0 0,1 0 1 0 0,0 1 0 0 0,0-1-1 0 0,0 0 1 0 0,1 1 0 0 0,4-10-1 0 0,1 4 3 0 0,0 0 0 0 0,1 1-1 0 0,1 0 1 0 0,13-13 0 0 0,-17 19-185 0 0,-1-1 1 0 0,1 2 0 0 0,0-1-1 0 0,0 0 1 0 0,0 1 0 0 0,0 0-1 0 0,1 0 1 0 0,-1 1 0 0 0,1 0-1 0 0,0 0 1 0 0,10-3 0 0 0,-15 5-60 0 0,0 1 1 0 0,-1-1 0 0 0,1 0-1 0 0,-1 0 1 0 0,1 1-1 0 0,0-1 1 0 0,-1 0 0 0 0,1 1-1 0 0,-1-1 1 0 0,1 0-1 0 0,-1 1 1 0 0,1-1 0 0 0,-1 1-1 0 0,1-1 1 0 0,-1 1 0 0 0,1-1-1 0 0,-1 1 1 0 0,0-1-1 0 0,1 1 1 0 0,-1 0 0 0 0,0-1-1 0 0,1 1 1 0 0,-1-1-1 0 0,0 1 1 0 0,0 0 0 0 0,0-1-1 0 0,0 1 1 0 0,1 0 0 0 0,-1-1-1 0 0,0 1 1 0 0,0 0-1 0 0,0-1 1 0 0,0 1 0 0 0,-1 0-1 0 0,1-1 1 0 0,0 1-1 0 0,0 1 1 0 0,-4 32 245 0 0,3-30-203 0 0,-15 75 813 0 0,10-54-782 0 0,0-1 0 0 0,2 2 0 0 0,1-1 0 0 0,0 41 0 0 0,3-63-89 0 0,0 0 0 0 0,1 0 0 0 0,-1 1 0 0 0,1-1 0 0 0,-1 0 0 0 0,1 0 1 0 0,0-1-1 0 0,0 1 0 0 0,0 0 0 0 0,0 0 0 0 0,1 0 0 0 0,-1-1 1 0 0,1 1-1 0 0,-1 0 0 0 0,1-1 0 0 0,0 0 0 0 0,0 1 0 0 0,0-1 0 0 0,0 0 1 0 0,1 0-1 0 0,-1 0 0 0 0,1 0 0 0 0,-1-1 0 0 0,1 1 0 0 0,0-1 1 0 0,-1 1-1 0 0,1-1 0 0 0,0 0 0 0 0,0 0 0 0 0,0 0 0 0 0,3 0 1 0 0,-1 0 14 0 0,1-1 0 0 0,-1 0 0 0 0,0 0 0 0 0,0-1 0 0 0,1 1 1 0 0,-1-1-1 0 0,0 0 0 0 0,0-1 0 0 0,0 1 0 0 0,0-1 0 0 0,0 0 1 0 0,0 0-1 0 0,-1 0 0 0 0,1-1 0 0 0,0 0 0 0 0,-1 0 0 0 0,5-4 1 0 0,-2 1 217 0 0,-1 0 0 0 0,1 0 0 0 0,-1-1 0 0 0,-1 0 0 0 0,1 0 0 0 0,-1-1 0 0 0,7-12 0 0 0,-11 18-182 0 0,-1 1-1 0 0,1-1 1 0 0,0 0 0 0 0,-1 1 0 0 0,0-1 0 0 0,1 0-1 0 0,-1 0 1 0 0,0 0 0 0 0,0 1 0 0 0,0-1 0 0 0,0 0 0 0 0,0 0-1 0 0,0 0 1 0 0,0 1 0 0 0,-1-1 0 0 0,1 0 0 0 0,-2-3-1 0 0,1 3-23 0 0,0 0 1 0 0,-1 1-1 0 0,1-1 0 0 0,-1 0 0 0 0,0 1 0 0 0,1-1 0 0 0,-1 1 0 0 0,0 0 0 0 0,0-1 0 0 0,0 1 0 0 0,0 0 1 0 0,0 0-1 0 0,0 0 0 0 0,0 1 0 0 0,0-1 0 0 0,0 0 0 0 0,-1 1 0 0 0,-2-1 0 0 0,-8-1-19 0 0,1 1-1 0 0,-1 1 1 0 0,0 0 0 0 0,0 0-1 0 0,0 1 1 0 0,-25 6-1 0 0,17-3-298 0 0,-13 1-295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3.3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7834 0 0,'0'0'27'0'0,"0"0"0"0"0,0 0 1 0 0,0 0-1 0 0,0 0 0 0 0,0 0 0 0 0,0 0 1 0 0,-1 0-1 0 0,1 0 0 0 0,0 0 1 0 0,0 0-1 0 0,0 0 0 0 0,0 0 1 0 0,0 0-1 0 0,-1 0 0 0 0,1 0 0 0 0,0 0 1 0 0,0 0-1 0 0,0 0 0 0 0,0 0 1 0 0,0 0-1 0 0,0 0 0 0 0,-1 0 0 0 0,1 0 1 0 0,0 0-1 0 0,0 0 0 0 0,0 0 1 0 0,0 0-1 0 0,0 0 0 0 0,0 0 1 0 0,0 0-1 0 0,-1 0 0 0 0,1 0 0 0 0,0 1 1 0 0,0-1-1 0 0,0 0 0 0 0,0 0 1 0 0,0 0-1 0 0,0 0 0 0 0,0 0 1 0 0,0 0-1 0 0,0 0 0 0 0,0 1 0 0 0,0-1 1 0 0,0 0-1 0 0,0 0 0 0 0,0 0 1 0 0,0 0-1 0 0,0 0 0 0 0,0 1 0 0 0,0-1 1 0 0,0 0-1 0 0,0 0 0 0 0,0 0 1 0 0,0 0-1 0 0,0 0 0 0 0,0 16 1094 0 0,5 26 510 0 0,-3-30-965 0 0,11 112 2178 0 0,-9-69-3142 0 0,3 0 0 0 0,1-1 0 0 0,17 54 0 0 0,-18-89-1251 0 0,-1-4-3204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3.7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76 1 5065 0 0,'0'0'390'0'0,"-1"20"1417"0"0,-11 36-898 0 0,-2 0 0 0 0,-21 54 0 0 0,22-71-1001 0 0,32-109-4179 0 0,-14 46 4425 0 0,2 0 0 0 0,0 0 0 0 0,19-38 1 0 0,-26 61-71 0 0,1 0-1 0 0,-1 0 1 0 0,1 0 0 0 0,0 0 0 0 0,-1 1 0 0 0,1-1 0 0 0,0 0-1 0 0,-1 0 1 0 0,1 1 0 0 0,0-1 0 0 0,0 1 0 0 0,0-1 0 0 0,0 1-1 0 0,0-1 1 0 0,0 1 0 0 0,0-1 0 0 0,0 1 0 0 0,0 0 0 0 0,0-1-1 0 0,0 1 1 0 0,0 0 0 0 0,0 0 0 0 0,0 0 0 0 0,0 0 0 0 0,0 0 0 0 0,0 0-1 0 0,0 0 1 0 0,0 0 0 0 0,0 0 0 0 0,0 1 0 0 0,0-1 0 0 0,0 0-1 0 0,0 1 1 0 0,0-1 0 0 0,0 1 0 0 0,0-1 0 0 0,0 1 0 0 0,0-1-1 0 0,-1 1 1 0 0,1-1 0 0 0,0 1 0 0 0,1 1 0 0 0,6 4 213 0 0,-1 0 1 0 0,1 1-1 0 0,9 12 1 0 0,-10-11-190 0 0,10 8-75 0 0,0 0-1 0 0,2 0 0 0 0,-1-2 0 0 0,2-1 0 0 0,0 0 1 0 0,40 19-1 0 0,-19-15-122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4.2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53 8754 0 0,'8'-1'836'0'0,"-1"0"1"0"0,0 0 0 0 0,0-1-1 0 0,12-5 1 0 0,15-3 1207 0 0,136-17 1415 0 0,-141 25-3750 0 0,0 1 0 0 0,0 1 0 0 0,0 1 0 0 0,28 5 0 0 0,-37-2-1003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4.5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0 6449 0 0,'-22'11'8486'0'0,"31"3"-5316"0"0,40 26 239 0 0,-41-35-3258 0 0,1 1 0 0 0,-1 1 1 0 0,0 0-1 0 0,-1 0 0 0 0,1 0 0 0 0,-1 1 0 0 0,10 16 1 0 0,-13-18-149 0 0,-1 1 0 0 0,0 0 0 0 0,0 0 0 0 0,0 0 1 0 0,-1 0-1 0 0,0 0 0 0 0,-1 0 0 0 0,0 1 1 0 0,0-1-1 0 0,0 1 0 0 0,-1-1 0 0 0,0 1 1 0 0,-1 8-1 0 0,-2-2-35 0 0,0 0 0 0 0,0 0 0 0 0,-1-1 1 0 0,-1 1-1 0 0,0-1 0 0 0,-8 14 0 0 0,-1-2-213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5.1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7834 0 0,'2'1'2539'0'0,"59"19"2499"0"0,-32-3-4942 0 0,0 0-1 0 0,-1 2 1 0 0,33 29 0 0 0,-21-16-2216 0 0,-22-18-2896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5.4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185 1 8754 0 0,'-6'13'580'0'0,"0"0"0"0"0,1 1 0 0 0,-7 27 0 0 0,-2 4 10 0 0,-107 235 362 0 0,111-265-2559 0 0,0-3-88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6.1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7370 0 0,'2'3'146'0'0,"0"-1"0"0"0,0 0 0 0 0,0 0 0 0 0,0 0 1 0 0,0 0-1 0 0,1-1 0 0 0,-1 1 0 0 0,1 0 1 0 0,-1-1-1 0 0,1 0 0 0 0,3 2 0 0 0,2 1 332 0 0,25 15 1296 0 0,67 29-1 0 0,-90-44-1742 0 0,0 0 0 0 0,1-1 0 0 0,0 0-1 0 0,0-1 1 0 0,0 0 0 0 0,0 0 0 0 0,0-1 0 0 0,0-1-1 0 0,0 0 1 0 0,1 0 0 0 0,12-3 0 0 0,-18 2-166 0 0,-1-1 0 0 0,0 0 0 0 0,0 0 0 0 0,-1 0 0 0 0,1-1 0 0 0,0 0 0 0 0,-1 0 0 0 0,1 0 0 0 0,-1 0 0 0 0,0-1 0 0 0,0 1 0 0 0,-1-1 0 0 0,1 0 0 0 0,-1 0 0 0 0,1-1 0 0 0,-1 1 0 0 0,-1-1 0 0 0,1 1 0 0 0,-1-1 0 0 0,3-7 0 0 0,2-5-387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6.4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0 5065 0 0,'-12'35'1564'0'0,"1"1"0"0"0,2 0-1 0 0,-5 47 1 0 0,8-51-659 0 0,5-24-708 0 0,-1 0-1 0 0,1-1 1 0 0,1 1 0 0 0,-1 0-1 0 0,1 0 1 0 0,1-1-1 0 0,-1 1 1 0 0,1 0 0 0 0,1 0-1 0 0,0-1 1 0 0,3 11-1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9.6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243 34 4681 0 0,'-37'23'17'0'0,"28"-16"132"0"0,0-1 0 0 0,0 0 1 0 0,-1-1-1 0 0,0 0 0 0 0,0 0 0 0 0,-1-1 1 0 0,-19 5-1 0 0,29-9-16 0 0,0 0 1 0 0,0-1-1 0 0,0 1 1 0 0,0 0-1 0 0,0 0 1 0 0,0-1-1 0 0,0 1 1 0 0,0-1-1 0 0,0 1 0 0 0,1-1 1 0 0,-1 1-1 0 0,0-1 1 0 0,0 0-1 0 0,0 1 1 0 0,1-1-1 0 0,-1 0 1 0 0,0 0-1 0 0,1 1 1 0 0,-1-1-1 0 0,0 0 0 0 0,1 0 1 0 0,-1 0-1 0 0,1 0 1 0 0,0 0-1 0 0,-1 0 1 0 0,1 0-1 0 0,-1-1 1 0 0,1 0-12 0 0,-1 1-1 0 0,1-1 1 0 0,-1 1 0 0 0,0-1 0 0 0,0 1 0 0 0,0-1 0 0 0,1 1 0 0 0,-1 0 0 0 0,0 0 0 0 0,-1 0 0 0 0,1-1 0 0 0,0 1 0 0 0,0 0 0 0 0,0 0 0 0 0,-1 0-1 0 0,1 1 1 0 0,0-1 0 0 0,-4-1 0 0 0,-25 4 1165 0 0,28-2-1088 0 0,-1 1-1 0 0,0 0 1 0 0,0-1 0 0 0,1 0-1 0 0,-1 0 1 0 0,0 0-1 0 0,0 0 1 0 0,1 0-1 0 0,-1 0 1 0 0,-4-2 0 0 0,8 0-77 0 0,1 0 0 0 0,0-1 0 0 0,-1 1 1 0 0,1 0-1 0 0,0 1 0 0 0,0-1 0 0 0,1 0 1 0 0,2-1-1 0 0,5-3 44 0 0,0 0 0 0 0,0 1 0 0 0,1 1 1 0 0,0 0-1 0 0,0 0 0 0 0,0 1 0 0 0,1 0 0 0 0,-1 1 0 0 0,13-1 1 0 0,7 1 0 0 0,0 1 1 0 0,35 3-1 0 0,-61-2-166 0 0,0 0-1 0 0,-1 1 1 0 0,1-1 0 0 0,0 1-1 0 0,-1 0 1 0 0,1 1-1 0 0,-1-1 1 0 0,0 1 0 0 0,1-1-1 0 0,-1 2 1 0 0,0-1-1 0 0,0 0 1 0 0,0 1 0 0 0,4 3-1 0 0,-6-3-14 0 0,1-1-1 0 0,-1 1 0 0 0,0 0 1 0 0,-1 1-1 0 0,1-1 0 0 0,0 0 1 0 0,-1 0-1 0 0,0 1 0 0 0,0-1 1 0 0,0 1-1 0 0,0-1 0 0 0,0 1 1 0 0,-1-1-1 0 0,0 1 1 0 0,1 0-1 0 0,-1-1 0 0 0,0 1 1 0 0,-2 6-1 0 0,-4 28-186 0 0,-2 0-1 0 0,-1-1 1 0 0,-16 38-1 0 0,12-38 165 0 0,2 1-1 0 0,1 0 1 0 0,-7 57-1 0 0,16-84 4 0 0,0 0 0 0 0,1 0 0 0 0,1 1 0 0 0,0-1-1 0 0,0 0 1 0 0,1 0 0 0 0,0 0 0 0 0,1 0 0 0 0,0-1 0 0 0,1 1 0 0 0,0-1-1 0 0,1 1 1 0 0,0-2 0 0 0,1 1 0 0 0,0 0 0 0 0,10 12 0 0 0,-5-11-809 0 0,0-1-251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0.0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0 260 7370 0 0,'1'-2'73'0'0,"0"-1"1"0"0,1 0-1 0 0,-1 1 1 0 0,0-1 0 0 0,1 1-1 0 0,-1 0 1 0 0,1-1-1 0 0,0 1 1 0 0,0 0-1 0 0,0 0 1 0 0,0 0 0 0 0,0 0-1 0 0,0 0 1 0 0,1 1-1 0 0,4-4 1 0 0,5-4 205 0 0,31-28-818 0 0,2 2 0 0 0,1 1 0 0 0,96-50-1 0 0,-114 72 500 0 0,0 2-20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0.4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87 299 4609 0 0,'-3'0'164'0'0,"0"0"1"0"0,0 0-1 0 0,0-1 0 0 0,0 1 1 0 0,0-1-1 0 0,0 0 0 0 0,0 0 1 0 0,0 0-1 0 0,0 0 0 0 0,1 0 1 0 0,-1-1-1 0 0,0 1 0 0 0,1-1 1 0 0,0 0-1 0 0,-1 0 1 0 0,1 1-1 0 0,0-2 0 0 0,0 1 1 0 0,0 0-1 0 0,0 0 0 0 0,0-1 1 0 0,0 1-1 0 0,1-1 0 0 0,-1 1 1 0 0,1-1-1 0 0,0 0 0 0 0,-1 0 1 0 0,2 1-1 0 0,-1-1 0 0 0,0 0 1 0 0,0 0-1 0 0,0-6 0 0 0,0 3 86 0 0,1 0-1 0 0,-1-1 0 0 0,1 1 0 0 0,0-1 1 0 0,1 1-1 0 0,0-1 0 0 0,0 1 0 0 0,0-1 1 0 0,1 1-1 0 0,0 0 0 0 0,0 0 0 0 0,0 0 0 0 0,1 0 1 0 0,5-9-1 0 0,-8 15-222 0 0,18-25 736 0 0,23-27 0 0 0,-36 47-743 0 0,0-1 0 0 0,1 1 1 0 0,-1 0-1 0 0,1 1 0 0 0,0-1 1 0 0,0 1-1 0 0,1 0 0 0 0,-1 1 1 0 0,1-1-1 0 0,12-3 0 0 0,-18 6-20 0 0,1 1 0 0 0,-1 0-1 0 0,0 0 1 0 0,1-1-1 0 0,-1 1 1 0 0,0 0 0 0 0,1 0-1 0 0,-1 0 1 0 0,0 0-1 0 0,1 0 1 0 0,-1 1 0 0 0,0-1-1 0 0,1 0 1 0 0,-1 1-1 0 0,0-1 1 0 0,1 1 0 0 0,-1-1-1 0 0,0 1 1 0 0,0-1-1 0 0,0 1 1 0 0,0 0 0 0 0,1 0-1 0 0,-1 0 1 0 0,1 1-1 0 0,0 1 4 0 0,0-1-1 0 0,-1 1 1 0 0,1-1 0 0 0,-1 1-1 0 0,0 0 1 0 0,0 0-1 0 0,0 0 1 0 0,0 0 0 0 0,0 0-1 0 0,0 5 1 0 0,0 4 24 0 0,0 1 0 0 0,-1-1 1 0 0,-1 1-1 0 0,-2 17 0 0 0,-5 10-273 0 0,-15 40-1 0 0,11-41-178 0 0,-11 60 0 0 0,21-88 342 0 0,1 1 0 0 0,0 0 0 0 0,1-1 1 0 0,0 1-1 0 0,1 0 0 0 0,0-1 0 0 0,1 1 0 0 0,0-1 1 0 0,7 20-1 0 0,-7-26 16 0 0,0-1 0 0 0,0 1 0 0 0,0-1 0 0 0,1 1 0 0 0,-1-1 0 0 0,1 0 0 0 0,0 0 0 0 0,0 0 0 0 0,1-1 0 0 0,-1 1 0 0 0,1-1 0 0 0,0 1 0 0 0,0-1 0 0 0,0-1 0 0 0,0 1 0 0 0,0 0 0 0 0,1-1 0 0 0,8 3 0 0 0,-10-4 60 0 0,1 0 0 0 0,0 0 0 0 0,0-1 0 0 0,-1 0 0 0 0,1 1 0 0 0,0-1 0 0 0,0-1 0 0 0,0 1 0 0 0,-1-1-1 0 0,1 1 1 0 0,0-1 0 0 0,0 0 0 0 0,-1 0 0 0 0,1-1 0 0 0,-1 1 0 0 0,1-1 0 0 0,-1 1 0 0 0,0-1 0 0 0,0 0 0 0 0,1-1 0 0 0,-1 1 0 0 0,-1 0 0 0 0,1-1 0 0 0,0 0 0 0 0,2-3 0 0 0,-1 2 193 0 0,0-1 0 0 0,0 1 1 0 0,-1-1-1 0 0,1 0 1 0 0,-1 0-1 0 0,-1 0 1 0 0,1 0-1 0 0,-1-1 0 0 0,0 1 1 0 0,0-1-1 0 0,0 0 1 0 0,-1 1-1 0 0,0-1 1 0 0,0 0-1 0 0,0 0 0 0 0,-1 0 1 0 0,0-7-1 0 0,-1 8-26 0 0,0 0 0 0 0,0 0 0 0 0,-1-1 0 0 0,1 1-1 0 0,-1 1 1 0 0,0-1 0 0 0,-1 0 0 0 0,1 0 0 0 0,-1 1-1 0 0,0 0 1 0 0,0-1 0 0 0,-1 1 0 0 0,1 0 0 0 0,-1 1 0 0 0,0-1-1 0 0,0 1 1 0 0,0-1 0 0 0,0 1 0 0 0,-7-3 0 0 0,-3-1-14 0 0,0 1 1 0 0,0 0 0 0 0,0 2-1 0 0,-1-1 1 0 0,0 2 0 0 0,0 0-1 0 0,0 1 1 0 0,0 0 0 0 0,0 1 0 0 0,-18 1-1 0 0,8 0-1047 0 0,1-2-1 0 0,-40-7 1 0 0,52 5-1042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0.8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47 4609 0 0,'3'-5'-175'0'0,"13"-20"2520"0"0,-15 24-1854 0 0,0-1 0 0 0,0 1 0 0 0,0 0 0 0 0,1-1 0 0 0,-1 1 1 0 0,0 0-1 0 0,1 0 0 0 0,-1 0 0 0 0,1-1 0 0 0,-1 2 0 0 0,1-1 0 0 0,2-1 0 0 0,-4 5 29 0 0,1 1 0 0 0,-1-1 1 0 0,0 1-1 0 0,0-1 0 0 0,-1 1 0 0 0,1-1 1 0 0,-1 1-1 0 0,-1 4 0 0 0,-10 44 756 0 0,4-21-1077 0 0,1-1 0 0 0,1 1 0 0 0,2 1 1 0 0,1-1-1 0 0,2 53 0 0 0,1-78-186 0 0,1-1-1 0 0,0 1 0 0 0,0-1 0 0 0,1 0 1 0 0,-1 1-1 0 0,1-1 0 0 0,1 0 1 0 0,-1 0-1 0 0,1 0 0 0 0,-1 0 0 0 0,1-1 1 0 0,1 1-1 0 0,-1-1 0 0 0,1 1 1 0 0,-1-1-1 0 0,1 0 0 0 0,0-1 0 0 0,1 1 1 0 0,-1-1-1 0 0,1 0 0 0 0,5 3 1 0 0,-3-2-21 0 0,1-1 0 0 0,0-1 1 0 0,-1 1-1 0 0,1-1 0 0 0,0-1 0 0 0,1 1 1 0 0,-1-1-1 0 0,0-1 0 0 0,0 1 1 0 0,0-1-1 0 0,1-1 0 0 0,-1 0 1 0 0,13-2-1 0 0,6-4-754 0 0,0-1 0 0 0,34-14 0 0 0,-30 8-2454 0 0,45-27-1 0 0,-67 36 3188 0 0,-1-2 29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1.2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1 7370 0 0,'-3'4'693'0'0,"1"1"0"0"0,0 0 0 0 0,0 0 0 0 0,0-1 0 0 0,1 1 1 0 0,0 1-1 0 0,-1-1 0 0 0,2 0 0 0 0,-1 6 0 0 0,-2 6 468 0 0,-10 48 1453 0 0,-6 93 0 0 0,18-123-2620 0 0,0-1-1 0 0,2 0 1 0 0,2 1 0 0 0,11 52 0 0 0,-5-54-289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1.7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0 7370 0 0,'0'0'568'0'0,"-9"39"3921"0"0,8-34-4289 0 0,1 0 0 0 0,0 0 0 0 0,0 0 0 0 0,0 0 0 0 0,0 0 0 0 0,1 0 0 0 0,0 1 0 0 0,0-1 0 0 0,0-1 0 0 0,1 1 0 0 0,0 0 0 0 0,0 0 0 0 0,0 0 0 0 0,4 6 0 0 0,-4-9-113 0 0,0 1 0 0 0,1-1 0 0 0,-1 0 1 0 0,0 1-1 0 0,1-1 0 0 0,0 0 0 0 0,0-1 0 0 0,-1 1 0 0 0,1 0 0 0 0,0-1 1 0 0,0 0-1 0 0,0 1 0 0 0,1-1 0 0 0,-1 0 0 0 0,0-1 0 0 0,0 1 0 0 0,0 0 1 0 0,1-1-1 0 0,-1 0 0 0 0,0 0 0 0 0,1 0 0 0 0,-1 0 0 0 0,7-2 0 0 0,-8 2-78 0 0,0 0-1 0 0,0 0 0 0 0,0 0 0 0 0,0 0 0 0 0,0-1 0 0 0,0 1 0 0 0,-1-1 0 0 0,1 1 0 0 0,0-1 0 0 0,0 0 0 0 0,0 0 1 0 0,0 0-1 0 0,-1 0 0 0 0,1 0 0 0 0,0 0 0 0 0,-1 0 0 0 0,1-1 0 0 0,-1 1 0 0 0,1-1 0 0 0,-1 1 0 0 0,0-1 0 0 0,0 1 1 0 0,0-1-1 0 0,0 0 0 0 0,0 1 0 0 0,0-1 0 0 0,0 0 0 0 0,0 0 0 0 0,0 0 0 0 0,-1 0 0 0 0,1 0 0 0 0,-1 0 0 0 0,0 0 1 0 0,1 0-1 0 0,-1 0 0 0 0,0 0 0 0 0,0 0 0 0 0,0 0 0 0 0,-1 0 0 0 0,1 0 0 0 0,0 0 0 0 0,-1 1 0 0 0,1-1 0 0 0,-2-3 1 0 0,1 1-184 0 0,-1 0 1 0 0,0 0 0 0 0,0 0 0 0 0,0 0 0 0 0,0 0-1 0 0,-1 0 1 0 0,0 1 0 0 0,1-1 0 0 0,-1 1 0 0 0,-1-1 0 0 0,1 1-1 0 0,0 0 1 0 0,-1 1 0 0 0,1-1 0 0 0,-1 0 0 0 0,0 1 0 0 0,0 0-1 0 0,0 0 1 0 0,-6-2 0 0 0,-6 1-5095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2.0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9 6449 0 0,'0'-1'85'0'0,"0"1"0"0"0,0 0 0 0 0,0-1 0 0 0,0 1-1 0 0,0 0 1 0 0,0 0 0 0 0,0-1 0 0 0,-1 1-1 0 0,1 0 1 0 0,0-1 0 0 0,0 1 0 0 0,0 0 0 0 0,0 0-1 0 0,0-1 1 0 0,0 1 0 0 0,0 0 0 0 0,-1 0-1 0 0,1-1 1 0 0,0 1 0 0 0,0 0 0 0 0,0 0 0 0 0,-1-1-1 0 0,1 1 1 0 0,0 0 0 0 0,0 0 0 0 0,-1 0 0 0 0,1 0-1 0 0,0-1 1 0 0,0 1 0 0 0,-1 0 0 0 0,1 0-1 0 0,0 0 1 0 0,0 0 0 0 0,-1 0 0 0 0,1 0 0 0 0,0 0-1 0 0,-1 0 1 0 0,1 0 0 0 0,-1 0 0 0 0,-5 11 3166 0 0,0 13-1464 0 0,5-15-1574 0 0,0-1 1 0 0,0 1-1 0 0,1 0 0 0 0,1 0 0 0 0,-1-1 0 0 0,1 1 1 0 0,1 0-1 0 0,3 14 0 0 0,-3-19-195 0 0,-1 0 0 0 0,0 0 1 0 0,1 1-1 0 0,0-1 0 0 0,0 0 0 0 0,0-1 0 0 0,1 1 1 0 0,-1 0-1 0 0,1 0 0 0 0,0-1 0 0 0,0 0 0 0 0,0 0 1 0 0,0 1-1 0 0,0-2 0 0 0,1 1 0 0 0,0 0 0 0 0,-1-1 0 0 0,6 3 1 0 0,-9-5 0 0 0,1 1-1 0 0,0-1 1 0 0,-1 1 0 0 0,1-1 0 0 0,0 1 0 0 0,-1-1 0 0 0,1 0 0 0 0,0 1-1 0 0,0-1 1 0 0,0 0 0 0 0,-1 0 0 0 0,1 0 0 0 0,0 0 0 0 0,0 1 0 0 0,0-1-1 0 0,0 0 1 0 0,0 0 0 0 0,-1-1 0 0 0,1 1 0 0 0,0 0 0 0 0,0 0 0 0 0,0 0-1 0 0,-1 0 1 0 0,1-1 0 0 0,0 1 0 0 0,0 0 0 0 0,0-1 0 0 0,-1 1 0 0 0,1-1-1 0 0,0 1 1 0 0,-1-1 0 0 0,1 1 0 0 0,0-1 0 0 0,-1 1 0 0 0,1-1 0 0 0,-1 0-1 0 0,1 1 1 0 0,-1-1 0 0 0,1 0 0 0 0,-1 1 0 0 0,1-1 0 0 0,-1 0 0 0 0,0 0-1 0 0,1 1 1 0 0,-1-1 0 0 0,0 0 0 0 0,0 0 0 0 0,0 0 0 0 0,1 1 0 0 0,-1-1-1 0 0,0 0 1 0 0,0 0 0 0 0,0 0 0 0 0,0 0 0 0 0,0 0 0 0 0,-1 1 0 0 0,1-1-1 0 0,0 0 1 0 0,0 0 0 0 0,-1-1 0 0 0,0-5-256 0 0,-1 0 1 0 0,1 0-1 0 0,-2 1 1 0 0,1-1-1 0 0,-6-11 0 0 0,-7 0-5005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2.4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0 7370 0 0,'-4'14'9260'0'0,"4"-7"-9046"0"0,0 45 2046 0 0,0-48-2261 0 0,0 0-1 0 0,1-1 1 0 0,-1 1-1 0 0,1-1 1 0 0,0 1-1 0 0,0-1 0 0 0,0 0 1 0 0,1 1-1 0 0,-1-1 1 0 0,1 0-1 0 0,0 0 1 0 0,0 0-1 0 0,2 3 1 0 0,-7-38-10650 0 0,3 30 10961 0 0,-9-26-762 0 0,9 29 452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2.9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0 9674 0 0,'-4'9'211'0'0,"1"0"0"0"0,0 0 0 0 0,0 0 0 0 0,1 0 0 0 0,0 0 0 0 0,0 0 0 0 0,1 0 0 0 0,1 1-1 0 0,-1-1 1 0 0,2 1 0 0 0,1 17 0 0 0,-1-26-218 0 0,-1 0 0 0 0,0-1 0 0 0,0 1 0 0 0,0-1 0 0 0,0 1 0 0 0,0-1 1 0 0,0 1-1 0 0,1-1 0 0 0,-1 1 0 0 0,0-1 0 0 0,0 1 0 0 0,1-1 0 0 0,-1 1 0 0 0,0-1 0 0 0,1 1 0 0 0,-1-1 0 0 0,0 1 0 0 0,1-1 0 0 0,-1 0 0 0 0,1 1 0 0 0,-1-1 0 0 0,1 0 0 0 0,-1 1 0 0 0,1-1 0 0 0,-1 0 0 0 0,1 0 0 0 0,-1 0 0 0 0,1 1 0 0 0,-1-1 0 0 0,1 0 0 0 0,0 0 0 0 0,0 0 45 0 0,0-1 0 0 0,0 1 0 0 0,0 0 0 0 0,0-1 0 0 0,0 0-1 0 0,0 1 1 0 0,0-1 0 0 0,0 1 0 0 0,-1-1 0 0 0,1 0 0 0 0,0 0-1 0 0,0 1 1 0 0,0-1 0 0 0,0-2 0 0 0,18-33 1772 0 0,-18 34-1746 0 0,0-1-1 0 0,-1 0 1 0 0,1 0-1 0 0,-1 0 1 0 0,0 1-1 0 0,0-1 1 0 0,0 0-1 0 0,0 0 1 0 0,-1 0-1 0 0,1 1 1 0 0,-1-1-1 0 0,-1-4 1 0 0,2 6-63 0 0,0 1 1 0 0,-1-1-1 0 0,1 1 1 0 0,0-1-1 0 0,-1 1 1 0 0,1-1 0 0 0,0 1-1 0 0,-1-1 1 0 0,1 1-1 0 0,-1-1 1 0 0,1 1-1 0 0,-1-1 1 0 0,1 1 0 0 0,-1 0-1 0 0,1-1 1 0 0,-1 1-1 0 0,1 0 1 0 0,-1 0-1 0 0,0-1 1 0 0,1 1 0 0 0,-1 0-1 0 0,1 0 1 0 0,-2 0-1 0 0,1 0-29 0 0,0 0-1 0 0,-1 0 1 0 0,1 1-1 0 0,-1-1 1 0 0,1 0-1 0 0,0 1 1 0 0,-1-1-1 0 0,1 1 0 0 0,0 0 1 0 0,-1-1-1 0 0,1 1 1 0 0,0 0-1 0 0,0 0 1 0 0,-2 1-1 0 0,-2 3-475 0 0,0 0 1 0 0,0 0-1 0 0,1 1 0 0 0,0 0 0 0 0,0-1 0 0 0,0 1 0 0 0,1 1 1 0 0,-4 6-1 0 0,3-2-3356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3.2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 5065 0 0,'-5'28'6372'0'0,"1"-10"-2668"0"0,-4 37 0 0 0,8-51-3493 0 0,0 1 0 0 0,0-1 0 0 0,0 1 1 0 0,1-1-1 0 0,-1 1 0 0 0,1-1 0 0 0,0 0 1 0 0,1 1-1 0 0,-1-1 0 0 0,1 0 0 0 0,-1 0 1 0 0,1 0-1 0 0,4 6 0 0 0,-5-9-219 0 0,0 0 1 0 0,-1 0-1 0 0,1-1 0 0 0,0 1 0 0 0,0 0 1 0 0,0-1-1 0 0,-1 1 0 0 0,1-1 1 0 0,0 1-1 0 0,0-1 0 0 0,0 0 1 0 0,0 1-1 0 0,0-1 0 0 0,0 0 0 0 0,0 1 1 0 0,0-1-1 0 0,0 0 0 0 0,0 0 1 0 0,0 0-1 0 0,0 0 0 0 0,0 0 0 0 0,0 0 1 0 0,0 0-1 0 0,0-1 0 0 0,0 1 1 0 0,0 0-1 0 0,0-1 0 0 0,0 1 1 0 0,0 0-1 0 0,0-1 0 0 0,0 1 0 0 0,0-1 1 0 0,0 1-1 0 0,0-1 0 0 0,0 0 1 0 0,-1 1-1 0 0,1-1 0 0 0,0 0 1 0 0,0 0-1 0 0,-1 1 0 0 0,1-1 0 0 0,0-1 1 0 0,0 1-67 0 0,0 0 1 0 0,0 0-1 0 0,-1 0 1 0 0,1 0-1 0 0,0 0 1 0 0,-1 0-1 0 0,1 0 1 0 0,-1 0-1 0 0,1-1 1 0 0,-1 1-1 0 0,0 0 1 0 0,1 0-1 0 0,-1 0 1 0 0,0 0-1 0 0,0-1 1 0 0,0 1-1 0 0,0 0 1 0 0,0 0-1 0 0,0 0 1 0 0,0-1-1 0 0,0 1 1 0 0,0 0-1 0 0,-1 0 1 0 0,1 0-1 0 0,0 0 1 0 0,-1-1-1 0 0,1 1 1 0 0,-1 0-1 0 0,1 0 1 0 0,-1 0-1 0 0,0 0 1 0 0,1 0-1 0 0,-1 0 1 0 0,0 0-1 0 0,0 0 1 0 0,0 1-1 0 0,1-1 1 0 0,-1 0-1 0 0,-2-1 1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0.3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21 10594 0 0,'0'4'140'0'0,"-1"0"1"0"0,1-1-1 0 0,-1 1 0 0 0,1 0 0 0 0,0 0 0 0 0,1 0 0 0 0,-1 0 1 0 0,1 0-1 0 0,-1 0 0 0 0,1-1 0 0 0,0 1 0 0 0,1 0 0 0 0,-1 0 1 0 0,1-1-1 0 0,-1 1 0 0 0,1-1 0 0 0,0 0 0 0 0,1 1 0 0 0,-1-1 1 0 0,0 0-1 0 0,1 0 0 0 0,0 0 0 0 0,-1-1 0 0 0,1 1 0 0 0,0-1 1 0 0,1 1-1 0 0,-1-1 0 0 0,4 2 0 0 0,-7-4-86 0 0,1 1 0 0 0,-1-1 0 0 0,1 0 1 0 0,-1 1-1 0 0,1-1 0 0 0,-1 0 0 0 0,1 0 0 0 0,-1 0 0 0 0,1 1 0 0 0,-1-1 0 0 0,1 0 1 0 0,0 0-1 0 0,-1 0 0 0 0,1 0 0 0 0,-1 0 0 0 0,1 0 0 0 0,-1 0 0 0 0,1 0 0 0 0,0 0 1 0 0,-1 0-1 0 0,1 0 0 0 0,-1 0 0 0 0,1 0 0 0 0,-1-1 0 0 0,1 1 0 0 0,-1 0 0 0 0,1 0 0 0 0,-1-1 1 0 0,1 1-1 0 0,-1 0 0 0 0,1-1 0 0 0,0 0 0 0 0,0 0 28 0 0,-1 0 1 0 0,1-1-1 0 0,-1 1 0 0 0,1 0 0 0 0,-1-1 0 0 0,0 1 1 0 0,0-1-1 0 0,0 1 0 0 0,1 0 0 0 0,-1-1 1 0 0,0 1-1 0 0,-1-3 0 0 0,-9-40 735 0 0,8 40-862 0 0,0 0 1 0 0,0 0-1 0 0,0 0 0 0 0,0 0 1 0 0,-1 0-1 0 0,0 0 1 0 0,0 1-1 0 0,0-1 1 0 0,0 1-1 0 0,0 0 1 0 0,-1 0-1 0 0,-6-5 1 0 0,4 5-664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1.9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19 3225 0 0,'-18'-18'7918'0'0,"17"29"-4554"0"0,15 115 1374 0 0,8 53-3515 0 0,-16-142-2011 0 0,2-1 0 0 0,22 62 0 0 0,-20-76-1337 0 0,0-6-3812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2.3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0 11522 0 0,'-1'1'109'0'0,"1"-1"0"0"0,0 0 0 0 0,-1 1-1 0 0,1-1 1 0 0,0 1 0 0 0,-1-1 0 0 0,1 1-1 0 0,0-1 1 0 0,0 1 0 0 0,0-1 0 0 0,-1 0-1 0 0,1 1 1 0 0,0 0 0 0 0,0-1 0 0 0,0 1-1 0 0,0-1 1 0 0,0 1 0 0 0,0-1 0 0 0,0 1-1 0 0,0-1 1 0 0,0 1 0 0 0,0-1 0 0 0,0 1-1 0 0,0-1 1 0 0,1 1 0 0 0,-1-1-1 0 0,0 1 1 0 0,0-1 0 0 0,0 1 0 0 0,1-1-1 0 0,-1 0 1 0 0,0 1 0 0 0,1 0 0 0 0,16 16-798 0 0,-2-1-23 0 0,-11-3 712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2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3209 0 0,'11'15'527'0'0,"-2"1"-1"0"0,0 0 1 0 0,0 1 0 0 0,-2 0 0 0 0,6 19 0 0 0,22 91 1181 0 0,-5 54-4676 0 0,-30-181 2934 0 0,0 0-1 0 0,0 0 0 0 0,0 0 0 0 0,0 0 1 0 0,0 1-1 0 0,0-1 0 0 0,0 0 0 0 0,0 0 1 0 0,0 0-1 0 0,0 0 0 0 0,0 1 0 0 0,0-1 1 0 0,0 0-1 0 0,0 0 0 0 0,0 0 0 0 0,0 0 1 0 0,0 0-1 0 0,0 1 0 0 0,0-1 0 0 0,0 0 1 0 0,0 0-1 0 0,0 0 0 0 0,0 0 0 0 0,0 1 0 0 0,0-1 1 0 0,0 0-1 0 0,0 0 0 0 0,0 0 0 0 0,0 0 1 0 0,0 0-1 0 0,1 1 0 0 0,-1-1 0 0 0,0 0 1 0 0,0 0-1 0 0,0 0 0 0 0,0 0 0 0 0,0 0 1 0 0,0 0-1 0 0,1 0 0 0 0,-1 0 0 0 0,0 0 1 0 0,0 1-1 0 0,0-1 0 0 0,0 0 0 0 0,1 0 1 0 0,-1 0-1 0 0,0 0 0 0 0,0 0 0 0 0,0 0 1 0 0,0 0-1 0 0,1 0 0 0 0,-1 0 0 0 0,0 0 1 0 0,0 0-1 0 0,0 0 0 0 0,0 0 0 0 0,0 0 0 0 0,1 0 1 0 0,-1-1-1 0 0,0 1 0 0 0,0 0 0 0 0,0 0 1 0 0,1 0-1 0 0,5-15-406 0 0,5-26 725 0 0,-11 39-396 0 0,9-54 181 0 0,-7 35-183 0 0,2 1 1 0 0,10-36 0 0 0,-12 51 225 0 0,0-1 1 0 0,0 1-1 0 0,0 0 1 0 0,1 0-1 0 0,0 1 0 0 0,0-1 1 0 0,0 0-1 0 0,0 1 1 0 0,1 0-1 0 0,0 0 1 0 0,0 0-1 0 0,0 0 1 0 0,0 0-1 0 0,1 1 0 0 0,4-3 1 0 0,-8 5 151 0 0,0 1-1 0 0,0-1 1 0 0,0 1 0 0 0,1-1-1 0 0,-1 1 1 0 0,0-1 0 0 0,0 1-1 0 0,0 0 1 0 0,0 0 0 0 0,1 0-1 0 0,-1 0 1 0 0,0-1 0 0 0,0 1-1 0 0,0 1 1 0 0,1-1 0 0 0,-1 0-1 0 0,0 0 1 0 0,0 0 0 0 0,0 1-1 0 0,0-1 1 0 0,0 0 0 0 0,1 1-1 0 0,-1-1 1 0 0,1 2 0 0 0,1 0 66 0 0,-1 0 1 0 0,0 0-1 0 0,0 0 1 0 0,0 0-1 0 0,0 1 1 0 0,0-1-1 0 0,0 1 1 0 0,-1-1-1 0 0,3 6 1 0 0,2 5 187 0 0,-1 1 1 0 0,0 0-1 0 0,2 17 1 0 0,-6-28-389 0 0,17 110 667 0 0,-13-75-952 0 0,1 0-1 0 0,13 40 1 0 0,-13-61-1165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3.0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27 1840 0 0,'3'16'2188'0'0,"0"0"0"0"0,1 0 0 0 0,11 26 0 0 0,25 45 1815 0 0,2 7-1850 0 0,-24-32-1829 0 0,-14-43-857 0 0,2-1 1 0 0,12 31 0 0 0</inkml:trace>
  <inkml:trace contextRef="#ctx0" brushRef="#br0" timeOffset="1">101 35 920 0 0,'2'-2'463'0'0,"0"-1"0"0"0,0 1-1 0 0,0-1 1 0 0,0 1 0 0 0,1 0-1 0 0,-1 0 1 0 0,1 0 0 0 0,-1 0-1 0 0,1 0 1 0 0,0 0 0 0 0,0 1-1 0 0,0-1 1 0 0,-1 1 0 0 0,1 0-1 0 0,1 0 1 0 0,4-1 0 0 0,-6 1-254 0 0,0 1 0 0 0,0-1 1 0 0,0 1-1 0 0,1 0 1 0 0,-1-1-1 0 0,0 1 0 0 0,0 0 1 0 0,0 0-1 0 0,1 0 1 0 0,-1 1-1 0 0,0-1 0 0 0,0 1 1 0 0,0-1-1 0 0,1 1 0 0 0,-1 0 1 0 0,0-1-1 0 0,0 1 1 0 0,0 0-1 0 0,0 0 0 0 0,-1 1 1 0 0,1-1-1 0 0,0 0 1 0 0,0 1-1 0 0,2 2 0 0 0,-1 1 13 0 0,0 0-1 0 0,0 1 1 0 0,-1 0 0 0 0,1-1-1 0 0,-1 1 1 0 0,-1 0-1 0 0,1 0 1 0 0,-1 0 0 0 0,0 0-1 0 0,0 1 1 0 0,-1-1-1 0 0,0 0 1 0 0,-1 11-1 0 0,1-12-193 0 0,-1 0-1 0 0,0 1 0 0 0,0-1 1 0 0,0 0-1 0 0,0 0 0 0 0,-1 0 1 0 0,0 0-1 0 0,0 0 0 0 0,0-1 0 0 0,-1 1 1 0 0,0 0-1 0 0,0-1 0 0 0,0 0 1 0 0,0 0-1 0 0,0 0 0 0 0,-8 6 0 0 0,3-6-2103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3.4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0 2761 0 0,'-2'7'631'0'0,"-1"6"2303"0"0,0 0 0 0 0,0 1 1 0 0,0 18-1 0 0,3-27-2213 0 0,0-1 0 0 0,0 0 0 0 0,1 1 0 0 0,0-1 0 0 0,0 0 0 0 0,0 0 0 0 0,2 7 0 0 0,14 14-355 0 0,-6-11-357 0 0,0 0 1 0 0,-1 1-1 0 0,-1 0 0 0 0,0 1 1 0 0,11 28-1 0 0,25 87-471 0 0,-43-124 385 0 0,0 3-2567 0 0,-6-22-1346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3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0 120 2761 0 0,'6'19'2260'0'0,"1"-1"0"0"0,1 0 0 0 0,0 0 0 0 0,15 23 1 0 0,-23-41-2230 0 0,0 1-1 0 0,1-1 1 0 0,-1 0 0 0 0,0 1 0 0 0,0-1 0 0 0,0 0 0 0 0,1 1 0 0 0,-1-1-1 0 0,0 0 1 0 0,0 1 0 0 0,1-1 0 0 0,-1 0 0 0 0,0 0 0 0 0,1 1 0 0 0,-1-1-1 0 0,0 0 1 0 0,1 0 0 0 0,-1 0 0 0 0,0 0 0 0 0,1 1 0 0 0,-1-1 0 0 0,0 0 0 0 0,1 0-1 0 0,-1 0 1 0 0,1 0 0 0 0,-1 0 0 0 0,0 0 0 0 0,1 0 0 0 0,-1 0 0 0 0,1 0-1 0 0,-1 0 1 0 0,0 0 0 0 0,1 0 0 0 0,-1 0 0 0 0,0 0 0 0 0,1-1 0 0 0,-1 1-1 0 0,1 0 1 0 0,8-16-64 0 0,-1-23-1271 0 0,-2-28-1156 0 0,6-38-2203 0 0,-11 94 4123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4.2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3681 0 0,'0'19'2875'0'0,"2"1"-1"0"0,4 25 1 0 0,27 78-3028 0 0,-14-56 948 0 0,-1-11-389 0 0,-8-33-4040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4.5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9674 0 0,'1'7'677'0'0,"1"-1"-1"0"0,0 0 1 0 0,0 0 0 0 0,0 1 0 0 0,1-1-1 0 0,0-1 1 0 0,0 1 0 0 0,1 0-1 0 0,-1-1 1 0 0,6 6 0 0 0,9 17 602 0 0,6 22-865 0 0,-3 1 1 0 0,-1 1-1 0 0,14 64 0 0 0,2 5-410 0 0,-29-98-52 0 0,-4-12-139 0 0,0 0 0 0 0,1 0-1 0 0,0 0 1 0 0,1-1 0 0 0,0 0-1 0 0,0 0 1 0 0,1 0-1 0 0,8 10 1 0 0,-14-20 55 0 0,1 1-1 0 0,-1-1 1 0 0,0 0 0 0 0,1 1 0 0 0,-1-1-1 0 0,0 0 1 0 0,1 1 0 0 0,-1-1 0 0 0,1 0 0 0 0,-1 0-1 0 0,0 0 1 0 0,1 1 0 0 0,-1-1 0 0 0,1 0-1 0 0,-1 0 1 0 0,1 0 0 0 0,-1 0 0 0 0,1 0-1 0 0,-1 0 1 0 0,0 0 0 0 0,1 0 0 0 0,-1 0-1 0 0,1 0 1 0 0,-1 0 0 0 0,1 0 0 0 0,-1 0-1 0 0,1 0 1 0 0,-1 0 0 0 0,1 0 0 0 0,-1 0 0 0 0,1-1-1 0 0,-1 1 1 0 0,0 0 0 0 0,1 0 0 0 0,-1-1-1 0 0,1 1 1 0 0,-1-1 0 0 0,3-4-1725 0 0</inkml:trace>
  <inkml:trace contextRef="#ctx0" brushRef="#br0" timeOffset="1">85 242 5529 0 0,'30'-31'3753'0'0,"7"-11"-2272"0"0,-22 24-2094 0 0,0 2-1 0 0,0 0 1 0 0,2 0 0 0 0,35-25-1 0 0,-28 28-633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5.7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132 16 4145 0 0,'-1'-1'143'0'0,"0"0"0"0"0,0 0 1 0 0,-1 1-1 0 0,1-1 0 0 0,0 1 0 0 0,0-1 0 0 0,0 1 1 0 0,0-1-1 0 0,0 1 0 0 0,-1 0 0 0 0,1-1 1 0 0,0 1-1 0 0,0 0 0 0 0,-1 0 0 0 0,1 0 0 0 0,0 0 1 0 0,0 0-1 0 0,-1 0 0 0 0,1 0 0 0 0,0 0 1 0 0,0 1-1 0 0,-1-1 0 0 0,1 0 0 0 0,0 1 0 0 0,0-1 1 0 0,0 1-1 0 0,-2 1 0 0 0,-33 16 3240 0 0,30-13-2971 0 0,1 0-1 0 0,0 0 1 0 0,1 0-1 0 0,-1 1 0 0 0,1 0 1 0 0,0-1-1 0 0,1 2 1 0 0,-1-1-1 0 0,1 0 1 0 0,0 1-1 0 0,-2 7 0 0 0,3-5-214 0 0,-1 0 0 0 0,2 0-1 0 0,-1 1 1 0 0,1-1 0 0 0,1 1-1 0 0,0-1 1 0 0,2 19 0 0 0,-1-19-194 0 0,0-1 1 0 0,1 1 0 0 0,0-1 0 0 0,0 1 0 0 0,1-1-1 0 0,0 0 1 0 0,1 0 0 0 0,0 0 0 0 0,0-1-1 0 0,0 1 1 0 0,1-1 0 0 0,1 0 0 0 0,-1 0-1 0 0,1-1 1 0 0,0 1 0 0 0,0-1 0 0 0,1-1-1 0 0,0 1 1 0 0,9 5 0 0 0,-10-8-35 0 0,-1 0-1 0 0,1-1 1 0 0,-1 1 0 0 0,1-1-1 0 0,0-1 1 0 0,0 1 0 0 0,0-1-1 0 0,0 0 1 0 0,0 0 0 0 0,0-1-1 0 0,0 0 1 0 0,0 0 0 0 0,7-1-1 0 0,-9 0-59 0 0,0 0 0 0 0,0 0 1 0 0,0 0-1 0 0,0-1 0 0 0,0 1 0 0 0,0-1 0 0 0,0 0 0 0 0,-1-1 0 0 0,1 1 0 0 0,-1-1 0 0 0,1 1 1 0 0,-1-1-1 0 0,0 0 0 0 0,0 0 0 0 0,0 0 0 0 0,-1-1 0 0 0,1 1 0 0 0,-1-1 0 0 0,3-4 0 0 0,-1 2 36 0 0,-1 0 0 0 0,1-1 0 0 0,-1 0 0 0 0,-1 1 0 0 0,1-1 0 0 0,-1 0-1 0 0,0 0 1 0 0,0-1 0 0 0,-1 1 0 0 0,0 0 0 0 0,-1 0 0 0 0,1-1-1 0 0,-1 1 1 0 0,-1 0 0 0 0,1-1 0 0 0,-1 1 0 0 0,-1 0 0 0 0,1 0 0 0 0,-1 0-1 0 0,-1 0 1 0 0,1 0 0 0 0,-1 0 0 0 0,0 0 0 0 0,0 1 0 0 0,-1-1 0 0 0,0 1-1 0 0,0 0 1 0 0,-1 0 0 0 0,0 1 0 0 0,0-1 0 0 0,0 1 0 0 0,0 0 0 0 0,-1 1-1 0 0,0-1 1 0 0,0 1 0 0 0,-11-6 0 0 0,7 4 9 0 0,-4-1-283 0 0,0-1 0 0 0,1 0 1 0 0,0-1-1 0 0,-18-17 0 0 0,19 14-278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6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4609 0 0,'1'15'1573'0'0,"1"1"1"0"0,0-1-1 0 0,1 0 0 0 0,1 1 1 0 0,7 19-1 0 0,20 34 552 0 0,-31-68-2240 0 0,1-1-1 0 0,-1 1 1 0 0,0-1-1 0 0,0 1 0 0 0,1-1 1 0 0,-1 1-1 0 0,1-1 1 0 0,-1 1-1 0 0,0-1 1 0 0,1 1-1 0 0,-1-1 1 0 0,1 0-1 0 0,-1 1 1 0 0,1-1-1 0 0,0 0 1 0 0,-1 1-1 0 0,1-1 0 0 0,-1 0 1 0 0,1 0-1 0 0,-1 1 1 0 0,1-1-1 0 0,0 0 1 0 0,-1 0-1 0 0,1 0 1 0 0,0 0-1 0 0,-1 0 1 0 0,1 0-1 0 0,-1 0 1 0 0,1 0-1 0 0,0 0 1 0 0,-1 0-1 0 0,1 0 0 0 0,0-1 1 0 0,1 0-195 0 0,1 0 0 0 0,-1 0-1 0 0,0 0 1 0 0,0-1 0 0 0,0 1 0 0 0,0-1-1 0 0,0 1 1 0 0,0-1 0 0 0,1-2 0 0 0,30-41-2163 0 0,-32 45 2478 0 0,23-50-152 0 0,-11 23 8588 0 0,-7 45-7606 0 0,0 0 0 0 0,3 23-1 0 0,8 27-1282 0 0,1-27-4125 0 0,-9-26-782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6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5985 0 0,'2'9'1116'0'0,"-1"0"-1"0"0,1 0 1 0 0,0 0-1 0 0,5 13 1 0 0,3 7 1293 0 0,12 95 1993 0 0,-4-21-3857 0 0,-13-79-2560 0 0,2 0-1 0 0,10 27 0 0 0,-8-32-94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6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1 136 11058 0 0,'8'-4'488'0'0,"-1"-1"105"0"0,1-2-473 0 0,-2 3-120 0 0,-1 1 0 0 0,-2 0 0 0 0,1 1 416 0 0,4-7 56 0 0,4-2 8 0 0,10-12-2825 0 0,-1-7-567 0 0,-2-4-121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4.0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0 1376 0 0,'-7'17'17718'0'0,"8"-13"-16825"0"0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4.4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12443 0 0,'0'1'92'0'0,"0"-1"0"0"0,0 0 0 0 0,0 1 0 0 0,1-1 0 0 0,-1 1 0 0 0,0-1 1 0 0,0 0-1 0 0,0 1 0 0 0,1-1 0 0 0,-1 0 0 0 0,0 1 0 0 0,0-1 0 0 0,1 0 0 0 0,-1 1 1 0 0,0-1-1 0 0,1 0 0 0 0,-1 0 0 0 0,0 1 0 0 0,1-1 0 0 0,-1 0 0 0 0,0 0 1 0 0,1 0-1 0 0,-1 0 0 0 0,1 1 0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4.7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14283 0 0,'7'16'626'0'0,"-1"1"0"0"0,4 21 0 0 0,-2 11-5737 0 0,-7-42 3415 0 0</inkml:trace>
  <inkml:trace contextRef="#ctx0" brushRef="#br0" timeOffset="1">30 418 6913 0 0,'-3'12'2060'0'0,"0"1"-1"0"0,1-1 1 0 0,1 1-1 0 0,-1 19 0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5.3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 11522 0 0,'12'-1'2015'0'0,"-11"10"-1527"0"0,-15 19-1178 0 0,8-15 1007 0 0,2-6-230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5.7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 2304 0 0,'-1'5'-731'0'0,"-4"26"3611"0"0,5-30-2686 0 0,0 0-1 0 0,0 0 1 0 0,0 1-1 0 0,1-1 1 0 0,-1 0-1 0 0,0 0 1 0 0,1 0-1 0 0,-1 0 1 0 0,0 1-1 0 0,1-1 1 0 0,0 0-1 0 0,-1 0 0 0 0,1 0 1 0 0,0 0-1 0 0,-1 0 1 0 0,1 0-1 0 0,0 0 1 0 0,0-1-1 0 0,0 1 1 0 0,0 0-1 0 0,0 0 1 0 0,0-1-1 0 0,0 1 1 0 0,1 0-1 0 0,-2-1-221 0 0,1 1-1 0 0,0-1 1 0 0,-1 0-1 0 0,1 0 1 0 0,0 0 0 0 0,-1-1-1 0 0,1 1 1 0 0,-1 0-1 0 0,1 0 1 0 0,-1 0-1 0 0,1 0 1 0 0,0 0 0 0 0,-1-1-1 0 0,1 1 1 0 0,-1 0-1 0 0,1-1 1 0 0,-1 1 0 0 0,1 0-1 0 0,-1-1 1 0 0,1 1-1 0 0,-1-1 1 0 0,1 0 0 0 0,1 0 17 0 0</inkml:trace>
  <inkml:trace contextRef="#ctx0" brushRef="#br0" timeOffset="1">137 311 13827 0 0,'-3'15'667'0'0,"1"0"0"0"0,0 0-1 0 0,1 0 1 0 0,2 28 0 0 0,-1-43-719 0 0,0 0 1 0 0,0 0-1 0 0,0 0 0 0 0,0 0 0 0 0,0-1 1 0 0,0 1-1 0 0,3-1-1500 0 0,-2 1 1500 0 0,-1 0 0 0 0,0 0 0 0 0,0 0 1 0 0,0 0-1 0 0,0 0 0 0 0,6-12-3627 0 0,-7 9 3544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6.1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 4201 0 0,'-4'52'1204'0'0,"4"-48"-531"0"0,1 0 0 0 0,-1 0 0 0 0,1-1 1 0 0,0 1-1 0 0,0 0 0 0 0,0-1 0 0 0,2 5 0 0 0,-3-8-722 0 0,0 0 1 0 0,0 0-1 0 0,1 1 0 0 0,-1-1 0 0 0,0 0 0 0 0,0 0 0 0 0,0 0 0 0 0,0 0 0 0 0,1 0 1 0 0,-1 1-1 0 0,0-1 0 0 0,0 0 0 0 0,0 0 0 0 0,1 0 0 0 0,-1 0 0 0 0,0 0 1 0 0,0 0-1 0 0,0 0 0 0 0,1 0 0 0 0,-1 0 0 0 0,0 0 0 0 0,0 0 0 0 0,1 0 0 0 0,-1 0 1 0 0,0 0-1 0 0,0 0 0 0 0,1 0 0 0 0,-1 0 0 0 0,0 0 0 0 0,0 0 0 0 0,0 0 0 0 0,1 0 1 0 0,-1 0-1 0 0,0 0 0 0 0,0 0 0 0 0,0-1 0 0 0,1 1 0 0 0,-1 0 0 0 0,0 0 1 0 0,0 0-1 0 0,0 0 0 0 0,0 0 0 0 0,1-1 0 0 0,-1 1 0 0 0</inkml:trace>
  <inkml:trace contextRef="#ctx0" brushRef="#br0" timeOffset="1">29 327 10594 0 0,'-3'14'944'0'0,"1"-4"-751"0"0,4-4-193 0 0,-2-3 0 0 0,3-1 1048 0 0,-3 2 168 0 0,0 5 40 0 0,-2 6 9 0 0,1 3-633 0 0,-1 0-128 0 0,0-3-24 0 0,0-4-8 0 0,1-4-472 0 0,-2-3 0 0 0,2-4-136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7.1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0 12443 0 0,'0'0'80'0'0,"-1"0"1"0"0,-2 2 1449 0 0,3-1-1449 0 0,0-1-1 0 0,-1 0 1 0 0,1 0 0 0 0,0 0-1 0 0,0 1 1 0 0,0-1-1 0 0,0 0 1 0 0,0 0-1 0 0,0 0 1 0 0,0 1-1 0 0,0-1 1 0 0,0 0 0 0 0,0 0-1 0 0,0 1 1 0 0,0-1-1 0 0,0 0 1 0 0,0 0-1 0 0,2 3 1290 0 0,-2-2-1290 0 0,31 49-5115 0 0,-13-29 5283 0 0,-10-13-260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7.5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0 4145 0 0,'1'20'2301'0'0,"-1"-17"-2274"0"0,0 0 0 0 0,1 0 0 0 0,-1 0 1 0 0,0 0-1 0 0,0 0 0 0 0,-1 0 0 0 0,1 0 0 0 0,-1 0 0 0 0,1 0 1 0 0,-1 0-1 0 0,0 0 0 0 0,0 0 0 0 0,-1-1 0 0 0,1 1 0 0 0,0 0 0 0 0,-1-1 1 0 0,-3 6-1 0 0,0-3-81 0 0</inkml:trace>
  <inkml:trace contextRef="#ctx0" brushRef="#br0" timeOffset="1">32 369 4609 0 0,'-1'4'462'0'0,"0"-1"1"0"0,-1 1-1 0 0,1 0 1 0 0,0-1-1 0 0,1 1 0 0 0,-1 0 1 0 0,1 4-1 0 0,-5 16 2171 0 0,-4-8-6773 0 0,3-12 2543 0 0,2-4 1482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7.9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0 8290 0 0,'2'7'368'0'0,"-1"-3"80"0"0,2-1-360 0 0,-2-1-88 0 0,1 0 0 0 0,-2-1 0 0 0,1-1 0 0 0,0 3 0 0 0,2 0 0 0 0,-3 1-560 0 0,1 0-104 0 0,-1 0-16 0 0,-2-1-9 0 0,-4-2 529 0 0</inkml:trace>
  <inkml:trace contextRef="#ctx0" brushRef="#br0" timeOffset="1">30 523 5985 0 0,'-1'7'536'0'0,"0"-1"-432"0"0,1-4-104 0 0,0 0 192 0 0,0-1 8 0 0,0 3 9 0 0,-2 3-1 0 0,0 1 48 0 0,-1 2 0 0 0,-1-2 8 0 0,1-2 0 0 0,0-2-776 0 0,2-2-152 0 0,-3 0-737 0 0,2-4 1281 0 0,-2 0 120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8.6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 1 5529 0 0,'-4'1'464'0'0,"0"0"0"0"0,0 0-1 0 0,0 0 1 0 0,0 1 0 0 0,0 0 0 0 0,0-1 0 0 0,0 2-1 0 0,1-1 1 0 0,-1 0 0 0 0,1 1 0 0 0,-1-1-1 0 0,1 1 1 0 0,-4 5 0 0 0,0-2 201 0 0,0 2 0 0 0,1-1 0 0 0,0 0 0 0 0,0 1-1 0 0,-5 10 1 0 0,9-14-619 0 0,1 0 0 0 0,-1 1 0 0 0,1-1 0 0 0,0 0 0 0 0,0 1-1 0 0,1-1 1 0 0,-1 1 0 0 0,1-1 0 0 0,0 1 0 0 0,0-1 0 0 0,1 1-1 0 0,-1-1 1 0 0,1 1 0 0 0,0-1 0 0 0,0 0 0 0 0,0 1 0 0 0,1-1-1 0 0,0 0 1 0 0,-1 0 0 0 0,2 0 0 0 0,-1 0 0 0 0,0 0 0 0 0,1 0-1 0 0,-1-1 1 0 0,1 1 0 0 0,0-1 0 0 0,0 0 0 0 0,1 0 0 0 0,-1 0-1 0 0,1 0 1 0 0,-1 0 0 0 0,1-1 0 0 0,0 0 0 0 0,0 0 0 0 0,0 0-1 0 0,0 0 1 0 0,0 0 0 0 0,1-1 0 0 0,-1 0 0 0 0,1 0 0 0 0,-1 0-1 0 0,0 0 1 0 0,1-1 0 0 0,-1 0 0 0 0,1 0 0 0 0,-1 0 0 0 0,1 0-1 0 0,4-2 1 0 0,1-1-8 0 0,0 0-1 0 0,-1-1 0 0 0,1 0 1 0 0,-1 0-1 0 0,0-1 0 0 0,0-1 1 0 0,-1 1-1 0 0,0-1 0 0 0,10-9 1 0 0,-13 10-18 0 0,0 1 1 0 0,0-1 0 0 0,-1 0 0 0 0,0 0 0 0 0,0 0 0 0 0,0-1 0 0 0,0 0-1 0 0,-1 1 1 0 0,0-1 0 0 0,0 0 0 0 0,-1-1 0 0 0,0 1 0 0 0,0 0-1 0 0,0-1 1 0 0,1-6 0 0 0,-3 10-84 0 0,0 1-1 0 0,0 0 1 0 0,0 0 0 0 0,0-1-1 0 0,0 1 1 0 0,0 0-1 0 0,-1 0 1 0 0,1 0 0 0 0,-1-1-1 0 0,1 1 1 0 0,-1 0 0 0 0,0 0-1 0 0,0 0 1 0 0,0 0-1 0 0,0 0 1 0 0,0 0 0 0 0,0 0-1 0 0,-1 0 1 0 0,1 1 0 0 0,-1-1-1 0 0,1 0 1 0 0,-1 1 0 0 0,0-1-1 0 0,1 1 1 0 0,-1 0-1 0 0,0-1 1 0 0,-3-1 0 0 0,2 3-47 0 0,1-1-1 0 0,-1 0 1 0 0,1 1 0 0 0,-1 0 0 0 0,0-1 0 0 0,1 1 0 0 0,-1 0 0 0 0,1 0 0 0 0,-1 1 0 0 0,0-1-1 0 0,1 1 1 0 0,-1-1 0 0 0,1 1 0 0 0,-1 0 0 0 0,1-1 0 0 0,0 1 0 0 0,-1 1 0 0 0,1-1 0 0 0,0 0 0 0 0,-1 1-1 0 0,1-1 1 0 0,0 1 0 0 0,-2 2 0 0 0,-9 8-2232 0 0,1 0-2365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9.0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100 122 8754 0 0,'-1'-1'431'0'0,"0"0"0"0"0,0 0 0 0 0,-1-1 1 0 0,1 1-1 0 0,0 0 0 0 0,0 0 0 0 0,-1 0 0 0 0,1 1 1 0 0,0-1-1 0 0,-1 0 0 0 0,1 0 0 0 0,-1 1 0 0 0,1-1 1 0 0,-4 0-1 0 0,3 1-296 0 0,1 1-1 0 0,-1-1 1 0 0,0 1 0 0 0,1-1 0 0 0,-1 1 0 0 0,1-1 0 0 0,-1 1 0 0 0,1 0-1 0 0,0 0 1 0 0,-1 0 0 0 0,1 0 0 0 0,0 0 0 0 0,-1 0 0 0 0,1 0 0 0 0,0 0-1 0 0,0 0 1 0 0,-1 2 0 0 0,-4 5-88 0 0,0-1 0 0 0,1 1 0 0 0,0 1 0 0 0,0-1-1 0 0,1 1 1 0 0,1-1 0 0 0,-6 17 0 0 0,7-19-134 0 0,1-1 0 0 0,-1 0 0 0 0,1 1 0 0 0,0-1 0 0 0,1 1 0 0 0,-1-1 0 0 0,1 1 0 0 0,0 0 0 0 0,1-1 0 0 0,-1 1 0 0 0,1-1 0 0 0,0 1 1 0 0,0-1-1 0 0,4 9 0 0 0,-4-12 74 0 0,1 0 1 0 0,-1 0-1 0 0,1 1 1 0 0,0-2 0 0 0,0 1-1 0 0,0 0 1 0 0,0 0 0 0 0,0 0-1 0 0,0-1 1 0 0,1 1-1 0 0,-1-1 1 0 0,0 0 0 0 0,1 0-1 0 0,-1 0 1 0 0,1 0 0 0 0,-1 0-1 0 0,1 0 1 0 0,0-1-1 0 0,-1 1 1 0 0,1-1 0 0 0,0 0-1 0 0,-1 0 1 0 0,1 0 0 0 0,0 0-1 0 0,-1 0 1 0 0,1 0-1 0 0,0-1 1 0 0,-1 1 0 0 0,1-1-1 0 0,3-1 1 0 0,5-2 102 0 0,-1 1-1 0 0,0-1 1 0 0,0-1 0 0 0,0 0-1 0 0,0 0 1 0 0,9-8 0 0 0,-6 4-8 0 0,0-2 0 0 0,-2 1 1 0 0,1-2-1 0 0,-1 1 1 0 0,10-15-1 0 0,-17 20-113 0 0,1 0-1 0 0,-1 0 1 0 0,-1-1-1 0 0,1 1 1 0 0,-1-1 0 0 0,0 0-1 0 0,-1 0 1 0 0,1 0-1 0 0,-1 0 1 0 0,-1-1 0 0 0,1 1-1 0 0,-1-1 1 0 0,0-7-1 0 0,-2 11 4 0 0,1 0-1 0 0,-1-1 1 0 0,0 1 0 0 0,0 0-1 0 0,-1 0 1 0 0,1-1-1 0 0,-1 1 1 0 0,0 0 0 0 0,0 0-1 0 0,0 1 1 0 0,-1-1-1 0 0,1 0 1 0 0,-1 1 0 0 0,0 0-1 0 0,0-1 1 0 0,0 1-1 0 0,0 0 1 0 0,-1 1-1 0 0,1-1 1 0 0,-1 0 0 0 0,0 1-1 0 0,1 0 1 0 0,-1 0-1 0 0,0 0 1 0 0,-5-1 0 0 0,3 1-169 0 0,1 0 0 0 0,-2 0 0 0 0,1 0 1 0 0,0 1-1 0 0,0 0 0 0 0,0 0 0 0 0,-1 1 1 0 0,1 0-1 0 0,0 0 0 0 0,0 0 0 0 0,-1 1 1 0 0,1 0-1 0 0,0 0 0 0 0,0 0 0 0 0,0 1 1 0 0,-11 4-1 0 0,-17 19-2879 0 0,18-11-710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9.4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191 13 5985 0 0,'-1'2'202'0'0,"-1"-1"0"0"0,0 1 0 0 0,1-1 0 0 0,-1 1 0 0 0,0-1-1 0 0,0 0 1 0 0,0 1 0 0 0,0-1 0 0 0,0 0 0 0 0,0 0 0 0 0,-1-1 0 0 0,1 1-1 0 0,0 0 1 0 0,0-1 0 0 0,-1 1 0 0 0,-2-1 0 0 0,1-1 317 0 0,1 0 1 0 0,-1 0-1 0 0,0-1 1 0 0,1 1-1 0 0,-1-1 1 0 0,1 0-1 0 0,0 0 1 0 0,-6-4-1 0 0,7 4-517 0 0,0 1-183 0 0,0 0 1 0 0,-1-1 0 0 0,1 1-1 0 0,0 0 1 0 0,-1 0 0 0 0,1 0-1 0 0,-1 0 1 0 0,0 1 0 0 0,1-1-1 0 0,-1 1 1 0 0,1-1 0 0 0,-1 1-1 0 0,0 0 1 0 0,1 0 0 0 0,-1 0-1 0 0,0 1 1 0 0,1-1 0 0 0,-1 0-1 0 0,1 1 1 0 0,-1 0 0 0 0,0 0-1 0 0,1 0 1 0 0,0 0 0 0 0,-1 0-1 0 0,1 0 1 0 0,-1 0 0 0 0,1 1-1 0 0,0-1 1 0 0,0 1 0 0 0,0 0-1 0 0,0 0 1 0 0,0-1 0 0 0,0 1-1 0 0,1 0 1 0 0,-1 1 0 0 0,1-1-1 0 0,-3 3 1 0 0,1 1-17 0 0,0-1-1 0 0,0 1 1 0 0,0 0-1 0 0,0 0 1 0 0,1 0 0 0 0,-3 11-1 0 0,4-12 434 0 0,0 0-1 0 0,1 0 0 0 0,-1-1 1 0 0,1 1-1 0 0,0 0 1 0 0,0 0-1 0 0,1 0 0 0 0,1 8 1 0 0,1-2 499 0 0,1-1 0 0 0,0 0 1 0 0,1 0-1 0 0,-1-1 0 0 0,2 1 0 0 0,0-1 1 0 0,7 10-1 0 0,-11-17-572 0 0,0 1 0 0 0,0-1 1 0 0,0 1-1 0 0,0-1 0 0 0,1 0 0 0 0,-1 1 0 0 0,1-1 0 0 0,-1-1 1 0 0,1 1-1 0 0,0 0 0 0 0,0-1 0 0 0,-1 1 0 0 0,1-1 0 0 0,0 0 1 0 0,0 0-1 0 0,1 0 0 0 0,-1 0 0 0 0,0 0 0 0 0,0-1 0 0 0,0 0 1 0 0,0 1-1 0 0,1-1 0 0 0,-1 0 0 0 0,0-1 0 0 0,0 1 0 0 0,0-1 1 0 0,1 1-1 0 0,3-2 0 0 0,-5 1-155 0 0,0-1 1 0 0,-1 1-1 0 0,1 0 0 0 0,0-1 0 0 0,-1 1 1 0 0,1-1-1 0 0,-1 0 0 0 0,0 1 0 0 0,0-1 1 0 0,1 0-1 0 0,-1 0 0 0 0,0 0 1 0 0,0 0-1 0 0,-1 0 0 0 0,1 0 0 0 0,0 0 1 0 0,-1 0-1 0 0,1 0 0 0 0,-1 0 0 0 0,0 0 1 0 0,1-1-1 0 0,-1 1 0 0 0,0 0 1 0 0,0 0-1 0 0,-1 0 0 0 0,0-4 0 0 0,1 1-236 0 0,-1-1 0 0 0,0 1 0 0 0,0-1 0 0 0,0 1 0 0 0,-1-1 0 0 0,1 1 0 0 0,-1 0 1 0 0,-1 0-1 0 0,-3-6 0 0 0,0 3-1473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 10138 0 0,'-2'1'183'0'0,"1"0"-1"0"0,0 0 0 0 0,0 0 1 0 0,0 1-1 0 0,0-1 1 0 0,0 0-1 0 0,0 1 0 0 0,0-1 1 0 0,0 1-1 0 0,0-1 1 0 0,1 1-1 0 0,-1-1 1 0 0,1 1-1 0 0,-1-1 0 0 0,0 4 1 0 0,-4 32 968 0 0,3-25-957 0 0,-1 4 95 0 0,-2 16 57 0 0,-2 48 1 0 0,7-73-344 0 0,0 0-1 0 0,0 1 1 0 0,1-1 0 0 0,0 0-1 0 0,0 1 1 0 0,0-1 0 0 0,1 0 0 0 0,0 0-1 0 0,1 0 1 0 0,0 0 0 0 0,0-1 0 0 0,6 11-1 0 0,-8-15 1 0 0,1 0 0 0 0,-1 0 0 0 0,1 0-1 0 0,0 0 1 0 0,0 0 0 0 0,0-1 0 0 0,0 1-1 0 0,0-1 1 0 0,0 1 0 0 0,1-1 0 0 0,-1 0-1 0 0,0 0 1 0 0,1 0 0 0 0,-1 0 0 0 0,1 0-1 0 0,-1-1 1 0 0,1 1 0 0 0,-1-1 0 0 0,1 1-1 0 0,3-1 1 0 0,-1 0 35 0 0,0-1 0 0 0,-1 0 0 0 0,1 0 0 0 0,0 0 0 0 0,0 0 0 0 0,-1-1 0 0 0,1 0 0 0 0,0 0 0 0 0,-1 0 0 0 0,5-3 0 0 0,5-5 144 0 0,-1 0 0 0 0,0 0 0 0 0,0-2 0 0 0,-1 1 1 0 0,13-17-1 0 0,-18 19-113 0 0,0 1 1 0 0,-1-1 0 0 0,0 0-1 0 0,-1 0 1 0 0,0 0 0 0 0,7-17-1 0 0,-11 23-108 0 0,-1 1 0 0 0,1-1-1 0 0,0 1 1 0 0,-1-1 0 0 0,0 0 0 0 0,0 1-1 0 0,1-1 1 0 0,-2 0 0 0 0,1 1 0 0 0,0-1-1 0 0,0 1 1 0 0,-1-1 0 0 0,1 0-1 0 0,-1 1 1 0 0,0-1 0 0 0,0 1 0 0 0,0-1-1 0 0,0 1 1 0 0,0 0 0 0 0,-1 0 0 0 0,1-1-1 0 0,-1 1 1 0 0,0 0 0 0 0,1 0 0 0 0,-1 0-1 0 0,0 0 1 0 0,0 1 0 0 0,0-1 0 0 0,0 0-1 0 0,0 1 1 0 0,-1 0 0 0 0,-3-3-1 0 0,-32-11-2145 0 0,24 13 1026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7.5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9218 0 0,'2'3'7970'0'0,"12"152"-6439"0"0,-6-88-1470 0 0,-5-37-272 0 0,2-1 1 0 0,14 51-1 0 0,-11-58-413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8.3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1 4145 0 0,'-6'10'2282'0'0,"-25"59"7274"0"0,26-57-9141 0 0,2 0 0 0 0,-1 1 0 0 0,2-1 0 0 0,-2 15 1 0 0,1-2-578 0 0,1 1 1 0 0,1 0 0 0 0,2 0-1 0 0,5 42 1 0 0,-5-61-4 0 0,1 0 1 0 0,0-1-1 0 0,0 1 1 0 0,0-1-1 0 0,1 0 1 0 0,0 0-1 0 0,0 0 0 0 0,0 0 1 0 0,1 0-1 0 0,6 6 1 0 0,-7-9 29 0 0,0 0 1 0 0,1 0-1 0 0,-1 0 0 0 0,1-1 1 0 0,0 1-1 0 0,-1-1 0 0 0,1 0 1 0 0,0 0-1 0 0,0 0 1 0 0,0-1-1 0 0,1 0 0 0 0,-1 0 1 0 0,0 0-1 0 0,1 0 1 0 0,-1 0-1 0 0,0-1 0 0 0,8 0 1 0 0,-7 0 134 0 0,0 0-1 0 0,0-1 1 0 0,0 0 0 0 0,-1 0 0 0 0,1 0 0 0 0,0-1-1 0 0,0 0 1 0 0,-1 0 0 0 0,1 0 0 0 0,-1 0 0 0 0,1 0-1 0 0,-1-1 1 0 0,0 0 0 0 0,0 0 0 0 0,0 0-1 0 0,0-1 1 0 0,-1 1 0 0 0,0-1 0 0 0,1 0 0 0 0,-1 0-1 0 0,0 0 1 0 0,-1 0 0 0 0,1-1 0 0 0,-1 1 0 0 0,0-1-1 0 0,0 1 1 0 0,1-6 0 0 0,1-1 215 0 0,0 0 0 0 0,-2 0 0 0 0,1-1 0 0 0,-1 0 0 0 0,-1 1 0 0 0,0-1 0 0 0,-1 0 0 0 0,0 1 0 0 0,-1-1 0 0 0,-3-17 0 0 0,3 22-99 0 0,-1 0-1 0 0,0 0 1 0 0,0 1 0 0 0,-1 0 0 0 0,0-1-1 0 0,0 1 1 0 0,0 0 0 0 0,-1 0-1 0 0,0 1 1 0 0,0-1 0 0 0,-6-6 0 0 0,-3 1-178 0 0,0 0 0 0 0,-1 0 0 0 0,-17-9 0 0 0,10 6-848 0 0,-33-24-4339 0 0,45 32 1338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9.2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1 258 10594 0 0,'147'-64'2287'0'0,"4"7"1"0"0,199-48-1 0 0,-292 93-2592 0 0,60-4 1 0 0,-91 14-441 0 0,0 1 0 0 0,0 1 0 0 0,0 2 0 0 0,43 7-1 0 0,-17 11-1597 0 0,-46-16 1809 0 0,0-1 1 0 0,0 0 0 0 0,1 0-1 0 0,-1-1 1 0 0,1 0-1 0 0,-1 0 1 0 0,14 1 0 0 0,-15-6-829 0 0,-10 6 1776 0 0,1 1 208 0 0,0 1 0 0 0,0-1 1 0 0,1 1-1 0 0,0 0 0 0 0,0-1 1 0 0,0 1-1 0 0,1 0 0 0 0,-1 0 1 0 0,1 0-1 0 0,0 0 0 0 0,0 11 1 0 0,0 69 2969 0 0,1-55-3062 0 0,5 35-121 0 0,2-1 0 0 0,2 0 0 0 0,26 87 0 0 0,-11-53-202 0 0,-16-62-267 0 0,-1-13-94 0 0,-2 1 0 0 0,-1 0 0 0 0,0 0 0 0 0,-1 24-1 0 0,-3-42 133 0 0,0-1-1 0 0,0 0 0 0 0,-1 0 0 0 0,1 0 0 0 0,-1 0 1 0 0,0 0-1 0 0,-1 0 0 0 0,1 0 0 0 0,-1 0 1 0 0,0 0-1 0 0,0 0 0 0 0,-1-1 0 0 0,1 1 0 0 0,-1-1 1 0 0,0 0-1 0 0,0 0 0 0 0,-1 0 0 0 0,1 0 0 0 0,-1 0 1 0 0,0-1-1 0 0,0 0 0 0 0,0 1 0 0 0,0-1 1 0 0,-7 3-1 0 0,2-3-45 0 0,0-1-1 0 0,0 0 1 0 0,0 0 0 0 0,0-1 0 0 0,0 0 0 0 0,0-1 0 0 0,0 1-1 0 0,-1-2 1 0 0,1 0 0 0 0,-14-2 0 0 0,-28-1-169 0 0,-7 7 586 0 0,0 3 0 0 0,0 2 0 0 0,-86 25 0 0 0,92-20-54 0 0,37-10-166 0 0,0-1-1 0 0,1 0 1 0 0,-1-1 0 0 0,0-1-1 0 0,0 0 1 0 0,-21-4 0 0 0,-25-8-2107 0 0,0-5-4569 0 0,42 12 1912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9.5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12443 0 0,'2'1'271'0'0,"1"-1"1"0"0,0 1-1 0 0,0-1 1 0 0,0 1 0 0 0,0 0-1 0 0,-1 0 1 0 0,1 0-1 0 0,0 0 1 0 0,-1 1-1 0 0,1-1 1 0 0,-1 1 0 0 0,1-1-1 0 0,-1 1 1 0 0,0 0-1 0 0,0 0 1 0 0,0 0 0 0 0,0 0-1 0 0,0 0 1 0 0,0 1-1 0 0,0-1 1 0 0,-1 0-1 0 0,1 1 1 0 0,-1-1 0 0 0,0 1-1 0 0,1 3 1 0 0,3 5 158 0 0,-1 1 0 0 0,-1-1 1 0 0,0 1-1 0 0,3 20 0 0 0,8 194 218 0 0,-11-138-864 0 0,14 88-1 0 0,-7-125-563 0 0,-1 1-242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0:37.0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915 200 456 0 0,'-2'-9'306'0'0,"-1"0"0"0"0,-1 1 1 0 0,0 0-1 0 0,0 0 0 0 0,0 0 0 0 0,-1 0 0 0 0,0 1 0 0 0,-1 0 0 0 0,0 0 1 0 0,0 0-1 0 0,0 1 0 0 0,-1-1 0 0 0,0 2 0 0 0,-10-8 0 0 0,5 5 232 0 0,-1-1 1 0 0,0 2-1 0 0,-1 0 0 0 0,0 1 0 0 0,0 0 1 0 0,0 1-1 0 0,-27-6 0 0 0,18 8-216 0 0,0 2 1 0 0,-1 0-1 0 0,1 2 1 0 0,0 0-1 0 0,0 2 1 0 0,0 0-1 0 0,0 2 0 0 0,0 0 1 0 0,1 2-1 0 0,0 0 1 0 0,0 2-1 0 0,1 0 0 0 0,0 1 1 0 0,0 2-1 0 0,1 0 1 0 0,-34 27-1 0 0,33-19-260 0 0,2 1-1 0 0,0 0 1 0 0,1 2-1 0 0,1 0 1 0 0,1 0-1 0 0,1 2 1 0 0,-19 43 0 0 0,3 7-138 0 0,-29 111 1 0 0,51-157 60 0 0,2 0 0 0 0,1 1 0 0 0,2 0 0 0 0,0 0 1 0 0,2 0-1 0 0,2 0 0 0 0,0 0 0 0 0,2 0 0 0 0,2 0 1 0 0,0-1-1 0 0,2 1 0 0 0,1-1 0 0 0,2 0 1 0 0,1 0-1 0 0,1-1 0 0 0,1-1 0 0 0,1 0 0 0 0,2 0 1 0 0,0-2-1 0 0,2 0 0 0 0,32 38 0 0 0,-23-35-92 0 0,1 0-1 0 0,51 40 0 0 0,-60-55 49 0 0,0-1 0 0 0,1 0 0 0 0,1-2-1 0 0,0 0 1 0 0,0-1 0 0 0,25 7 0 0 0,-2-5 75 0 0,0-3 1 0 0,1-1 0 0 0,0-2 0 0 0,0-2-1 0 0,0-1 1 0 0,0-3 0 0 0,0-2-1 0 0,0-1 1 0 0,0-3 0 0 0,-1-1 0 0 0,0-3-1 0 0,-1-1 1 0 0,0-2 0 0 0,47-22-1 0 0,-52 17 163 0 0,-2-2 0 0 0,0-1 0 0 0,-1-2 0 0 0,-1-1-1 0 0,44-44 1 0 0,-30 21 141 0 0,-2-3-1 0 0,61-89 1 0 0,-85 108-144 0 0,-1-1 1 0 0,-2-1-1 0 0,-1-1 1 0 0,-2-1-1 0 0,18-62 1 0 0,-27 75-101 0 0,-1 0 0 0 0,-1-1 0 0 0,-1 1 0 0 0,-1-1 0 0 0,-1 0 1 0 0,-1 0-1 0 0,-1 0 0 0 0,-1 1 0 0 0,-1-1 0 0 0,-9-33 0 0 0,4 36 66 0 0,0 0-1 0 0,-2 1 1 0 0,0 0-1 0 0,-1 0 1 0 0,-1 1 0 0 0,-1 1-1 0 0,-1 0 1 0 0,0 0 0 0 0,-24-20-1 0 0,2 4 115 0 0,-1 2 0 0 0,-2 2 0 0 0,-53-31 0 0 0,69 48-231 0 0,0 1-1 0 0,-2 1 0 0 0,1 2 0 0 0,-1 0 0 0 0,-1 1 0 0 0,1 2 0 0 0,-29-4 0 0 0,12 4-548 0 0,0 3 0 0 0,0 2-1 0 0,-73 6 1 0 0,99-4-165 0 0,1 2-1 0 0,0 0 1 0 0,0 0-1 0 0,0 1 1 0 0,0 1-1 0 0,-14 7 1 0 0,5 2-4551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0:37.8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844 161 3681 0 0,'-26'-8'451'0'0,"-1"1"1"0"0,0 1-1 0 0,-1 1 1 0 0,1 2-1 0 0,-1 1 0 0 0,1 1 1 0 0,-1 1-1 0 0,0 1 1 0 0,-35 7-1 0 0,40-3-382 0 0,1 0-1 0 0,-1 2 1 0 0,2 0-1 0 0,-1 2 1 0 0,1 0-1 0 0,0 1 1 0 0,1 1 0 0 0,0 1-1 0 0,-18 16 1 0 0,15-9 111 0 0,0 1 0 0 0,2 1 0 0 0,1 0 0 0 0,0 2 0 0 0,2 1 1 0 0,-23 37-1 0 0,19-23-4 0 0,3 0-1 0 0,1 2 1 0 0,2 0 0 0 0,2 1-1 0 0,1 1 1 0 0,2 0 0 0 0,3 0-1 0 0,1 1 1 0 0,-3 77 0 0 0,11-97-179 0 0,0-1 0 0 0,1 0 0 0 0,2 0 0 0 0,0 0 0 0 0,1-1 0 0 0,2 1 0 0 0,0-1 1 0 0,1-1-1 0 0,1 1 0 0 0,15 25 0 0 0,0-7 6 0 0,2-2 0 0 0,1-1-1 0 0,2-1 1 0 0,37 35 0 0 0,-44-51 83 0 0,0 0 0 0 0,2-1 0 0 0,0-1-1 0 0,1-2 1 0 0,0 0 0 0 0,2-2 0 0 0,-1-1 0 0 0,1-1 0 0 0,1-1-1 0 0,40 9 1 0 0,-9-7 1 0 0,0-2 1 0 0,1-3-1 0 0,0-2 0 0 0,67-4 1 0 0,-101-2-10 0 0,1-1 1 0 0,-1-1-1 0 0,0-1 1 0 0,0-2-1 0 0,0 0 1 0 0,0-2-1 0 0,-1-1 1 0 0,-1-1-1 0 0,1-1 1 0 0,-2 0-1 0 0,1-2 1 0 0,-2-1 0 0 0,0-1-1 0 0,-1-1 1 0 0,0-1-1 0 0,-1-1 1 0 0,-1 0-1 0 0,17-23 1 0 0,-2 0 225 0 0,-1-2 0 0 0,-3-1-1 0 0,46-89 1 0 0,-60 99-135 0 0,-2-1 0 0 0,-1-1 0 0 0,-2 0 0 0 0,-1-1 0 0 0,-2 0 0 0 0,4-48 0 0 0,-7 35-22 0 0,-3-1 1 0 0,-4-55-1 0 0,0 85-46 0 0,-1 0 1 0 0,-1 0-1 0 0,-1 0 0 0 0,0 1 0 0 0,-2 0 0 0 0,0 0 1 0 0,-19-34-1 0 0,9 25 162 0 0,-2 1-1 0 0,-1 1 1 0 0,-1 1 0 0 0,-1 1-1 0 0,-29-25 1 0 0,13 16 32 0 0,-1 3 1 0 0,-76-47-1 0 0,93 65-259 0 0,0 2 1 0 0,0 1 0 0 0,-1 1 0 0 0,-1 1-1 0 0,1 0 1 0 0,-1 2 0 0 0,0 1-1 0 0,-1 1 1 0 0,-34-1 0 0 0,44 4-195 0 0,0 1 0 0 0,0 1 0 0 0,0 0 0 0 0,1 1 0 0 0,-1 0 0 0 0,0 2 0 0 0,1 0 0 0 0,0 0 0 0 0,0 1 0 0 0,0 1 0 0 0,1 0 0 0 0,-1 1 0 0 0,2 0 0 0 0,-1 1 0 0 0,1 1 0 0 0,-21 18 0 0 0,-16 30-2272 0 0,27-27 636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0:38.5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625 246 2385 0 0,'-3'-7'203'0'0,"-1"-1"1"0"0,1 1 0 0 0,-1 0 0 0 0,0-1 0 0 0,-1 2 0 0 0,0-1 0 0 0,0 1 0 0 0,0-1 0 0 0,-1 1 0 0 0,0 1 0 0 0,0-1 0 0 0,-1 1 0 0 0,1 0 0 0 0,-1 1 0 0 0,0 0 0 0 0,-11-6 0 0 0,9 7 90 0 0,-1-1-1 0 0,0 1 1 0 0,1 1 0 0 0,-1 0 0 0 0,0 0 0 0 0,0 1 0 0 0,0 0 0 0 0,0 1 0 0 0,-1 0 0 0 0,1 0 0 0 0,0 1 0 0 0,-19 5 0 0 0,14-3-37 0 0,1 2 0 0 0,-1 0 0 0 0,1 0 0 0 0,0 1 0 0 0,1 1 1 0 0,-1 1-1 0 0,1 0 0 0 0,1 0 0 0 0,-1 1 0 0 0,-12 13 0 0 0,11-7-63 0 0,1 0-1 0 0,0 0 1 0 0,1 1-1 0 0,1 1 1 0 0,0 0 0 0 0,1 0-1 0 0,-9 25 1 0 0,-10 24-159 0 0,-33 114-1 0 0,56-156-32 0 0,1-1-1 0 0,1 1 0 0 0,2 0 1 0 0,0 0-1 0 0,1 0 0 0 0,1 0 0 0 0,2 0 1 0 0,8 45-1 0 0,-2-33-12 0 0,2-1 1 0 0,2-1-1 0 0,1 0 0 0 0,2-1 1 0 0,20 34-1 0 0,-23-47 4 0 0,1 1 0 0 0,1-2 0 0 0,1 0 0 0 0,1 0-1 0 0,1-2 1 0 0,0 0 0 0 0,1-1 0 0 0,32 22 0 0 0,3-6-13 0 0,2-2 0 0 0,1-2-1 0 0,1-3 1 0 0,1-3 0 0 0,2-2 0 0 0,0-2-1 0 0,0-4 1 0 0,1-2 0 0 0,1-2 0 0 0,0-4 0 0 0,114-1-1 0 0,-143-8 103 0 0,1-1 0 0 0,-1-1 0 0 0,0-2 0 0 0,-1-1 0 0 0,1-2 0 0 0,-2-1 0 0 0,1-1 0 0 0,-2-2 0 0 0,0-1 0 0 0,0-2 0 0 0,-2 0-1 0 0,0-2 1 0 0,-1-1 0 0 0,-1-2 0 0 0,-1 0 0 0 0,26-30 0 0 0,-22 18 39 0 0,-2 0 0 0 0,-1-2 0 0 0,-1-1 0 0 0,-2-1 0 0 0,-2-1 0 0 0,-2-1 0 0 0,-1-1 0 0 0,-2 0 0 0 0,-2-1 0 0 0,-2-1 0 0 0,12-77 0 0 0,-19 86 177 0 0,-2 0-1 0 0,-2 0 1 0 0,0 0 0 0 0,-3 1 0 0 0,-9-60 0 0 0,7 74-195 0 0,-1 1 0 0 0,-1-1 0 0 0,0 1 0 0 0,-1 0 0 0 0,-1 1 0 0 0,-1 0 0 0 0,-1 0 0 0 0,0 0 0 0 0,-1 2 0 0 0,0-1 0 0 0,-22-21 0 0 0,12 19 6 0 0,0 0 0 0 0,-1 1 0 0 0,0 2 0 0 0,-2 0 0 0 0,0 1 0 0 0,0 2 0 0 0,-44-17 0 0 0,-5 5 271 0 0,-109-22 1 0 0,136 38-546 0 0,1 3 1 0 0,-1 1 0 0 0,0 3-1 0 0,1 2 1 0 0,-1 1 0 0 0,0 3-1 0 0,1 1 1 0 0,0 3 0 0 0,-55 17 0 0 0,80-20-136 0 0,1 0 0 0 0,0 2 0 0 0,0 0 0 0 0,-26 16 0 0 0,35-18-189 0 0,1 0 0 0 0,0 1 0 0 0,-15 16 0 0 0,19-17-259 0 0,0 0 0 0 0,0 0 0 0 0,1 0 0 0 0,0 1-1 0 0,0 0 1 0 0,-4 10 0 0 0,0 7-3976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0:39.3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611 135 3225 0 0,'-2'-4'117'0'0,"1"0"1"0"0,-1 0 0 0 0,0 0 0 0 0,0 1-1 0 0,-1-1 1 0 0,1 1 0 0 0,-1-1-1 0 0,1 1 1 0 0,-1 0 0 0 0,-6-6 0 0 0,-37-25 1372 0 0,37 27-959 0 0,2 2-208 0 0,0 1-1 0 0,0-1 0 0 0,0 1 0 0 0,-1 1 1 0 0,0-1-1 0 0,1 1 0 0 0,-1 1 0 0 0,0-1 1 0 0,0 1-1 0 0,0 1 0 0 0,-1 0 0 0 0,1 0 1 0 0,0 0-1 0 0,-13 1 0 0 0,10 2-60 0 0,0 0-1 0 0,0 1 1 0 0,1 0-1 0 0,-1 0 0 0 0,1 1 1 0 0,-1 1-1 0 0,2-1 1 0 0,-1 2-1 0 0,0-1 1 0 0,-12 11-1 0 0,1 1-180 0 0,1 1 0 0 0,0 0 0 0 0,2 2 1 0 0,0 0-1 0 0,1 1 0 0 0,1 1 0 0 0,1 1 0 0 0,1 0 0 0 0,1 1 0 0 0,1 0 0 0 0,1 1 0 0 0,1 0 1 0 0,-7 29-1 0 0,3 2-71 0 0,2 0 0 0 0,2 0 1 0 0,4 1-1 0 0,1 0 0 0 0,4 68 1 0 0,3-95-28 0 0,0 0 1 0 0,2-1-1 0 0,1 0 0 0 0,2 0 1 0 0,0 0-1 0 0,2-1 1 0 0,1 0-1 0 0,2 0 1 0 0,0-1-1 0 0,2-1 1 0 0,1 0-1 0 0,1-1 0 0 0,1-1 1 0 0,1 0-1 0 0,1-1 1 0 0,32 29-1 0 0,-20-24 0 0 0,1-2-1 0 0,1-1 0 0 0,1-1 1 0 0,1-2-1 0 0,2-2 0 0 0,0-1 1 0 0,77 27-1 0 0,-53-26-68 0 0,1-4 0 0 0,0-2-1 0 0,1-2 1 0 0,98 4 0 0 0,-127-14 74 0 0,1-2 0 0 0,-1-1 0 0 0,1-1 1 0 0,-1-2-1 0 0,1-2 0 0 0,-2-1 0 0 0,1-1 0 0 0,-1-2 0 0 0,0-2 0 0 0,54-26 0 0 0,-36 11 294 0 0,-1-3 0 0 0,-1-1 0 0 0,-2-3 0 0 0,85-79-1 0 0,-114 95-152 0 0,-1-1-1 0 0,-1 0 1 0 0,0-1-1 0 0,-2-1 1 0 0,0-1-1 0 0,-2 0 1 0 0,0 0-1 0 0,-2-2 0 0 0,0 1 1 0 0,-2-1-1 0 0,0 0 1 0 0,-2-1-1 0 0,7-47 1 0 0,-10 12 170 0 0,-3 0 1 0 0,-2 0-1 0 0,-2 1 0 0 0,-4-1 1 0 0,-2 1-1 0 0,-2 1 1 0 0,-31-89-1 0 0,35 125-220 0 0,-1 0-1 0 0,-1 1 1 0 0,0 0-1 0 0,-2 0 1 0 0,0 1 0 0 0,-17-19-1 0 0,18 26-20 0 0,-1 0-1 0 0,0 1 0 0 0,-1 1 0 0 0,0 0 1 0 0,-1 0-1 0 0,0 1 0 0 0,-1 1 0 0 0,-30-14 1 0 0,15 11-77 0 0,0 1 0 0 0,-1 2 0 0 0,0 1 0 0 0,0 1 0 0 0,-1 2 0 0 0,0 0 0 0 0,0 3 0 0 0,0 1 0 0 0,-40 3 0 0 0,36 2-1074 0 0,1 1 1 0 0,0 1-1 0 0,0 3 0 0 0,-59 21 0 0 0,67-19-4632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0:40.0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389 200 6913 0 0,'-9'1'144'0'0,"0"-1"-1"0"0,0 1 0 0 0,0 1 1 0 0,0 0-1 0 0,1 0 0 0 0,-1 1 1 0 0,0 0-1 0 0,1 0 0 0 0,0 1 0 0 0,0 0 1 0 0,0 0-1 0 0,0 1 0 0 0,0 0 1 0 0,1 0-1 0 0,0 1 0 0 0,0 0 0 0 0,-6 7 1 0 0,-4 6 215 0 0,1 0 0 0 0,1 1 1 0 0,0 1-1 0 0,1 0 1 0 0,2 1-1 0 0,0 0 0 0 0,-14 40 1 0 0,3 3-161 0 0,-22 106-1 0 0,32-110-213 0 0,2 1 0 0 0,3 1 0 0 0,2-1 0 0 0,4 1 0 0 0,2 0 0 0 0,3 0 0 0 0,2-1-1 0 0,16 68 1 0 0,-11-86 2 0 0,2-1 1 0 0,2 0-1 0 0,1 0 0 0 0,40 73 0 0 0,-42-92 25 0 0,2-1 0 0 0,1-1 0 0 0,1 0 1 0 0,1-1-1 0 0,1-1 0 0 0,0 0 0 0 0,2-2 0 0 0,0 0 1 0 0,29 18-1 0 0,-29-23-9 0 0,1-1 1 0 0,0-1 0 0 0,1-1 0 0 0,0 0-1 0 0,1-2 1 0 0,0-1 0 0 0,0-1-1 0 0,39 5 1 0 0,-33-8 64 0 0,0-2 0 0 0,0-1 0 0 0,0-2-1 0 0,0 0 1 0 0,0-3 0 0 0,53-13 0 0 0,-40 6 68 0 0,0-2 0 0 0,-1-1 0 0 0,-1-3-1 0 0,-1-1 1 0 0,-1-2 0 0 0,0-2 0 0 0,-2-1 0 0 0,0-2 0 0 0,-2-1 0 0 0,45-46 0 0 0,-24 15 505 0 0,52-71 0 0 0,-84 96-295 0 0,-2-1-1 0 0,-1 0 1 0 0,-2-2-1 0 0,17-43 1 0 0,-12 17 91 0 0,-4-2-1 0 0,-1 0 1 0 0,-4-2 0 0 0,-3 1 0 0 0,8-122-1 0 0,-19 147-232 0 0,-2 0 0 0 0,-1 1-1 0 0,-2-1 1 0 0,-1 0 0 0 0,-3 1 0 0 0,-1 0-1 0 0,-1 1 1 0 0,-3 0 0 0 0,-1 1-1 0 0,-1 0 1 0 0,-22-35 0 0 0,27 56-194 0 0,-2 0 1 0 0,0 1-1 0 0,0 1 0 0 0,-1 0 1 0 0,-1 0-1 0 0,-1 1 1 0 0,0 1-1 0 0,0 1 0 0 0,-1 0 1 0 0,-26-13-1 0 0,15 10 0 0 0,0 3 0 0 0,0 0 0 0 0,-1 1-1 0 0,0 2 1 0 0,-1 1 0 0 0,-36-4 0 0 0,43 9-735 0 0,-1 1 0 0 0,0 0 0 0 0,-37 5 0 0 0,27 1-6536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0:43.3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90 3225 0 0,'0'0'53'0'0,"-1"0"1"0"0,0 0-1 0 0,1-1 1 0 0,-1 1-1 0 0,1 0 0 0 0,-1 0 1 0 0,1-1-1 0 0,-1 1 1 0 0,1 0-1 0 0,-1-1 1 0 0,1 1-1 0 0,-1-1 1 0 0,1 1-1 0 0,-1 0 0 0 0,1-1 1 0 0,0 1-1 0 0,-1-1 1 0 0,1 1-1 0 0,0-1 1 0 0,-1 1-1 0 0,1-1 1 0 0,0 0-1 0 0,0 1 1 0 0,-1-1-1 0 0,1 1 0 0 0,0-1 1 0 0,0 0-1 0 0,0 1 1 0 0,0-1-1 0 0,0 1 1 0 0,0-1-1 0 0,0 0 1 0 0,0 1-1 0 0,0-1 1 0 0,0 1-1 0 0,0-1 0 0 0,1 0 1 0 0,-1 1-1 0 0,0-1 1 0 0,0 1-1 0 0,1-1 1 0 0,-1 1-1 0 0,0-1 1 0 0,0 0-1 0 0,1 1 1 0 0,-1 0-1 0 0,1-1 0 0 0,-1 1 1 0 0,0-1-1 0 0,1 1 1 0 0,-1-1-1 0 0,1 1 1 0 0,-1 0-1 0 0,1-1 1 0 0,-1 1-1 0 0,1 0 1 0 0,0 0-1 0 0,-1-1 0 0 0,1 1 1 0 0,0 0-1 0 0,39-18 1392 0 0,-2 7-575 0 0,0 3 1 0 0,0 0-1 0 0,1 3 0 0 0,0 1 1 0 0,45 2-1 0 0,211 28-814 0 0,-178-13-176 0 0,36-4 725 0 0,192-13 0 0 0,-17-2-300 0 0,43-8 245 0 0,-192 4-284 0 0,-37 1-108 0 0,81-2 77 0 0,-167 11-123 0 0,111 14-1 0 0,-47 6-79 0 0,163 4 0 0 0,-225-23-4 0 0,417-1 833 0 0,-141 9-226 0 0,-17 0-410 0 0,-266-10-90 0 0,0 2 1 0 0,1 2-1 0 0,-2 2 0 0 0,1 2 1 0 0,65 19-1 0 0,-62-13-135 0 0,0-3 0 0 0,1-1 0 0 0,0-4 0 0 0,0-1 0 0 0,1-4 0 0 0,73-7 0 0 0,19-16 415 0 0,-90 12-53 0 0,61-3 0 0 0,85 13 754 0 0,-203 1-1146 0 0,1 0 0 0 0,0 0 0 0 0,0 0-1 0 0,-1 1 1 0 0,1-1 0 0 0,0 0 0 0 0,0 1 0 0 0,-1-1 0 0 0,1 1-1 0 0,0 0 1 0 0,-1 0 0 0 0,1-1 0 0 0,-1 1 0 0 0,1 0-1 0 0,-1 1 1 0 0,1-1 0 0 0,-1 0 0 0 0,0 0 0 0 0,1 0 0 0 0,-1 1-1 0 0,0-1 1 0 0,0 1 0 0 0,0-1 0 0 0,0 1 0 0 0,0-1-1 0 0,0 3 1 0 0,2 1-626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0:59.2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73 12 1840 0 0,'-7'0'860'0'0,"0"1"-1"0"0,0 0 1 0 0,0 0-1 0 0,0 0 0 0 0,-8 3 1 0 0,14-4-737 0 0,0 1 0 0 0,0-1 1 0 0,0 0-1 0 0,-1 0 0 0 0,1 1 1 0 0,0-1-1 0 0,0 1 0 0 0,0-1 0 0 0,0 1 1 0 0,1-1-1 0 0,-1 1 0 0 0,0 0 1 0 0,0-1-1 0 0,0 1 0 0 0,0 0 1 0 0,1 0-1 0 0,-1-1 0 0 0,0 1 0 0 0,1 0 1 0 0,-1 0-1 0 0,0 0 0 0 0,1 0 1 0 0,-1 0-1 0 0,1 0 0 0 0,0 0 1 0 0,-1 0-1 0 0,1 0 0 0 0,0 0 0 0 0,0 0 1 0 0,-1 0-1 0 0,1 0 0 0 0,0 0 1 0 0,0 1-1 0 0,0-1 0 0 0,0 0 1 0 0,0 0-1 0 0,1 0 0 0 0,-1 0 0 0 0,0 0 1 0 0,0 0-1 0 0,1 0 0 0 0,0 2 1 0 0,1-1-45 0 0,0 0 1 0 0,-1 0-1 0 0,1 0 1 0 0,0 0 0 0 0,1 0-1 0 0,-1 0 1 0 0,0 0-1 0 0,1-1 1 0 0,-1 1 0 0 0,1-1-1 0 0,-1 0 1 0 0,1 0-1 0 0,-1 0 1 0 0,1 0 0 0 0,4 1-1 0 0,43 8 846 0 0,-48-10-896 0 0,25 3 230 0 0,0-1 0 0 0,0-2 0 0 0,-1-1 1 0 0,28-3-1 0 0,106-25 809 0 0,-108 18-550 0 0,0 1 0 0 0,92-3 0 0 0,-93 10 68 0 0,98-16 0 0 0,-121 14-166 0 0,-27 4-361 0 0,0 1-1 0 0,-1 0 1 0 0,1 0 0 0 0,0-1-1 0 0,-1 1 1 0 0,1 0-1 0 0,0 0 1 0 0,-1 0-1 0 0,1 0 1 0 0,0 0 0 0 0,-1 0-1 0 0,1 0 1 0 0,0 0-1 0 0,0 0 1 0 0,-1 0 0 0 0,1 0-1 0 0,0 0 1 0 0,-1 0-1 0 0,1 0 1 0 0,0 1-1 0 0,-1-1 1 0 0,1 0 0 0 0,0 1-1 0 0,-1-1 1 0 0,1 0-1 0 0,-1 1 1 0 0,1-1-1 0 0,-1 1 1 0 0,1-1 0 0 0,-1 1-1 0 0,1-1 1 0 0,-1 1-1 0 0,1-1 1 0 0,-1 1 0 0 0,1-1-1 0 0,-1 1 1 0 0,0 0-1 0 0,0-1 1 0 0,1 2-1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07.8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6923 365 5985 0 0,'-1'-2'192'0'0,"1"1"0"0"0,-1-1-1 0 0,1 1 1 0 0,-1 0 0 0 0,1-1-1 0 0,-1 1 1 0 0,0 0 0 0 0,0-1 0 0 0,1 1-1 0 0,-1 0 1 0 0,0 0 0 0 0,0 0-1 0 0,0-1 1 0 0,-1 1 0 0 0,1 0-1 0 0,0 0 1 0 0,0 1 0 0 0,0-1-1 0 0,-1 0 1 0 0,-2-1 0 0 0,-28-12 471 0 0,32 14-647 0 0,-25-6 5 0 0,1 0 0 0 0,-1 2-1 0 0,-1 1 1 0 0,1 1-1 0 0,-26 1 1 0 0,-2-1 537 0 0,19 0 83 0 0,-112-5 2003 0 0,-170-32 0 0 0,169 11-1400 0 0,-351-65 494 0 0,70 20-1159 0 0,318 57-461 0 0,-115-2 0 0 0,24 3-19 0 0,37 5 43 0 0,-170 12 0 0 0,299-1-138 0 0,-273 30-4 0 0,81-5 0 0 0,60-11 0 0 0,-131 7 0 0 0,7 8 66 0 0,37-2 12 0 0,-106 10-209 0 0,147-12 62 0 0,66-8 69 0 0,1 7 0 0 0,-174 52 0 0 0,173-25-32 0 0,-209 105 1 0 0,308-134 30 0 0,-179 93-126 0 0,88-43 46 0 0,105-56 54 0 0,1 2 0 0 0,1 1 1 0 0,0 2-1 0 0,1 1 0 0 0,-37 37 0 0 0,55-48 18 0 0,2 2-1 0 0,-1-1 0 0 0,1 2 1 0 0,1-1-1 0 0,1 1 0 0 0,0 1 0 0 0,1 0 1 0 0,0 0-1 0 0,2 0 0 0 0,0 1 1 0 0,0 0-1 0 0,2 1 0 0 0,-5 30 0 0 0,8-36-4 0 0,1-1 0 0 0,0 0 1 0 0,1 1-1 0 0,0-1 0 0 0,0 0 0 0 0,1 1 0 0 0,1-1 0 0 0,0 0 0 0 0,0-1 0 0 0,9 19 0 0 0,-4-14-35 0 0,1 0 1 0 0,0-1 0 0 0,1 0-1 0 0,1-1 1 0 0,0 0 0 0 0,19 18-1 0 0,0-6-33 0 0,1-2 0 0 0,0 0 0 0 0,2-3 0 0 0,0 0 0 0 0,59 23 0 0 0,-24-18 346 0 0,1-4-1 0 0,122 22 1 0 0,-47-13 49 0 0,282 46 18 0 0,6-32 46 0 0,-330-34-356 0 0,615 46 342 0 0,-407-33-262 0 0,751 10 142 0 0,-893-32-230 0 0,677-12 259 0 0,-565-8-125 0 0,280-55 1 0 0,-156-18-16 0 0,-233 50-67 0 0,19-12-59 0 0,332-143 0 0 0,-491 183 47 0 0,-1-2 0 0 0,0-1 0 0 0,50-39 0 0 0,68-77 159 0 0,-135 120-198 0 0,-2 0 1 0 0,0 0-1 0 0,0-1 1 0 0,-2 0-1 0 0,0-1 0 0 0,0 0 1 0 0,-1-1-1 0 0,-1 0 1 0 0,5-17-1 0 0,-8 20-3 0 0,-1 1 0 0 0,0-1 0 0 0,-1 1 0 0 0,-1-1 0 0 0,0 0 1 0 0,0 0-1 0 0,-2 0 0 0 0,1 1 0 0 0,-2-1 0 0 0,0 0 0 0 0,0 1 0 0 0,-9-25 0 0 0,-1 8 67 0 0,-2 2 0 0 0,-1-1 0 0 0,-35-45 1 0 0,8 11-176 0 0,32 48 100 0 0,0 1 0 0 0,-1 0 0 0 0,-1 0 0 0 0,0 1 0 0 0,0 1 0 0 0,-1 0 0 0 0,-20-13 0 0 0,-111-56-94 0 0,66 39 118 0 0,46 24-27 0 0,-2 2 0 0 0,0 1 0 0 0,0 1 0 0 0,-65-13 0 0 0,-149-13 0 0 0,115 22 0 0 0,17-1-1162 0 0,0 5-1 0 0,-128 2 1 0 0,167 15-6305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1.1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4448 77 10138 0 0,'23'-2'943'0'0,"-1"-1"0"0"0,1-1 0 0 0,-1-1 0 0 0,0-1 0 0 0,26-11-1 0 0,-47 17-889 0 0,0 0 0 0 0,-1 0-1 0 0,1-1 1 0 0,0 1 0 0 0,0 0-1 0 0,-1-1 1 0 0,1 1 0 0 0,0 0-1 0 0,0-1 1 0 0,-1 1 0 0 0,1-1-1 0 0,-1 1 1 0 0,1-1 0 0 0,0 0-1 0 0,-1 1 1 0 0,1-1 0 0 0,-1 0-1 0 0,1 1 1 0 0,-1-1 0 0 0,0 0-1 0 0,1 1 1 0 0,-1-1-1 0 0,0 0 1 0 0,1 0 0 0 0,-1 0-1 0 0,0 0-12 0 0,-1 0 0 0 0,1 0 0 0 0,-1 1 0 0 0,1-1 0 0 0,-1 0-1 0 0,1 1 1 0 0,-1-1 0 0 0,1 0 0 0 0,-1 1 0 0 0,1-1-1 0 0,-1 1 1 0 0,0-1 0 0 0,1 1 0 0 0,-1-1 0 0 0,0 1-1 0 0,0-1 1 0 0,1 1 0 0 0,-1 0 0 0 0,-1-1 0 0 0,-45-10 482 0 0,17 9-491 0 0,-1 1 1 0 0,0 2 0 0 0,-45 6 0 0 0,-96 25-834 0 0,110-19 468 0 0,-184 40-515 0 0,4 12 0 0 0,-255 102 0 0 0,382-121 981 0 0,-529 223 1617 0 0,-788 520 1333 0 0,1196-655-2690 0 0,-50 31 700 0 0,110-46 136 0 0,17-11-1685 0 0,49-41-5839 0 0,92-56-527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1.6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57 110 5529 0 0,'9'-19'115'0'0,"15"-35"2466"0"0,-13 18 4228 0 0,-47 157-633 0 0,-15 57-5757 0 0,46-157-416 0 0,2 1-1 0 0,0 0 0 0 0,1 0 1 0 0,1 0-1 0 0,2 0 1 0 0,2 25-1 0 0,-2-39 30 0 0,1 0-1 0 0,-1 0 1 0 0,2-1 0 0 0,-1 1-1 0 0,1-1 1 0 0,0 0 0 0 0,0 1-1 0 0,1-1 1 0 0,0-1 0 0 0,0 1-1 0 0,1 0 1 0 0,0-1 0 0 0,0 0-1 0 0,10 8 1 0 0,-7-7 16 0 0,1-1-1 0 0,0 0 1 0 0,0 0 0 0 0,1-1-1 0 0,0 0 1 0 0,0-1 0 0 0,0 0-1 0 0,0-1 1 0 0,18 4 0 0 0,0-3-7 0 0,1-1 0 0 0,-1-2-1 0 0,1 0 1 0 0,-1-2 0 0 0,1-1 0 0 0,-1-2 0 0 0,35-8 0 0 0,-19 0-200 0 0,-1-3 0 0 0,80-38 1 0 0,-59 23-3776 0 0,-29 17-797 0 0,-10 7-235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2.3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97 121 4145 0 0,'-39'-56'1713'0'0,"33"46"-517"0"0,0-1 1 0 0,-1 2-1 0 0,0-1 0 0 0,-1 1 1 0 0,-15-6 8093 0 0,33 54-8898 0 0,-7-28 304 0 0,15 72-408 0 0,11 143-1 0 0,-18-122-208 0 0,9 29 77 0 0,5 52-1562 0 0,-24-167-3843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2.6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0 101 10138 0 0,'2'-5'321'0'0,"1"0"1"0"0,0 0-1 0 0,0 0 0 0 0,0 0 0 0 0,0 1 1 0 0,1-1-1 0 0,0 1 0 0 0,0 0 0 0 0,0 0 1 0 0,0 0-1 0 0,0 1 0 0 0,1-1 0 0 0,0 1 1 0 0,0 0-1 0 0,9-4 0 0 0,-3 2 194 0 0,0 0 0 0 0,-1 1 1 0 0,1 0-1 0 0,1 1 0 0 0,-1 0 0 0 0,22-2 0 0 0,-28 4-464 0 0,0 1-1 0 0,0 0 1 0 0,0 0 0 0 0,0 0-1 0 0,-1 1 1 0 0,1 0 0 0 0,0 0-1 0 0,0 0 1 0 0,-1 0 0 0 0,1 1-1 0 0,-1 0 1 0 0,1 0 0 0 0,-1 0 0 0 0,0 0-1 0 0,0 1 1 0 0,0-1 0 0 0,0 1-1 0 0,0 0 1 0 0,0 1 0 0 0,-1-1-1 0 0,1 1 1 0 0,-1-1 0 0 0,0 1-1 0 0,0 0 1 0 0,-1 0 0 0 0,1 0-1 0 0,-1 0 1 0 0,0 1 0 0 0,0-1-1 0 0,0 1 1 0 0,-1-1 0 0 0,1 1-1 0 0,-1 0 1 0 0,1 9 0 0 0,2 20-31 0 0,-1 0 0 0 0,-2 0 1 0 0,-2 0-1 0 0,-1 0 0 0 0,-6 37 1 0 0,-4 77 11 0 0,12-147-32 0 0,0 0-1 0 0,0 1 1 0 0,0-1-1 0 0,0 1 0 0 0,0-1 1 0 0,0 0-1 0 0,0 1 0 0 0,1-1 1 0 0,-1 0-1 0 0,1 1 1 0 0,-1-1-1 0 0,1 0 0 0 0,-1 1 1 0 0,1-1-1 0 0,-1 0 0 0 0,1 0 1 0 0,0 1-1 0 0,0-1 1 0 0,0 0-1 0 0,0 0 0 0 0,0 0 1 0 0,0 0-1 0 0,1 1 0 0 0,0-2 4 0 0,0 1-1 0 0,-1-1 0 0 0,1 1 0 0 0,0-1 1 0 0,0 0-1 0 0,0 1 0 0 0,-1-1 0 0 0,1 0 1 0 0,0 0-1 0 0,0-1 0 0 0,0 1 0 0 0,-1 0 0 0 0,1 0 1 0 0,0-1-1 0 0,3-1 0 0 0,7-3 62 0 0,1 0 1 0 0,-1-2-1 0 0,21-14 0 0 0,-24 15 27 0 0,9-6-34 0 0,27-14-2244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3.1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1 319 6449 0 0,'26'-17'6816'0'0,"-14"9"-5690"0"0,59-31 2865 0 0,-45 26-3036 0 0,41-28 0 0 0,-63 37-967 0 0,1 1-1 0 0,-1-1 0 0 0,0-1 0 0 0,-1 1 1 0 0,1 0-1 0 0,-1-1 0 0 0,0 0 0 0 0,0 0 1 0 0,0 0-1 0 0,-1 0 0 0 0,1 0 0 0 0,-1 0 0 0 0,-1-1 1 0 0,1 1-1 0 0,-1-1 0 0 0,0 0 0 0 0,0 1 1 0 0,0-1-1 0 0,-1 0 0 0 0,0-8 0 0 0,-1 10-27 0 0,1 0 1 0 0,0 1-1 0 0,-1-1 0 0 0,0 0 0 0 0,0 0 0 0 0,0 0 0 0 0,-1 0 0 0 0,1 1 0 0 0,-1-1 0 0 0,0 1 0 0 0,0-1 0 0 0,0 1 0 0 0,0 0 0 0 0,0 0 0 0 0,-1 0 1 0 0,0 0-1 0 0,1 0 0 0 0,-1 0 0 0 0,0 1 0 0 0,0-1 0 0 0,-1 1 0 0 0,1 0 0 0 0,0 0 0 0 0,-1 0 0 0 0,1 0 0 0 0,-1 1 0 0 0,0-1 0 0 0,0 1 1 0 0,1 0-1 0 0,-5 0 0 0 0,4 0 33 0 0,1 1 0 0 0,0 0 0 0 0,-1 0 0 0 0,1 0 0 0 0,-1 1-1 0 0,1-1 1 0 0,0 1 0 0 0,0 0 0 0 0,-1 0 0 0 0,1 0 0 0 0,0 0 0 0 0,0 0 0 0 0,0 1 0 0 0,0 0 0 0 0,0-1 0 0 0,0 1 0 0 0,1 0 0 0 0,-1 0 0 0 0,0 1 0 0 0,1-1 0 0 0,0 0 0 0 0,0 1 0 0 0,-1 0 0 0 0,1-1 0 0 0,1 1 0 0 0,-1 0 0 0 0,0 0 0 0 0,1 0 0 0 0,-1 0 0 0 0,0 6 0 0 0,-2-1 53 0 0,1 1-1 0 0,1 0 1 0 0,-1 0 0 0 0,1 0 0 0 0,1 0 0 0 0,0 0 0 0 0,0 0 0 0 0,1 1 0 0 0,0-1 0 0 0,2 11-1 0 0,0-11-80 0 0,0-1 0 0 0,1 0 0 0 0,0 1 0 0 0,0-1 0 0 0,1-1 0 0 0,0 1 0 0 0,0 0 0 0 0,1-1 0 0 0,0 0 0 0 0,0 0 0 0 0,1 0 0 0 0,0-1 0 0 0,0 0 0 0 0,1 0 0 0 0,-1 0 0 0 0,1-1-1 0 0,1 0 1 0 0,-1 0 0 0 0,1-1 0 0 0,-1 0 0 0 0,1 0 0 0 0,0-1 0 0 0,1 0 0 0 0,-1-1 0 0 0,0 1 0 0 0,1-1 0 0 0,-1-1 0 0 0,1 0 0 0 0,0 0 0 0 0,0-1 0 0 0,-1 0 0 0 0,1 0 0 0 0,0-1 0 0 0,10-2-1 0 0,0-1-1398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3.7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83 407 2761 0 0,'-24'27'12721'0'0,"-4"13"-9547"0"0,24-34-3145 0 0,0 1 1 0 0,0-1 0 0 0,1 1 0 0 0,0 0 0 0 0,0 0 0 0 0,1 0-1 0 0,0 0 1 0 0,0 0 0 0 0,1 0 0 0 0,0 1 0 0 0,0 10-1 0 0,1-17-27 0 0,0 1-1 0 0,0 0 1 0 0,0-1-1 0 0,0 1 1 0 0,0 0-1 0 0,1-1 1 0 0,-1 1-1 0 0,0-1 1 0 0,1 1-1 0 0,0-1 1 0 0,-1 1-1 0 0,1-1 1 0 0,0 1-1 0 0,0-1 1 0 0,0 0-1 0 0,0 0 0 0 0,0 1 1 0 0,0-1-1 0 0,0 0 1 0 0,1 1-1 0 0,0-1-4 0 0,-1-1 0 0 0,0 1 0 0 0,0-1 0 0 0,1 0 0 0 0,-1 1 0 0 0,0-1 0 0 0,0 0 0 0 0,1 0 0 0 0,-1 0 0 0 0,0 0 0 0 0,1 0 0 0 0,-1 0 0 0 0,0-1 0 0 0,0 1 0 0 0,1 0 0 0 0,-1-1 0 0 0,0 1 0 0 0,0 0 0 0 0,2-2 0 0 0,3-1-41 0 0,-1 0 1 0 0,1-1 0 0 0,-1 1 0 0 0,0-1 0 0 0,0-1 0 0 0,0 1 0 0 0,-1-1 0 0 0,6-6 0 0 0,-2-2-142 0 0,-1 1 1 0 0,0-2-1 0 0,-1 1 1 0 0,0-1-1 0 0,-1 0 1 0 0,0 0-1 0 0,-2 0 1 0 0,1 0-1 0 0,-2-1 1 0 0,0 0-1 0 0,-1 1 1 0 0,0-1-1 0 0,-1 0 1 0 0,-3-26-1 0 0,-2 6 354 0 0,-2 0-1 0 0,0 0 1 0 0,-3 1-1 0 0,-1 1 1 0 0,-15-34 0 0 0,23 60 236 0 0,0 0 1 0 0,0 1 0 0 0,0-1 0 0 0,-1 1 0 0 0,0 0 0 0 0,-1 0-1 0 0,1 1 1 0 0,-1-1 0 0 0,0 1 0 0 0,0 0 0 0 0,-1 0 0 0 0,-6-4-1 0 0,12 13-243 0 0,0 1-1 0 0,1-1 0 0 0,-1 0 1 0 0,1 0-1 0 0,-1 0 1 0 0,3 6-1 0 0,85 232 202 0 0,-68-198-304 0 0,1-1-1 0 0,3-1 1 0 0,38 52-1 0 0,-50-77 4 0 0,-6-9-71 0 0,-1 1-1 0 0,1-1 0 0 0,0 0 0 0 0,1-1 1 0 0,0 0-1 0 0,0 0 0 0 0,1 0 0 0 0,0-1 1 0 0,0 0-1 0 0,16 9 0 0 0,-22-15 7 0 0,-1 1 0 0 0,1-1-1 0 0,0 0 1 0 0,-1 0 0 0 0,1 0 0 0 0,0 0 0 0 0,-1 0-1 0 0,1 0 1 0 0,0 0 0 0 0,0 0 0 0 0,-1-1 0 0 0,1 1 0 0 0,0-1-1 0 0,-1 1 1 0 0,1-1 0 0 0,-1 0 0 0 0,1 1 0 0 0,-1-1-1 0 0,1 0 1 0 0,-1 0 0 0 0,1 0 0 0 0,-1 0 0 0 0,0 0-1 0 0,0-1 1 0 0,1 1 0 0 0,-1 0 0 0 0,0 0 0 0 0,0-1-1 0 0,0 1 1 0 0,-1-1 0 0 0,2-1 0 0 0,4-8-35 0 0,0 0 1 0 0,-1 0 0 0 0,5-17-1 0 0,-3 9 18 0 0,1 1-6 0 0,-4 10-5 0 0,0-1 1 0 0,-1 1-1 0 0,1-1 1 0 0,-2 0-1 0 0,1 0 1 0 0,1-16-1 0 0,-5 23-350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4.3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41 8 9674 0 0,'0'0'105'0'0,"0"-1"0"0"0,0 1 1 0 0,0 0-1 0 0,0-1 0 0 0,0 1 0 0 0,-1 0 0 0 0,1-1 0 0 0,0 1 1 0 0,0 0-1 0 0,0-1 0 0 0,-1 1 0 0 0,1 0 0 0 0,0-1 1 0 0,0 1-1 0 0,-1 0 0 0 0,1 0 0 0 0,0-1 0 0 0,0 1 0 0 0,-1 0 1 0 0,1 0-1 0 0,0 0 0 0 0,-1 0 0 0 0,1-1 0 0 0,0 1 0 0 0,-1 0 1 0 0,1 0-1 0 0,0 0 0 0 0,-1 0 0 0 0,1 0 0 0 0,-1 0 0 0 0,1 0 1 0 0,0 0-1 0 0,-1 0 0 0 0,1 0 0 0 0,0 0 0 0 0,-1 0 1 0 0,1 0-1 0 0,0 0 0 0 0,-1 0 0 0 0,1 0 0 0 0,0 1 0 0 0,-1-1 1 0 0,1 0-1 0 0,0 0 0 0 0,-1 0 0 0 0,1 0 0 0 0,0 1 0 0 0,-1-1 1 0 0,1 0-1 0 0,0 0 0 0 0,0 1 0 0 0,-1-1 0 0 0,1 0 0 0 0,0 1 1 0 0,0-1-1 0 0,0 0 0 0 0,-1 0 0 0 0,1 1 0 0 0,0-1 1 0 0,0 0-1 0 0,0 1 0 0 0,0-1 0 0 0,0 1 0 0 0,-11 28 1870 0 0,6-1-1592 0 0,1 1 0 0 0,1-1 1 0 0,2 1-1 0 0,1-1 0 0 0,1 1 1 0 0,1 0-1 0 0,2-1 0 0 0,1 0 0 0 0,12 42 1 0 0,-14-63-383 0 0,0 0 0 0 0,0 0 0 0 0,1-1 0 0 0,0 1 1 0 0,0-1-1 0 0,1 0 0 0 0,-1 0 0 0 0,1 0 0 0 0,0 0 0 0 0,1-1 1 0 0,-1 0-1 0 0,1 0 0 0 0,0-1 0 0 0,1 1 0 0 0,7 3 0 0 0,-10-6 1 0 0,-1 0-1 0 0,1-1 0 0 0,0 1 0 0 0,0-1 0 0 0,-1 0 0 0 0,1 0 1 0 0,0-1-1 0 0,0 1 0 0 0,0-1 0 0 0,0 1 0 0 0,0-1 0 0 0,0-1 0 0 0,0 1 1 0 0,0 0-1 0 0,0-1 0 0 0,0 0 0 0 0,0 0 0 0 0,0 0 0 0 0,-1-1 1 0 0,1 1-1 0 0,0-1 0 0 0,-1 0 0 0 0,1 0 0 0 0,-1 0 0 0 0,0 0 0 0 0,1 0 1 0 0,-1-1-1 0 0,0 0 0 0 0,5-5 0 0 0,-1 0 13 0 0,-1-1-1 0 0,1 0 1 0 0,-2 0-1 0 0,1 0 1 0 0,-1-1-1 0 0,0 0 1 0 0,-1 0-1 0 0,5-16 1 0 0,-3-2-88 0 0,6-53 0 0 0,-8 47 248 0 0,9-34-1 0 0,-13 68-168 0 0,0 0 0 0 0,-1 0-1 0 0,1-1 1 0 0,0 1-1 0 0,0 0 1 0 0,0 0-1 0 0,0 0 1 0 0,0 0-1 0 0,0 0 1 0 0,0 0 0 0 0,0-1-1 0 0,0 1 1 0 0,0 0-1 0 0,1 0 1 0 0,-1 0-1 0 0,0 0 1 0 0,0 0-1 0 0,0 0 1 0 0,0 0-1 0 0,0-1 1 0 0,0 1 0 0 0,0 0-1 0 0,0 0 1 0 0,0 0-1 0 0,0 0 1 0 0,0 0-1 0 0,0 0 1 0 0,0 0-1 0 0,1 0 1 0 0,-1 0 0 0 0,0 0-1 0 0,0-1 1 0 0,0 1-1 0 0,0 0 1 0 0,0 0-1 0 0,0 0 1 0 0,0 0-1 0 0,1 0 1 0 0,-1 0-1 0 0,0 0 1 0 0,0 0 0 0 0,0 0-1 0 0,0 0 1 0 0,0 0-1 0 0,0 0 1 0 0,1 0-1 0 0,-1 0 1 0 0,0 0-1 0 0,0 0 1 0 0,0 0-1 0 0,0 0 1 0 0,0 0 0 0 0,0 0-1 0 0,0 0 1 0 0,1 1-1 0 0,-1-1 1 0 0,0 0-1 0 0,0 0 1 0 0,0 0-1 0 0,0 0 1 0 0,0 0 0 0 0,0 0-1 0 0,0 0 1 0 0,7 13 192 0 0,5 20-31 0 0,-11-30-163 0 0,12 33 120 0 0,0-1 1 0 0,21 37-1 0 0,-26-58-424 0 0,1 0 1 0 0,0 0-1 0 0,0-1 1 0 0,2 0 0 0 0,-1-1-1 0 0,2 0 1 0 0,18 15-1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4.7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32 174 3225 0 0,'0'-5'1155'0'0,"2"0"-1"0"0,-1 1 1 0 0,0-1 0 0 0,1 1 0 0 0,0 0 0 0 0,0-1 0 0 0,4-5 0 0 0,5-11 1375 0 0,-5 7-1453 0 0,12-36 975 0 0,-17 48-1897 0 0,-1 0-1 0 0,1 0 1 0 0,-1 0 0 0 0,1 0-1 0 0,-1 0 1 0 0,0 0-1 0 0,0 0 1 0 0,0 0 0 0 0,0 0-1 0 0,0 0 1 0 0,0 0-1 0 0,-1 0 1 0 0,1 0 0 0 0,-1 0-1 0 0,1 0 1 0 0,-1 0-1 0 0,0 0 1 0 0,0 0 0 0 0,1 1-1 0 0,-3-4 1 0 0,2 5-117 0 0,0-1 0 0 0,0 1 0 0 0,0 0 0 0 0,1-1 0 0 0,-1 1 0 0 0,0 0 0 0 0,0 0 0 0 0,0-1 1 0 0,0 1-1 0 0,0 0 0 0 0,0 0 0 0 0,0 0 0 0 0,0 0 0 0 0,1 0 0 0 0,-1 1 0 0 0,0-1 0 0 0,0 0 0 0 0,0 0 0 0 0,0 1 0 0 0,0-1 0 0 0,0 0 1 0 0,1 1-1 0 0,-1-1 0 0 0,0 1 0 0 0,0-1 0 0 0,1 1 0 0 0,-1-1 0 0 0,0 1 0 0 0,1-1 0 0 0,-1 1 0 0 0,-1 1 0 0 0,-19 23 203 0 0,16-15-216 0 0,0 1 0 0 0,1 0 1 0 0,1 0-1 0 0,0 0 0 0 0,0 0 1 0 0,1 0-1 0 0,0 1 0 0 0,1-1 0 0 0,1 1 1 0 0,-1-1-1 0 0,2 1 0 0 0,0 0 1 0 0,0-1-1 0 0,1 1 0 0 0,4 13 1 0 0,-4-19-38 0 0,0 0 1 0 0,0 0-1 0 0,0 0 1 0 0,1 0 0 0 0,0 0-1 0 0,0-1 1 0 0,1 1-1 0 0,0-1 1 0 0,0 0 0 0 0,0 0-1 0 0,0-1 1 0 0,1 1-1 0 0,-1-1 1 0 0,1 0 0 0 0,0 0-1 0 0,1 0 1 0 0,-1-1-1 0 0,1 0 1 0 0,-1 0 0 0 0,1 0-1 0 0,0-1 1 0 0,0 0-1 0 0,0 0 1 0 0,0 0 0 0 0,0-1-1 0 0,1 0 1 0 0,-1 0-1 0 0,0-1 1 0 0,7 1 0 0 0,19-3-1105 0 0,-10-2-4511 0 0,-2 0-1320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5.1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6 267 9218 0 0,'-1'0'94'0'0,"1"1"0"0"0,-1-1 0 0 0,1 1 0 0 0,-1-1 0 0 0,1 1-1 0 0,0 0 1 0 0,-1-1 0 0 0,1 1 0 0 0,0-1 0 0 0,-1 1 0 0 0,1 0 0 0 0,0-1 0 0 0,0 1 0 0 0,0 0 0 0 0,0-1 0 0 0,0 1-1 0 0,0 0 1 0 0,0 0 0 0 0,0-1 0 0 0,0 1 0 0 0,0 0 0 0 0,0-1 0 0 0,0 1 0 0 0,0 0 0 0 0,0-1 0 0 0,1 1 0 0 0,-1 0 0 0 0,0-1-1 0 0,0 1 1 0 0,1-1 0 0 0,-1 1 0 0 0,1 0 0 0 0,-1-1 0 0 0,1 1 0 0 0,0 0 125 0 0,0-1 1 0 0,1 1-1 0 0,-1-1 1 0 0,0 0-1 0 0,1 1 1 0 0,-1-1-1 0 0,0 0 1 0 0,1 0-1 0 0,-1 0 1 0 0,0 0 0 0 0,1 0-1 0 0,-1 0 1 0 0,0-1-1 0 0,1 1 1 0 0,-1 0-1 0 0,0-1 1 0 0,0 1-1 0 0,3-2 1 0 0,2-1 123 0 0,0 0 0 0 0,0-1 0 0 0,0 0 1 0 0,0 0-1 0 0,-1-1 0 0 0,1 0 1 0 0,-1 0-1 0 0,0 0 0 0 0,-1 0 0 0 0,1-1 1 0 0,-1 0-1 0 0,0 0 0 0 0,-1 0 1 0 0,4-8-1 0 0,0-1-277 0 0,0 1 0 0 0,-2-1 0 0 0,0 0 0 0 0,0-1 0 0 0,2-20 0 0 0,-6 30-75 0 0,-1-1 0 0 0,0 0 0 0 0,0 1 1 0 0,0-1-1 0 0,-1 0 0 0 0,0 1 0 0 0,0-1 1 0 0,-3-8-1 0 0,3 13 12 0 0,1 1 0 0 0,0-1 1 0 0,-1 1-1 0 0,0 0 0 0 0,1-1 1 0 0,-1 1-1 0 0,0 0 0 0 0,0 0 0 0 0,1-1 1 0 0,-1 1-1 0 0,0 0 0 0 0,0 0 0 0 0,0 0 1 0 0,-1 0-1 0 0,1 0 0 0 0,0 0 1 0 0,0 0-1 0 0,0 0 0 0 0,-1 1 0 0 0,1-1 1 0 0,0 0-1 0 0,-1 1 0 0 0,1-1 1 0 0,-1 1-1 0 0,1 0 0 0 0,-1-1 0 0 0,1 1 1 0 0,-1 0-1 0 0,1 0 0 0 0,-1 0 1 0 0,1 0-1 0 0,0 0 0 0 0,-1 0 0 0 0,1 0 1 0 0,-1 1-1 0 0,1-1 0 0 0,-1 0 0 0 0,1 1 1 0 0,-1-1-1 0 0,1 1 0 0 0,0 0 1 0 0,-1-1-1 0 0,-1 2 0 0 0,1 0 18 0 0,-1 0 0 0 0,1 0 0 0 0,0 0 0 0 0,0 0 0 0 0,-1 1 0 0 0,2-1 1 0 0,-1 1-1 0 0,0-1 0 0 0,0 1 0 0 0,1 0 0 0 0,-1-1 0 0 0,1 1 0 0 0,0 0 0 0 0,0 0 0 0 0,0 0 0 0 0,0 0 0 0 0,1 0 0 0 0,-1 0 0 0 0,1 0 0 0 0,0 0 0 0 0,0 0 0 0 0,0 0 0 0 0,0 0 1 0 0,0 0-1 0 0,1 4 0 0 0,2 11 26 0 0,-1-1 0 0 0,11 34 1 0 0,-8-37-46 0 0,-1 0 1 0 0,2 0 0 0 0,0-1 0 0 0,0 0 0 0 0,1 0-1 0 0,17 22 1 0 0,-22-31-195 0 0,1-1-1 0 0,0 1 1 0 0,0-1-1 0 0,1 0 1 0 0,-1 0 0 0 0,1 0-1 0 0,-1-1 1 0 0,1 1-1 0 0,0-1 1 0 0,0 0 0 0 0,0 0-1 0 0,0 0 1 0 0,0 0-1 0 0,0-1 1 0 0,1 0-1 0 0,-1 0 1 0 0,0 0 0 0 0,1 0-1 0 0,-1-1 1 0 0,1 1-1 0 0,-1-1 1 0 0,1-1-1 0 0,-1 1 1 0 0,1 0 0 0 0,-1-1-1 0 0,6-1 1 0 0,23-10-5948 0 0,-17 5 1081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5.4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2 132 968 0 0,'11'-12'376'0'0,"0"-1"1"0"0,0 0-1 0 0,8-15 0 0 0,6-18 3839 0 0,-25 45-4003 0 0,1 0 0 0 0,-1 1 1 0 0,1-1-1 0 0,-1 0 0 0 0,1 0 0 0 0,-1 0 0 0 0,0 1 0 0 0,0-1 0 0 0,1 0 1 0 0,-1 0-1 0 0,0 0 0 0 0,0 0 0 0 0,0 0 0 0 0,0 1 0 0 0,0-1 1 0 0,0 0-1 0 0,0 0 0 0 0,0 0 0 0 0,0 0 0 0 0,-3-1 814 0 0,3 2-823 0 0,-1-1 1 0 0,1 1-1 0 0,0 0 0 0 0,-1 0 1 0 0,1 0-1 0 0,-1 0 1 0 0,1 0-1 0 0,-6 2 2238 0 0,5-2-2238 0 0,-29 21 4437 0 0,26-16-4471 0 0,0 0-1 0 0,0 0 0 0 0,0 0 1 0 0,1 0-1 0 0,0 0 0 0 0,0 1 1 0 0,0-1-1 0 0,1 1 1 0 0,0 0-1 0 0,0 0 0 0 0,1 0 1 0 0,-1 0-1 0 0,0 8 0 0 0,2-10-134 0 0,0 0 0 0 0,0 0 0 0 0,0 0-1 0 0,1 0 1 0 0,0 0 0 0 0,0 0 0 0 0,0 0-1 0 0,0 0 1 0 0,0 0 0 0 0,1 0 0 0 0,-1 0 0 0 0,1-1-1 0 0,0 1 1 0 0,1 0 0 0 0,-1-1 0 0 0,0 0-1 0 0,1 0 1 0 0,0 0 0 0 0,0 0 0 0 0,4 4-1 0 0,24 16-27 0 0,-20-14 4 0 0,1-1 0 0 0,-1 2-1 0 0,0-1 1 0 0,-1 1 0 0 0,16 21 0 0 0,-24-28-10 0 0,0 0 0 0 0,-1 0 0 0 0,1 1-1 0 0,-1-1 1 0 0,0 0 0 0 0,1 1 0 0 0,-1-1 0 0 0,-1 1 0 0 0,1-1 0 0 0,-1 1-1 0 0,1-1 1 0 0,-1 1 0 0 0,0 0 0 0 0,0-1 0 0 0,0 1 0 0 0,-1-1-1 0 0,1 1 1 0 0,-1-1 0 0 0,0 1 0 0 0,0-1 0 0 0,0 1 0 0 0,-1-1-1 0 0,1 0 1 0 0,-1 1 0 0 0,0-1 0 0 0,0 0 0 0 0,0 0 0 0 0,-3 3-1 0 0,0 1-287 0 0,-1-1-1 0 0,0 0 0 0 0,0 0 1 0 0,0 0-1 0 0,0-1 1 0 0,-1 0-1 0 0,0 0 0 0 0,-12 6 1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6.2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14 6913 0 0,'4'-2'353'0'0,"1"0"0"0"0,-1 0 0 0 0,0 0 0 0 0,0 1 0 0 0,1 0 0 0 0,-1 0 0 0 0,1 0 0 0 0,-1 0-1 0 0,1 1 1 0 0,-1 0 0 0 0,1 0 0 0 0,0 0 0 0 0,-1 0 0 0 0,1 1 0 0 0,-1 0 0 0 0,1 0-1 0 0,-1 0 1 0 0,0 0 0 0 0,7 4 0 0 0,-6-3-86 0 0,-1 1 0 0 0,1 0 0 0 0,-1 0 0 0 0,0 1-1 0 0,0-1 1 0 0,0 1 0 0 0,0 0 0 0 0,0 0 0 0 0,-1 0 0 0 0,0 1 0 0 0,0-1 0 0 0,0 1-1 0 0,0-1 1 0 0,-1 1 0 0 0,0 0 0 0 0,2 6 0 0 0,43 155 3019 0 0,-47-165-3282 0 0,0-1 0 0 0,0 1 0 0 0,0-1-1 0 0,0 0 1 0 0,0 1 0 0 0,0-1 0 0 0,0 1 0 0 0,1-1 0 0 0,-1 1 0 0 0,0-1 0 0 0,0 1-1 0 0,1-1 1 0 0,-1 0 0 0 0,0 1 0 0 0,1-1 0 0 0,-1 0 0 0 0,0 1 0 0 0,1-1 0 0 0,-1 0-1 0 0,0 1 1 0 0,1-1 0 0 0,-1 0 0 0 0,1 0 0 0 0,-1 1 0 0 0,1-1 0 0 0,-1 0 0 0 0,0 0-1 0 0,1 0 1 0 0,-1 0 0 0 0,1 0 0 0 0,-1 1 0 0 0,1-1 0 0 0,0 0 0 0 0,13-11-175 0 0,7-24-259 0 0,0-12 283 0 0,-11 25-77 0 0,22-41 0 0 0,-28 57 202 0 0,-1 1 0 0 0,1-1 1 0 0,0 1-1 0 0,1 0 0 0 0,-1 1 0 0 0,1-1 0 0 0,0 1 1 0 0,0 0-1 0 0,1 0 0 0 0,-1 0 0 0 0,11-5 0 0 0,-14 9 34 0 0,-1-1 0 0 0,1 0 0 0 0,-1 1-1 0 0,1-1 1 0 0,0 1 0 0 0,-1-1 0 0 0,1 1-1 0 0,-1 0 1 0 0,1 0 0 0 0,0 0 0 0 0,-1 0-1 0 0,1 0 1 0 0,-1 0 0 0 0,1 0 0 0 0,0 0-1 0 0,-1 1 1 0 0,1-1 0 0 0,-1 1 0 0 0,1-1-1 0 0,-1 1 1 0 0,1 0 0 0 0,2 1 0 0 0,-2 0 38 0 0,0 0 0 0 0,0 0 0 0 0,0 0 1 0 0,0 0-1 0 0,0 1 0 0 0,-1-1 0 0 0,1 1 1 0 0,-1-1-1 0 0,1 1 0 0 0,-1-1 0 0 0,2 6 1 0 0,0 6 187 0 0,1 0 1 0 0,-2 1 0 0 0,3 27-1 0 0,-5-40-233 0 0,-1 53 118 0 0,0-41-80 0 0,1-1-1 0 0,0 1 1 0 0,1 0-1 0 0,5 27 1 0 0,-6-41-45 0 0,0 1-1 0 0,1-1 1 0 0,-1 0 0 0 0,0 1 0 0 0,0-1 0 0 0,1 1-1 0 0,-1-1 1 0 0,0 0 0 0 0,0 0 0 0 0,1 1 0 0 0,-1-1 0 0 0,0 0-1 0 0,1 1 1 0 0,-1-1 0 0 0,0 0 0 0 0,1 0 0 0 0,-1 0-1 0 0,0 1 1 0 0,1-1 0 0 0,-1 0 0 0 0,1 0 0 0 0,-1 0-1 0 0,0 0 1 0 0,1 0 0 0 0,-1 0 0 0 0,1 0 0 0 0,-1 0-1 0 0,1 0 1 0 0,-1 0 0 0 0,0 0 0 0 0,1 0 0 0 0,-1 0-1 0 0,1 0 1 0 0,-1 0 0 0 0,0 0 0 0 0,1 0 0 0 0,-1 0 0 0 0,1-1-1 0 0,-1 1 1 0 0,0 0 0 0 0,1 0 0 0 0,-1 0 0 0 0,0-1-1 0 0,1 1 1 0 0,-1 0 0 0 0,0-1 0 0 0,1 1 0 0 0,-1 0-1 0 0,0-1 1 0 0,0 1 0 0 0,0 0 0 0 0,1-1 0 0 0,-1 1-1 0 0,0-1 1 0 0,20-21-204 0 0,-18 19 174 0 0,51-71-821 0 0,-37 48 656 0 0,39-46 0 0 0,-49 66 222 0 0,1-1-1 0 0,-1 1 1 0 0,1 0-1 0 0,0 1 1 0 0,1 0-1 0 0,-1 0 0 0 0,1 0 1 0 0,0 1-1 0 0,0 0 1 0 0,1 1-1 0 0,8-3 1 0 0,-15 6 13 0 0,1-1 1 0 0,-1 1 0 0 0,0 0 0 0 0,0 0-1 0 0,0 0 1 0 0,1 0 0 0 0,-1 0 0 0 0,0 0 0 0 0,0 1-1 0 0,0-1 1 0 0,0 1 0 0 0,1-1 0 0 0,-1 1 0 0 0,0 0-1 0 0,0 0 1 0 0,0 0 0 0 0,0 0 0 0 0,-1 0-1 0 0,1 1 1 0 0,0-1 0 0 0,0 0 0 0 0,-1 1 0 0 0,1 0-1 0 0,-1-1 1 0 0,1 1 0 0 0,-1 0 0 0 0,0-1-1 0 0,0 1 1 0 0,0 0 0 0 0,0 0 0 0 0,0 0 0 0 0,1 3-1 0 0,4 9 61 0 0,-1 1 0 0 0,0-1-1 0 0,4 27 1 0 0,-3-17-93 0 0,-3-14-290 0 0,0 1 0 0 0,1-1 0 0 0,0 0 0 0 0,1 0 0 0 0,0 0 0 0 0,1-1 1 0 0,-1 1-1 0 0,10 10 0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6.5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1 211 6913 0 0,'10'-5'826'0'0,"0"0"-1"0"0,0-1 0 0 0,-1 0 0 0 0,0-1 0 0 0,0 0 1 0 0,0 0-1 0 0,-1-1 0 0 0,0 0 0 0 0,0-1 0 0 0,-1 1 0 0 0,0-2 1 0 0,-1 1-1 0 0,0-1 0 0 0,0 0 0 0 0,5-15 0 0 0,-10 23-780 0 0,0 0 0 0 0,0 0 0 0 0,-1 0 0 0 0,1 0 0 0 0,-1-1 0 0 0,1 1-1 0 0,-1 0 1 0 0,0 0 0 0 0,0 0 0 0 0,0 0 0 0 0,0-1 0 0 0,0 1 0 0 0,-1 0 0 0 0,1 0 0 0 0,-1 0-1 0 0,1 0 1 0 0,-1 0 0 0 0,0 0 0 0 0,0 0 0 0 0,0 0 0 0 0,0 0 0 0 0,0 0 0 0 0,0 0 0 0 0,0 0-1 0 0,-1 1 1 0 0,1-1 0 0 0,-1 1 0 0 0,1-1 0 0 0,-1 1 0 0 0,0-1 0 0 0,1 1 0 0 0,-1 0 0 0 0,0 0-1 0 0,0 0 1 0 0,0 0 0 0 0,0 0 0 0 0,0 0 0 0 0,0 0 0 0 0,0 1 0 0 0,0-1 0 0 0,0 1-1 0 0,0-1 1 0 0,-1 1 0 0 0,1 0 0 0 0,0 0 0 0 0,0 0 0 0 0,0 0 0 0 0,0 0 0 0 0,-1 1 0 0 0,1-1-1 0 0,0 1 1 0 0,0-1 0 0 0,0 1 0 0 0,0 0 0 0 0,0 0 0 0 0,0 0 0 0 0,0 0 0 0 0,0 0 0 0 0,0 0-1 0 0,1 0 1 0 0,-1 1 0 0 0,0-1 0 0 0,-2 4 0 0 0,2-2-139 0 0,0 1 0 0 0,0-1 0 0 0,0 1 1 0 0,0 0-1 0 0,0 0 0 0 0,1 0 0 0 0,0 0 0 0 0,0 0 0 0 0,0 1 1 0 0,0-1-1 0 0,1 0 0 0 0,0 0 0 0 0,0 1 0 0 0,0-1 0 0 0,0 0 0 0 0,0 0 1 0 0,1 1-1 0 0,0-1 0 0 0,0 0 0 0 0,0 0 0 0 0,3 6 0 0 0,1 4-570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7.0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85 157 3225 0 0,'-2'-1'446'0'0,"0"0"1"0"0,0 0 0 0 0,1 0 0 0 0,-1 1-1 0 0,0-1 1 0 0,0 0 0 0 0,0 1-1 0 0,0-1 1 0 0,0 1 0 0 0,0 0 0 0 0,0 0-1 0 0,0-1 1 0 0,-1 1 0 0 0,1 1-1 0 0,0-1 1 0 0,0 0 0 0 0,0 0 0 0 0,0 1-1 0 0,0-1 1 0 0,0 1 0 0 0,0 0-1 0 0,1 0 1 0 0,-3 0 0 0 0,1 1-81 0 0,1 1 1 0 0,0-1 0 0 0,-1 0-1 0 0,1 0 1 0 0,0 1 0 0 0,1-1-1 0 0,-1 1 1 0 0,0 0-1 0 0,1 0 1 0 0,-1-1 0 0 0,1 1-1 0 0,0 0 1 0 0,-1 5 0 0 0,-1 4 23 0 0,0 0 0 0 0,2 0 0 0 0,-1 0 0 0 0,1 0 1 0 0,1 0-1 0 0,2 20 0 0 0,-1-25-340 0 0,1 0 0 0 0,-1 0-1 0 0,1 1 1 0 0,1-1 0 0 0,0-1 0 0 0,0 1 0 0 0,0 0 0 0 0,1-1-1 0 0,-1 1 1 0 0,2-1 0 0 0,-1 0 0 0 0,1 0 0 0 0,0-1 0 0 0,0 1-1 0 0,0-1 1 0 0,1 0 0 0 0,0-1 0 0 0,0 0 0 0 0,0 1-1 0 0,9 3 1 0 0,-10-5-41 0 0,1-1 0 0 0,-1 0 0 0 0,1 0 0 0 0,0 0 0 0 0,0-1-1 0 0,0 1 1 0 0,0-1 0 0 0,-1-1 0 0 0,2 1 0 0 0,-1-1 0 0 0,0 0-1 0 0,0-1 1 0 0,0 1 0 0 0,0-1 0 0 0,-1 0 0 0 0,1-1 0 0 0,0 0 0 0 0,0 1-1 0 0,-1-2 1 0 0,1 1 0 0 0,-1-1 0 0 0,1 0 0 0 0,-1 0 0 0 0,0 0-1 0 0,6-5 1 0 0,-3 0-11 0 0,1-1-1 0 0,-1 0 0 0 0,-1 0 1 0 0,1 0-1 0 0,-2-1 1 0 0,1 0-1 0 0,-1-1 0 0 0,-1 1 1 0 0,0-1-1 0 0,0 0 1 0 0,-1 0-1 0 0,-1-1 0 0 0,0 1 1 0 0,2-15-1 0 0,-3 10-46 0 0,0 1-1 0 0,-1-1 1 0 0,-1 1-1 0 0,0-1 1 0 0,-2 1 0 0 0,1-1-1 0 0,-2 1 1 0 0,0 0-1 0 0,-1 0 1 0 0,-8-22-1 0 0,10 33-80 0 0,0 0 0 0 0,0 0 1 0 0,0 0-1 0 0,0 1 0 0 0,-1-1 0 0 0,0 1 0 0 0,1 0 0 0 0,-1-1 0 0 0,-1 1 0 0 0,-2-3 0 0 0,4 5-87 0 0,0 0 0 0 0,0 0 1 0 0,0-1-1 0 0,0 1 0 0 0,0 0 1 0 0,0 1-1 0 0,0-1 0 0 0,0 0 1 0 0,0 0-1 0 0,-1 1 1 0 0,1 0-1 0 0,0-1 0 0 0,0 1 1 0 0,-1 0-1 0 0,1 0 0 0 0,0 0 1 0 0,0 0-1 0 0,-1 1 0 0 0,1-1 1 0 0,0 0-1 0 0,-2 2 0 0 0,-13 5-1511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7.5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305 383 656 0 0,'-50'-16'917'0'0,"40"14"330"0"0,0 1-1 0 0,0 0 0 0 0,0 1 1 0 0,-1 0-1 0 0,-14 2 0 0 0,16-1-526 0 0,0 1-1 0 0,0-1 0 0 0,1 2 0 0 0,-1 0 0 0 0,1 0 1 0 0,0 0-1 0 0,-1 1 0 0 0,2 0 0 0 0,-1 1 1 0 0,0-1-1 0 0,1 1 0 0 0,-11 10 0 0 0,12-9-569 0 0,0 0 0 0 0,1 0-1 0 0,0 1 1 0 0,0 0 0 0 0,0 0 0 0 0,1 0-1 0 0,0 0 1 0 0,0 0 0 0 0,1 1 0 0 0,0 0-1 0 0,0 0 1 0 0,1 0 0 0 0,0 0-1 0 0,0 0 1 0 0,1 0 0 0 0,0 0 0 0 0,1 0-1 0 0,0 1 1 0 0,0-1 0 0 0,0 0 0 0 0,3 14-1 0 0,-2-18-145 0 0,0 1 1 0 0,0-1-1 0 0,1 0 0 0 0,-1 1 0 0 0,1-1 0 0 0,0 0 0 0 0,0 0 0 0 0,0 0 1 0 0,0 0-1 0 0,1 0 0 0 0,0 0 0 0 0,-1-1 0 0 0,1 1 0 0 0,1-1 0 0 0,-1 0 0 0 0,0 0 1 0 0,1 0-1 0 0,0 0 0 0 0,0-1 0 0 0,0 0 0 0 0,0 1 0 0 0,0-1 0 0 0,0-1 1 0 0,9 4-1 0 0,-8-4-102 0 0,1-1-1 0 0,-1 1 1 0 0,1-1 0 0 0,-1 0 0 0 0,1 0 0 0 0,-1 0 0 0 0,1-1 0 0 0,-1 0 0 0 0,1 0 0 0 0,-1-1 0 0 0,0 1 0 0 0,0-1 0 0 0,0 0-1 0 0,0-1 1 0 0,0 1 0 0 0,0-1 0 0 0,0 0 0 0 0,-1 0 0 0 0,1 0 0 0 0,5-7 0 0 0,3-3-531 0 0,-2 0 1 0 0,0-1-1 0 0,0-1 0 0 0,-1 1 1 0 0,-1-2-1 0 0,-1 1 0 0 0,0-1 1 0 0,-1-1-1 0 0,0 1 0 0 0,-2-1 1 0 0,0-1-1 0 0,5-33 0 0 0,-5 15-515 0 0,2-64-1 0 0,-13-31 2504 0 0,5 126-1161 0 0,-1-15 1257 0 0,-8-37 0 0 0,9 52-1017 0 0,0 1 0 0 0,-1-1 0 0 0,1 1 0 0 0,-1-1 0 0 0,0 1 0 0 0,0 0 0 0 0,0 0 0 0 0,-1 0 0 0 0,0 0 0 0 0,1 0 0 0 0,-1 1 0 0 0,-1-1 0 0 0,1 1 0 0 0,-5-4 0 0 0,8 7-388 0 0,0 0 0 0 0,-1 0 0 0 0,1 0 0 0 0,0 0 0 0 0,-1 0 0 0 0,1 0 0 0 0,0 0 0 0 0,-1 0 1 0 0,1 0-1 0 0,0 0 0 0 0,-1 0 0 0 0,1 0 0 0 0,0 0 0 0 0,-1 0 0 0 0,1 0 0 0 0,0 1 0 0 0,-1-1 0 0 0,1 0 0 0 0,0 0 1 0 0,-1 0-1 0 0,1 0 0 0 0,0 1 0 0 0,-1-1 0 0 0,1 0 0 0 0,0 0 0 0 0,0 1 0 0 0,0-1 0 0 0,-1 0 0 0 0,1 0 0 0 0,0 1 1 0 0,0-1-1 0 0,0 0 0 0 0,-1 1 0 0 0,1-1 0 0 0,0 0 0 0 0,0 1 0 0 0,0-1 0 0 0,0 0 0 0 0,0 1 0 0 0,0-1 0 0 0,0 0 1 0 0,0 1-1 0 0,0-1 0 0 0,0 0 0 0 0,0 1 0 0 0,0-1 0 0 0,0 1 0 0 0,0-1 0 0 0,-2 22 222 0 0,2-20-211 0 0,-1 37 55 0 0,2 1 1 0 0,1 0 0 0 0,3-1-1 0 0,1 1 1 0 0,1-1-1 0 0,3 0 1 0 0,1-1-1 0 0,2 0 1 0 0,27 56 0 0 0,-37-87-76 0 0,8 15-1762 0 0,1 1-3377 0 0,3 2-2413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7.8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0 331 10594 0 0,'28'-14'2272'0'0,"-17"10"-1688"0"0,0-1 0 0 0,0 0 0 0 0,-1-1 0 0 0,0 0 0 0 0,0-1 0 0 0,-1 0 0 0 0,0 0 1 0 0,0-1-1 0 0,0 0 0 0 0,13-18 0 0 0,-6 1-558 0 0,0-1 1 0 0,-2-1 0 0 0,-2 0-1 0 0,16-46 1 0 0,-27 71-28 0 0,0 0-1 0 0,-1 0 1 0 0,1 0 0 0 0,-1 0-1 0 0,1 0 1 0 0,-1 1 0 0 0,0-1-1 0 0,0 0 1 0 0,0 0-1 0 0,0 0 1 0 0,0 0 0 0 0,0 0-1 0 0,0 0 1 0 0,-1 0-1 0 0,1 0 1 0 0,-1 0 0 0 0,1 0-1 0 0,-1 0 1 0 0,-1-2 0 0 0,1 3 9 0 0,0 0 1 0 0,0 0-1 0 0,0 0 1 0 0,-1 1-1 0 0,1-1 1 0 0,0 0 0 0 0,0 1-1 0 0,0-1 1 0 0,0 1-1 0 0,-1 0 1 0 0,1-1-1 0 0,0 1 1 0 0,-1 0-1 0 0,1 0 1 0 0,0-1 0 0 0,-1 1-1 0 0,1 0 1 0 0,0 0-1 0 0,0 1 1 0 0,-1-1-1 0 0,1 0 1 0 0,0 0 0 0 0,-1 1-1 0 0,1-1 1 0 0,0 1-1 0 0,0-1 1 0 0,0 1-1 0 0,-1-1 1 0 0,-1 2 0 0 0,-2 0 15 0 0,0 1 0 0 0,0-1 0 0 0,0 1 0 0 0,1 0 0 0 0,-1 1 0 0 0,1-1 0 0 0,-1 1 0 0 0,1-1 0 0 0,0 1 0 0 0,0 1 0 0 0,1-1 0 0 0,-1 0 1 0 0,1 1-1 0 0,0 0 0 0 0,0 0 0 0 0,1 0 0 0 0,-1 0 0 0 0,1 0 0 0 0,0 0 0 0 0,1 1 0 0 0,-1-1 0 0 0,1 1 0 0 0,0-1 0 0 0,0 1 1 0 0,1-1-1 0 0,0 1 0 0 0,0 0 0 0 0,0-1 0 0 0,1 1 0 0 0,1 6 0 0 0,-1-3 11 0 0,2 0 0 0 0,-1-1 1 0 0,1 1-1 0 0,0-1 0 0 0,1 0 0 0 0,0 0 0 0 0,0 0 0 0 0,1 0 1 0 0,0-1-1 0 0,0 0 0 0 0,1 0 0 0 0,0 0 0 0 0,0-1 1 0 0,1 0-1 0 0,0 0 0 0 0,0 0 0 0 0,0-1 0 0 0,14 8 0 0 0,-15-11-348 0 0,-1 0 0 0 0,1 0 0 0 0,-1 0 0 0 0,1-1 0 0 0,0 0 0 0 0,-1 0-1 0 0,1 0 1 0 0,0-1 0 0 0,0 0 0 0 0,0 0 0 0 0,0 0 0 0 0,0-1-1 0 0,-1 0 1 0 0,1 0 0 0 0,0-1 0 0 0,-1 1 0 0 0,1-1 0 0 0,-1 0-1 0 0,1-1 1 0 0,-1 1 0 0 0,9-7 0 0 0,9-6-5792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8.0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39 236 3209 0 0,'1'-4'95'0'0,"16"-102"52"0"0,-16 52 1706 0 0,-9 2 4129 0 0,8 51-5793 0 0,0 0 0 0 0,0 1-1 0 0,-1-1 1 0 0,1 0 0 0 0,0 0-1 0 0,0 0 1 0 0,0 0-1 0 0,-1 0 1 0 0,1 0 0 0 0,0 1-1 0 0,-1-1 1 0 0,1 0 0 0 0,-1 0-1 0 0,1 1 1 0 0,-1-1-1 0 0,1 0 1 0 0,-1 1 0 0 0,0-1-1 0 0,1 0 1 0 0,-1 1 0 0 0,0-1-1 0 0,0 1 1 0 0,1-1-1 0 0,-3 0 1 0 0,3 1-21 0 0,-1 1 0 0 0,0-1 0 0 0,0 1 0 0 0,0-1 0 0 0,1 1 0 0 0,-1-1-1 0 0,0 1 1 0 0,1-1 0 0 0,-1 1 0 0 0,0 0 0 0 0,1-1 0 0 0,-1 1 0 0 0,1 0 0 0 0,-1 0 0 0 0,1-1 0 0 0,0 1 0 0 0,-1 0 0 0 0,1 0-1 0 0,-1 1 1 0 0,-13 47 2039 0 0,8 8-1750 0 0,3 0 0 0 0,2 1 0 0 0,2-1 0 0 0,4 0 0 0 0,22 112 0 0 0,-18-127-841 0 0,2 0 1 0 0,2-1-1 0 0,2-1 0 0 0,23 45 0 0 0,-25-60-7643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8.8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320 0 9674 0 0,'-3'0'314'0'0,"-1"1"0"0"0,1-1 0 0 0,-1 1 0 0 0,1 0 0 0 0,-1 0 0 0 0,1 0 0 0 0,-1 0 0 0 0,1 1 1 0 0,0-1-1 0 0,-1 1 0 0 0,1 0 0 0 0,-5 4 0 0 0,3-3-248 0 0,-30 19 942 0 0,1 1 0 0 0,-41 37 1 0 0,60-46-673 0 0,1 0 1 0 0,0 1 0 0 0,1 0-1 0 0,1 1 1 0 0,0 0-1 0 0,-18 36 1 0 0,28-49-288 0 0,1 0 0 0 0,-1 0 0 0 0,1 0 0 0 0,0 1 0 0 0,0-1-1 0 0,0 1 1 0 0,0-1 0 0 0,1 0 0 0 0,-1 1 0 0 0,1-1 0 0 0,0 1 0 0 0,0-1 0 0 0,0 1-1 0 0,1-1 1 0 0,-1 1 0 0 0,1-1 0 0 0,-1 1 0 0 0,1-1 0 0 0,1 1 0 0 0,-1-1 0 0 0,0 0 0 0 0,3 4-1 0 0,-1-3-52 0 0,1 0 1 0 0,-1 0-1 0 0,1 0 0 0 0,0-1 0 0 0,0 0 0 0 0,0 0 0 0 0,0 0 0 0 0,1 0 0 0 0,-1 0 0 0 0,1-1 0 0 0,0 0 0 0 0,0 0 0 0 0,0 0 1 0 0,7 1-1 0 0,15 2-9 0 0,-1-1 0 0 0,1-1 0 0 0,0-2 0 0 0,0 0 0 0 0,0-2 0 0 0,30-4 0 0 0,-20 1 0 0 0,0 2 0 0 0,46 4 0 0 0,-80-2 26 0 0,0 0-1 0 0,-1 1 1 0 0,1-1-1 0 0,0 1 0 0 0,0-1 1 0 0,0 1-1 0 0,-1 0 1 0 0,1 0-1 0 0,0 0 0 0 0,-1 1 1 0 0,1-1-1 0 0,-1 0 1 0 0,1 1-1 0 0,1 2 0 0 0,-3-3-2 0 0,0 0 0 0 0,-1 0 0 0 0,1 0 0 0 0,-1 1 0 0 0,0-1 0 0 0,1 0 0 0 0,-1 1 0 0 0,0-1 0 0 0,0 0 0 0 0,0 1 0 0 0,0-1 0 0 0,0 0 0 0 0,0 0-1 0 0,0 1 1 0 0,-1-1 0 0 0,1 0 0 0 0,0 1 0 0 0,-1-1 0 0 0,1 0 0 0 0,-1 0 0 0 0,1 1 0 0 0,-1-1 0 0 0,1 0 0 0 0,-1 0 0 0 0,0 0 0 0 0,0 0 0 0 0,0 0 0 0 0,0 0 0 0 0,1 0 0 0 0,-1 0-1 0 0,-2 1 1 0 0,-11 12 280 0 0,0 0 0 0 0,-1-2 0 0 0,0 1 0 0 0,-1-2 0 0 0,-24 14 0 0 0,15-10-2632 0 0,-29 24 1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9.1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14803 0 0,'1'1'117'0'0,"0"-1"0"0"0,0 1-1 0 0,0 0 1 0 0,0-1 0 0 0,0 1-1 0 0,0 0 1 0 0,-1 0 0 0 0,1 0-1 0 0,0-1 1 0 0,0 1 0 0 0,-1 0-1 0 0,1 0 1 0 0,-1 0 0 0 0,1 0-1 0 0,-1 0 1 0 0,1 0 0 0 0,-1 0-1 0 0,0 0 1 0 0,1 0 0 0 0,-1 1-1 0 0,0-1 1 0 0,0 1 0 0 0,7 29 2082 0 0,-7-29-1889 0 0,14 173 2313 0 0,2 9-4323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9.2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0 15203 0 0,'-4'1'3765'0'0,"16"8"-4062"0"0,14 35-1610 0 0,-15-27 1875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9.6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40 10594 0 0,'0'-1'116'0'0,"-1"0"0"0"0,1 0-1 0 0,-1 0 1 0 0,1 0 0 0 0,0 0 0 0 0,0 0-1 0 0,0 0 1 0 0,-1 0 0 0 0,1 1 0 0 0,0-1-1 0 0,0 0 1 0 0,0 0 0 0 0,0 0-1 0 0,0 0 1 0 0,1 0 0 0 0,-1 0 0 0 0,0 0-1 0 0,0 0 1 0 0,1 0 0 0 0,-1 0-1 0 0,0 0 1 0 0,1 1 0 0 0,-1-1 0 0 0,1 0-1 0 0,-1 0 1 0 0,1 0 0 0 0,-1 1 0 0 0,1-1-1 0 0,0 0 1 0 0,-1 1 0 0 0,1-1-1 0 0,0 0 1 0 0,0 1 0 0 0,-1-1 0 0 0,1 1-1 0 0,0-1 1 0 0,0 1 0 0 0,0 0 0 0 0,0-1-1 0 0,0 1 1 0 0,0 0 0 0 0,-1 0-1 0 0,3-1 1 0 0,0 0 158 0 0,0 0 0 0 0,0 0-1 0 0,0 0 1 0 0,0 0 0 0 0,1 0-1 0 0,-1 1 1 0 0,0 0 0 0 0,1 0-1 0 0,-1-1 1 0 0,0 2 0 0 0,1-1-1 0 0,3 1 1 0 0,-4 1-178 0 0,0 0 0 0 0,0-1 0 0 0,0 2-1 0 0,0-1 1 0 0,0 0 0 0 0,0 1 0 0 0,-1-1 0 0 0,1 1 0 0 0,-1 0-1 0 0,0 0 1 0 0,0 0 0 0 0,0 0 0 0 0,0 0 0 0 0,0 0-1 0 0,-1 1 1 0 0,1-1 0 0 0,-1 0 0 0 0,0 1 0 0 0,0 0 0 0 0,0-1-1 0 0,0 1 1 0 0,-1-1 0 0 0,0 5 0 0 0,2 8-39 0 0,-1 0 0 0 0,-1 0 0 0 0,-4 31 1 0 0,0-26 40 0 0,-12 35-1 0 0,11-42-24 0 0,1 0-1 0 0,0 0 1 0 0,1 0-1 0 0,1 0 1 0 0,0 0-1 0 0,0 16 0 0 0,2-28-63 0 0,0 0-1 0 0,0 0 0 0 0,1 0 0 0 0,-1 0 0 0 0,0 0 0 0 0,1 0 1 0 0,0 0-1 0 0,-1 0 0 0 0,1 0 0 0 0,0 0 0 0 0,0-1 0 0 0,0 1 0 0 0,0 0 1 0 0,0 0-1 0 0,0-1 0 0 0,1 1 0 0 0,-1 0 0 0 0,0-1 0 0 0,1 0 1 0 0,0 1-1 0 0,2 1 0 0 0,-1-2-1 0 0,0 0 1 0 0,-1 1-1 0 0,1-1 1 0 0,1-1 0 0 0,-1 1-1 0 0,0 0 1 0 0,0-1-1 0 0,0 0 1 0 0,0 1-1 0 0,0-1 1 0 0,0 0-1 0 0,6-1 1 0 0,0-1-108 0 0,0 0 0 0 0,0 0 0 0 0,0-1 0 0 0,-1 0 1 0 0,1 0-1 0 0,-1-1 0 0 0,0 0 0 0 0,14-10 0 0 0,4-8-2175 0 0,-10 6-4053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9.8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93 1840 0 0,'-38'-11'9425'0'0,"38"10"-9237"0"0,15-10 4549 0 0,71-24-921 0 0,2 6-5783 0 0,-70 23-4542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0.2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3 403 10594 0 0,'0'0'36'0'0,"-1"1"-1"0"0,1-1 0 0 0,0 0 0 0 0,0 0 0 0 0,0 1 1 0 0,0-1-1 0 0,-1 0 0 0 0,1 1 0 0 0,0-1 1 0 0,0 0-1 0 0,0 0 0 0 0,0 1 0 0 0,0-1 1 0 0,0 0-1 0 0,0 1 0 0 0,0-1 0 0 0,0 0 1 0 0,0 1-1 0 0,0-1 0 0 0,0 0 0 0 0,0 1 0 0 0,0-1 1 0 0,0 0-1 0 0,0 1 0 0 0,0-1 0 0 0,0 0 1 0 0,1 0-1 0 0,-1 1 0 0 0,0-1 0 0 0,0 0 1 0 0,0 1-1 0 0,0-1 0 0 0,1 0 0 0 0,-1 0 1 0 0,0 0-1 0 0,0 1 0 0 0,1-1 0 0 0,-1 0 1 0 0,0 0-1 0 0,1 1 0 0 0,16 0 1465 0 0,19-10 620 0 0,-20 2-1590 0 0,0 0-1 0 0,-1-2 0 0 0,0 1 0 0 0,0-2 0 0 0,0 0 1 0 0,-2-1-1 0 0,1 0 0 0 0,-1-1 0 0 0,-1-1 1 0 0,0 0-1 0 0,18-25 0 0 0,-20 22-494 0 0,0-1 1 0 0,0 1-1 0 0,-2-1 0 0 0,0-1 0 0 0,-1 0 1 0 0,-1 0-1 0 0,0 0 0 0 0,-1-1 1 0 0,-2 0-1 0 0,4-31 0 0 0,-7 49-47 0 0,0-1-1 0 0,0 1 1 0 0,0-1-1 0 0,0 1 1 0 0,0 0-1 0 0,0-1 1 0 0,0 1-1 0 0,0-1 1 0 0,0 1-1 0 0,-1 0 0 0 0,1-1 1 0 0,0 1-1 0 0,-1 0 1 0 0,1-1-1 0 0,-1 1 1 0 0,0 0-1 0 0,1 0 1 0 0,-1 0-1 0 0,0-1 1 0 0,-2-1-1 0 0,3 3-15 0 0,-1 0 0 0 0,0-1 0 0 0,0 1-1 0 0,0 0 1 0 0,0 0 0 0 0,0 0 0 0 0,0-1 0 0 0,0 1-1 0 0,0 0 1 0 0,0 0 0 0 0,0 0 0 0 0,0 1-1 0 0,0-1 1 0 0,0 0 0 0 0,0 0 0 0 0,0 0-1 0 0,0 1 1 0 0,0-1 0 0 0,0 1 0 0 0,0-1 0 0 0,-1 1-1 0 0,-3 2-90 0 0,-1 1-1 0 0,1 0 0 0 0,0-1 0 0 0,0 2 1 0 0,1-1-1 0 0,-1 0 0 0 0,-6 9 0 0 0,4-2 75 0 0,1-1 0 0 0,0 1 0 0 0,1 1 0 0 0,0-1 0 0 0,1 1 0 0 0,0-1 0 0 0,1 1 0 0 0,0 0 0 0 0,1 0 0 0 0,0 1 0 0 0,1-1 0 0 0,0 0 0 0 0,1 1 0 0 0,1-1 0 0 0,2 19 0 0 0,-2-23 106 0 0,1 0 1 0 0,0-1 0 0 0,0 0-1 0 0,1 1 1 0 0,-1-1 0 0 0,2 0-1 0 0,-1 0 1 0 0,1-1 0 0 0,0 1-1 0 0,0-1 1 0 0,1 0 0 0 0,0 0-1 0 0,0 0 1 0 0,0 0 0 0 0,1-1-1 0 0,-1 0 1 0 0,1 0 0 0 0,1-1-1 0 0,-1 0 1 0 0,1 0 0 0 0,-1 0-1 0 0,1-1 1 0 0,0 0 0 0 0,1 0-1 0 0,-1-1 1 0 0,10 3 0 0 0,-3-3 24 0 0,0 0 1 0 0,0-1 0 0 0,0 0 0 0 0,0-1 0 0 0,1-1 0 0 0,-1 0-1 0 0,0-1 1 0 0,0-1 0 0 0,0 0 0 0 0,-1-1 0 0 0,1 0 0 0 0,25-12 0 0 0,-2-4-89 0 0,0-1 1 0 0,-1-1 0 0 0,35-30 0 0 0,-15 4-625 0 0,-21 13-2792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0.7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0 11058 0 0,'-2'1'5245'0'0,"2"7"-2106"0"0,4 26-1196 0 0,8 41-1509 0 0,2 45 262 0 0,-1 170 1 0 0,-4-49-464 0 0,-8-226-288 0 0,0-1 1 0 0,1 0-1 0 0,1 0 0 0 0,1 0 1 0 0,5 15-1 0 0,-5-20-675 0 0,0-1 0 0 0,0 0 1 0 0,1 0-1 0 0,-1-1 0 0 0,10 12 1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1.0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33 189 2761 0 0,'-32'-9'8869'0'0,"34"12"-8048"0"0,8 9-67 0 0,0-1 0 0 0,1 0 1 0 0,0 0-1 0 0,1-1 0 0 0,0-1 1 0 0,0 0-1 0 0,1 0 1 0 0,15 6-1 0 0,-15-8-383 0 0,0-1 1 0 0,1 0-1 0 0,0-1 0 0 0,0-1 1 0 0,0 0-1 0 0,0-1 0 0 0,1 0 1 0 0,26 1-1 0 0,-35-5-322 0 0,0 0 1 0 0,1 0-1 0 0,-1-1 0 0 0,0 1 0 0 0,0-1 1 0 0,0-1-1 0 0,-1 1 0 0 0,1-1 0 0 0,-1 0 1 0 0,1 0-1 0 0,-1-1 0 0 0,0 1 0 0 0,0-1 1 0 0,0 0-1 0 0,-1-1 0 0 0,1 1 0 0 0,3-6 1 0 0,11-13 101 0 0,-1-1 0 0 0,19-34 1 0 0,-23 36-110 0 0,54-92-1876 0 0,-55 90-6102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1.6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1 13363 0 0,'-2'0'1512'0'0,"2"0"-1336"0"0,-1 0 0 0 0,1 0 0 0 0,-1 1-1 0 0,1-1 1 0 0,-1 0 0 0 0,1 1 0 0 0,-1-1 0 0 0,1 0 0 0 0,-1 1-1 0 0,1-1 1 0 0,-1 1 0 0 0,1-1 0 0 0,-1 0 0 0 0,1 1 0 0 0,0-1-1 0 0,-1 1 1 0 0,1-1 0 0 0,0 1 0 0 0,-1 0 0 0 0,1-1 0 0 0,0 1-1 0 0,0-1 1 0 0,0 1 0 0 0,0-1 0 0 0,-1 1 0 0 0,1 0 0 0 0,0-1-1 0 0,0 1 1 0 0,0 0 0 0 0,-1 22 362 0 0,1-20-187 0 0,4 66 379 0 0,20 115 0 0 0,-5-63-536 0 0,16 235-5 0 0,-23-207-3356 0 0,-10-141 444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1.9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2 250 2761 0 0,'-1'-12'388'0'0,"1"0"1"0"0,0 1 0 0 0,0-1 0 0 0,2 0 0 0 0,-1 0-1 0 0,1 1 1 0 0,1-1 0 0 0,0 1 0 0 0,1 0-1 0 0,0 0 1 0 0,1 0 0 0 0,0 0 0 0 0,0 1 0 0 0,2 0-1 0 0,-1 0 1 0 0,15-17 0 0 0,-18 23-117 0 0,1 0 0 0 0,0 1-1 0 0,0-1 1 0 0,1 1 0 0 0,-1-1 0 0 0,1 1-1 0 0,-1 1 1 0 0,1-1 0 0 0,0 1 0 0 0,0-1 0 0 0,0 1-1 0 0,0 1 1 0 0,1-1 0 0 0,-1 1 0 0 0,0 0 0 0 0,8-1-1 0 0,-5 2-12 0 0,0 1-1 0 0,0 0 0 0 0,0 0 1 0 0,0 0-1 0 0,0 1 0 0 0,0 0 1 0 0,-1 0-1 0 0,1 1 0 0 0,-1 0 1 0 0,8 5-1 0 0,4 2 120 0 0,-1 2 1 0 0,-1 0 0 0 0,0 1-1 0 0,-1 1 1 0 0,0 1-1 0 0,-1 0 1 0 0,18 25-1 0 0,-23-27-254 0 0,-1 2 1 0 0,-1-1-1 0 0,0 1 0 0 0,-1 0 0 0 0,-1 1 0 0 0,-1 0 0 0 0,0 0 1 0 0,0 0-1 0 0,-2 0 0 0 0,0 1 0 0 0,-1-1 0 0 0,-1 1 0 0 0,0 0 1 0 0,-1 0-1 0 0,-1-1 0 0 0,-1 1 0 0 0,0 0 0 0 0,-8 27 0 0 0,6-29-142 0 0,-1-1 0 0 0,0 0 0 0 0,-1 0 0 0 0,-1 0 0 0 0,0 0 0 0 0,-1-1 0 0 0,-1-1 0 0 0,0 1 0 0 0,-12 12 0 0 0,12-16-318 0 0,0 0-1 0 0,0-1 0 0 0,-1 0 1 0 0,-1-1-1 0 0,1 0 1 0 0,-1 0-1 0 0,-1-1 0 0 0,1-1 1 0 0,-1 0-1 0 0,0 0 0 0 0,-21 5 1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2.3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103 106 11058 0 0,'-8'5'271'0'0,"1"0"-1"0"0,0 0 0 0 0,0 1 0 0 0,0 0 1 0 0,1 0-1 0 0,0 0 0 0 0,0 1 0 0 0,1 0 1 0 0,0 0-1 0 0,0 1 0 0 0,0-1 0 0 0,1 1 1 0 0,0 0-1 0 0,1 0 0 0 0,-1 1 0 0 0,2-1 1 0 0,-1 1-1 0 0,1-1 0 0 0,1 1 0 0 0,-1 9 1 0 0,0-9 1 0 0,1 1 1 0 0,1 0 0 0 0,-1 0 0 0 0,2-1 0 0 0,-1 1-1 0 0,2 0 1 0 0,-1 0 0 0 0,1-1 0 0 0,0 1 0 0 0,1-1-1 0 0,0 0 1 0 0,1 0 0 0 0,0 0 0 0 0,0 0-1 0 0,1-1 1 0 0,0 1 0 0 0,1-1 0 0 0,9 11 0 0 0,-12-16-268 0 0,0 0 0 0 0,0 1 0 0 0,1-1 1 0 0,0 0-1 0 0,-1-1 0 0 0,1 1 1 0 0,0-1-1 0 0,0 0 0 0 0,0 0 0 0 0,1 0 1 0 0,-1 0-1 0 0,0-1 0 0 0,1 1 0 0 0,-1-1 1 0 0,1 0-1 0 0,0-1 0 0 0,-1 1 1 0 0,1-1-1 0 0,0 0 0 0 0,-1 0 0 0 0,1 0 1 0 0,0-1-1 0 0,-1 1 0 0 0,1-1 0 0 0,-1 0 1 0 0,1-1-1 0 0,-1 1 0 0 0,0-1 0 0 0,1 0 1 0 0,-1 0-1 0 0,0 0 0 0 0,0-1 1 0 0,0 1-1 0 0,-1-1 0 0 0,1 0 0 0 0,0 0 1 0 0,-1 0-1 0 0,0-1 0 0 0,0 1 0 0 0,4-7 1 0 0,1-2 4 0 0,0 0 1 0 0,-2-1 0 0 0,1 0-1 0 0,-2 0 1 0 0,1 0 0 0 0,-2-1-1 0 0,0 0 1 0 0,-1 0 0 0 0,0 0-1 0 0,-1 0 1 0 0,0 0 0 0 0,-1-1-1 0 0,-1 1 1 0 0,-2-17 0 0 0,1 18-234 0 0,0 0 1 0 0,-1 0 0 0 0,-1 0 0 0 0,0 1 0 0 0,-1-1-1 0 0,0 1 1 0 0,-1 0 0 0 0,0 0 0 0 0,-1 0 0 0 0,0 1-1 0 0,-1 0 1 0 0,0 0 0 0 0,-1 1 0 0 0,0 0 0 0 0,-18-18-1 0 0,13 20-1012 0 0,1 2-184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2.7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19 306 10594 0 0,'3'-5'4920'0'0,"7"-13"-2373"0"0,1 1-1897 0 0,6-14 168 0 0,31-63-30 0 0,-44 85-695 0 0,-1 0 0 0 0,0-1 1 0 0,0 1-1 0 0,-1-1 0 0 0,0 0 0 0 0,0 0 0 0 0,-1 1 0 0 0,-1-13 0 0 0,0 20-92 0 0,0-1 0 0 0,0 1 0 0 0,0 0 0 0 0,-1 0 0 0 0,1 0 0 0 0,-1 0 0 0 0,1 0 0 0 0,-1 0 0 0 0,0 0-1 0 0,1 0 1 0 0,-1 1 0 0 0,0-1 0 0 0,-1 0 0 0 0,1 0 0 0 0,0 1 0 0 0,-2-3 0 0 0,2 3-46 0 0,-1 0 0 0 0,1 0-1 0 0,0 1 1 0 0,0-1 0 0 0,-1 0 0 0 0,1 1 0 0 0,0-1 0 0 0,-1 1-1 0 0,1 0 1 0 0,0-1 0 0 0,-1 1 0 0 0,1 0 0 0 0,-1 0-1 0 0,1 0 1 0 0,0 0 0 0 0,-1 0 0 0 0,1 0 0 0 0,-3 1 0 0 0,0 0-116 0 0,0 0 0 0 0,1 0 0 0 0,-1 1 0 0 0,0-1 0 0 0,1 1 0 0 0,-1 0 0 0 0,1 0 0 0 0,0 1 0 0 0,0-1 0 0 0,-1 1 0 0 0,2-1 0 0 0,-1 1 0 0 0,0 0 0 0 0,0 0 0 0 0,-2 5 0 0 0,0 2 223 0 0,0-1 0 0 0,1 1 1 0 0,0 0-1 0 0,1 0 0 0 0,0 1 0 0 0,0-1 0 0 0,1 1 0 0 0,1-1 1 0 0,0 1-1 0 0,0-1 0 0 0,1 1 0 0 0,0 0 0 0 0,1-1 0 0 0,0 1 1 0 0,1 0-1 0 0,5 15 0 0 0,-6-19-17 0 0,1-1 0 0 0,0 0 0 0 0,1 0 1 0 0,-1 0-1 0 0,1-1 0 0 0,0 1 0 0 0,1-1 0 0 0,0 1 0 0 0,-1-1 0 0 0,1 0 0 0 0,1-1 1 0 0,-1 1-1 0 0,1-1 0 0 0,0 0 0 0 0,0 0 0 0 0,0 0 0 0 0,0 0 0 0 0,1-1 1 0 0,-1 0-1 0 0,1 0 0 0 0,0-1 0 0 0,0 0 0 0 0,0 0 0 0 0,0 0 0 0 0,1 0 1 0 0,-1-1-1 0 0,0 0 0 0 0,12 0 0 0 0,18-5-2052 0 0,-18-1-4543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3.1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138 0 9218 0 0,'-63'49'6912'0'0,"54"-41"-6249"0"0,0 1 1 0 0,1 0 0 0 0,0 0 0 0 0,-9 16-1 0 0,13-20-587 0 0,1 0-1 0 0,1 0 0 0 0,-1 1 1 0 0,1-1-1 0 0,0 1 0 0 0,0 0 1 0 0,0-1-1 0 0,1 1 1 0 0,0 0-1 0 0,0 0 0 0 0,1 0 1 0 0,-1 0-1 0 0,1 0 0 0 0,1 0 1 0 0,-1 0-1 0 0,1 0 1 0 0,0 0-1 0 0,0 0 0 0 0,1 0 1 0 0,0-1-1 0 0,0 1 0 0 0,0 0 1 0 0,0-1-1 0 0,5 6 1 0 0,2 3-62 0 0,1-1 0 0 0,0 0 1 0 0,1 0-1 0 0,0-1 0 0 0,20 16 0 0 0,-16-16-15 0 0,-2 1 0 0 0,0 0-1 0 0,20 27 1 0 0,-31-37 31 0 0,0 0 1 0 0,0 0-1 0 0,0 1 1 0 0,-1-1-1 0 0,1 1 1 0 0,-1 0-1 0 0,0-1 1 0 0,0 1-1 0 0,0 0 1 0 0,-1 0-1 0 0,1-1 1 0 0,-1 1-1 0 0,0 0 1 0 0,0 0-1 0 0,0 0 1 0 0,-1 0-1 0 0,1 0 1 0 0,-1-1-1 0 0,0 1 1 0 0,0 0-1 0 0,0-1 1 0 0,0 1-1 0 0,-1 0 1 0 0,0-1-1 0 0,0 0 1 0 0,-2 5-1 0 0,1-4-187 0 0,0 0 1 0 0,-1 0-1 0 0,0 0 0 0 0,1 0 0 0 0,-1-1 0 0 0,0 0 0 0 0,-1 0 0 0 0,1 0 1 0 0,-1 0-1 0 0,1 0 0 0 0,-1-1 0 0 0,0 0 0 0 0,0 0 0 0 0,0 0 1 0 0,0-1-1 0 0,0 1 0 0 0,0-1 0 0 0,-10 1 0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3.4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1 4609 0 0,'-18'16'8914'0'0,"17"-15"-8171"0"0,0 1-1 0 0,0 0 1 0 0,0 2 0 0 0,-1 0-30 0 0,1 1 1 0 0,0-1-1 0 0,0 1 0 0 0,0-1 1 0 0,1 1-1 0 0,-1 6 1 0 0,2 7-287 0 0,1 0 1 0 0,5 27-1 0 0,-4-31 153 0 0,7 40-146 0 0,11 62 17 0 0,10 171-1 0 0,-29-252-466 0 0,0-8-1684 0 0,-2-9-3825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3.9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4 166 6913 0 0,'0'-2'106'0'0,"-1"0"0"0"0,1 1 0 0 0,-1-1 0 0 0,1 0-1 0 0,-1 0 1 0 0,1 0 0 0 0,0 0 0 0 0,0 0-1 0 0,0 1 1 0 0,0-1 0 0 0,0 0 0 0 0,0 0-1 0 0,1 0 1 0 0,-1 0 0 0 0,1 1 0 0 0,-1-1-1 0 0,1 0 1 0 0,0 0 0 0 0,-1 1 0 0 0,1-1-1 0 0,0 0 1 0 0,0 1 0 0 0,2-3 0 0 0,30-38 2625 0 0,-27 36-2323 0 0,0-2 43 0 0,1 1 0 0 0,0 0 0 0 0,1 0 0 0 0,-1 1 0 0 0,1 0 0 0 0,1 0 0 0 0,-1 1 0 0 0,14-7 0 0 0,-17 11-263 0 0,0-1 0 0 0,-1 1 0 0 0,1-1 0 0 0,0 1 0 0 0,0 1 1 0 0,0-1-1 0 0,0 1 0 0 0,0 0 0 0 0,0 0 0 0 0,0 0 0 0 0,0 0 0 0 0,-1 1 0 0 0,1 0 1 0 0,0 0-1 0 0,0 1 0 0 0,0-1 0 0 0,-1 1 0 0 0,1 0 0 0 0,4 2 0 0 0,1 2-56 0 0,-1 0 0 0 0,1 0 0 0 0,-1 0 0 0 0,0 1 0 0 0,-1 1 0 0 0,0-1 0 0 0,0 1 0 0 0,0 1 0 0 0,-1 0 0 0 0,-1 0 0 0 0,1 0 0 0 0,-1 0 0 0 0,-1 1 0 0 0,0 0 0 0 0,0 1 0 0 0,-1-1 0 0 0,0 1 0 0 0,2 11 0 0 0,1 7-1276 0 0,6 49 0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4.2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15203 0 0,'0'0'1379'0'0,"16"19"2625"0"0,-3 10-3158 0 0,-1 1 0 0 0,-2 0 0 0 0,12 49 1 0 0,8 102-255 0 0,-9-52-400 0 0,12 27-649 0 0,-18-89-2255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4.3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99 10594 0 0,'0'0'819'0'0,"27"-6"2358"0"0,54-16 327 0 0,19-4-2472 0 0,52-12-3798 0 0,-120 31 2489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5.3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82 14283 0 0,'2'-1'437'0'0,"0"0"0"0"0,0 0 0 0 0,1 1 0 0 0,-1-1 0 0 0,0 1 1 0 0,1 0-1 0 0,-1-1 0 0 0,0 1 0 0 0,1 0 0 0 0,-1 0 0 0 0,4 1 0 0 0,33 11 1210 0 0,-31-8-1512 0 0,1 0 1 0 0,-1 1 0 0 0,0 0 0 0 0,0 0-1 0 0,0 1 1 0 0,9 9 0 0 0,-7-4-16 0 0,-1 1-1 0 0,0 0 1 0 0,-1 0 0 0 0,0 1 0 0 0,0 0 0 0 0,6 17-1 0 0,25 86 15 0 0,-32-91-266 0 0,-7-25 99 0 0,0 0 0 0 0,0 0 1 0 0,0 1-1 0 0,0-1 0 0 0,0 0 1 0 0,0 0-1 0 0,0 1 0 0 0,0-1 1 0 0,0 0-1 0 0,0 0 0 0 0,0 0 0 0 0,0 1 1 0 0,0-1-1 0 0,0 0 0 0 0,0 0 1 0 0,0 1-1 0 0,1-1 0 0 0,-1 0 0 0 0,0 0 1 0 0,0 0-1 0 0,0 1 0 0 0,0-1 1 0 0,0 0-1 0 0,0 0 0 0 0,0 0 1 0 0,1 0-1 0 0,-1 1 0 0 0,0-1 0 0 0,0 0 1 0 0,0 0-1 0 0,1 0 0 0 0,-1 0 1 0 0,0 0-1 0 0,0 0 0 0 0,0 0 0 0 0,1 1 1 0 0,-1-1-1 0 0,0 0 0 0 0,0 0 1 0 0,0 0-1 0 0,1 0 0 0 0,-1 0 0 0 0,0 0 1 0 0,0 0-1 0 0,0 0 0 0 0,1 0 1 0 0,-1 0-1 0 0,0 0 0 0 0,0 0 1 0 0,1 0-1 0 0,-1 0 0 0 0,0-1 0 0 0,7-13-1881 0 0,1-26-928 0 0,-8 40 2805 0 0,8-47-1105 0 0,21-65-1 0 0,-25 96 1460 0 0,2 1 1 0 0,0 0-1 0 0,1 0 0 0 0,1 0 1 0 0,0 1-1 0 0,1 0 0 0 0,20-24 1 0 0,-27 35-188 0 0,0 1 1 0 0,0 0 0 0 0,0 0 0 0 0,0 0 0 0 0,0 0 0 0 0,1 0 0 0 0,-1 0 0 0 0,1 1 0 0 0,0-1 0 0 0,-1 1 0 0 0,1-1-1 0 0,0 1 1 0 0,0 0 0 0 0,0 0 0 0 0,0 0 0 0 0,0 1 0 0 0,0-1 0 0 0,0 1 0 0 0,0 0 0 0 0,0 0 0 0 0,0 0-1 0 0,0 0 1 0 0,0 0 0 0 0,5 1 0 0 0,-4 1 7 0 0,0 0 0 0 0,0 0 0 0 0,0 1 0 0 0,0-1 0 0 0,0 1 0 0 0,0 0 0 0 0,-1 0 0 0 0,1 0 1 0 0,-1 0-1 0 0,0 1 0 0 0,0-1 0 0 0,0 1 0 0 0,-1 0 0 0 0,1 0 0 0 0,2 7 0 0 0,2 2-22 0 0,-1 0 0 0 0,-1 1 1 0 0,-1 0-1 0 0,0 0 1 0 0,3 19-1 0 0,5 77 30 0 0,-2-13-1309 0 0,-6-77-4150 0 0,-1 0-1794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5.6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0 449 10594 0 0,'3'-3'229'0'0,"-1"1"0"0"0,1-1-1 0 0,-1 0 1 0 0,0 1 0 0 0,0-1-1 0 0,0 0 1 0 0,-1 0 0 0 0,1 0 0 0 0,-1-1-1 0 0,1 1 1 0 0,1-6 0 0 0,1-3 215 0 0,77-179 2556 0 0,-68 154-2339 0 0,-2 0 0 0 0,-1-1 1 0 0,6-51-1 0 0,-18 86-727 0 0,-3 10-80 0 0,-6 13-66 0 0,3 2 377 0 0,1 0-1 0 0,1 1 1 0 0,0-1 0 0 0,2 1-1 0 0,-3 47 1 0 0,7-62-157 0 0,1 1 1 0 0,0 0-1 0 0,0 0 1 0 0,0 0-1 0 0,1 0 1 0 0,0-1 0 0 0,1 1-1 0 0,5 10 1 0 0,-6-14-92 0 0,1 0 1 0 0,0-1 0 0 0,0 1 0 0 0,1 0 0 0 0,-1-1 0 0 0,1 0 0 0 0,0 0 0 0 0,0 0 0 0 0,0 0 0 0 0,1-1 0 0 0,-1 0 0 0 0,1 0 0 0 0,0 0-1 0 0,6 3 1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5.9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2 260 10138 0 0,'0'1'93'0'0,"-1"0"1"0"0,1 0-1 0 0,0 0 0 0 0,0 0 0 0 0,0 0 1 0 0,0 0-1 0 0,0 0 0 0 0,0 0 1 0 0,0 0-1 0 0,0 0 0 0 0,0 0 0 0 0,1 0 1 0 0,-1 0-1 0 0,0 0 0 0 0,1 0 0 0 0,-1 0 1 0 0,0 0-1 0 0,1-1 0 0 0,-1 1 0 0 0,1 0 1 0 0,0 0-1 0 0,-1 0 0 0 0,1 0 0 0 0,1 1 1 0 0,0-1 168 0 0,0 0 0 0 0,0 0 0 0 0,1 0 1 0 0,-1-1-1 0 0,0 1 0 0 0,0 0 0 0 0,1-1 0 0 0,-1 0 1 0 0,0 1-1 0 0,4-1 0 0 0,-1 0-133 0 0,-1-1-1 0 0,0 1 1 0 0,0-1 0 0 0,0 0 0 0 0,0 0 0 0 0,0-1-1 0 0,0 1 1 0 0,0-1 0 0 0,-1 0 0 0 0,1 0-1 0 0,0 0 1 0 0,-1 0 0 0 0,0-1 0 0 0,1 1-1 0 0,-1-1 1 0 0,0 0 0 0 0,0 0 0 0 0,-1 0-1 0 0,1 0 1 0 0,-1-1 0 0 0,1 1 0 0 0,-1-1 0 0 0,3-6-1 0 0,1-2 241 0 0,0 1 1 0 0,-1-2-1 0 0,-1 1 0 0 0,0 0 0 0 0,0-1 0 0 0,2-16 0 0 0,-5 16-424 0 0,0 0-1 0 0,0 1 0 0 0,-1-1 0 0 0,-1 0 0 0 0,0 1 0 0 0,-1-1 1 0 0,-5-17-1 0 0,7 29 25 0 0,0 1-1 0 0,0-1 1 0 0,0 1 0 0 0,0-1 0 0 0,0 1 0 0 0,-1-1 0 0 0,1 1 0 0 0,0-1 0 0 0,0 0 0 0 0,0 1-1 0 0,-1-1 1 0 0,1 1 0 0 0,0 0 0 0 0,-1-1 0 0 0,1 1 0 0 0,-1-1 0 0 0,1 1 0 0 0,0-1-1 0 0,-1 1 1 0 0,1 0 0 0 0,-1-1 0 0 0,1 1 0 0 0,-1 0 0 0 0,1 0 0 0 0,-1-1 0 0 0,1 1 0 0 0,-1 0-1 0 0,1 0 1 0 0,-1 0 0 0 0,0-1 0 0 0,-11 13-534 0 0,-4 24 396 0 0,14-29 166 0 0,0 0 1 0 0,1 0 0 0 0,0 0-1 0 0,0 0 1 0 0,1-1 0 0 0,0 1-1 0 0,0 0 1 0 0,0 0 0 0 0,1 0-1 0 0,0 0 1 0 0,1 0 0 0 0,0 0-1 0 0,0-1 1 0 0,0 1 0 0 0,1 0-1 0 0,-1-1 1 0 0,2 0-1 0 0,-1 0 1 0 0,1 0 0 0 0,0 0-1 0 0,0-1 1 0 0,0 1 0 0 0,1-1-1 0 0,0 0 1 0 0,0 0 0 0 0,0-1-1 0 0,1 1 1 0 0,6 3 0 0 0,3 0-841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6.4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227 486 6913 0 0,'1'-2'110'0'0,"0"-1"0"0"0,0 1 0 0 0,0 0-1 0 0,-1-1 1 0 0,1 1 0 0 0,-1 0-1 0 0,1-1 1 0 0,-1 1 0 0 0,0-1-1 0 0,0 1 1 0 0,0 0 0 0 0,0-1-1 0 0,0 1 1 0 0,0-1 0 0 0,-1 1-1 0 0,0-4 1 0 0,0 5 109 0 0,0-1-1 0 0,0 1 1 0 0,0-1 0 0 0,0 1-1 0 0,0-1 1 0 0,0 1 0 0 0,0 0 0 0 0,0 0-1 0 0,-1-1 1 0 0,1 1 0 0 0,0 0-1 0 0,-1 0 1 0 0,1 0 0 0 0,-1 1-1 0 0,1-1 1 0 0,-1 0 0 0 0,0 1-1 0 0,-1-2 1 0 0,-2 1 223 0 0,0 0-1 0 0,0 1 0 0 0,0-1 1 0 0,0 1-1 0 0,0 0 1 0 0,0 0-1 0 0,0 0 1 0 0,0 1-1 0 0,0-1 1 0 0,0 1-1 0 0,0 1 0 0 0,0-1 1 0 0,0 1-1 0 0,-6 3 1 0 0,2 0-215 0 0,1 0-1 0 0,0 1 1 0 0,0 0 0 0 0,0 1-1 0 0,1 0 1 0 0,0 0 0 0 0,0 0 0 0 0,1 1-1 0 0,0 0 1 0 0,0 1 0 0 0,1-1 0 0 0,0 1-1 0 0,-4 10 1 0 0,4-9-190 0 0,1 0 0 0 0,1 0 1 0 0,0 0-1 0 0,0 0 0 0 0,1 1 0 0 0,0-1 1 0 0,1 1-1 0 0,0-1 0 0 0,0 1 0 0 0,1 0 1 0 0,1-1-1 0 0,2 15 0 0 0,-3-24-53 0 0,0 1-1 0 0,0 0 1 0 0,0-1 0 0 0,1 1-1 0 0,-1-1 1 0 0,0 1 0 0 0,1-1-1 0 0,-1 1 1 0 0,1-1 0 0 0,0 0-1 0 0,-1 1 1 0 0,1-1 0 0 0,0 0-1 0 0,0 1 1 0 0,0-1 0 0 0,0 0-1 0 0,0 0 1 0 0,0 0 0 0 0,0 0-1 0 0,0 0 1 0 0,1 0 0 0 0,-1 0-1 0 0,0 0 1 0 0,0 0 0 0 0,1-1-1 0 0,-1 1 1 0 0,1 0 0 0 0,-1-1 0 0 0,1 1-1 0 0,-1-1 1 0 0,1 0 0 0 0,-1 1-1 0 0,1-1 1 0 0,-1 0 0 0 0,1 0-1 0 0,-1 0 1 0 0,1 0 0 0 0,-1 0-1 0 0,1-1 1 0 0,-1 1 0 0 0,1 0-1 0 0,-1-1 1 0 0,1 1 0 0 0,-1-1-1 0 0,1 1 1 0 0,-1-1 0 0 0,0 0-1 0 0,3-1 1 0 0,4-2-187 0 0,-1-1 0 0 0,0 0-1 0 0,0 0 1 0 0,-1-1 0 0 0,1 1 0 0 0,-1-1-1 0 0,7-11 1 0 0,2-3-569 0 0,-1-2 0 0 0,0 0 0 0 0,-2-1 0 0 0,-1 0 0 0 0,-1-1 0 0 0,-1 0 0 0 0,-1 0 1 0 0,9-47-1 0 0,-11 32 200 0 0,-2-1 1 0 0,-2 0 0 0 0,-1 1-1 0 0,-3-1 1 0 0,-5-39 0 0 0,4 53 980 0 0,3 16 461 0 0,-1 0 0 0 0,0 0 0 0 0,0 1 0 0 0,-1-1 1 0 0,0 0-1 0 0,-1 1 0 0 0,0 0 0 0 0,-9-17 0 0 0,12 25-792 0 0,0 1 0 0 0,0 0 0 0 0,0-1 0 0 0,-1 1 0 0 0,1 0 0 0 0,0 0-1 0 0,0-1 1 0 0,0 1 0 0 0,-1 0 0 0 0,1-1 0 0 0,0 1 0 0 0,0 0 0 0 0,-1 0 0 0 0,1 0 0 0 0,0-1 0 0 0,-1 1 0 0 0,1 0 0 0 0,0 0 0 0 0,-1 0 0 0 0,1 0-1 0 0,0 0 1 0 0,-1-1 0 0 0,1 1 0 0 0,0 0 0 0 0,-1 0 0 0 0,1 0 0 0 0,0 0 0 0 0,-1 0 0 0 0,1 0 0 0 0,0 0 0 0 0,-1 0 0 0 0,1 0 0 0 0,-1 0 0 0 0,1 1 0 0 0,0-1-1 0 0,-1 0 1 0 0,-8 13 1169 0 0,0 18-625 0 0,5 10-251 0 0,2-1 1 0 0,2 1 0 0 0,2-1 0 0 0,11 70 0 0 0,0-5 171 0 0,9 88 222 0 0,-16-162-845 0 0,1-1 0 0 0,1-1 1 0 0,2 1-1 0 0,16 34 0 0 0,-2-24-2528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7.0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253 31 5065 0 0,'2'-2'441'0'0,"1"0"0"0"0,0 1 0 0 0,-1-1 0 0 0,0 0 0 0 0,1 0 0 0 0,-1 0 0 0 0,0 0 0 0 0,0-1 0 0 0,0 1 0 0 0,0 0 0 0 0,2-6 0 0 0,-33 18 4621 0 0,9 1-3804 0 0,0 2 0 0 0,1 0 0 0 0,-33 30 0 0 0,34-26-1020 0 0,1 0-1 0 0,0 2 1 0 0,2 0-1 0 0,0 0 1 0 0,1 1-1 0 0,-18 36 1 0 0,30-52-234 0 0,0 0-1 0 0,0 0 1 0 0,1 0 0 0 0,-1 0-1 0 0,1 1 1 0 0,0-1 0 0 0,0 0-1 0 0,1 0 1 0 0,-1 1-1 0 0,1-1 1 0 0,0 1 0 0 0,0-1-1 0 0,0 0 1 0 0,1 1 0 0 0,1 6-1 0 0,-1-8-11 0 0,1 0-1 0 0,0 0 1 0 0,-1 0 0 0 0,1 0-1 0 0,1 0 1 0 0,-1-1 0 0 0,0 1-1 0 0,1-1 1 0 0,-1 1-1 0 0,1-1 1 0 0,-1 0 0 0 0,1 0-1 0 0,0 0 1 0 0,0 0 0 0 0,0-1-1 0 0,0 1 1 0 0,1-1-1 0 0,-1 1 1 0 0,7 0 0 0 0,43 13-449 0 0,40 14-47 0 0,-85-26 486 0 0,1 0 0 0 0,-2 1 1 0 0,1 1-1 0 0,0-1 0 0 0,-1 1 1 0 0,0 0-1 0 0,0 1 0 0 0,9 8 0 0 0,-14-12 30 0 0,0 1-1 0 0,-1-1 1 0 0,1 1-1 0 0,0 0 1 0 0,-1-1-1 0 0,0 1 1 0 0,0 0-1 0 0,0 0 1 0 0,0 0-1 0 0,0 0 1 0 0,0 0-1 0 0,-1 0 1 0 0,1 0-1 0 0,-1 0 1 0 0,0 1-1 0 0,0-1 0 0 0,0 0 1 0 0,0 0-1 0 0,-1 0 1 0 0,1 0-1 0 0,-1 0 1 0 0,0 0-1 0 0,0 0 1 0 0,0 0-1 0 0,0 0 1 0 0,0 0-1 0 0,-1-1 1 0 0,1 1-1 0 0,-1 0 1 0 0,0-1-1 0 0,0 1 1 0 0,-4 3-1 0 0,2-1-128 0 0,0 0 0 0 0,-1-1 0 0 0,1 0 0 0 0,-1 1 0 0 0,0-2 0 0 0,0 1 0 0 0,-1-1 0 0 0,1 1 0 0 0,-1-1 0 0 0,1-1 0 0 0,-1 1 0 0 0,0-1 0 0 0,0 0 0 0 0,0-1 0 0 0,-10 2 0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7.2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 14283 0 0,'5'-1'239'0'0,"-1"1"0"0"0,0 0 0 0 0,0 0 0 0 0,0 0 0 0 0,0 1 0 0 0,0-1 0 0 0,0 1 1 0 0,0 0-1 0 0,0 0 0 0 0,0 1 0 0 0,0-1 0 0 0,0 1 0 0 0,0 0 0 0 0,-1 0 0 0 0,1 0 0 0 0,-1 0 0 0 0,1 1 0 0 0,-1-1 0 0 0,0 1 0 0 0,0 0 0 0 0,0 0 0 0 0,0 0 1 0 0,-1 0-1 0 0,1 1 0 0 0,-1-1 0 0 0,4 7 0 0 0,-1 1 78 0 0,0-1 0 0 0,0 1 0 0 0,0 0 1 0 0,-2 0-1 0 0,1 0 0 0 0,-1 0 0 0 0,2 23 0 0 0,-3-15-605 0 0,-1 1 0 0 0,-1 0 0 0 0,-4 37 0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7.3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89 7370 0 0,'-4'-14'656'0'0,"1"6"-528"0"0,0 0-128 0 0,1-9 5081 0 0,0 11-3257 0 0,2-3-616 0 0,0 0-127 0 0,2 1-25 0 0,-1 1-8 0 0,0 4-1568 0 0,2 3-312 0 0,0 6-64 0 0,0 3-17 0 0,-1 6 729 0 0,1 2 184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7.7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261 57 9674 0 0,'0'-2'175'0'0,"0"0"0"0"0,0 0 0 0 0,0 0 0 0 0,-1-1 0 0 0,1 1 0 0 0,0 0 0 0 0,-1 0 0 0 0,1 0 0 0 0,-1-1 0 0 0,0 1 0 0 0,0 0 0 0 0,0 0 0 0 0,0 0 0 0 0,0 0 0 0 0,0 0 0 0 0,-1 1 0 0 0,1-1 0 0 0,0 0 0 0 0,-1 1 0 0 0,0-1 0 0 0,1 1 0 0 0,-1-1 0 0 0,0 1 0 0 0,0 0 0 0 0,0-1 0 0 0,1 1 0 0 0,-1 0-1 0 0,-1 0 1 0 0,1 1 0 0 0,0-1 0 0 0,-3-1 0 0 0,1 2 17 0 0,0-1 1 0 0,0 1-1 0 0,1 0 0 0 0,-1 0 0 0 0,0 0 0 0 0,0 1 0 0 0,0-1 0 0 0,0 1 0 0 0,0 0 0 0 0,0 0 0 0 0,1 0 0 0 0,-1 0 0 0 0,0 1 0 0 0,1 0 0 0 0,-1 0 1 0 0,1 0-1 0 0,-5 3 0 0 0,-7 8 24 0 0,-1 1 0 0 0,2 0 0 0 0,0 1 0 0 0,1 1 0 0 0,0 0 0 0 0,1 1 0 0 0,1 0 0 0 0,1 1 0 0 0,-16 36 0 0 0,23-32-680 0 0,3-21 395 0 0,0-1 0 0 0,0 0 0 0 0,0 1-1 0 0,0-1 1 0 0,1 0 0 0 0,-1 1 0 0 0,0-1 0 0 0,0 0 0 0 0,0 0 0 0 0,0 1 0 0 0,1-1-1 0 0,-1 0 1 0 0,0 0 0 0 0,0 1 0 0 0,1-1 0 0 0,-1 0 0 0 0,0 0 0 0 0,0 0 0 0 0,1 1-1 0 0,-1-1 1 0 0,0 0 0 0 0,1 0 0 0 0,-1 0 0 0 0,0 0 0 0 0,1 0 0 0 0,-1 0 0 0 0,0 0 0 0 0,1 0-1 0 0,-1 1 1 0 0,0-1 0 0 0,1 0 0 0 0,-1-1 0 0 0,2 1-181 0 0,1-1 1 0 0,-1 1 0 0 0,-1-1-1 0 0,1 0 1 0 0,0 0-1 0 0,0 0 1 0 0,0 0-1 0 0,0 0 1 0 0,-1-1 0 0 0,1 1-1 0 0,-1 0 1 0 0,1-1-1 0 0,-1 0 1 0 0,1 1-1 0 0,1-4 1 0 0,16-24-237 0 0,-9 13 873 0 0,0 1 0 0 0,1 0 1 0 0,25-25-1 0 0,-34 38-218 0 0,1-1-1 0 0,0 1 0 0 0,0-1 1 0 0,0 1-1 0 0,0 0 0 0 0,0 0 1 0 0,0 0-1 0 0,1 1 1 0 0,-1-1-1 0 0,0 1 0 0 0,1 0 1 0 0,0 0-1 0 0,-1 0 1 0 0,1 0-1 0 0,-1 1 0 0 0,1-1 1 0 0,0 1-1 0 0,0 0 0 0 0,-1 0 1 0 0,1 0-1 0 0,0 1 1 0 0,-1-1-1 0 0,1 1 0 0 0,0 0 1 0 0,3 1-1 0 0,-2 1-16 0 0,0 0 1 0 0,-1 0-1 0 0,1 0 0 0 0,0 0 0 0 0,-1 1 0 0 0,0 0 1 0 0,0 0-1 0 0,0 0 0 0 0,-1 0 0 0 0,1 1 0 0 0,-1 0 0 0 0,0-1 1 0 0,0 1-1 0 0,-1 0 0 0 0,4 8 0 0 0,3 9 42 0 0,-1 1 0 0 0,5 26 0 0 0,-6-23-154 0 0,-2 0 0 0 0,-1 0 0 0 0,0 0 0 0 0,-2 0 0 0 0,-2 1 0 0 0,0-1 0 0 0,-1 1 0 0 0,-2-1 0 0 0,-1 0 0 0 0,-8 33 0 0 0,10-55-41 0 0,0 0-1 0 0,1 0 1 0 0,-1 0 0 0 0,-1 0 0 0 0,1 0 0 0 0,-1-1-1 0 0,1 1 1 0 0,-6 4 0 0 0,7-7-42 0 0,1 0 0 0 0,-1-1 0 0 0,1 1-1 0 0,-1-1 1 0 0,0 1 0 0 0,1-1 0 0 0,-1 1 0 0 0,0-1 0 0 0,1 0 0 0 0,-1 1-1 0 0,0-1 1 0 0,0 0 0 0 0,1 0 0 0 0,-1 1 0 0 0,0-1 0 0 0,0 0 0 0 0,0 0-1 0 0,1 0 1 0 0,-1 0 0 0 0,0 0 0 0 0,0 0 0 0 0,0 0 0 0 0,1 0 0 0 0,-1 0-1 0 0,0-1 1 0 0,0 1 0 0 0,1 0 0 0 0,-1 0 0 0 0,0-1 0 0 0,0 1 0 0 0,1 0-1 0 0,-1-1 1 0 0,0 1 0 0 0,1-1 0 0 0,-1 1 0 0 0,0-1 0 0 0,1 1 0 0 0,-1-1-1 0 0,1 0 1 0 0,-1 1 0 0 0,1-1 0 0 0,-1 1 0 0 0,1-1 0 0 0,-1 0 0 0 0,1 0 0 0 0,0 1-1 0 0,-1-1 1 0 0,1 0 0 0 0,0 0 0 0 0,0 1 0 0 0,0-1 0 0 0,-1 0 0 0 0,1-1-1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8.3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81 10594 0 0,'-1'0'47'0'0,"1"0"-1"0"0,-1 0 1 0 0,1-1 0 0 0,-1 1-1 0 0,1 0 1 0 0,-1 0 0 0 0,1 0-1 0 0,0 0 1 0 0,-1-1-1 0 0,1 1 1 0 0,-1 0 0 0 0,1 0-1 0 0,0-1 1 0 0,-1 1-1 0 0,1 0 1 0 0,0-1 0 0 0,-1 1-1 0 0,1 0 1 0 0,0-1-1 0 0,-1 1 1 0 0,1-1 0 0 0,0 1-1 0 0,0 0 1 0 0,-1-1 0 0 0,1 1-1 0 0,0-1 1 0 0,0 1-1 0 0,0-1 1 0 0,0 1 0 0 0,0-1-1 0 0,0 1 1 0 0,0-1-1 0 0,0 1 1 0 0,0-1 0 0 0,0 1-1 0 0,0-1 1 0 0,0 1-1 0 0,0-1 1 0 0,0 1 0 0 0,0 0-1 0 0,0-1 1 0 0,0 1 0 0 0,0-1-1 0 0,1 1 1 0 0,-1-1-1 0 0,0 1 1 0 0,0 0 0 0 0,1-1-1 0 0,-1 1 1 0 0,1-1-1 0 0,-1 0 29 0 0,0 1 0 0 0,0-1 0 0 0,1 1 0 0 0,-1-1-1 0 0,0 1 1 0 0,0 0 0 0 0,1-1 0 0 0,-1 1-1 0 0,0-1 1 0 0,1 1 0 0 0,-1 0 0 0 0,1-1-1 0 0,-1 1 1 0 0,0 0 0 0 0,1-1 0 0 0,-1 1 0 0 0,1 0-1 0 0,-1-1 1 0 0,1 1 0 0 0,-1 0 0 0 0,1 0-1 0 0,-1 0 1 0 0,1 0 0 0 0,-1-1 0 0 0,1 1 0 0 0,-1 0-1 0 0,1 0 1 0 0,-1 0 0 0 0,1 0 0 0 0,-1 0-1 0 0,1 0 1 0 0,-1 0 0 0 0,1 1 0 0 0,-1-1-1 0 0,1 0 1 0 0,-1 0 0 0 0,1 0 0 0 0,-1 0 0 0 0,1 1-1 0 0,-1-1 1 0 0,1 0 0 0 0,-1 0 0 0 0,1 1-1 0 0,-1-1 1 0 0,0 0 0 0 0,1 1 0 0 0,-1-1 0 0 0,0 0-1 0 0,1 1 1 0 0,-1-1 0 0 0,1 1 0 0 0,4 7 464 0 0,0 0 1 0 0,-1 0-1 0 0,0 1 1 0 0,0 0-1 0 0,-1-1 1 0 0,5 18 0 0 0,7 62-16 0 0,-7-43-472 0 0,8 23-542 0 0,5-120-3111 0 0,-10 19 2495 0 0,1 1 0 0 0,27-51 0 0 0,-29 67 1928 0 0,-1 1 0 0 0,2 0 0 0 0,0 0 0 0 0,1 1 0 0 0,0 0 1 0 0,24-20-1 0 0,-35 33-785 0 0,0 0-1 0 0,1 0 1 0 0,-1 0 0 0 0,0 0-1 0 0,0 0 1 0 0,0 0 0 0 0,1 0-1 0 0,-1 0 1 0 0,0 1 0 0 0,1-1-1 0 0,-1 0 1 0 0,0 1 0 0 0,1-1-1 0 0,-1 1 1 0 0,1 0 0 0 0,-1 0-1 0 0,1-1 1 0 0,-1 1 0 0 0,1 0-1 0 0,-1 0 1 0 0,1 0 0 0 0,-1 0-1 0 0,1 1 1 0 0,-1-1 0 0 0,1 0 0 0 0,-1 1-1 0 0,1-1 1 0 0,-1 1 0 0 0,1-1-1 0 0,-1 1 1 0 0,0 0 0 0 0,1-1-1 0 0,-1 1 1 0 0,0 0 0 0 0,0 0-1 0 0,0 0 1 0 0,0 0 0 0 0,1 0-1 0 0,-1 0 1 0 0,-1 1 0 0 0,1-1-1 0 0,0 0 1 0 0,0 0 0 0 0,0 1-1 0 0,-1-1 1 0 0,1 0 0 0 0,0 1 0 0 0,-1-1-1 0 0,1 3 1 0 0,4 10 321 0 0,-1-1 1 0 0,0 1 0 0 0,-1 0-1 0 0,1 16 1 0 0,-2-20-308 0 0,2 18-43 0 0,-1-1-117 0 0,2 1 0 0 0,8 27 0 0 0,-10-48-91 0 0,-1 1 0 0 0,2 0 1 0 0,-1-1-1 0 0,1 1 0 0 0,0-1 0 0 0,0 0 0 0 0,1-1 1 0 0,0 1-1 0 0,0-1 0 0 0,1 0 0 0 0,8 8 0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0.3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 17972 0 0,'-2'5'294'0'0,"1"0"1"0"0,0-1-1 0 0,1 1 0 0 0,-1 0 1 0 0,1 0-1 0 0,0 0 1 0 0,0 0-1 0 0,0 0 0 0 0,1 0 1 0 0,0 0-1 0 0,2 7 0 0 0,1 13-76 0 0,-1 19 14 0 0,-1-2-939 0 0,1-14-4826 0 0,0-12-1227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0.5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19 11058 0 0,'-11'-2'367'0'0,"10"2"-102"0"0,1 0 0 0 0,-1 0 1 0 0,0 0-1 0 0,0-1 0 0 0,0 1 0 0 0,1 0 0 0 0,-1 0 1 0 0,0-1-1 0 0,1 1 0 0 0,-5-4 1856 0 0,4 3-1856 0 0,1 1 1 0 0,-1-1-1 0 0,1 0 0 0 0,-1 1 0 0 0,1-1 0 0 0,0 0 0 0 0,-1 1 1 0 0,1-1-1 0 0,0 0 0 0 0,0 0 0 0 0,-1 1 0 0 0,1-3 1 0 0,1 22-3983 0 0,3 6 2314 0 0,-1-7-170 0 0,1 3-218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0.8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198 24 8290 0 0,'-2'-2'411'0'0,"0"0"-1"0"0,-1 0 1 0 0,1 0 0 0 0,0 0 0 0 0,-1 0 0 0 0,1 1 0 0 0,-1-1-1 0 0,1 1 1 0 0,-1-1 0 0 0,0 1 0 0 0,0 0 0 0 0,1 0 0 0 0,-1 0 0 0 0,0 1-1 0 0,0-1 1 0 0,0 1 0 0 0,0-1 0 0 0,-4 1 0 0 0,3 1-159 0 0,0 0 0 0 0,1-1 0 0 0,-1 1 0 0 0,1 1 0 0 0,0-1 0 0 0,-1 0 1 0 0,1 1-1 0 0,0 0 0 0 0,0 0 0 0 0,0 0 0 0 0,0 0 0 0 0,0 0 0 0 0,-3 4 0 0 0,-2 3-6 0 0,0 0-1 0 0,0 1 1 0 0,1 0 0 0 0,1 0-1 0 0,-1 0 1 0 0,2 1-1 0 0,-9 22 1 0 0,6-10-51 0 0,2 0 0 0 0,1 0 1 0 0,1 1-1 0 0,-1 25 0 0 0,2 99 241 0 0,3-119-369 0 0,0 17 128 0 0,2-1-1 0 0,16 85 1 0 0,-14-110-601 0 0,1 0-1 0 0,1-1 1 0 0,1 0 0 0 0,0-1 0 0 0,2 1 0 0 0,0-1 0 0 0,1-1 0 0 0,24 33 0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0.9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28 176 5985 0 0,'-1'0'178'0'0,"0"0"0"0"0,-1-1-1 0 0,1 1 1 0 0,0 0 0 0 0,0-1-1 0 0,-1 1 1 0 0,1-1 0 0 0,0 1 0 0 0,0-1-1 0 0,0 0 1 0 0,-1 1 0 0 0,1-1-1 0 0,0 0 1 0 0,0 0 0 0 0,0 0-1 0 0,0 0 1 0 0,0 0 0 0 0,1 0 0 0 0,-1 0-1 0 0,0 0 1 0 0,0 0 0 0 0,1 0-1 0 0,-1-1 1 0 0,0 1 0 0 0,1 0-1 0 0,0 0 1 0 0,-1-1 0 0 0,1 1 0 0 0,-1-2-1 0 0,2 1 169 0 0,-1 0 1 0 0,0 1-1 0 0,1-1 0 0 0,-1 0 0 0 0,1 0 0 0 0,0 1 0 0 0,0-1 0 0 0,0 1 1 0 0,-1-1-1 0 0,1 1 0 0 0,2-3 0 0 0,12-12-438 0 0,-4 7-36 0 0,1-1 0 0 0,0 2 1 0 0,0-1-1 0 0,1 2 0 0 0,0-1 0 0 0,0 2 1 0 0,1 0-1 0 0,0 1 0 0 0,20-6 0 0 0,13 1 35 0 0,74-8-1 0 0,-121 18 96 0 0,29-3-82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1.1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6913 0 0,'1'0'224'0'0,"0"1"0"0"0,1-1 0 0 0,-1 1 0 0 0,0-1-1 0 0,0 1 1 0 0,1 0 0 0 0,-1 0 0 0 0,0 0 0 0 0,0 0-1 0 0,0 0 1 0 0,0 0 0 0 0,0 0 0 0 0,0 0 0 0 0,0 0 0 0 0,0 0-1 0 0,-1 0 1 0 0,1 0 0 0 0,0 1 0 0 0,-1-1 0 0 0,1 0-1 0 0,-1 1 1 0 0,1-1 0 0 0,-1 1 0 0 0,1-1 0 0 0,-1 0-1 0 0,0 1 1 0 0,0-1 0 0 0,0 2 0 0 0,6 57 4342 0 0,-5-41-3405 0 0,1 6-369 0 0,8 54 987 0 0,-9-72-2073 0 0,0 0 0 0 0,1 0 0 0 0,0-1 1 0 0,1 1-1 0 0,-1-1 0 0 0,1 1 0 0 0,1-1 0 0 0,6 11 0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1.2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67 9674 0 0,'-2'-6'864'0'0,"-1"1"-696"0"0,2 1-168 0 0,1 2 0 0 0,1 1 272 0 0,-1-2 16 0 0,-1-4 8 0 0,-1-1 1 0 0,2-3-514 0 0,2 3-103 0 0,0 1-16 0 0,1 4-8 0 0,3 2 256 0 0,-2 2 88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1.5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301 12 7370 0 0,'-1'-1'404'0'0,"0"0"0"0"0,-1 0 0 0 0,1 0 0 0 0,-1 0 0 0 0,1 0 0 0 0,-1 0 0 0 0,1 0 1 0 0,-1 0-1 0 0,1 1 0 0 0,-1-1 0 0 0,0 1 0 0 0,1-1 0 0 0,-1 1 0 0 0,0 0 0 0 0,0-1 0 0 0,1 1 1 0 0,-1 0-1 0 0,-3 0 0 0 0,1 1-40 0 0,0 0-1 0 0,1 0 1 0 0,-1 0 0 0 0,0 0 0 0 0,1 0-1 0 0,-1 1 1 0 0,1 0 0 0 0,-5 3 0 0 0,-2 1 52 0 0,1 1 0 0 0,0 1 0 0 0,0 0 1 0 0,-14 17-1 0 0,0 3-131 0 0,2 0 0 0 0,1 2 1 0 0,1 1-1 0 0,1 0 0 0 0,2 1 0 0 0,1 1 1 0 0,-19 62-1 0 0,33-91-367 0 0,0 1 0 0 0,0-1-1 0 0,0 1 1 0 0,1-1 0 0 0,0 1 0 0 0,0 0 0 0 0,0-1-1 0 0,0 1 1 0 0,1 0 0 0 0,-1-1 0 0 0,1 1 0 0 0,1 0 0 0 0,-1-1-1 0 0,1 0 1 0 0,-1 1 0 0 0,1-1 0 0 0,0 0 0 0 0,4 6 0 0 0,-3-7-407 0 0,-1 0 0 0 0,1-1 1 0 0,0 1-1 0 0,0-1 0 0 0,0 0 1 0 0,0 1-1 0 0,0-1 0 0 0,1-1 1 0 0,-1 1-1 0 0,1 0 1 0 0,-1-1-1 0 0,1 0 0 0 0,-1 0 1 0 0,1 0-1 0 0,0 0 0 0 0,-1 0 1 0 0,1-1-1 0 0,0 0 0 0 0,0 0 1 0 0,0 0-1 0 0,-1 0 0 0 0,9-2 1 0 0,1 0 313 0 0,0-1 1 0 0,0 0-1 0 0,0-2 1 0 0,0 1-1 0 0,-1-1 1 0 0,21-12-1 0 0,-1-3 134 0 0,33-27-1 0 0,-32 22-24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2.0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215 14 456 0 0,'-19'-14'12275'0'0,"8"20"-11651"0"0,-5 5 1384 0 0,0 0 0 0 0,-18 16 0 0 0,20-14-1250 0 0,1 0 0 0 0,-18 25-1 0 0,23-28-689 0 0,1 0 0 0 0,1 0 0 0 0,0 1 0 0 0,0 0 0 0 0,1 0-1 0 0,0 0 1 0 0,1 1 0 0 0,1 0 0 0 0,0 0 0 0 0,0 0-1 0 0,-1 21 1 0 0,4-29-98 0 0,0 0-1 0 0,0 0 0 0 0,0 1 1 0 0,1-1-1 0 0,0 0 0 0 0,0 0 1 0 0,0 0-1 0 0,0 0 1 0 0,1 0-1 0 0,-1 0 0 0 0,1-1 1 0 0,0 1-1 0 0,0 0 1 0 0,1-1-1 0 0,-1 1 0 0 0,1-1 1 0 0,4 4-1 0 0,-6-5-37 0 0,1-1 0 0 0,-1 0 0 0 0,1 0 0 0 0,0 0-1 0 0,0 0 1 0 0,0 0 0 0 0,0 0 0 0 0,0 0 0 0 0,0-1 0 0 0,0 1 0 0 0,0-1 0 0 0,0 1 0 0 0,0-1-1 0 0,0 0 1 0 0,0 0 0 0 0,0 0 0 0 0,0 0 0 0 0,0 0 0 0 0,0 0 0 0 0,0-1 0 0 0,0 1 0 0 0,0-1-1 0 0,0 1 1 0 0,0-1 0 0 0,0 0 0 0 0,0 0 0 0 0,0 0 0 0 0,0 0 0 0 0,-1 0 0 0 0,1 0-1 0 0,0 0 1 0 0,-1-1 0 0 0,1 1 0 0 0,-1-1 0 0 0,1 1 0 0 0,0-3 0 0 0,7-6-196 0 0,-1 0-1 0 0,0-1 1 0 0,-1 0 0 0 0,0-1 0 0 0,-1 0 0 0 0,8-18-1 0 0,-7 14 805 0 0,0 0 0 0 0,18-25 0 0 0,-25 40-514 0 0,1 0-1 0 0,0 0 1 0 0,-1 0-1 0 0,1 0 1 0 0,0 0-1 0 0,0 1 1 0 0,-1-1-1 0 0,1 0 0 0 0,0 0 1 0 0,0 1-1 0 0,0-1 1 0 0,0 0-1 0 0,0 1 1 0 0,0-1-1 0 0,0 1 1 0 0,0 0-1 0 0,1-1 0 0 0,-1 1 1 0 0,0 0-1 0 0,0-1 1 0 0,0 1-1 0 0,0 0 1 0 0,1 0-1 0 0,-1 0 1 0 0,2 0-1 0 0,-1 1 68 0 0,1 0-1 0 0,-1 0 1 0 0,0 0-1 0 0,0 0 1 0 0,0 0-1 0 0,0 0 1 0 0,-1 1-1 0 0,1-1 1 0 0,0 0 0 0 0,0 1-1 0 0,-1 0 1 0 0,3 2-1 0 0,3 5 242 0 0,-1 1 0 0 0,1 0 1 0 0,-2 0-1 0 0,6 12 0 0 0,-5-7-334 0 0,23 44 3 0 0,-27-54-4 0 0,1-1-1 0 0,0 1 0 0 0,0-1 0 0 0,1 0 0 0 0,-1 0 0 0 0,1 0 1 0 0,0-1-1 0 0,0 1 0 0 0,9 5 0 0 0,-12-9-38 0 0,0 0 0 0 0,1 1-1 0 0,-1-1 1 0 0,0 0 0 0 0,1 0 0 0 0,-1 0-1 0 0,1 0 1 0 0,-1 0 0 0 0,0 0 0 0 0,1 0-1 0 0,-1 0 1 0 0,1-1 0 0 0,-1 1 0 0 0,0 0-1 0 0,1-1 1 0 0,-1 1 0 0 0,0-1 0 0 0,0 0-1 0 0,1 1 1 0 0,-1-1 0 0 0,0 0 0 0 0,0 0-1 0 0,0 0 1 0 0,0 1 0 0 0,0-1 0 0 0,2-2-1 0 0,29-35-571 0 0,-22 25 507 0 0,20-23 29 0 0,-13 14 345 0 0,2 0 0 0 0,37-32 0 0 0,-55 52-236 0 0,2 0 1 0 0,-1 0 0 0 0,0 0-1 0 0,0 1 1 0 0,0-1-1 0 0,1 1 1 0 0,-1 0 0 0 0,1 0-1 0 0,-1 0 1 0 0,1 0 0 0 0,-1 0-1 0 0,1 0 1 0 0,0 1-1 0 0,-1-1 1 0 0,1 1 0 0 0,0 0-1 0 0,0-1 1 0 0,-1 2 0 0 0,1-1-1 0 0,0 0 1 0 0,-1 0 0 0 0,1 1-1 0 0,0-1 1 0 0,-1 1-1 0 0,1 0 1 0 0,0 0 0 0 0,-1 0-1 0 0,1 0 1 0 0,-1 0 0 0 0,0 1-1 0 0,5 2 1 0 0,-1 2 60 0 0,-1-1 0 0 0,0 1 0 0 0,0 0 0 0 0,0 0 0 0 0,-1 1 0 0 0,1-1 0 0 0,-2 1 0 0 0,1 0 0 0 0,5 14 0 0 0,-8-18-181 0 0,0-1-1 0 0,0 1 1 0 0,0-1 0 0 0,0 0 0 0 0,1 1-1 0 0,-1-1 1 0 0,1 0 0 0 0,-1 0 0 0 0,1 0-1 0 0,0 0 1 0 0,0 0 0 0 0,0-1 0 0 0,0 1-1 0 0,0 0 1 0 0,1-1 0 0 0,-1 0-1 0 0,0 1 1 0 0,1-1 0 0 0,-1 0 0 0 0,1 0-1 0 0,-1-1 1 0 0,1 1 0 0 0,-1 0 0 0 0,4 0-1 0 0,-1-1-330 0 0,0 0 0 0 0,0 0-1 0 0,0 0 1 0 0,0-1 0 0 0,0 0-1 0 0,0 0 1 0 0,0 0-1 0 0,-1 0 1 0 0,1-1 0 0 0,0 0-1 0 0,-1 0 1 0 0,7-3 0 0 0,7-7-6469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2.3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0 14283 0 0,'-5'16'612'0'0,"1"0"0"0"0,1 1 1 0 0,1-1-1 0 0,0 0 0 0 0,1 1 0 0 0,1 26 0 0 0,0 0-40 0 0,-2 46 747 0 0,3 0-1 0 0,23 147 1 0 0,-10-162-2267 0 0,38 120-1 0 0,-45-173-6687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2.5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49 9 14283 0 0,'-1'0'204'0'0,"-27"-6"565"0"0,9 8 2084 0 0,19-2-2780 0 0,0 0 0 0 0,0 0 0 0 0,0 0 0 0 0,0 1 0 0 0,0-1 0 0 0,0 0-1 0 0,0 0 1 0 0,0 0 0 0 0,0 1 0 0 0,0-1 0 0 0,0 0 0 0 0,0 0 0 0 0,0 0 0 0 0,0 0 0 0 0,0 1-1 0 0,0-1 1 0 0,0 0 0 0 0,0 0 0 0 0,0 1 0 0 0,1 0 5 0 0,0 0 0 0 0,0 0 0 0 0,0 0 0 0 0,0 0 0 0 0,0 0 0 0 0,1-1 0 0 0,-1 1 1 0 0,0 0-1 0 0,0 0 0 0 0,1-1 0 0 0,-1 1 0 0 0,0-1 0 0 0,1 1 0 0 0,-1-1 0 0 0,0 0 0 0 0,1 1 0 0 0,-1-1 0 0 0,3 0 0 0 0,30 2 189 0 0,-29-2-226 0 0,46-1-50 0 0,66-9 1 0 0,-24 0-1752 0 0,1 9-4278 0 0,-62 3 3393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2.9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61 74 10594 0 0,'3'-5'736'0'0,"-1"0"1"0"0,1 0-1 0 0,-1 0 0 0 0,1-1 0 0 0,-1 1 0 0 0,-1-1 0 0 0,1 1 1 0 0,-1-1-1 0 0,0 1 0 0 0,-1-1 0 0 0,1-8 0 0 0,-2 14-640 0 0,1 0 1 0 0,-1 0-1 0 0,1 0 0 0 0,-1 0 1 0 0,0 0-1 0 0,1 0 0 0 0,-1 0 1 0 0,1 1-1 0 0,-1-1 0 0 0,1 0 1 0 0,-1 0-1 0 0,1 1 0 0 0,-1-1 0 0 0,1 0 1 0 0,-1 1-1 0 0,1-1 0 0 0,-1 1 1 0 0,1-1-1 0 0,-1 1 0 0 0,1-1 1 0 0,0 0-1 0 0,-1 1 0 0 0,1 0 1 0 0,0-1-1 0 0,-1 1 0 0 0,1-1 0 0 0,-1 2 1 0 0,-12 16 592 0 0,4 3-628 0 0,0-1 1 0 0,1 2-1 0 0,1-1 0 0 0,1 1 0 0 0,1 0 1 0 0,1 0-1 0 0,1 1 0 0 0,1-1 0 0 0,1 1 1 0 0,1 0-1 0 0,5 42 0 0 0,-3-57-83 0 0,-1 0 1 0 0,2 1-1 0 0,-1-1 0 0 0,1 0 0 0 0,0-1 1 0 0,1 1-1 0 0,-1 0 0 0 0,2-1 1 0 0,-1 0-1 0 0,1 0 0 0 0,0 0 0 0 0,0-1 1 0 0,13 12-1 0 0,-14-14 2 0 0,1-1 1 0 0,0 0-1 0 0,0 0 0 0 0,0 0 1 0 0,0-1-1 0 0,0 1 0 0 0,1-1 1 0 0,-1 0-1 0 0,1-1 1 0 0,-1 1-1 0 0,1-1 0 0 0,0 0 1 0 0,-1-1-1 0 0,1 1 0 0 0,0-1 1 0 0,0-1-1 0 0,-1 1 0 0 0,1-1 1 0 0,0 1-1 0 0,-1-2 1 0 0,7-1-1 0 0,32-15-1791 0 0,-23 5 85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3.2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63 3681 0 0,'-5'6'2832'0'0,"4"-4"-2124"0"0,0 0 0 0 0,1-1 0 0 0,-1 1-1 0 0,0 0 1 0 0,1 0 0 0 0,-1-1 0 0 0,0 4 0 0 0,0 27 3259 0 0,12 27-710 0 0,-7-47-2793 0 0,0 0 0 0 0,1 0 0 0 0,1 0-1 0 0,0-1 1 0 0,11 15 0 0 0,-15-21-397 0 0,1-1-1 0 0,1 0 1 0 0,-1 0-1 0 0,0 0 1 0 0,1 0 0 0 0,0-1-1 0 0,0 1 1 0 0,0-1 0 0 0,1 0-1 0 0,-1 0 1 0 0,1 0-1 0 0,-1-1 1 0 0,1 0 0 0 0,0 0-1 0 0,10 3 1 0 0,-13-5-60 0 0,0 0 0 0 0,0 1 1 0 0,0-1-1 0 0,0 0 0 0 0,0-1 0 0 0,0 1 1 0 0,0 0-1 0 0,0-1 0 0 0,0 1 0 0 0,0-1 1 0 0,0 1-1 0 0,0-1 0 0 0,-1 0 0 0 0,1 0 0 0 0,0 0 1 0 0,0 0-1 0 0,0 0 0 0 0,2-3 0 0 0,-1 1-11 0 0,0 0 0 0 0,0 0 0 0 0,-1-1 0 0 0,1 1 0 0 0,-1-1 0 0 0,0 0 0 0 0,0 0-1 0 0,2-6 1 0 0,0 0-40 0 0,-1 0-1 0 0,-1 0 0 0 0,0 0 1 0 0,0 0-1 0 0,-1 0 1 0 0,0-19-1 0 0,-1 21-64 0 0,-1 0 0 0 0,0 0 0 0 0,0 1 0 0 0,-1-1 0 0 0,0 0 0 0 0,0 1 0 0 0,-1 0 0 0 0,0-1 0 0 0,0 1 0 0 0,-1 0 0 0 0,0 1 0 0 0,0-1 0 0 0,-1 1 1 0 0,1-1-1 0 0,-1 1 0 0 0,-1 1 0 0 0,1-1 0 0 0,-13-9 0 0 0,11 11-361 0 0,0-1 1 0 0,-1 1 0 0 0,0 0 0 0 0,0 1-1 0 0,0 0 1 0 0,0 0 0 0 0,0 0 0 0 0,-1 1-1 0 0,1 1 1 0 0,-17-2 0 0 0,-6 1-5438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3.8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6449 0 0,'24'19'791'0'0,"-16"-14"-287"0"0,0 1 1 0 0,0 0-1 0 0,-1 1 0 0 0,0-1 0 0 0,0 2 1 0 0,-1-1-1 0 0,0 0 0 0 0,7 12 1 0 0,9 33 1372 0 0,-18-41-1451 0 0,-1-1 0 0 0,2 1 0 0 0,0-1 0 0 0,0-1 0 0 0,7 11-1 0 0,-11-19-416 0 0,-1-1 0 0 0,0 0 0 0 0,0 0 0 0 0,0 1 0 0 0,0-1-1 0 0,1 0 1 0 0,-1 0 0 0 0,0 1 0 0 0,0-1 0 0 0,1 0-1 0 0,-1 0 1 0 0,0 0 0 0 0,0 0 0 0 0,1 1 0 0 0,-1-1 0 0 0,0 0-1 0 0,1 0 1 0 0,-1 0 0 0 0,0 0 0 0 0,1 0 0 0 0,-1 0-1 0 0,0 0 1 0 0,1 0 0 0 0,-1 0 0 0 0,0 0 0 0 0,0 0-1 0 0,1 0 1 0 0,-1 0 0 0 0,0 0 0 0 0,1 0 0 0 0,-1 0 0 0 0,0 0-1 0 0,1-1 1 0 0,-1 1 0 0 0,0 0 0 0 0,0 0 0 0 0,1 0-1 0 0,-1-1 1 0 0,11-13-437 0 0,8-30-1065 0 0,-15 35 1265 0 0,13-35-644 0 0,-8 18 760 0 0,17-33 0 0 0,-26 59 171 0 0,0-1 1 0 0,0 1-1 0 0,0 0 1 0 0,1-1-1 0 0,-1 1 1 0 0,0 0 0 0 0,0-1-1 0 0,0 1 1 0 0,0 0-1 0 0,1-1 1 0 0,-1 1 0 0 0,0 0-1 0 0,0-1 1 0 0,1 1-1 0 0,-1 0 1 0 0,0 0 0 0 0,0-1-1 0 0,1 1 1 0 0,-1 0-1 0 0,0 0 1 0 0,1 0-1 0 0,-1-1 1 0 0,0 1 0 0 0,1 0-1 0 0,-1 0 1 0 0,0 0-1 0 0,1 0 1 0 0,-1 0 0 0 0,0 0-1 0 0,1 0 1 0 0,-1 0-1 0 0,0 0 1 0 0,1 0 0 0 0,-1 0-1 0 0,1 0 1 0 0,-1 0-1 0 0,9 14 1697 0 0,1 31 495 0 0,-9-37-1872 0 0,2 2-298 0 0,-1 3 66 0 0,0-1 0 0 0,1 1 0 0 0,1 0 1 0 0,0-1-1 0 0,1 0 0 0 0,0 0 0 0 0,0 0 0 0 0,2-1 0 0 0,7 11 1 0 0,-14-21-153 0 0,1 0 1 0 0,0 0 0 0 0,-1-1 0 0 0,1 1 0 0 0,0 0 0 0 0,0-1 0 0 0,0 1-1 0 0,-1-1 1 0 0,1 1 0 0 0,0-1 0 0 0,0 1 0 0 0,0-1 0 0 0,0 0-1 0 0,0 1 1 0 0,0-1 0 0 0,0 0 0 0 0,0 0 0 0 0,0 0 0 0 0,0 0 0 0 0,0 0-1 0 0,0 0 1 0 0,0 0 0 0 0,0 0 0 0 0,1 0 0 0 0,0-1-19 0 0,0 0 1 0 0,1 0 0 0 0,-1 0-1 0 0,0 0 1 0 0,0 0 0 0 0,0 0-1 0 0,0-1 1 0 0,0 1 0 0 0,-1-1-1 0 0,3-1 1 0 0,4-7-110 0 0,0 1 0 0 0,-1-1 0 0 0,8-13 0 0 0,-12 17 81 0 0,4-5-173 0 0,1-1 0 0 0,0 1 0 0 0,0 1 0 0 0,1-1 0 0 0,20-17 0 0 0,-25 25 267 0 0,-1 1 0 0 0,1-1-1 0 0,-1 1 1 0 0,1 0 0 0 0,0 0 0 0 0,0 1-1 0 0,0-1 1 0 0,0 1 0 0 0,0 0-1 0 0,0 0 1 0 0,1 0 0 0 0,-1 0 0 0 0,0 1-1 0 0,0 0 1 0 0,1 0 0 0 0,-1 0 0 0 0,0 0-1 0 0,0 1 1 0 0,1 0 0 0 0,-1-1-1 0 0,0 2 1 0 0,0-1 0 0 0,6 3 0 0 0,-6-2 41 0 0,0 0 0 0 0,0 0 0 0 0,-1 1 1 0 0,1 0-1 0 0,-1 0 0 0 0,0-1 1 0 0,0 2-1 0 0,0-1 0 0 0,0 0 0 0 0,0 1 1 0 0,-1-1-1 0 0,1 1 0 0 0,-1 0 0 0 0,0 0 1 0 0,0 0-1 0 0,-1 0 0 0 0,1 0 0 0 0,-1 0 1 0 0,0 0-1 0 0,1 6 0 0 0,-1-5-307 0 0,1 1 0 0 0,-1-1 0 0 0,1 0 0 0 0,1 1 0 0 0,-1-1-1 0 0,1 0 1 0 0,0 0 0 0 0,0-1 0 0 0,0 1 0 0 0,0-1 0 0 0,6 7-1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4.0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25 10594 0 0,'1'-2'366'0'0,"-1"0"0"0"0,1 0 0 0 0,-1 0 0 0 0,1 0 0 0 0,0 0 0 0 0,0 0 0 0 0,0 1 0 0 0,0-1 0 0 0,0 0 0 0 0,0 0 0 0 0,10-1 3798 0 0,-11 3-4048 0 0,9 18 1814 0 0,10 51-687 0 0,-3 1-1 0 0,7 75 1 0 0,22 92-1512 0 0,-37-217 168 0 0,-2-10-701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4.2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3 194 3225 0 0,'-1'-6'104'0'0,"0"0"0"0"0,1 1 0 0 0,0-1 0 0 0,0 0 1 0 0,0 0-1 0 0,1 0 0 0 0,-1 0 0 0 0,1 1 0 0 0,1-1 0 0 0,-1 0 0 0 0,1 1 1 0 0,0-1-1 0 0,0 1 0 0 0,1-1 0 0 0,0 1 0 0 0,0 0 0 0 0,0 0 1 0 0,7-9-1 0 0,-2 7 335 0 0,0-1 0 0 0,0 1 0 0 0,0 0 0 0 0,1 1 0 0 0,0 0 0 0 0,0 1 0 0 0,0-1 0 0 0,1 2 0 0 0,0-1 0 0 0,0 1 0 0 0,0 1 0 0 0,0 0 0 0 0,18-3 0 0 0,-21 5-145 0 0,-1 1 1 0 0,1 0-1 0 0,0 0 0 0 0,-1 0 0 0 0,1 0 0 0 0,-1 1 0 0 0,1 0 1 0 0,-1 1-1 0 0,0 0 0 0 0,1 0 0 0 0,-1 0 0 0 0,0 0 1 0 0,0 1-1 0 0,-1 0 0 0 0,1 1 0 0 0,0-1 0 0 0,-1 1 0 0 0,0 0 1 0 0,0 0-1 0 0,0 0 0 0 0,0 1 0 0 0,-1 0 0 0 0,8 10 1 0 0,-9-10-170 0 0,-1-1 1 0 0,1 0 0 0 0,-1 1 0 0 0,0-1 0 0 0,0 1 0 0 0,0 0 0 0 0,-1 0 0 0 0,1 0-1 0 0,-1 0 1 0 0,-1 0 0 0 0,1 0 0 0 0,-1 0 0 0 0,1 0 0 0 0,-2 10 0 0 0,-1-7-16 0 0,1 0-1 0 0,-1 0 1 0 0,-1 0 0 0 0,1-1 0 0 0,-1 1 0 0 0,-1-1 0 0 0,1 1 0 0 0,-9 11 0 0 0,3-7-341 0 0,-1 1 0 0 0,0-1 0 0 0,-1-1 0 0 0,0 1 0 0 0,-1-2 0 0 0,0 0 1 0 0,0 0-1 0 0,-1-1 0 0 0,-18 9 0 0 0,9-8-6617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4.6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25 2304 0 0,'5'-2'650'0'0,"0"0"0"0"0,0 0 0 0 0,0 0-1 0 0,0 1 1 0 0,1 0 0 0 0,-1 0 0 0 0,0 0-1 0 0,1 1 1 0 0,-1 0 0 0 0,1 0-1 0 0,7 1 1 0 0,-11-1-369 0 0,0 1-1 0 0,1 0 0 0 0,-1 0 1 0 0,0-1-1 0 0,0 2 0 0 0,0-1 1 0 0,0 0-1 0 0,0 0 0 0 0,0 0 1 0 0,-1 1-1 0 0,1-1 0 0 0,0 1 1 0 0,-1 0-1 0 0,1-1 1 0 0,-1 1-1 0 0,1 0 0 0 0,-1 0 1 0 0,0 0-1 0 0,0 0 0 0 0,0 0 1 0 0,0 0-1 0 0,0 0 0 0 0,0 0 1 0 0,-1 1-1 0 0,1-1 1 0 0,-1 0-1 0 0,0 0 0 0 0,1 1 1 0 0,-1 1-1 0 0,3 53 2921 0 0,-3-40-2965 0 0,1-1 1 0 0,1 1 0 0 0,0-1-1 0 0,1 0 1 0 0,6 19 0 0 0,-9-33-235 0 0,1 1 1 0 0,0-1-1 0 0,0 0 1 0 0,0 0 0 0 0,0 0-1 0 0,1 0 1 0 0,-1 0-1 0 0,0 0 1 0 0,1 0-1 0 0,-1-1 1 0 0,1 1-1 0 0,0 0 1 0 0,0-1-1 0 0,0 1 1 0 0,-1-1-1 0 0,1 0 1 0 0,1 1-1 0 0,-1-1 1 0 0,0 0-1 0 0,4 1 1 0 0,-2-1-54 0 0,-1-1 1 0 0,1 0-1 0 0,0 0 0 0 0,-1 0 1 0 0,1 0-1 0 0,0 0 1 0 0,-1-1-1 0 0,1 1 0 0 0,-1-1 1 0 0,1 0-1 0 0,-1 0 0 0 0,5-2 1 0 0,5-3-397 0 0,-1-1-1 0 0,1 0 1 0 0,-1-1 0 0 0,-1 0-1 0 0,19-18 1 0 0,-16 13-545 0 0,-1-1-1 0 0,-1-1 1 0 0,0 0-1 0 0,-1-1 1 0 0,-1 0-1 0 0,12-26 1 0 0,8-22 929 0 0,-29 63 100 0 0,-1 0 142 0 0,0 1 0 0 0,0-1 0 0 0,5-6 3220 0 0,-5 6-3220 0 0,1 1 0 0 0,-1 0 0 0 0,0 0 0 0 0,1-1 0 0 0,-1 1 0 0 0,1 0 0 0 0,-1 0 0 0 0,1 0 0 0 0,-1 0 0 0 0,1 0 0 0 0,-1 0 0 0 0,1 0 0 0 0,0 0 0 0 0,8 17 2440 0 0,-1 36-1941 0 0,-8-49-483 0 0,2 23-304 0 0,-1-11 317 0 0,0-1 0 0 0,1 1-1 0 0,6 20 1 0 0,-8-33-390 0 0,1 0 1 0 0,0-1 0 0 0,0 1 0 0 0,-1-1-1 0 0,2 1 1 0 0,-1-1 0 0 0,0 0-1 0 0,0 1 1 0 0,1-1 0 0 0,-1 0 0 0 0,1 0-1 0 0,0 0 1 0 0,0 0 0 0 0,0 0-1 0 0,0-1 1 0 0,0 1 0 0 0,0 0 0 0 0,0-1-1 0 0,0 1 1 0 0,1-1 0 0 0,-1 0-1 0 0,1 0 1 0 0,-1 0 0 0 0,1 0 0 0 0,4 1-1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4.8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1 109 7370 0 0,'3'-13'373'0'0,"16"-43"558"0"0,1 17 7049 0 0,-20 39-7882 0 0,0 0 0 0 0,0 0 1 0 0,1 0-1 0 0,-1 0 0 0 0,0 0 1 0 0,0 0-1 0 0,0 0 1 0 0,1 0-1 0 0,-1 0 0 0 0,0 0 1 0 0,0 0-1 0 0,1 0 0 0 0,-1 0 1 0 0,0 0-1 0 0,0 0 0 0 0,1 0 1 0 0,-1 0-1 0 0,0 0 1 0 0,1 1-1 0 0,4 11 1982 0 0,0 19-864 0 0,-5-30-1126 0 0,6 50 1048 0 0,22 93 0 0 0,-22-122-1619 0 0,0-1 0 0 0,2 0-1 0 0,1-1 1 0 0,1 0 0 0 0,0 0-1 0 0,25 33 1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5.0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7 132 16131 0 0,'-1'0'40'0'0,"1"0"-1"0"0,-1 0 0 0 0,1-1 1 0 0,0 1-1 0 0,-1 0 0 0 0,1 0 1 0 0,0-1-1 0 0,0 1 0 0 0,-1 0 1 0 0,1 0-1 0 0,0-1 0 0 0,-1 1 1 0 0,1 0-1 0 0,0-1 0 0 0,0 1 1 0 0,0 0-1 0 0,-1-1 0 0 0,1 1 1 0 0,0-1-1 0 0,0 1 0 0 0,0 0 1 0 0,0-1-1 0 0,0 1 0 0 0,0-1 0 0 0,0 1 1 0 0,0 0-1 0 0,0-1 0 0 0,0 1 1 0 0,0-1-1 0 0,0 1 0 0 0,0 0 1 0 0,0-1-1 0 0,0 1 0 0 0,0-1 1 0 0,0 1-1 0 0,0 0 0 0 0,1-1 1 0 0,-1 1-1 0 0,0 0 0 0 0,0-1 1 0 0,0 1-1 0 0,1 0 0 0 0,-1-1 1 0 0,0 1-1 0 0,0 0 0 0 0,1-1 1 0 0,-1 1-1 0 0,0 0 0 0 0,1 0 0 0 0,-1-1 1 0 0,0 1-1 0 0,1 0 0 0 0,22-21 147 0 0,-19 17 57 0 0,6-4-331 0 0,0 1 0 0 0,1 0 1 0 0,-1 0-1 0 0,1 1 0 0 0,1 0 0 0 0,-1 1 1 0 0,19-6-1 0 0,6 1-2434 0 0,46-6 1 0 0,-69 14 1758 0 0,14-2 269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5.3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127 235 3177 0 0,'9'-12'-6'0'0,"-2"0"0"0"0,0 0 1 0 0,0-1-1 0 0,-1 0 1 0 0,8-26-1 0 0,-11 30 312 0 0,-1 0-1 0 0,0 0 1 0 0,0 0 0 0 0,-1-1-1 0 0,0 1 1 0 0,-1 0 0 0 0,0 0-1 0 0,-1-1 1 0 0,0 1 0 0 0,-2-11-1 0 0,3 19-275 0 0,0 0 0 0 0,-1 0 0 0 0,1 0 0 0 0,0 0 0 0 0,-1 0 0 0 0,1 0 0 0 0,-1 0 0 0 0,1 0 0 0 0,-1 0 0 0 0,1 0 0 0 0,-1 0 0 0 0,0 0 0 0 0,0 0 0 0 0,1 0 0 0 0,-1 0 0 0 0,0 1 0 0 0,0-1 0 0 0,0 0 0 0 0,0 1 0 0 0,0-1 0 0 0,0 1-1 0 0,0-1 1 0 0,0 1 0 0 0,0-1 0 0 0,-2 0 0 0 0,1 1-11 0 0,-1 0 0 0 0,1 0 0 0 0,0 0 0 0 0,0 1 0 0 0,-1-1 0 0 0,1 0 0 0 0,0 1 0 0 0,-1 0 0 0 0,1-1 0 0 0,0 1 0 0 0,-4 2 0 0 0,-4 3 94 0 0,1 0-1 0 0,0 0 1 0 0,0 1 0 0 0,-9 9-1 0 0,9-7 347 0 0,1 0 1 0 0,0 0-1 0 0,1 0 1 0 0,0 1-1 0 0,1 0 1 0 0,0 0-1 0 0,0 1 0 0 0,-7 21 1 0 0,11-29-255 0 0,1 0 0 0 0,0 0 1 0 0,1 0-1 0 0,-1 0 0 0 0,0 1 0 0 0,1-1 0 0 0,0 0 1 0 0,0 0-1 0 0,0 1 0 0 0,0-1 0 0 0,0 0 1 0 0,1 0-1 0 0,-1 0 0 0 0,1 1 0 0 0,0-1 0 0 0,0 0 1 0 0,0 0-1 0 0,0 0 0 0 0,1 0 0 0 0,-1 0 1 0 0,1-1-1 0 0,0 1 0 0 0,0 0 0 0 0,0-1 0 0 0,0 1 1 0 0,0-1-1 0 0,0 0 0 0 0,1 1 0 0 0,-1-1 1 0 0,1 0-1 0 0,0-1 0 0 0,-1 1 0 0 0,1 0 0 0 0,0-1 1 0 0,0 0-1 0 0,0 1 0 0 0,5 0 0 0 0,-4-1-99 0 0,0 1 0 0 0,1-1 0 0 0,0-1 0 0 0,-1 1-1 0 0,1-1 1 0 0,-1 1 0 0 0,1-1 0 0 0,0-1 0 0 0,-1 1 0 0 0,1 0 0 0 0,7-3-1 0 0,1-1-680 0 0,0 0 0 0 0,20-11-1 0 0,-8 3-6437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5.6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0 17508 0 0,'-1'1'154'0'0,"0"0"0"0"0,1 1-1 0 0,-1-1 1 0 0,1 0 0 0 0,-1 0 0 0 0,1 1 0 0 0,-1-1 0 0 0,1 0 0 0 0,0 0 0 0 0,0 1 0 0 0,0-1 0 0 0,-1 0 0 0 0,1 1-1 0 0,1-1 1 0 0,-1 0 0 0 0,0 1 0 0 0,1 2 0 0 0,6 28 998 0 0,-2-15-811 0 0,9 63 805 0 0,25 109 651 0 0,-32-165-1811 0 0,1 0 1 0 0,1-1 0 0 0,0 0 0 0 0,2-1 0 0 0,22 34 0 0 0,-23-43-2492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5.9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13 920 0 0,'5'-2'235'0'0,"1"-1"0"0"0,-1 2 1 0 0,1-1-1 0 0,0 1 0 0 0,0 0 0 0 0,0 0 0 0 0,-1 0 0 0 0,1 1 0 0 0,0 0 0 0 0,0 0 1 0 0,6 1-1 0 0,10 2 2645 0 0,35 11-1 0 0,-36-9-2425 0 0,6 2 689 0 0,0 1-1 0 0,-1 0 0 0 0,0 2 0 0 0,0 2 0 0 0,-1 0 0 0 0,38 25 1 0 0,-61-35-1104 0 0,0-1 1 0 0,0 1-1 0 0,0-1 1 0 0,0 1 0 0 0,0 0-1 0 0,0 0 1 0 0,0 0-1 0 0,-1 0 1 0 0,1 0 0 0 0,-1 0-1 0 0,0 0 1 0 0,1 0-1 0 0,-1 0 1 0 0,0 1 0 0 0,0-1-1 0 0,-1 1 1 0 0,1-1-1 0 0,0 1 1 0 0,-1-1 0 0 0,1 1-1 0 0,-1-1 1 0 0,0 1-1 0 0,0-1 1 0 0,0 1 0 0 0,0-1-1 0 0,0 1 1 0 0,-1-1 0 0 0,1 1-1 0 0,-1-1 1 0 0,0 1-1 0 0,0-1 1 0 0,1 1 0 0 0,-2-1-1 0 0,1 0 1 0 0,0 0-1 0 0,0 1 1 0 0,-1-1 0 0 0,1 0-1 0 0,-1 0 1 0 0,0 0-1 0 0,-1 1 1 0 0,-9 10-1011 0 0,-1 0 0 0 0,-1-1 0 0 0,0 0 1 0 0,-25 14-1 0 0,31-20-562 0 0,-20 14-4164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6.1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0 8290 0 0,'1'0'89'0'0,"-1"1"0"0"0,1-1 0 0 0,-1 0 0 0 0,1 0 1 0 0,-1 1-1 0 0,1-1 0 0 0,-1 0 0 0 0,0 1 0 0 0,1-1 0 0 0,-1 1 0 0 0,0-1 1 0 0,1 0-1 0 0,-1 1 0 0 0,0-1 0 0 0,1 1 0 0 0,-1-1 0 0 0,0 1 1 0 0,0-1-1 0 0,0 1 0 0 0,0-1 0 0 0,1 1 0 0 0,-1-1 0 0 0,0 1 0 0 0,0-1 1 0 0,0 1-1 0 0,0-1 0 0 0,0 1 0 0 0,0 0 0 0 0,0-1 0 0 0,0 1 1 0 0,0-1-1 0 0,-1 1 0 0 0,1-1 0 0 0,0 1 0 0 0,0-1 0 0 0,0 1 0 0 0,-1 0 1 0 0,-7 29 1125 0 0,6-24-672 0 0,-5 20 440 0 0,0-1 0 0 0,2 1 0 0 0,-3 53 0 0 0,8-71-911 0 0,0 0 0 0 0,0 0 0 0 0,1 1 0 0 0,1-1 1 0 0,0 0-1 0 0,0-1 0 0 0,5 14 0 0 0,-5-17-68 0 0,0 0-1 0 0,0 0 1 0 0,1 0 0 0 0,-1 0 0 0 0,1 0 0 0 0,0 0 0 0 0,0-1 0 0 0,1 1-1 0 0,-1-1 1 0 0,1 0 0 0 0,0 0 0 0 0,-1-1 0 0 0,1 1 0 0 0,6 2 0 0 0,-7-3-130 0 0,1-1 1 0 0,0 1 0 0 0,0-1 0 0 0,-1 0 0 0 0,1 0 0 0 0,0 0 0 0 0,0-1-1 0 0,0 1 1 0 0,0-1 0 0 0,0 0 0 0 0,0 0 0 0 0,0-1 0 0 0,0 1 0 0 0,7-2-1 0 0,-4 0 10 0 0,0-1 0 0 0,0 0-1 0 0,-1 0 1 0 0,1 0-1 0 0,-1-1 1 0 0,0 1-1 0 0,10-9 1 0 0,-4 2-619 0 0,-2-1 1 0 0,1 1-1 0 0,-1-2 1 0 0,-1 1-1 0 0,0-1 1 0 0,-1-1-1 0 0,10-18 1 0 0,-7 8-3287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6.6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67 1984 0 0,'3'-4'178'0'0,"1"0"0"0"0,1 0-1 0 0,-1 0 1 0 0,1 0-1 0 0,-1 1 1 0 0,1-1 0 0 0,0 1-1 0 0,0 1 1 0 0,0-1-1 0 0,1 1 1 0 0,8-3 0 0 0,5-2 984 0 0,38-6 1 0 0,-48 11-717 0 0,0 1 0 0 0,0 0 0 0 0,0 1-1 0 0,-1 0 1 0 0,1 0 0 0 0,0 1-1 0 0,0 0 1 0 0,0 0 0 0 0,0 1 0 0 0,-1 0-1 0 0,1 1 1 0 0,-1 0 0 0 0,0 0-1 0 0,14 8 1 0 0,-14-6-105 0 0,0 1 1 0 0,0 0-1 0 0,-1 1 1 0 0,1 0-1 0 0,-1 0 0 0 0,-1 1 1 0 0,0-1-1 0 0,0 2 1 0 0,0-1-1 0 0,-1 0 0 0 0,0 1 1 0 0,6 17-1 0 0,-7-16-218 0 0,0 0 1 0 0,1-1-1 0 0,0 1 0 0 0,0-1 1 0 0,1 0-1 0 0,7 9 0 0 0,-11-17-76 0 0,-1 1-1 0 0,1-1 0 0 0,-1 1 1 0 0,1-1-1 0 0,-1 0 0 0 0,1 0 1 0 0,0 0-1 0 0,0 0 0 0 0,-1 0 1 0 0,1 0-1 0 0,0-1 0 0 0,0 1 1 0 0,0-1-1 0 0,0 1 0 0 0,0-1 1 0 0,3 1-1 0 0,-3-1 27 0 0,1-1 1 0 0,-1 1-1 0 0,1-1 0 0 0,0 0 0 0 0,-1 0 0 0 0,0 1 0 0 0,1-1 1 0 0,-1-1-1 0 0,0 1 0 0 0,1 0 0 0 0,-1-1 0 0 0,0 1 1 0 0,0-1-1 0 0,0 0 0 0 0,0 1 0 0 0,2-4 0 0 0,0 1-37 0 0,0-1 0 0 0,0-1-1 0 0,-1 1 1 0 0,0-1 0 0 0,0 1-1 0 0,0-1 1 0 0,3-9 0 0 0,10-20 46 0 0,-13 38-74 0 0,0 0 0 0 0,-1 1 0 0 0,0-1 0 0 0,0 0 0 0 0,1 1 0 0 0,-2-1 0 0 0,4 7 0 0 0,6 11 75 0 0,-8-16-32 0 0,1-1 0 0 0,-1 1 0 0 0,1 0 0 0 0,0-1 0 0 0,1 0 0 0 0,-1 0 0 0 0,1 0 0 0 0,-1 0 0 0 0,1-1 0 0 0,0 0 0 0 0,1 0 0 0 0,-1 0 0 0 0,0-1 0 0 0,1 0 0 0 0,6 2 0 0 0,-9-3-24 0 0,1 0 0 0 0,0-1 0 0 0,0 0 0 0 0,-1 0 0 0 0,1 0-1 0 0,0 0 1 0 0,0 0 0 0 0,-1-1 0 0 0,1 0 0 0 0,0 0 0 0 0,-1 0-1 0 0,1 0 1 0 0,0 0 0 0 0,-1-1 0 0 0,0 1 0 0 0,1-1 0 0 0,-1 0-1 0 0,0 0 1 0 0,0-1 0 0 0,0 1 0 0 0,0 0 0 0 0,0-1-1 0 0,-1 0 1 0 0,5-5 0 0 0,4-7-263 0 0,0-2 0 0 0,-2 1 0 0 0,1-1 0 0 0,-2-1 0 0 0,-1 0 0 0 0,8-23 0 0 0,-7 15-7235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7.1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1 196 4609 0 0,'7'-1'565'0'0,"0"0"0"0"0,1 0-1 0 0,-1-1 1 0 0,0 0 0 0 0,0 0 0 0 0,0-1 0 0 0,-1 0-1 0 0,1 0 1 0 0,-1-1 0 0 0,1 0 0 0 0,6-5 0 0 0,12-10 1555 0 0,26-24 0 0 0,-51 42-2113 0 0,6-5 537 0 0,-1 0-1 0 0,1-1 1 0 0,-2 0-1 0 0,1 1 1 0 0,4-10-1 0 0,-9 15-437 0 0,1 0 0 0 0,0-1 0 0 0,-1 1 0 0 0,1-1-1 0 0,-1 1 1 0 0,1-1 0 0 0,-1 0 0 0 0,0 1 0 0 0,1-1 0 0 0,-1 1 0 0 0,0-1-1 0 0,0 1 1 0 0,0-1 0 0 0,-1-2 0 0 0,1 4-110 0 0,-1-1 0 0 0,1 0 0 0 0,-1 1 0 0 0,1-1 0 0 0,-1 0 1 0 0,1 1-1 0 0,-1-1 0 0 0,0 1 0 0 0,1-1 0 0 0,-1 1 0 0 0,0-1 0 0 0,1 1 0 0 0,-1-1 0 0 0,0 1 0 0 0,0 0 0 0 0,1-1 0 0 0,-1 1 1 0 0,0 0-1 0 0,0 0 0 0 0,1 0 0 0 0,-1-1 0 0 0,0 1 0 0 0,0 0 0 0 0,0 0 0 0 0,0 0 0 0 0,1 0 0 0 0,-1 1 0 0 0,0-1 1 0 0,0 0-1 0 0,-1 0 0 0 0,-4 2-219 0 0,0 0 1 0 0,0 0-1 0 0,0 1 0 0 0,0-1 1 0 0,0 1-1 0 0,0 0 1 0 0,1 1-1 0 0,-1 0 0 0 0,1 0 1 0 0,0 0-1 0 0,0 0 1 0 0,0 1-1 0 0,1-1 0 0 0,0 1 1 0 0,0 1-1 0 0,0-1 1 0 0,0 0-1 0 0,1 1 1 0 0,0 0-1 0 0,-4 10 0 0 0,7-15 202 0 0,0 1 0 0 0,-1-1-1 0 0,1 1 1 0 0,0-1-1 0 0,0 1 1 0 0,1-1-1 0 0,-1 0 1 0 0,0 1 0 0 0,0-1-1 0 0,1 1 1 0 0,-1-1-1 0 0,1 0 1 0 0,-1 1 0 0 0,1-1-1 0 0,0 0 1 0 0,-1 1-1 0 0,1-1 1 0 0,0 0 0 0 0,0 0-1 0 0,0 0 1 0 0,0 0-1 0 0,0 0 1 0 0,0 0 0 0 0,0 0-1 0 0,0 0 1 0 0,1 0-1 0 0,-1-1 1 0 0,0 1 0 0 0,0 0-1 0 0,1-1 1 0 0,-1 1-1 0 0,0-1 1 0 0,1 1-1 0 0,-1-1 1 0 0,1 1 0 0 0,-1-1-1 0 0,0 0 1 0 0,1 0-1 0 0,-1 0 1 0 0,3 0 0 0 0,3 0 351 0 0,-1 1-1 0 0,1-2 1 0 0,0 1 0 0 0,0-1 0 0 0,-1 0 0 0 0,1 0 0 0 0,8-3 0 0 0,7-6 236 0 0,-1 0-1 0 0,0-1 1 0 0,35-25-1 0 0,21-13-580 0 0,-72 47 106 0 0,-1 1-1 0 0,1-1 1 0 0,0 1-1 0 0,0 0 1 0 0,0 1 0 0 0,0-1-1 0 0,0 1 1 0 0,0 0-1 0 0,0 0 1 0 0,0 0-1 0 0,0 1 1 0 0,0 0 0 0 0,0 0-1 0 0,0 0 1 0 0,0 0-1 0 0,-1 1 1 0 0,1 0-1 0 0,0 0 1 0 0,-1 0-1 0 0,1 1 1 0 0,-1-1 0 0 0,6 5-1 0 0,9 7 181 0 0,-1 0-1 0 0,0 1 0 0 0,21 24 1 0 0,-17-16 127 0 0,0-1 0 0 0,2-1 0 0 0,30 21 0 0 0,-45-93 1231 0 0,-5 26-1484 0 0,15-46 1 0 0,-15 58-1032 0 0,2 0 0 0 0,12-21 1 0 0,-1 8-7668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7.2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 0 13363 0 0,'-11'15'1184'0'0,"3"-5"-944"0"0,-3 15 6842 0 0,11-20-6626 0 0,3-1-280 0 0,4-1-56 0 0,5-6-16 0 0,6-1-104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8.1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15203 0 0,'4'11'5328'0'0,"1"21"-4493"0"0,-1-11-350 0 0,30 155 329 0 0,83 386-2377 0 0,-100-498-5992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8.5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610 216 25349 0 0,'-20'-4'1940'0'0,"-15"-4"-1798"0"0,-17 0-4519 0 0,43 8 3405 0 0,0 0-1 0 0,0 0 0 0 0,-16 3 1 0 0,-11 8 1979 0 0,19-3-941 0 0,0 1 0 0 0,1 0-1 0 0,1 1 1 0 0,0 1 0 0 0,0 1 0 0 0,1 0-1 0 0,0 0 1 0 0,1 2 0 0 0,0-1 0 0 0,2 2-1 0 0,-15 21 1 0 0,-9 20-336 0 0,-50 109 1 0 0,82-159 260 0 0,-19 40-231 0 0,3 1 0 0 0,1 0 0 0 0,-14 64 0 0 0,27-87-46 0 0,1-1-1 0 0,1 1 1 0 0,2-1-1 0 0,0 1 1 0 0,1 0-1 0 0,2 0 1 0 0,0-1-1 0 0,2 1 1 0 0,7 28 0 0 0,-4-30-163 0 0,0 0 0 0 0,2-1 0 0 0,0 1 0 0 0,1-2 0 0 0,2 0 0 0 0,0 0 0 0 0,1-1 1 0 0,1 0-1 0 0,17 18 0 0 0,-15-21 373 0 0,0-1 0 0 0,1-1 0 0 0,0 0-1 0 0,1-2 1 0 0,0 0 0 0 0,1 0 0 0 0,0-2 0 0 0,1-1 0 0 0,1 0 0 0 0,-1-1 0 0 0,1-1-1 0 0,0-1 1 0 0,1-2 0 0 0,-1 0 0 0 0,32 2 0 0 0,-28-4 231 0 0,0-2-1 0 0,0-1 1 0 0,0-1 0 0 0,0-1-1 0 0,0-1 1 0 0,-1-2 0 0 0,0 0-1 0 0,0-1 1 0 0,39-18 0 0 0,-40 13 358 0 0,-1-1 1 0 0,0 0-1 0 0,-1-2 0 0 0,-1 0 0 0 0,0-2 1 0 0,-1 0-1 0 0,-1-1 0 0 0,-1-1 1 0 0,22-30-1 0 0,-23 28-80 0 0,-2-1 0 0 0,-1-1 0 0 0,0 0 0 0 0,-2 0 0 0 0,-1-1 0 0 0,-1-1 0 0 0,9-33 0 0 0,-14 39-273 0 0,-1 0 0 0 0,-1-1 1 0 0,0 1-1 0 0,-2-1 0 0 0,0 0 0 0 0,-1 0 1 0 0,-1 1-1 0 0,-1-1 0 0 0,0 1 0 0 0,-10-27 1 0 0,-9-17-3 0 0,-2 1 0 0 0,-4 2 1 0 0,-2 0-1 0 0,-3 3 1 0 0,-2 0-1 0 0,-2 2 0 0 0,-3 2 1 0 0,-47-49-1 0 0,57 73-158 0 0,-1 0 0 0 0,-1 2 0 0 0,-37-23 0 0 0,49 37 0 0 0,-2 0 0 0 0,0 2 0 0 0,0 0 0 0 0,-1 1 0 0 0,0 1 0 0 0,-36-8 0 0 0,52 15-116 0 0,0 1 0 0 0,0 0 0 0 0,-1 0-1 0 0,1 0 1 0 0,0 1 0 0 0,0 0 0 0 0,-1 1-1 0 0,1-1 1 0 0,0 1 0 0 0,0 1 0 0 0,0-1 0 0 0,-1 1-1 0 0,2 1 1 0 0,-1-1 0 0 0,0 1 0 0 0,0 0 0 0 0,1 1-1 0 0,0-1 1 0 0,0 1 0 0 0,-6 5 0 0 0,-15 20-7726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9.3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32 168 10138 0 0,'-3'-2'204'0'0,"0"-1"-1"0"0,0 0 0 0 0,1 0 1 0 0,0 0-1 0 0,-1 0 1 0 0,1 0-1 0 0,0 0 0 0 0,0-1 1 0 0,1 1-1 0 0,-1-1 1 0 0,1 1-1 0 0,0-1 0 0 0,0 1 1 0 0,0-1-1 0 0,0 0 1 0 0,1 0-1 0 0,-1 1 0 0 0,1-1 1 0 0,0 0-1 0 0,0 0 0 0 0,0 0 1 0 0,1-4-1 0 0,1 4-104 0 0,-1 1-1 0 0,1-1 1 0 0,0 0-1 0 0,0 0 0 0 0,0 0 1 0 0,0 1-1 0 0,1 0 1 0 0,-1-1-1 0 0,1 1 1 0 0,0 0-1 0 0,0 0 0 0 0,0 0 1 0 0,1 1-1 0 0,-1-1 1 0 0,1 1-1 0 0,-1-1 1 0 0,1 1-1 0 0,0 1 0 0 0,7-4 1 0 0,0 1 112 0 0,-1 0 0 0 0,1 0 0 0 0,1 1 0 0 0,-1 1 1 0 0,0 0-1 0 0,1 1 0 0 0,-1 0 0 0 0,1 0 0 0 0,-1 1 0 0 0,1 1 0 0 0,-1 0 0 0 0,1 0 1 0 0,18 6-1 0 0,-21-4-189 0 0,0 0 1 0 0,0 1-1 0 0,0 1 1 0 0,0-1 0 0 0,-1 1-1 0 0,0 1 1 0 0,0 0-1 0 0,0 0 1 0 0,-1 0-1 0 0,0 1 1 0 0,0 0-1 0 0,-1 1 1 0 0,1-1 0 0 0,-2 1-1 0 0,1 0 1 0 0,5 13-1 0 0,-1-1-73 0 0,-1 0 0 0 0,-1 1-1 0 0,-1 1 1 0 0,0-1-1 0 0,-2 1 1 0 0,4 39 0 0 0,-3 134-505 0 0,-6-79 674 0 0,0-107 121 0 0,1-1 0 0 0,0 0 0 0 0,0 0 0 0 0,1 0 0 0 0,0 0 0 0 0,0 0 0 0 0,1 0 0 0 0,0 0 0 0 0,0-1 0 0 0,6 11-1 0 0,-7-15-202 0 0,0-1-1 0 0,0 1 0 0 0,1 0 0 0 0,-1-1 0 0 0,1 1 0 0 0,-1-1 1 0 0,1 0-1 0 0,0 0 0 0 0,-1 0 0 0 0,1 0 0 0 0,0-1 0 0 0,0 1 1 0 0,1-1-1 0 0,-1 1 0 0 0,0-1 0 0 0,0 0 0 0 0,1 0 0 0 0,-1-1 1 0 0,1 1-1 0 0,-1-1 0 0 0,0 0 0 0 0,1 1 0 0 0,-1-1 0 0 0,1-1 1 0 0,-1 1-1 0 0,7-2 0 0 0,5-2-144 0 0,0 0 0 0 0,0-1 0 0 0,0-1 1 0 0,25-13-1 0 0,0-4-6058 0 0,-14 6-801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9.8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811 149 10594 0 0,'-30'-12'1250'0'0,"-41"-24"-1"0"0,52 25-589 0 0,-1 1 0 0 0,1 1 0 0 0,-1 1 0 0 0,-1 0 0 0 0,-29-6 0 0 0,34 11-367 0 0,1 1 0 0 0,-1 1 0 0 0,1 0 0 0 0,-1 2 0 0 0,0-1 0 0 0,1 2 0 0 0,-1 0 0 0 0,1 1 0 0 0,0 0-1 0 0,0 1 1 0 0,-25 11 0 0 0,22-6-127 0 0,0 0-1 0 0,1 1 1 0 0,1 1-1 0 0,-1 1 1 0 0,2 0-1 0 0,0 1 1 0 0,0 1-1 0 0,-17 21 0 0 0,10-6-74 0 0,0 1 0 0 0,3 1 0 0 0,0 1-1 0 0,2 1 1 0 0,1 0 0 0 0,2 1 0 0 0,2 1-1 0 0,0 0 1 0 0,-9 58 0 0 0,15-49-134 0 0,1-1-1 0 0,3 1 1 0 0,5 82 0 0 0,5-54-60 0 0,26 109 0 0 0,-27-153 66 0 0,1-1 0 0 0,2 0 0 0 0,1 0 0 0 0,0-1 0 0 0,2-1-1 0 0,31 46 1 0 0,-31-54-16 0 0,1 0 0 0 0,0 0 0 0 0,2-2 0 0 0,0 1 0 0 0,0-2 1 0 0,1-1-1 0 0,1 0 0 0 0,0-1 0 0 0,32 16 0 0 0,-23-16-64 0 0,1-1 0 0 0,0-1 0 0 0,0-1 0 0 0,1-2 0 0 0,0-1 0 0 0,0-1 0 0 0,0-2 0 0 0,1 0 0 0 0,0-3 0 0 0,49-3 0 0 0,-57 0 168 0 0,1-1-1 0 0,-1-1 0 0 0,-1 0 0 0 0,1-2 0 0 0,-1-1 1 0 0,0 0-1 0 0,-1-1 0 0 0,0-2 0 0 0,0 0 0 0 0,-1-1 0 0 0,0-1 1 0 0,-1 0-1 0 0,-1-2 0 0 0,26-27 0 0 0,-22 17 164 0 0,-1-1-1 0 0,-1-2 1 0 0,-1 0-1 0 0,-1 0 1 0 0,-2-2-1 0 0,-1 0 1 0 0,-2 0 0 0 0,0-2-1 0 0,-2 1 1 0 0,7-44-1 0 0,-7 17-87 0 0,-3 1-1 0 0,-3-2 1 0 0,-2 1-1 0 0,-3 0 1 0 0,-7-59-1 0 0,5 91-61 0 0,-31-203 222 0 0,29 204-196 0 0,-2 1 1 0 0,0 0-1 0 0,-2 1 0 0 0,0 0 1 0 0,-2 0-1 0 0,0 1 0 0 0,-17-24 0 0 0,19 34-116 0 0,-1 1-1 0 0,0 0 0 0 0,-1 0 1 0 0,-1 1-1 0 0,1 1 0 0 0,-1 0 0 0 0,-1 0 1 0 0,0 1-1 0 0,-24-11 0 0 0,25 14-223 0 0,0 0 0 0 0,0 0 0 0 0,-1 2 0 0 0,0-1 0 0 0,1 2 0 0 0,-1 0-1 0 0,0 0 1 0 0,0 1 0 0 0,0 1 0 0 0,0 0 0 0 0,-20 3 0 0 0,-9 7-7740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37.1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11 3225 0 0,'-23'-11'9773'0'0,"23"12"-9633"0"0,-1 2 403 0 0,1 0-1 0 0,-1 1 0 0 0,1-1 1 0 0,-1 0-1 0 0,1 1 1 0 0,0-1-1 0 0,1 5 0 0 0,-1-2-998 0 0,5 254 2485 0 0,4 91-1899 0 0,-6-306-229 0 0,11 52-1 0 0,1-38-5367 0 0,-7-37-341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37.7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19 238 3225 0 0,'-1'-21'437'0'0,"-1"0"0"0"0,-5-26 0 0 0,-1-2 3925 0 0,8 45-3993 0 0,0 1 0 0 0,0-1-1 0 0,1 1 1 0 0,-1-1 0 0 0,1 1 0 0 0,0-1 0 0 0,0 1-1 0 0,1 0 1 0 0,-1 0 0 0 0,1-1 0 0 0,-1 1 0 0 0,1 0 0 0 0,2-2-1 0 0,-1 1-308 0 0,-1 0 0 0 0,1 0 1 0 0,0 0-1 0 0,0 1 0 0 0,0-1 0 0 0,1 1 0 0 0,-1 0 0 0 0,1 0 0 0 0,-1 0 0 0 0,1 1 0 0 0,0-1 0 0 0,0 1 0 0 0,1 0 0 0 0,-1 0 0 0 0,8-2 0 0 0,-10 4-42 0 0,1 0-1 0 0,0 0 1 0 0,-1 1 0 0 0,1-1 0 0 0,-1 1-1 0 0,0 0 1 0 0,1 0 0 0 0,-1 0 0 0 0,0 0-1 0 0,1 0 1 0 0,-1 0 0 0 0,0 1 0 0 0,0-1 0 0 0,0 1-1 0 0,0-1 1 0 0,0 1 0 0 0,0 0 0 0 0,-1 0-1 0 0,1 0 1 0 0,0 0 0 0 0,-1 0 0 0 0,0 0-1 0 0,1 0 1 0 0,-1 1 0 0 0,0-1 0 0 0,0 0-1 0 0,1 5 1 0 0,3 6 21 0 0,-1 1 0 0 0,-1-1 0 0 0,3 22 0 0 0,-3-20-36 0 0,-2-1 0 0 0,0 1 0 0 0,-1 0 0 0 0,-1 0 0 0 0,0 0 0 0 0,-5 22 0 0 0,4-27-91 0 0,-1-1 0 0 0,0 1 1 0 0,0-1-1 0 0,-1 0 0 0 0,0-1 1 0 0,-1 1-1 0 0,0-1 0 0 0,0 0 0 0 0,-1 0 1 0 0,-13 14-1 0 0,48-23-2232 0 0,-21 1 2409 0 0,0 0 0 0 0,0 0 0 0 0,-1 1 0 0 0,1 0 0 0 0,0 0 0 0 0,0 1 0 0 0,0 0 1 0 0,0 0-1 0 0,-1 1 0 0 0,8 3 0 0 0,6 5 581 0 0,-1 1 0 0 0,21 15 0 0 0,-20-12-901 0 0,31 16 0 0 0,-43-28-3358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38.1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0 124 6449 0 0,'12'-11'1947'0'0,"1"0"-1"0"0,-1 0 0 0 0,23-12 1 0 0,-22 15-1845 0 0,1 1 0 0 0,0 0 0 0 0,1 1 0 0 0,0 1 0 0 0,0 1 0 0 0,0 0 0 0 0,16-2 0 0 0,-19 4-915 0 0,1-1-1 0 0,0 0 1 0 0,11-5-1 0 0,-11 3-3565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38.4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3225 0 0,'23'11'2515'0'0,"-2"1"-1514"0"0,-1 0 1 0 0,-1 2-1 0 0,0 0 1 0 0,-1 1-1 0 0,-1 1 1 0 0,0 1-1 0 0,20 26 1 0 0,-2-4-12 0 0,-30-33-812 0 0,0 0 1 0 0,-1 0-1 0 0,1 0 1 0 0,-2 1-1 0 0,1-1 1 0 0,-1 1-1 0 0,0 0 1 0 0,0 0-1 0 0,-1 0 1 0 0,0 1-1 0 0,0-1 0 0 0,-1 1 1 0 0,0-1-1 0 0,1 15 1 0 0,-3-10-114 0 0,1 0 0 0 0,-1 0-1 0 0,-1-1 1 0 0,0 1 0 0 0,-1 0 0 0 0,0-1 0 0 0,-1 1 0 0 0,-9 20 0 0 0,7-24-2622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39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 4609 0 0,'3'-2'421'0'0,"0"1"-1"0"0,0 0 1 0 0,0 0-1 0 0,0 0 1 0 0,0 0-1 0 0,1 1 1 0 0,-1-1-1 0 0,0 1 1 0 0,0 0-1 0 0,1 0 1 0 0,-1 0-1 0 0,0 0 1 0 0,5 1 0 0 0,52 9 1997 0 0,-44-5-1838 0 0,0 0 0 0 0,0 1-1 0 0,0 1 1 0 0,-1 0 0 0 0,26 17 0 0 0,63 57-693 0 0,-83-63-838 0 0,-20-17 682 0 0,0 0 0 0 0,1 0 0 0 0,-1 0 0 0 0,0 0 1 0 0,1 0-1 0 0,-1 0 0 0 0,1 0 0 0 0,-1-1 0 0 0,1 1 0 0 0,-1-1 0 0 0,1 1 0 0 0,-1-1 1 0 0,1 1-1 0 0,0-1 0 0 0,-1 0 0 0 0,1 0 0 0 0,3 0 0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39.3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47 6449 0 0,'29'-46'7678'0'0,"-48"103"-3895"0"0,-38 78-2056 0 0,-29 81-2044 0 0,84-193-2553 0 0,3-16 1791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40.1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49 112 6449 0 0,'-2'1'205'0'0,"-1"-1"0"0"0,0 1-1 0 0,0-1 1 0 0,1 0 0 0 0,-1 0-1 0 0,0 0 1 0 0,0 0 0 0 0,1 0-1 0 0,-1-1 1 0 0,0 1 0 0 0,0-1-1 0 0,1 0 1 0 0,-1 0 0 0 0,0 0-1 0 0,1 0 1 0 0,-4-2 0 0 0,8 0 20 0 0,0-1 1 0 0,-1 0-1 0 0,2 1 0 0 0,-1-1 1 0 0,0 1-1 0 0,1-1 1 0 0,-1 1-1 0 0,1 0 0 0 0,3-3 1 0 0,1 0 130 0 0,-2 0-171 0 0,1 0 0 0 0,0 0 0 0 0,0 1 0 0 0,0-1 0 0 0,1 2 0 0 0,-1-1 1 0 0,1 1-1 0 0,1 0 0 0 0,-1 0 0 0 0,0 1 0 0 0,10-3 0 0 0,-14 5-197 0 0,-1 1 0 0 0,1-1 0 0 0,-1 1 0 0 0,1-1 0 0 0,-1 1 0 0 0,1 0 0 0 0,-1 0-1 0 0,1 0 1 0 0,0 0 0 0 0,-1 1 0 0 0,1-1 0 0 0,-1 1 0 0 0,1 0 0 0 0,-1-1 0 0 0,1 1 0 0 0,-1 0 0 0 0,0 0-1 0 0,0 1 1 0 0,1-1 0 0 0,-1 0 0 0 0,0 1 0 0 0,0-1 0 0 0,0 1 0 0 0,0 0 0 0 0,0 0 0 0 0,-1 0 0 0 0,1 0-1 0 0,-1 0 1 0 0,1 0 0 0 0,-1 0 0 0 0,1 0 0 0 0,-1 1 0 0 0,0-1 0 0 0,0 0 0 0 0,0 1 0 0 0,-1-1 0 0 0,1 1-1 0 0,0 3 1 0 0,2 10-31 0 0,-1 1 0 0 0,-1-1 1 0 0,0 1-1 0 0,-1-1 0 0 0,-1 1 0 0 0,0 0 0 0 0,-1-1 0 0 0,-8 30 0 0 0,5-25-151 0 0,1-1-1 0 0,1 1 1 0 0,1 0 0 0 0,2 33 0 0 0,0-54 190 0 0,0 1 0 0 0,0-1 0 0 0,0 0 1 0 0,0 1-1 0 0,1-1 0 0 0,-1 0 0 0 0,0 1 0 0 0,0-1 1 0 0,1 0-1 0 0,-1 1 0 0 0,0-1 0 0 0,0 0 0 0 0,1 1 1 0 0,-1-1-1 0 0,0 0 0 0 0,1 0 0 0 0,-1 1 0 0 0,1-1 1 0 0,-1 0-1 0 0,0 0 0 0 0,1 0 0 0 0,-1 0 0 0 0,0 1 1 0 0,1-1-1 0 0,-1 0 0 0 0,1 0 0 0 0,-1 0 0 0 0,1 0 1 0 0,-1 0-1 0 0,0 0 0 0 0,1 0 0 0 0,-1 0 1 0 0,1 0-1 0 0,-1 0 0 0 0,0 0 0 0 0,1-1 0 0 0,-1 1 1 0 0,1 0-1 0 0,-1 0 0 0 0,0 0 0 0 0,1 0 0 0 0,-1-1 1 0 0,0 1-1 0 0,1 0 0 0 0,-1 0 0 0 0,0-1 0 0 0,1 1 1 0 0,-1 0-1 0 0,0-1 0 0 0,1 1 0 0 0,-1-1 0 0 0,27-17-172 0 0,-21 13 124 0 0,5-2 229 0 0,0 0-1 0 0,0 2 0 0 0,1-1 0 0 0,15-4 1 0 0,-22 8-135 0 0,0 1 1 0 0,0-1-1 0 0,0 1 1 0 0,1 0-1 0 0,-1 1 1 0 0,1-1-1 0 0,-1 1 1 0 0,0 0-1 0 0,1 1 1 0 0,-1-1-1 0 0,1 1 0 0 0,6 2 1 0 0,-10-3 22 0 0,0 1 0 0 0,0 0 0 0 0,-1 1 0 0 0,1-1 1 0 0,0 0-1 0 0,-1 0 0 0 0,1 1 0 0 0,-1-1 0 0 0,0 1 0 0 0,1-1 0 0 0,-1 1 0 0 0,0 0 1 0 0,0-1-1 0 0,0 1 0 0 0,0 0 0 0 0,0 0 0 0 0,-1-1 0 0 0,1 1 0 0 0,0 0 0 0 0,-1 0 1 0 0,1 0-1 0 0,-1 0 0 0 0,0 0 0 0 0,0 0 0 0 0,0 0 0 0 0,0 0 0 0 0,0 0 1 0 0,0 0-1 0 0,0 0 0 0 0,-1 0 0 0 0,1 0 0 0 0,-2 3 0 0 0,-1 8 471 0 0,-1 1-1 0 0,0-1 1 0 0,-9 17-1 0 0,11-25-418 0 0,-14 26 19 0 0,-1-2 0 0 0,-2 0 0 0 0,0 0 0 0 0,-42 44 0 0 0,50-62-1825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44.5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545 108 3225 0 0,'0'0'104'0'0,"-1"0"1"0"0,1 0 0 0 0,-1 0 0 0 0,0 0-1 0 0,1 0 1 0 0,-1 0 0 0 0,1 0-1 0 0,-1 0 1 0 0,0-1 0 0 0,1 1 0 0 0,-1 0-1 0 0,1 0 1 0 0,-1 0 0 0 0,1-1-1 0 0,-1 1 1 0 0,1 0 0 0 0,-1-1 0 0 0,1 1-1 0 0,-1-1 1 0 0,1 1 0 0 0,-1-1-1 0 0,1 1 1 0 0,0 0 0 0 0,-1-2 0 0 0,-18-20 1130 0 0,-5-3-126 0 0,13 18-479 0 0,0 2 0 0 0,-1 0 0 0 0,1 0-1 0 0,-1 1 1 0 0,0 0 0 0 0,-1 1 0 0 0,-14-2 0 0 0,-8-2 530 0 0,26 4-1043 0 0,0 1 1 0 0,-1 1-1 0 0,1 0 1 0 0,0 0-1 0 0,0 1 1 0 0,0 0-1 0 0,-1 0 1 0 0,1 1-1 0 0,0 1 1 0 0,0-1-1 0 0,-15 6 1 0 0,11-2-144 0 0,0 1 0 0 0,0 1 0 0 0,1 0 1 0 0,0 0-1 0 0,1 2 0 0 0,-21 17 0 0 0,15-11 56 0 0,2-1 0 0 0,-15 19 0 0 0,25-26 52 0 0,0-1 0 0 0,1 1 0 0 0,0 1 0 0 0,0-1 0 0 0,0 0 0 0 0,1 1 0 0 0,1 0 0 0 0,-4 12 1 0 0,0 18-37 0 0,2 0 0 0 0,1 0 0 0 0,2 1 0 0 0,1-1 0 0 0,3 0 0 0 0,0 1 0 0 0,12 45 0 0 0,-8-56-54 0 0,16 40 0 0 0,3 14 206 0 0,-23-70-104 0 0,1 0 0 0 0,0 0 0 0 0,0 0 0 0 0,1 0 0 0 0,1-1 0 0 0,0 0 0 0 0,0 0 0 0 0,1 0-1 0 0,0-1 1 0 0,1 0 0 0 0,15 15 0 0 0,22 26 113 0 0,-31-34-22 0 0,0-1 1 0 0,19 16-1 0 0,-27-27-153 0 0,0-1 0 0 0,1 1 0 0 0,-1-1 0 0 0,1 0 0 0 0,0 0 0 0 0,0-1 0 0 0,1 0 0 0 0,-1 0 0 0 0,13 2 0 0 0,10 2-46 0 0,1-1 0 0 0,0-1-1 0 0,1-2 1 0 0,-1-1 0 0 0,1-1 0 0 0,0-2 0 0 0,-1-2-1 0 0,37-6 1 0 0,-51 6-10 0 0,1-1 0 0 0,-1-1 0 0 0,-1 0 0 0 0,1-1 0 0 0,-1-1 0 0 0,0-1 0 0 0,0 0 0 0 0,-1-1 0 0 0,19-14 0 0 0,49-36 4 0 0,-57 42 9 0 0,-1 0 0 0 0,0-2 0 0 0,35-36 0 0 0,-53 45 11 0 0,-1-1 0 0 0,0 0 0 0 0,0 0 0 0 0,-1-1 0 0 0,-1 1 0 0 0,0-1 0 0 0,0 0 0 0 0,2-18 0 0 0,3-8 11 0 0,2 3-33 0 0,-2 1 1 0 0,-2-1 0 0 0,-1-1-1 0 0,1-50 1 0 0,-7 79 46 0 0,-2 0 1 0 0,1 0-1 0 0,-1-1 0 0 0,0 1 0 0 0,-1 0 1 0 0,0 1-1 0 0,0-1 0 0 0,-5-9 1 0 0,-7-14 42 0 0,10 19-20 0 0,1 0-1 0 0,-2 1 1 0 0,1 0-1 0 0,-2 0 1 0 0,1 0 0 0 0,-1 1-1 0 0,-1 0 1 0 0,1 0-1 0 0,-2 1 1 0 0,1 0 0 0 0,-1 0-1 0 0,-19-12 1 0 0,16 13 0 0 0,-1 1 0 0 0,1 0 1 0 0,-1 1-1 0 0,0 1 0 0 0,0 0 0 0 0,-1 0 1 0 0,1 2-1 0 0,-1 0 0 0 0,0 0 0 0 0,-22 1 1 0 0,-267 11-4584 0 0,271-7-1162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45.8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659 24 456 0 0,'-1'-1'123'0'0,"1"0"0"0"0,-1 0 0 0 0,1 0 0 0 0,-1 0 0 0 0,0 0 0 0 0,0 0 0 0 0,0 0 0 0 0,0 0 0 0 0,1 0 0 0 0,-1 1 0 0 0,0-1 0 0 0,-1 0 0 0 0,1 0 0 0 0,0 1 0 0 0,0-1 0 0 0,0 1 0 0 0,0-1 0 0 0,0 1 0 0 0,-1-1 0 0 0,1 1 0 0 0,0 0 0 0 0,0 0 0 0 0,-1 0 0 0 0,1-1 0 0 0,-2 1 0 0 0,-37-4 2295 0 0,38 4-2289 0 0,-1 0 25 0 0,-96-2 3225 0 0,87 3-3241 0 0,0 1 0 0 0,0 0-1 0 0,0 0 1 0 0,0 1 0 0 0,1 1 0 0 0,-14 5-1 0 0,-12 10 512 0 0,0 1 1 0 0,1 2-1 0 0,1 1 0 0 0,-55 48 0 0 0,37-16-513 0 0,-7 6 3 0 0,56-58-73 0 0,1 0 0 0 0,0 0 0 0 0,-1 0 0 0 0,1 1 0 0 0,0-1 0 0 0,1 1 0 0 0,-1 0 0 0 0,1 0 0 0 0,-1 0-1 0 0,1 0 1 0 0,0 0 0 0 0,1 0 0 0 0,-1 0 0 0 0,1 1 0 0 0,0-1 0 0 0,0 1 0 0 0,0-1 0 0 0,0 1 0 0 0,1-1 0 0 0,0 1 0 0 0,0-1 0 0 0,0 1 0 0 0,0-1 0 0 0,1 1 0 0 0,0 0-1 0 0,2 6 1 0 0,4 19 22 0 0,1-1 0 0 0,1 1-1 0 0,23 47 1 0 0,-22-58-100 0 0,1-1-1 0 0,0-1 1 0 0,1 0 0 0 0,1 0 0 0 0,0-1 0 0 0,24 20 0 0 0,-13-13-7 0 0,-5-5 34 0 0,0 0-1 0 0,1-1 0 0 0,1-2 0 0 0,0 0 0 0 0,36 19 0 0 0,9-3 54 0 0,5 3-72 0 0,2-3 0 0 0,81 23-1 0 0,-131-48-101 0 0,0-1-1 0 0,0-2 1 0 0,1 0-1 0 0,0-1 1 0 0,-1-1-1 0 0,1-1 1 0 0,0-2-1 0 0,-1 0 1 0 0,1-1-1 0 0,31-10 1 0 0,-43 10 137 0 0,1-1 0 0 0,-1-1 0 0 0,0 0 0 0 0,-1-1 0 0 0,1 0 0 0 0,-1-1 0 0 0,-1 0 0 0 0,1-1 0 0 0,-1 0 0 0 0,0 0 0 0 0,-1-1 0 0 0,0-1 0 0 0,0 1 0 0 0,-1-1 0 0 0,0-1 0 0 0,-1 0 0 0 0,0 0 0 0 0,-1 0 0 0 0,0-1 0 0 0,5-16 0 0 0,-8 16-33 0 0,0 1 1 0 0,-1 0-1 0 0,-1-1 0 0 0,0 1 0 0 0,0-1 1 0 0,-1 1-1 0 0,0-1 0 0 0,-1 1 0 0 0,-5-21 1 0 0,-4-12-24 0 0,-19-49 0 0 0,15 50-75 0 0,9 26 120 0 0,-2 0-1 0 0,0 0 0 0 0,0 1 1 0 0,-2 0-1 0 0,0 1 1 0 0,-1 0-1 0 0,0 0 0 0 0,-2 1 1 0 0,1 0-1 0 0,-2 1 1 0 0,0 0-1 0 0,0 1 0 0 0,-1 1 1 0 0,-18-12-1 0 0,14 10 367 0 0,0 1 0 0 0,0 0 0 0 0,-1 1 0 0 0,-1 2 0 0 0,0 0 0 0 0,-39-12 0 0 0,36 13-323 0 0,1-1 1 0 0,0 0-1 0 0,0-2 0 0 0,-23-15 0 0 0,8 5-779 0 0,32 18 559 0 0,2 1-230 0 0,0 0 1 0 0,0 0-1 0 0,-1 0 1 0 0,1 1-1 0 0,-1-1 1 0 0,1 1-1 0 0,-1 0 0 0 0,0 0 1 0 0,1 1-1 0 0,-1-1 1 0 0,-6 0-1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46.9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746 16 2761 0 0,'-3'-2'352'0'0,"0"0"0"0"0,0 1 0 0 0,0-1 0 0 0,0 1 0 0 0,0-1 0 0 0,0 1 0 0 0,0 0 0 0 0,0 0 0 0 0,0 0 0 0 0,-1 0 0 0 0,1 1 0 0 0,0-1 0 0 0,-1 1 0 0 0,1 0 0 0 0,0 0 0 0 0,-5 1 0 0 0,-57 8 3189 0 0,56-7-3080 0 0,-54 7 801 0 0,50-9-1198 0 0,1 1 0 0 0,-1 1 0 0 0,0 0 1 0 0,1 1-1 0 0,0 0 0 0 0,-1 1 1 0 0,1 1-1 0 0,-16 7 0 0 0,-88 70 1922 0 0,45-28-1739 0 0,51-40-160 0 0,0 2 1 0 0,2 0-1 0 0,0 1 1 0 0,1 1 0 0 0,0 1-1 0 0,2 0 1 0 0,0 1-1 0 0,2 1 1 0 0,0 0 0 0 0,-11 26-1 0 0,15-29-32 0 0,2 1 0 0 0,0 0 1 0 0,1 0-1 0 0,1 1 0 0 0,1 0 0 0 0,1 0 0 0 0,1 0 0 0 0,0 0 0 0 0,2 1 1 0 0,0-1-1 0 0,1 0 0 0 0,7 38 0 0 0,-4-46-67 0 0,1-1-1 0 0,0 1 1 0 0,0-1-1 0 0,1 1 1 0 0,12 16 0 0 0,4 9-10 0 0,-14-21 11 0 0,1 0 1 0 0,0 0-1 0 0,2-1 0 0 0,-1 0 1 0 0,2 0-1 0 0,0-2 0 0 0,1 1 1 0 0,0-2-1 0 0,1 1 0 0 0,0-2 1 0 0,25 15-1 0 0,-18-15 14 0 0,0 0 0 0 0,1-2 0 0 0,1-1 0 0 0,0-1-1 0 0,0 0 1 0 0,0-2 0 0 0,1-1 0 0 0,-1-1 0 0 0,1-1 0 0 0,27 0 0 0 0,-6-4 3 0 0,0-1 1 0 0,0-3-1 0 0,0-1 1 0 0,62-19-1 0 0,-62 13 68 0 0,0-3 0 0 0,-1-1 0 0 0,0-2 1 0 0,40-26-1 0 0,-72 37-107 0 0,-1-1 0 0 0,0-1 0 0 0,0 0 1 0 0,-1 0-1 0 0,-1-1 0 0 0,0 0 0 0 0,0-1 1 0 0,-1 0-1 0 0,0 0 0 0 0,-1-1 0 0 0,6-15 0 0 0,-3 4 41 0 0,-1 1 0 0 0,-1-1 0 0 0,-1 0-1 0 0,-2 0 1 0 0,5-42 0 0 0,-9 44 46 0 0,-1 0-1 0 0,-1 0 1 0 0,0 0 0 0 0,-2 1-1 0 0,-1-1 1 0 0,-1 1 0 0 0,-13-40-1 0 0,4 20-5 0 0,9 20 5 0 0,-1 1 1 0 0,-2 0-1 0 0,0 0 0 0 0,-1 1 1 0 0,0 0-1 0 0,-2 0 1 0 0,-18-23-1 0 0,12 20-46 0 0,1 3 28 0 0,0 0 1 0 0,-1 1-1 0 0,-30-25 1 0 0,41 38-35 0 0,-1 1-1 0 0,1 0 1 0 0,-1 0 0 0 0,0 1 0 0 0,0 0 0 0 0,0 0-1 0 0,-1 0 1 0 0,1 1 0 0 0,0 0 0 0 0,-1 0 0 0 0,0 1-1 0 0,1 0 1 0 0,-1 1 0 0 0,0-1 0 0 0,-14 3-1 0 0,0 1-455 0 0,0 2-1 0 0,0 1 1 0 0,-23 9-1 0 0,-31 8-6126 0 0,56-18 1822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0.8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0 171 6913 0 0,'14'-23'348'0'0,"0"1"-1"0"0,1 0 1 0 0,2 1-1 0 0,0 0 1 0 0,30-27-1 0 0,-46 47-284 0 0,0 0-1 0 0,0 0 1 0 0,0 0 0 0 0,0 0 0 0 0,0 0-1 0 0,0 0 1 0 0,0 0 0 0 0,0 0 0 0 0,0 1-1 0 0,0-1 1 0 0,1 0 0 0 0,-1 1 0 0 0,0-1-1 0 0,0 1 1 0 0,1-1 0 0 0,-1 1 0 0 0,0 0-1 0 0,1 0 1 0 0,-1-1 0 0 0,1 1 0 0 0,-1 0-1 0 0,0 0 1 0 0,1 0 0 0 0,-1 0 0 0 0,2 1-1 0 0,-1 0 33 0 0,-1 0 0 0 0,0 1-1 0 0,0-1 1 0 0,1 0-1 0 0,-1 1 1 0 0,0-1 0 0 0,-1 1-1 0 0,1-1 1 0 0,0 1-1 0 0,0 0 1 0 0,-1-1 0 0 0,1 1-1 0 0,0 0 1 0 0,-1-1-1 0 0,0 1 1 0 0,1 0 0 0 0,-1 0-1 0 0,0-1 1 0 0,0 4-1 0 0,2 45 1010 0 0,-2-36-976 0 0,1 1 1 0 0,0-1-1 0 0,0 0 1 0 0,8 27-1 0 0,-8-40-103 0 0,0 1 0 0 0,0-1 0 0 0,0 0-1 0 0,0 0 1 0 0,0 1 0 0 0,0-1 0 0 0,0 0 0 0 0,0 0-1 0 0,1 0 1 0 0,-1 0 0 0 0,0 0 0 0 0,1 0 0 0 0,-1 0 0 0 0,1-1-1 0 0,-1 1 1 0 0,1-1 0 0 0,-1 1 0 0 0,1-1 0 0 0,0 1 0 0 0,-1-1-1 0 0,1 0 1 0 0,0 0 0 0 0,-1 1 0 0 0,1-1 0 0 0,-1 0 0 0 0,1-1-1 0 0,3 1 1 0 0,52-10 717 0 0,-47 8-451 0 0,-1 0-204 0 0,1 0-1 0 0,-1 1 1 0 0,0 0-1 0 0,0 1 1 0 0,1 0-1 0 0,-1 0 1 0 0,0 1-1 0 0,1 0 0 0 0,-1 1 1 0 0,15 4-1 0 0,-20-4-52 0 0,1-1 0 0 0,-1 1 1 0 0,-1 1-1 0 0,1-1 0 0 0,0 1 0 0 0,0-1 0 0 0,-1 1 0 0 0,1 0 0 0 0,-1 0 0 0 0,0 0 0 0 0,0 1 0 0 0,0-1 0 0 0,-1 1 1 0 0,1 0-1 0 0,-1 0 0 0 0,0 0 0 0 0,0 0 0 0 0,0 0 0 0 0,0 0 0 0 0,-1 0 0 0 0,0 1 0 0 0,0-1 0 0 0,0 1 0 0 0,0 4 0 0 0,0 6 148 0 0,0 0-1 0 0,-1-1 0 0 0,-1 1 0 0 0,-1 0 0 0 0,0-1 1 0 0,0 1-1 0 0,-2-1 0 0 0,0 0 0 0 0,-11 26 0 0 0,6-18 0 0 0,-2-1-1 0 0,0-1 0 0 0,-2 1 1 0 0,0-2-1 0 0,-23 26 0 0 0,23-30-1817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1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3 4145 0 0,'-2'0'181'0'0,"0"-1"0"0"0,0 1 1 0 0,0-1-1 0 0,0 1 0 0 0,0 0 0 0 0,0 0 0 0 0,0 0 1 0 0,1 0-1 0 0,-1 0 0 0 0,0 0 0 0 0,0 1 1 0 0,0-1-1 0 0,0 0 0 0 0,0 1 0 0 0,0 0 0 0 0,1-1 1 0 0,-1 1-1 0 0,0 0 0 0 0,1 0 0 0 0,-1 0 1 0 0,0 0-1 0 0,1 0 0 0 0,-1 0 0 0 0,1 1 0 0 0,-1-1 1 0 0,1 0-1 0 0,-1 3 0 0 0,-6 3 1096 0 0,0 1 0 0 0,1 0 0 0 0,-9 13 0 0 0,16-21-1255 0 0,0 0 1 0 0,0 0-1 0 0,0 0 0 0 0,0 0 1 0 0,-1 0-1 0 0,1 1 0 0 0,0-1 1 0 0,0 0-1 0 0,0 0 0 0 0,0 0 1 0 0,0 0-1 0 0,0 0 0 0 0,0 0 1 0 0,0 0-1 0 0,0 0 0 0 0,0 1 1 0 0,0-1-1 0 0,-1 0 0 0 0,1 0 1 0 0,0 0-1 0 0,0 0 0 0 0,0 0 1 0 0,0 0-1 0 0,0 0 1 0 0,0 1-1 0 0,0-1 0 0 0,0 0 1 0 0,0 0-1 0 0,0 0 0 0 0,0 0 1 0 0,0 0-1 0 0,0 1 0 0 0,0-1 1 0 0,0 0-1 0 0,1 0 0 0 0,-1 0 1 0 0,0 0-1 0 0,0 0 0 0 0,0 0 1 0 0,0 0-1 0 0,0 1 0 0 0,0-1 1 0 0,0 0-1 0 0,0 0 0 0 0,0 0 1 0 0,0 0-1 0 0,0 0 0 0 0,1 0 1 0 0,-1 0-1 0 0,0 0 0 0 0,0 0 1 0 0,0 0-1 0 0,0 0 0 0 0,0 1 1 0 0,0-1-1 0 0,0 0 0 0 0,1 0 1 0 0,-1 0-1 0 0,0 0 0 0 0,12-3 732 0 0,12-6 109 0 0,-11 3-666 0 0,-1 1-1 0 0,2 0 1 0 0,-1 1 0 0 0,0 0 0 0 0,1 1 0 0 0,0 1-1 0 0,0 0 1 0 0,20 1 0 0 0,-30 1-161 0 0,1 0 0 0 0,-1 0 1 0 0,0 0-1 0 0,0 1 0 0 0,0 0 0 0 0,1 0 0 0 0,-1 0 0 0 0,0 0 1 0 0,0 1-1 0 0,0 0 0 0 0,0-1 0 0 0,-1 1 0 0 0,1 1 0 0 0,0-1 1 0 0,-1 0-1 0 0,0 1 0 0 0,1 0 0 0 0,-1 0 0 0 0,0 0 0 0 0,-1 0 1 0 0,1 0-1 0 0,0 1 0 0 0,-1-1 0 0 0,0 1 0 0 0,0 0 0 0 0,0 0 1 0 0,0-1-1 0 0,0 1 0 0 0,-1 1 0 0 0,0-1 0 0 0,2 7 0 0 0,-1 13 236 0 0,0 1 1 0 0,-2-1-1 0 0,-1 0 0 0 0,0 1 0 0 0,-10 45 0 0 0,5-34-89 0 0,-2 59-1 0 0,8-86-377 0 0,-1 16 166 0 0,2-1 0 0 0,1 1 0 0 0,5 28 0 0 0,-5-44-1062 0 0,1 1 0 0 0,0-1 1 0 0,7 14-1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1.7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20 159 5985 0 0,'-1'1'103'0'0,"0"-1"0"0"0,1 0 1 0 0,-1 0-1 0 0,0 0 0 0 0,1 0 0 0 0,-1 0 0 0 0,0 0 0 0 0,0 0 0 0 0,1 0 0 0 0,-1 0 0 0 0,0 0 1 0 0,1-1-1 0 0,-1 1 0 0 0,0 0 0 0 0,1 0 0 0 0,-1-1 0 0 0,1 1 0 0 0,-1 0 0 0 0,0-1 0 0 0,1 1 1 0 0,-1 0-1 0 0,1-1 0 0 0,-1 1 0 0 0,1-1 0 0 0,-1 1 0 0 0,1-1 0 0 0,-1 1 0 0 0,1-1 0 0 0,0 1 0 0 0,-1-2 1 0 0,1 1 82 0 0,0 0 1 0 0,0-1-1 0 0,0 1 1 0 0,1 0-1 0 0,-1 0 1 0 0,0 0-1 0 0,1-1 1 0 0,-1 1-1 0 0,1 0 1 0 0,-1 0-1 0 0,1 0 1 0 0,0 0 0 0 0,-1 0-1 0 0,1 0 1 0 0,1-1-1 0 0,34-32 3149 0 0,-19 23-2771 0 0,1 1 0 0 0,0 1 0 0 0,0 1 0 0 0,38-12 1 0 0,35-5-3901 0 0,-59 17 6 0 0,-10 2-1701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2.0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83 8290 0 0,'101'-20'6524'0'0,"6"-8"-5028"0"0,-49 13-2144 0 0,0-1-4422 0 0,-43 12 503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2.4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1 7370 0 0,'-6'6'522'0'0,"0"1"1"0"0,0 1 0 0 0,1-1 0 0 0,0 1-1 0 0,0 0 1 0 0,1 0 0 0 0,0 0 0 0 0,0 1-1 0 0,1 0 1 0 0,0-1 0 0 0,1 1-1 0 0,0 0 1 0 0,-1 10 0 0 0,1-9-65 0 0,1 1 0 0 0,0-1 0 0 0,0 1 0 0 0,2-1 0 0 0,-1 0-1 0 0,1 1 1 0 0,1-1 0 0 0,0 0 0 0 0,0 0 0 0 0,1 0 0 0 0,6 16 0 0 0,-5-20-262 0 0,0 0 0 0 0,1 0 0 0 0,-1-1 0 0 0,1 1 0 0 0,1-1 0 0 0,-1 0 0 0 0,1 0 0 0 0,0-1 0 0 0,11 8 0 0 0,-9-7-106 0 0,0 0 1 0 0,0 1 0 0 0,-1 0 0 0 0,9 10 0 0 0,-14-13-85 0 0,0-1 1 0 0,0 1-1 0 0,0 0 0 0 0,0 0 1 0 0,-1 1-1 0 0,1-1 0 0 0,-1 0 1 0 0,0 0-1 0 0,0 1 0 0 0,0-1 1 0 0,0 1-1 0 0,-1-1 0 0 0,1 1 1 0 0,-1-1-1 0 0,0 7 0 0 0,-2 10-253 0 0,-1 0-1 0 0,-1 0 1 0 0,-1-1 0 0 0,-7 21-1 0 0,-3 9-3793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2.8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42 195 2761 0 0,'-26'4'1525'0'0,"10"5"4543"0"0,30-15-1631 0 0,16-5-3057 0 0,-12 5-454 0 0,26-8 586 0 0,0 1-1 0 0,88-12 1 0 0,96 6-784 0 0,-42 4-355 0 0,-67 0-1 0 0,181-48 0 0 0,-280 58-384 0 0,0 0 0 0 0,1 1 0 0 0,-1 1 0 0 0,1 1 0 0 0,0 1 0 0 0,-1 0 0 0 0,1 2 0 0 0,38 6 0 0 0,-9 13-2842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3.1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1 456 0 0,'-2'0'444'0'0,"0"-1"0"0"0,0 1 0 0 0,-1 0 1 0 0,1 0-1 0 0,0 0 0 0 0,0 1 0 0 0,0-1 0 0 0,0 0 0 0 0,-1 1 0 0 0,1 0 0 0 0,0-1 0 0 0,0 1 1 0 0,0 0-1 0 0,0 0 0 0 0,-3 2 0 0 0,2-1 273 0 0,0-1 0 0 0,1 1 0 0 0,-1 0 0 0 0,0-1 0 0 0,1 1 0 0 0,0 0 1 0 0,-1 1-1 0 0,1-1 0 0 0,0 0 0 0 0,-3 5 0 0 0,5-6-545 0 0,0 0 1 0 0,0 0-1 0 0,1 0 0 0 0,-1 0 1 0 0,0 0-1 0 0,0 1 0 0 0,1-1 0 0 0,-1 0 1 0 0,1 0-1 0 0,-1 0 0 0 0,1 0 1 0 0,-1 0-1 0 0,1 0 0 0 0,0-1 1 0 0,0 1-1 0 0,-1 0 0 0 0,1 0 1 0 0,0 0-1 0 0,0-1 0 0 0,0 1 1 0 0,0 0-1 0 0,0-1 0 0 0,0 1 0 0 0,2 0 1 0 0,26 16 677 0 0,-20-13-689 0 0,122 64 767 0 0,-118-60-916 0 0,-1 0 1 0 0,0 1-1 0 0,-1 0 1 0 0,0 1-1 0 0,0 0 1 0 0,-1 1-1 0 0,17 22 1 0 0,-25-30 12 0 0,-1-1 0 0 0,0 0 0 0 0,0 0 0 0 0,0 1 0 0 0,0-1 1 0 0,0 1-1 0 0,0-1 0 0 0,-1 1 0 0 0,1-1 0 0 0,-1 1 0 0 0,0-1 1 0 0,0 1-1 0 0,0-1 0 0 0,0 1 0 0 0,0-1 0 0 0,0 1 0 0 0,-1-1 1 0 0,0 4-1 0 0,0-2-9 0 0,-1 1 0 0 0,0-1 0 0 0,0 0 0 0 0,0 0 0 0 0,-1 0 0 0 0,0 0 0 0 0,1 0 0 0 0,-1 0 0 0 0,-5 3 0 0 0,-3 4-229 0 0,0-2-1 0 0,-2 1 0 0 0,1-1 1 0 0,-1-1-1 0 0,-14 7 1 0 0,13-9-856 0 0,1-1 0 0 0,-1-1-1 0 0,0 0 1 0 0,-28 4 0 0 0,39-7 771 0 0,-12 1-5490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3.9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81 6449 0 0,'-47'23'5153'0'0,"88"-55"-63"0"0,2-2-3330 0 0,-33 28-1476 0 0,0 1 0 0 0,0 0 0 0 0,0 0 0 0 0,0 1 0 0 0,1 0 0 0 0,11-2 0 0 0,-20 5-274 0 0,1 1 0 0 0,-1-1 0 0 0,0 1-1 0 0,1 0 1 0 0,-1-1 0 0 0,0 1-1 0 0,1 0 1 0 0,-1 1 0 0 0,1-1 0 0 0,-1 0-1 0 0,0 1 1 0 0,0-1 0 0 0,1 1-1 0 0,-1 0 1 0 0,0 0 0 0 0,0 0-1 0 0,0 0 1 0 0,0 0 0 0 0,0 0 0 0 0,0 1-1 0 0,0-1 1 0 0,0 1 0 0 0,0-1-1 0 0,0 1 1 0 0,-1 0 0 0 0,1-1-1 0 0,-1 1 1 0 0,1 0 0 0 0,-1 0 0 0 0,0 0-1 0 0,0 0 1 0 0,0 0 0 0 0,0 1-1 0 0,0-1 1 0 0,1 4 0 0 0,0 5-67 0 0,1 0 0 0 0,-2 0 0 0 0,1 0 0 0 0,-1 0 0 0 0,-1 0 0 0 0,0 0 0 0 0,-2 14 0 0 0,-19 80-782 0 0,2-7 412 0 0,19-97 424 0 0,0-1 0 0 0,1 1-1 0 0,-1-1 1 0 0,0 1 0 0 0,0 0 0 0 0,0-1 0 0 0,0 1-1 0 0,1-1 1 0 0,-1 1 0 0 0,0-1 0 0 0,1 1 0 0 0,-1-1-1 0 0,0 1 1 0 0,1-1 0 0 0,-1 1 0 0 0,0-1 0 0 0,1 0-1 0 0,-1 1 1 0 0,1-1 0 0 0,-1 1 0 0 0,1-1 0 0 0,-1 0-1 0 0,1 0 1 0 0,-1 1 0 0 0,1-1 0 0 0,0 0 0 0 0,-1 0-1 0 0,1 0 1 0 0,-1 1 0 0 0,1-1 0 0 0,-1 0 0 0 0,1 0-1 0 0,0 0 1 0 0,-1 0 0 0 0,1 0 0 0 0,-1 0-1 0 0,1 0 1 0 0,0 0 0 0 0,-1-1 0 0 0,1 1 0 0 0,-1 0-1 0 0,1 0 1 0 0,-1 0 0 0 0,2-1 0 0 0,37-9-223 0 0,-25 7 180 0 0,-5 1 48 0 0,0 1 0 0 0,0 1 0 0 0,0-1 0 0 0,0 2 1 0 0,0-1-1 0 0,0 1 0 0 0,0 1 0 0 0,0-1 0 0 0,17 7 0 0 0,-22-7 67 0 0,1 1-1 0 0,-1 0 0 0 0,0 0 1 0 0,0 0-1 0 0,0 1 0 0 0,0-1 1 0 0,0 1-1 0 0,0 0 0 0 0,-1 0 1 0 0,1 0-1 0 0,-1 1 0 0 0,0-1 1 0 0,0 1-1 0 0,0 0 0 0 0,-1 0 1 0 0,1 0-1 0 0,-1 0 0 0 0,0 0 1 0 0,0 0-1 0 0,2 9 0 0 0,-3-9 34 0 0,-1 0 1 0 0,0 0-1 0 0,0 0 0 0 0,0 0 0 0 0,-1 0 0 0 0,1 0 0 0 0,-1 0 1 0 0,0 0-1 0 0,0 0 0 0 0,0 0 0 0 0,-1 0 0 0 0,1-1 0 0 0,-1 1 0 0 0,0 0 1 0 0,0-1-1 0 0,0 1 0 0 0,-1-1 0 0 0,-4 5 0 0 0,-7 8 133 0 0,0 0 0 0 0,-22 17 1 0 0,22-20-215 0 0,-76 63-503 0 0,49-46-4336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4.4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0 12443 0 0,'0'0'3398'0'0,"-3"21"1229"0"0,3-3-4204 0 0,0-1-1 0 0,1 1 1 0 0,1-1-1 0 0,6 27 0 0 0,24 71-1032 0 0,-9-37 130 0 0,-3-10-765 0 0,-8-40-4458 0 0,-4-13-565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4.8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40 170 7370 0 0,'-27'-104'1869'0'0,"19"63"2485"0"0,3 16 900 0 0,9 41-5998 0 0,1 0 0 0 0,0-1 1 0 0,1 1-1 0 0,0-1 0 0 0,11 16 0 0 0,-4-8-805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5.2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36 6913 0 0,'9'-2'513'0'0,"0"0"0"0"0,-1 0 0 0 0,1 1 0 0 0,0 1 0 0 0,-1-1 0 0 0,1 2 0 0 0,0-1 0 0 0,0 1 0 0 0,15 4 0 0 0,-20-5-442 0 0,0 1 0 0 0,0 0 0 0 0,-1 0 0 0 0,1 0 0 0 0,0 1 0 0 0,0-1 1 0 0,-1 1-1 0 0,1 0 0 0 0,-1 0 0 0 0,1 0 0 0 0,-1 1 0 0 0,0-1 0 0 0,0 1 0 0 0,0 0 1 0 0,0 0-1 0 0,0 0 0 0 0,-1 0 0 0 0,1 0 0 0 0,-1 1 0 0 0,0-1 0 0 0,3 7 1 0 0,0 3 110 0 0,-2-1 1 0 0,1 1 0 0 0,-2 0-1 0 0,0 1 1 0 0,1 15 0 0 0,-2-17 102 0 0,-1-12-283 0 0,0 0 1 0 0,0 0 0 0 0,0 0 0 0 0,0 0 0 0 0,0 1 0 0 0,-1-1 0 0 0,1 0 0 0 0,0 0 0 0 0,0 0 0 0 0,0 1 0 0 0,0-1 0 0 0,0 0 0 0 0,0 0 0 0 0,0 1 0 0 0,0-1 0 0 0,0 0 0 0 0,0 0-1 0 0,0 0 1 0 0,1 1 0 0 0,-1-1 0 0 0,0 0 0 0 0,0 0 0 0 0,0 0 0 0 0,0 0 0 0 0,0 1 0 0 0,0-1 0 0 0,0 0 0 0 0,0 0 0 0 0,1 0 0 0 0,-1 0 0 0 0,0 1 0 0 0,0-1 0 0 0,0 0-1 0 0,0 0 1 0 0,0 0 0 0 0,1 0 0 0 0,-1 0 0 0 0,0 0 0 0 0,0 1 0 0 0,0-1 0 0 0,1 0 0 0 0,-1 0 0 0 0,0 0 0 0 0,0 0 0 0 0,0 0 0 0 0,1 0 0 0 0,-1 0 0 0 0,0 0 0 0 0,0 0 0 0 0,0 0-1 0 0,1 0 1 0 0,-1 0 0 0 0,0 0 0 0 0,1 0 0 0 0,8-14-628 0 0,7-21-723 0 0,-2-11 546 0 0,-12 38 858 0 0,-1 0 0 0 0,1 1-1 0 0,1-1 1 0 0,-1 0 0 0 0,1 1 0 0 0,1-1-1 0 0,-1 1 1 0 0,1 0 0 0 0,1 0 0 0 0,-1 0 0 0 0,1 1-1 0 0,7-8 1 0 0,-10 13 126 0 0,-1 0-1 0 0,0 1 0 0 0,1-1 1 0 0,-1 0-1 0 0,1 1 1 0 0,-1 0-1 0 0,1-1 1 0 0,-1 1-1 0 0,1 0 1 0 0,-1 0-1 0 0,1-1 0 0 0,0 1 1 0 0,-1 0-1 0 0,1 1 1 0 0,-1-1-1 0 0,1 0 1 0 0,-1 0-1 0 0,1 1 1 0 0,-1-1-1 0 0,1 1 0 0 0,-1-1 1 0 0,1 1-1 0 0,-1 0 1 0 0,0-1-1 0 0,1 1 1 0 0,-1 0-1 0 0,0 0 1 0 0,0 0-1 0 0,1 0 1 0 0,-1 0-1 0 0,0 0 0 0 0,0 1 1 0 0,0-1-1 0 0,1 2 1 0 0,3 3 117 0 0,1 1 0 0 0,-1 0 0 0 0,0 0 0 0 0,6 14 0 0 0,18 58-590 0 0,-14-32-2096 0 0,-7-24-4247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5.5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14283 0 0,'1'6'516'0'0,"0"0"0"0"0,0 0-1 0 0,1 0 1 0 0,0-1 0 0 0,5 11 0 0 0,2 9 809 0 0,42 176 1867 0 0,-17-60-3130 0 0,-33-138-112 0 0,1 7-307 0 0,0 0-1 0 0,1-1 0 0 0,0 1 0 0 0,1-1 1 0 0,0 1-1 0 0,0-1 0 0 0,1-1 1 0 0,12 18-1 0 0</inkml:trace>
  <inkml:trace contextRef="#ctx0" brushRef="#br0" timeOffset="1">67 109 7834 0 0,'0'-1'84'0'0,"-1"0"0"0"0,1 0 0 0 0,0 0 0 0 0,-1 0 0 0 0,1 0 0 0 0,0 0 0 0 0,0 0 0 0 0,0 1 0 0 0,-1-1 0 0 0,1 0 0 0 0,0 0 0 0 0,1 0 1 0 0,-1 0-1 0 0,0 0 0 0 0,0 0 0 0 0,0 0 0 0 0,0 0 0 0 0,1 0 0 0 0,-1 0 0 0 0,0 0 0 0 0,1 0 0 0 0,-1 1 0 0 0,1-1 0 0 0,-1 0 0 0 0,1 0 0 0 0,-1 0 0 0 0,1 1 1 0 0,0-1-1 0 0,-1 0 0 0 0,2 0 0 0 0,25-26 1885 0 0,-24 25-1921 0 0,-1-1 76 0 0,1 0 0 0 0,0 1-1 0 0,0 0 1 0 0,0-1 0 0 0,0 1 0 0 0,1 0-1 0 0,-1 1 1 0 0,0-1 0 0 0,1 0-1 0 0,-1 1 1 0 0,1 0 0 0 0,-1 0 0 0 0,1 0-1 0 0,0 0 1 0 0,0 1 0 0 0,-1 0-1 0 0,1-1 1 0 0,0 1 0 0 0,5 1 0 0 0,-5 0-33 0 0,-1 0 1 0 0,1 1 0 0 0,0-1 0 0 0,-1 1 0 0 0,0 0 0 0 0,1 0 0 0 0,-1 0 0 0 0,0 0-1 0 0,0 1 1 0 0,0-1 0 0 0,0 1 0 0 0,-1 0 0 0 0,1 0 0 0 0,-1 0 0 0 0,0 0-1 0 0,1 0 1 0 0,-1 1 0 0 0,-1-1 0 0 0,3 5 0 0 0,-1-2-5 0 0,-1 1-1 0 0,1 0 1 0 0,-1-1-1 0 0,-1 1 1 0 0,1 0-1 0 0,-1 0 1 0 0,-1 0 0 0 0,1 0-1 0 0,-1 0 1 0 0,0 0-1 0 0,-1 0 1 0 0,0 1 0 0 0,-2 11-1 0 0,0-9-556 0 0,0 0 1 0 0,0-1-1 0 0,-1 0 1 0 0,0 0-1 0 0,-8 13 0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5.9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10594 0 0,'4'3'308'0'0,"0"-1"0"0"0,0 1 0 0 0,0 0 0 0 0,-1 0 0 0 0,1 0 0 0 0,-1 0 1 0 0,0 1-1 0 0,0-1 0 0 0,0 1 0 0 0,0 0 0 0 0,-1 0 0 0 0,1 0 0 0 0,2 6 0 0 0,2 8 149 0 0,11 40 1 0 0,-14-43-423 0 0,0-1 1 0 0,1 1-1 0 0,11 21 0 0 0,-14-32-36 0 0,0 0-1 0 0,1 0 0 0 0,0 0 0 0 0,0 0 0 0 0,0-1 1 0 0,0 1-1 0 0,1-1 0 0 0,-1 0 0 0 0,1 0 0 0 0,0 0 1 0 0,0 0-1 0 0,0-1 0 0 0,0 1 0 0 0,0-1 0 0 0,0 0 1 0 0,1 0-1 0 0,6 1 0 0 0,-8-2-81 0 0,0-1 0 0 0,0 0 0 0 0,1 0 0 0 0,-1 0 0 0 0,0-1 1 0 0,1 1-1 0 0,-1-1 0 0 0,0 1 0 0 0,0-1 0 0 0,0 0 0 0 0,1 0 0 0 0,-1-1 0 0 0,0 1 0 0 0,0-1 0 0 0,-1 1 0 0 0,1-1 0 0 0,0 0 0 0 0,0 0 0 0 0,-1 0 1 0 0,0 0-1 0 0,1-1 0 0 0,-1 1 0 0 0,0-1 0 0 0,0 1 0 0 0,3-6 0 0 0,3-5-420 0 0,-1-1 1 0 0,0 0-1 0 0,-1 0 1 0 0,-1-1-1 0 0,6-21 1 0 0,-8 23 575 0 0,1-1 1 0 0,1 1-1 0 0,0 0 1 0 0,0 1-1 0 0,2-1 1 0 0,-1 1-1 0 0,9-11 1 0 0,-14 22 67 0 0,-1 1-1 0 0,0-1 1 0 0,0 1 0 0 0,1 0 0 0 0,-1-1 0 0 0,0 1 0 0 0,1-1 0 0 0,-1 1 0 0 0,0 0-1 0 0,1 0 1 0 0,-1-1 0 0 0,1 1 0 0 0,-1 0 0 0 0,0 0 0 0 0,1-1 0 0 0,-1 1-1 0 0,1 0 1 0 0,-1 0 0 0 0,1 0 0 0 0,-1 0 0 0 0,1 0 0 0 0,-1 0 0 0 0,0-1-1 0 0,1 1 1 0 0,-1 0 0 0 0,1 0 0 0 0,-1 1 0 0 0,1-1 0 0 0,-1 0 0 0 0,1 0 0 0 0,10 13 2934 0 0,3 31-290 0 0,-11-30-2771 0 0,4 6 59 0 0,1 0 1 0 0,1-1 0 0 0,1 0-1 0 0,15 22 1 0 0,-16-27-1266 0 0,1-2 1 0 0,0 1 0 0 0,19 15 0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6.2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 8290 0 0,'5'-45'5121'0'0,"-4"45"-5015"0"0,-1 0 0 0 0,0 0 1 0 0,0 0-1 0 0,1 0 1 0 0,-1 0-1 0 0,0 0 1 0 0,1 0-1 0 0,-1 0 0 0 0,0 0 1 0 0,0 0-1 0 0,1 0 1 0 0,-1 0-1 0 0,14 17 3440 0 0,4 22-1414 0 0,24 78 0 0 0,-29-77-2037 0 0,1-1-1 0 0,22 42 1 0 0,18 8-906 0 0,-15-32-4135 0 0,-23-33 855 0 0,-9-14 3390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6.6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1 267 10594 0 0,'13'-11'812'0'0,"0"0"-1"0"0,1 2 1 0 0,1-1 0 0 0,18-7-1 0 0,9-7 398 0 0,44-34 1060 0 0,-39 25-2548 0 0,95-50 0 0 0,-115 72-6059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7.0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208 9 8290 0 0,'-1'-1'101'0'0,"0"0"0"0"0,1 1 0 0 0,-1-1 0 0 0,1 0 0 0 0,-1 1 0 0 0,0-1 0 0 0,1 1 0 0 0,-1-1 0 0 0,0 1 0 0 0,0 0 0 0 0,1-1 0 0 0,-1 1 0 0 0,0 0 0 0 0,0-1 0 0 0,0 1 0 0 0,1 0 0 0 0,-1 0 0 0 0,0 0 1 0 0,0 0-1 0 0,0 0 0 0 0,0 0 0 0 0,0 0 0 0 0,1 0 0 0 0,-1 0 0 0 0,0 0 0 0 0,0 0 0 0 0,0 0 0 0 0,-1 1 0 0 0,-26 4 578 0 0,19-2-466 0 0,0 1 0 0 0,0 1 1 0 0,1-1-1 0 0,-1 1 1 0 0,1 1-1 0 0,0 0 0 0 0,1 0 1 0 0,0 0-1 0 0,-9 11 0 0 0,6-6 341 0 0,0 0 0 0 0,1 1 0 0 0,1 1 0 0 0,0 0 0 0 0,-9 18 0 0 0,17-29-463 0 0,-1 0 0 0 0,0 0 0 0 0,1 0 0 0 0,-1 0 0 0 0,1 0 1 0 0,-1 0-1 0 0,1 0 0 0 0,0 0 0 0 0,0 0 0 0 0,0 0 0 0 0,0 0 1 0 0,0 1-1 0 0,1-1 0 0 0,-1 0 0 0 0,1 0 0 0 0,-1 0 0 0 0,1 0 0 0 0,0 0 1 0 0,0 0-1 0 0,0-1 0 0 0,0 1 0 0 0,0 0 0 0 0,0 0 0 0 0,0 0 0 0 0,1-1 1 0 0,1 3-1 0 0,5 4 118 0 0,0-1 0 0 0,1 0 0 0 0,0-1 0 0 0,11 7 0 0 0,11 8 494 0 0,-15-8-424 0 0,-1 1 0 0 0,0 1 0 0 0,17 22 0 0 0,-28-32-281 0 0,0-1 1 0 0,0 1 0 0 0,-1 0-1 0 0,0 1 1 0 0,0-1 0 0 0,-1 1-1 0 0,1-1 1 0 0,-1 1 0 0 0,0 0-1 0 0,-1 0 1 0 0,0 0 0 0 0,1 0-1 0 0,-2 0 1 0 0,1 0 0 0 0,-1 0-1 0 0,0 7 1 0 0,-10 10-1941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2.7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74 35 3681 0 0,'-28'-17'2648'0'0,"23"13"-1674"0"0,-1 0 0 0 0,0 1 0 0 0,0-1 0 0 0,-1 1 0 0 0,-9 5 3596 0 0,28 36-2642 0 0,6 10-1523 0 0,-2 1-1 0 0,-2 0 1 0 0,-3 2-1 0 0,-1-1 1 0 0,3 75-1 0 0,-8-38-281 0 0,0-3-1371 0 0,-4-29-5540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3.0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0 321 1376 0 0,'2'-18'662'0'0,"1"0"-1"0"0,1 0 1 0 0,0 0-1 0 0,1 0 0 0 0,1 1 1 0 0,12-24-1 0 0,-1 7 1864 0 0,44-64 0 0 0,-58 94-2291 0 0,0 1 1 0 0,0-1 0 0 0,0 0 0 0 0,0 1-1 0 0,1 0 1 0 0,0-1 0 0 0,-1 2 0 0 0,1-1-1 0 0,0 0 1 0 0,5-2 0 0 0,-8 5-171 0 0,1-1 0 0 0,-1 1 0 0 0,0-1 0 0 0,1 1 0 0 0,-1 0 0 0 0,0 0 0 0 0,1 0 0 0 0,-1 0 0 0 0,0 0 0 0 0,1 0 0 0 0,-1 0 0 0 0,0 0 0 0 0,0 1 0 0 0,1-1-1 0 0,-1 0 1 0 0,0 1 0 0 0,1-1 0 0 0,-1 1 0 0 0,0-1 0 0 0,0 1 0 0 0,0 0 0 0 0,0-1 0 0 0,0 1 0 0 0,0 0 0 0 0,0 0 0 0 0,0 0 0 0 0,0 0 0 0 0,0 0 0 0 0,0 0 0 0 0,0 0 0 0 0,0 0 0 0 0,-1 0 0 0 0,1 0 0 0 0,0 1 0 0 0,-1-1 0 0 0,1 0 0 0 0,-1 0 0 0 0,0 1 0 0 0,1 1 0 0 0,3 9 36 0 0,-1 0 1 0 0,-1-1-1 0 0,0 1 1 0 0,-1 0 0 0 0,0 0-1 0 0,-1 0 1 0 0,0 0-1 0 0,0 0 1 0 0,-2 0-1 0 0,-2 15 1 0 0,-6 18 11 0 0,-19 53 0 0 0,28-96-105 0 0,-22 56 419 0 0,16-43-124 0 0,1-1 0 0 0,0 2 0 0 0,1-1 0 0 0,1 0 0 0 0,-3 20 0 0 0,7-34-250 0 0,0 0-1 0 0,0 0 0 0 0,0 0 1 0 0,0 1-1 0 0,0-1 1 0 0,1 0-1 0 0,-1 0 0 0 0,0 0 1 0 0,1 0-1 0 0,-1 1 1 0 0,1-1-1 0 0,-1 0 0 0 0,1 0 1 0 0,-1 0-1 0 0,1 0 1 0 0,0 0-1 0 0,0 0 0 0 0,-1-1 1 0 0,1 1-1 0 0,0 0 1 0 0,0 0-1 0 0,0 0 0 0 0,0-1 1 0 0,0 1-1 0 0,0 0 0 0 0,0-1 1 0 0,0 1-1 0 0,0-1 1 0 0,0 1-1 0 0,0-1 0 0 0,1 0 1 0 0,-1 1-1 0 0,0-1 1 0 0,0 0-1 0 0,0 0 0 0 0,3 0 1 0 0,6 1 81 0 0,0-1 0 0 0,0 0 1 0 0,16-2-1 0 0,-10 0-55 0 0,-9 2-98 0 0,147-2-346 0 0,-122 3-1970 0 0,39 8 1 0 0,-45-3-4035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3.4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221 14 10138 0 0,'-8'-3'559'0'0,"1"0"1"0"0,-1 1-1 0 0,0 0 0 0 0,0 1 0 0 0,0 0 0 0 0,0 0 1 0 0,-15 1-1 0 0,18 0-434 0 0,0 1-1 0 0,0 0 1 0 0,1 1 0 0 0,-1-1-1 0 0,1 1 1 0 0,-1 0 0 0 0,1 0-1 0 0,0 1 1 0 0,0-1 0 0 0,0 1-1 0 0,0 0 1 0 0,0 0 0 0 0,0 0-1 0 0,-5 7 1 0 0,1 0-17 0 0,-1 1-1 0 0,1 0 0 0 0,1 0 1 0 0,0 1-1 0 0,-10 21 1 0 0,14-27-67 0 0,0 1 1 0 0,1-1 0 0 0,0 1-1 0 0,0-1 1 0 0,1 1 0 0 0,-1 0 0 0 0,1-1-1 0 0,1 1 1 0 0,-1 0 0 0 0,1 0-1 0 0,1 0 1 0 0,-1 0 0 0 0,3 8-1 0 0,-3-14-70 0 0,0 1 0 0 0,0-1 0 0 0,0 0 0 0 0,1 0-1 0 0,-1 0 1 0 0,1 1 0 0 0,-1-1 0 0 0,1 0-1 0 0,-1 0 1 0 0,1 0 0 0 0,-1 0 0 0 0,1 0-1 0 0,0 0 1 0 0,0 0 0 0 0,0 0 0 0 0,-1 0-1 0 0,1 0 1 0 0,0-1 0 0 0,0 1 0 0 0,0 0-1 0 0,0 0 1 0 0,0-1 0 0 0,1 1 0 0 0,-1-1 0 0 0,0 1-1 0 0,0-1 1 0 0,0 0 0 0 0,0 1 0 0 0,1-1-1 0 0,-1 0 1 0 0,0 0 0 0 0,0 0 0 0 0,0 1-1 0 0,1-1 1 0 0,-1-1 0 0 0,0 1 0 0 0,0 0-1 0 0,1 0 1 0 0,-1 0 0 0 0,0-1 0 0 0,0 1-1 0 0,0 0 1 0 0,0-1 0 0 0,1 1 0 0 0,-1-1 0 0 0,0 0-1 0 0,0 1 1 0 0,0-1 0 0 0,0 0 0 0 0,1-1-1 0 0,4-2-409 0 0,0-1 0 0 0,0 0 0 0 0,-1 0 0 0 0,0-1 0 0 0,0 0 0 0 0,8-11-1 0 0,7-23-581 0 0,-14 26 794 0 0,0 0-1 0 0,13-19 1 0 0,-18 31 327 0 0,1-1-1 0 0,0 1 1 0 0,0 0 0 0 0,0 0 0 0 0,0-1 0 0 0,0 1 0 0 0,0 0-1 0 0,0 1 1 0 0,1-1 0 0 0,-1 0 0 0 0,1 1 0 0 0,-1-1 0 0 0,1 1 0 0 0,0 0-1 0 0,0 0 1 0 0,-1 0 0 0 0,1 0 0 0 0,3 0 0 0 0,-4 1 34 0 0,0 0 0 0 0,0 0 0 0 0,0 1 0 0 0,0-1 0 0 0,0 1 0 0 0,0-1-1 0 0,-1 1 1 0 0,1 0 0 0 0,0-1 0 0 0,0 1 0 0 0,-1 0 0 0 0,1 0 0 0 0,-1 0 0 0 0,1 1 0 0 0,-1-1 0 0 0,1 0 0 0 0,-1 1 0 0 0,1-1 0 0 0,-1 0 0 0 0,1 3 0 0 0,25 38 1047 0 0,-18-27-837 0 0,2 4-289 0 0,-2-4 274 0 0,0-1-1 0 0,20 24 1 0 0,-26-35-620 0 0,1 1-1 0 0,-1-1 1 0 0,1 1 0 0 0,0-1 0 0 0,1 0 0 0 0,-1 0 0 0 0,0-1 0 0 0,1 0-1 0 0,-1 1 1 0 0,1-1 0 0 0,0-1 0 0 0,0 1 0 0 0,9 1 0 0 0,-1-2-5133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3.8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97 5065 0 0,'-6'28'4494'0'0,"6"-13"-3542"0"0,0 0 1 0 0,1 0 0 0 0,3 15 0 0 0,-1-18-507 0 0,1 0 0 0 0,0-1 0 0 0,0 1 0 0 0,1-1 1 0 0,11 18-1 0 0,-9-18-335 0 0,-2-1 0 0 0,1 1 0 0 0,-2 1 0 0 0,1-1 0 0 0,4 21 0 0 0,-9-27-240 0 0,0-5 98 0 0,0 0 1 0 0,0 0 0 0 0,1 0-1 0 0,-1 0 1 0 0,0 0 0 0 0,0 0-1 0 0,0 0 1 0 0,0 0 0 0 0,0 0-1 0 0,0 0 1 0 0,0 0 0 0 0,0 0-1 0 0,0 0 1 0 0,1 0 0 0 0,-1 0-1 0 0,0 0 1 0 0,0 0 0 0 0,0 0-1 0 0,0 0 1 0 0,0 1 0 0 0,0-1-1 0 0,0 0 1 0 0,0 0 0 0 0,0 0-1 0 0,0 0 1 0 0,1 0-182 0 0,-1 0 181 0 0,0 0 1 0 0,0 1 0 0 0,0-1-1 0 0,0 0 1 0 0,0 0 0 0 0,0 0-1 0 0,0 0 1 0 0,0 0 0 0 0,0 0-1 0 0,0 0 1 0 0,0 0 0 0 0,0 0-1 0 0,0 1 1 0 0,0-1 0 0 0,0 0-1 0 0,0 0 1 0 0,0 0 0 0 0,0 0-1 0 0,0 0 1 0 0,0 0 0 0 0,0 0-1 0 0,4-3-848 0 0,3-2 1105 0 0,1 0 0 0 0,0 0 0 0 0,1 1 0 0 0,-1 0 0 0 0,1 0 0 0 0,0 1 0 0 0,0 0 0 0 0,0 1-1 0 0,0 0 1 0 0,1 0 0 0 0,10 0 0 0 0,-2-1 479 0 0,-13 3-494 0 0,0-1 0 0 0,0-1 1 0 0,0 1-1 0 0,0-1 0 0 0,0 0 0 0 0,0 0 1 0 0,0 0-1 0 0,0-1 0 0 0,-1 1 0 0 0,1-1 1 0 0,-1 0-1 0 0,0-1 0 0 0,0 1 1 0 0,0-1-1 0 0,4-5 0 0 0,-3 3-49 0 0,-2 0 0 0 0,1 0 0 0 0,-1-1 1 0 0,0 1-1 0 0,0-1 0 0 0,0 0 0 0 0,-1 0 0 0 0,0 0 0 0 0,-1 0 0 0 0,2-8 0 0 0,-2-14-273 0 0,0 0 0 0 0,-2 0-1 0 0,-1 1 1 0 0,-9-44-1 0 0,10 61-96 0 0,-2-2-1545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4.4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304 22 6449 0 0,'-6'-3'566'0'0,"0"-1"-1"0"0,0 2 0 0 0,0-1 0 0 0,-1 1 1 0 0,1 0-1 0 0,-1 0 0 0 0,1 1 1 0 0,-1 0-1 0 0,0 0 0 0 0,0 0 0 0 0,1 1 1 0 0,-1 0-1 0 0,0 0 0 0 0,0 1 1 0 0,1 0-1 0 0,-1 0 0 0 0,-8 3 0 0 0,5-1-290 0 0,-1 0 0 0 0,1 1-1 0 0,-1 1 1 0 0,1 0 0 0 0,1 0-1 0 0,-1 0 1 0 0,1 2 0 0 0,0-1-1 0 0,-15 14 1 0 0,17-12-153 0 0,0 1 1 0 0,1 0-1 0 0,0 1 1 0 0,0-1-1 0 0,1 1 1 0 0,0 0-1 0 0,1 0 1 0 0,0 1 0 0 0,0-1-1 0 0,1 1 1 0 0,1 0-1 0 0,0 0 1 0 0,0 0-1 0 0,1 0 1 0 0,1 0-1 0 0,1 19 1 0 0,-1-13-105 0 0,2 0 1 0 0,1 0-1 0 0,0-1 1 0 0,0 1 0 0 0,2-1-1 0 0,0 0 1 0 0,1 0-1 0 0,1-1 1 0 0,0 0-1 0 0,14 21 1 0 0,-19-32-59 0 0,1-1 0 0 0,-1 1 0 0 0,1-1 0 0 0,0 1 0 0 0,0-1 0 0 0,1 0 0 0 0,-1 0-1 0 0,1-1 1 0 0,-1 1 0 0 0,1-1 0 0 0,0 1 0 0 0,0-1 0 0 0,0 0 0 0 0,0-1 0 0 0,0 1 0 0 0,1-1 0 0 0,-1 0 0 0 0,0 0 0 0 0,1 0 0 0 0,-1 0 0 0 0,1-1 0 0 0,5 0 0 0 0,-4 0-156 0 0,0-1 0 0 0,-1-1 0 0 0,1 1 1 0 0,0-1-1 0 0,-1 0 0 0 0,1 0 0 0 0,-1 0 1 0 0,0-1-1 0 0,1 0 0 0 0,-1 0 0 0 0,0 0 1 0 0,-1-1-1 0 0,1 0 0 0 0,-1 0 1 0 0,0 0-1 0 0,6-7 0 0 0,-2 0-614 0 0,0 0 0 0 0,0-1 0 0 0,-1 0 0 0 0,-1-1 0 0 0,7-17 0 0 0,0-6-3969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4.6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68 191 2761 0 0,'-39'-116'1738'0'0,"11"41"7310"0"0,48 136-2118 0 0,3 39-5124 0 0,-3-10-1220 0 0,8 10-376 0 0,71 169 0 0 0,-24-121-4526 0 0,-63-128-2646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5.0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158 85 5529 0 0,'0'-3'437'0'0,"0"-1"1"0"0,0 0-1 0 0,-1 0 0 0 0,1 0 0 0 0,-1 0 1 0 0,0 1-1 0 0,-1-1 0 0 0,1 0 0 0 0,0 1 0 0 0,-1-1 1 0 0,0 1-1 0 0,0 0 0 0 0,0-1 0 0 0,0 1 1 0 0,-1 0-1 0 0,1 0 0 0 0,-1 0 0 0 0,1 1 0 0 0,-1-1 1 0 0,0 1-1 0 0,0-1 0 0 0,-7-2 0 0 0,8 4-276 0 0,0 0 0 0 0,-1 0 0 0 0,1 0 0 0 0,-1 0 0 0 0,1 1-1 0 0,-1-1 1 0 0,1 1 0 0 0,-1 0 0 0 0,0 0 0 0 0,1 0 0 0 0,-1 0 0 0 0,1 0-1 0 0,-1 1 1 0 0,1-1 0 0 0,-1 1 0 0 0,1-1 0 0 0,-1 1 0 0 0,1 0 0 0 0,-1 0-1 0 0,1 0 1 0 0,0 0 0 0 0,0 1 0 0 0,-1-1 0 0 0,1 1 0 0 0,0-1 0 0 0,0 1-1 0 0,0 0 1 0 0,1 0 0 0 0,-1 0 0 0 0,0 0 0 0 0,1 0 0 0 0,-1 0 0 0 0,1 0-1 0 0,-3 5 1 0 0,-1 3-87 0 0,0 1 0 0 0,1-1 0 0 0,0 1-1 0 0,0 1 1 0 0,1-1 0 0 0,1 0 0 0 0,0 1 0 0 0,1-1 0 0 0,0 1-1 0 0,0 14 1 0 0,2-11-52 0 0,-1 0 0 0 0,2 0 0 0 0,0 0 0 0 0,1 0-1 0 0,0-1 1 0 0,2 1 0 0 0,8 20 0 0 0,-11-30-77 0 0,0 0-1 0 0,1 0 1 0 0,0 0-1 0 0,0 0 1 0 0,1-1-1 0 0,-1 0 1 0 0,1 0-1 0 0,0 0 1 0 0,0 0-1 0 0,0 0 1 0 0,1-1 0 0 0,-1 1-1 0 0,1-1 1 0 0,0 0-1 0 0,5 2 1 0 0,-6-4-55 0 0,-1 0 1 0 0,1 0 0 0 0,-1 0 0 0 0,1-1 0 0 0,-1 1 0 0 0,1-1-1 0 0,-1 0 1 0 0,1 0 0 0 0,-1 0 0 0 0,1 0 0 0 0,-1-1 0 0 0,1 1-1 0 0,-1-1 1 0 0,1 0 0 0 0,-1 0 0 0 0,0 0 0 0 0,1-1 0 0 0,-1 1-1 0 0,0-1 1 0 0,0 1 0 0 0,0-1 0 0 0,0 0 0 0 0,0-1-1 0 0,4-3 1 0 0,1-2 35 0 0,0-1 0 0 0,-1 0-1 0 0,0-1 1 0 0,-1 0 0 0 0,1 0-1 0 0,-2 0 1 0 0,0-1-1 0 0,5-12 1 0 0,-5 10 525 0 0,1 0-1 0 0,0 1 0 0 0,1 0 1 0 0,16-22-1 0 0,-20 32-412 0 0,-1-1-1 0 0,0 1 0 0 0,0-1 0 0 0,1 1 0 0 0,-1 0 1 0 0,1 0-1 0 0,0 0 0 0 0,0 0 0 0 0,0 1 1 0 0,0-1-1 0 0,0 1 0 0 0,6-2 0 0 0,-7 2 26 0 0,0 1-1 0 0,0 0 0 0 0,0 0 1 0 0,0 0-1 0 0,0 0 0 0 0,0 0 1 0 0,0 0-1 0 0,0 1 0 0 0,0-1 1 0 0,0 1-1 0 0,0-1 1 0 0,0 1-1 0 0,0 0 0 0 0,0 0 1 0 0,-1 0-1 0 0,3 1 0 0 0,5 5-81 0 0,-1 0-1 0 0,-1 1 0 0 0,1 0 0 0 0,-1 0 0 0 0,0 1 0 0 0,8 14 0 0 0,-9-14-1355 0 0,0 0 0 0 0,0-1 0 0 0,1 1 0 0 0,12 10 0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5.3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46 9674 0 0,'-2'-6'325'0'0,"1"4"-119"0"0,-1-1 0 0 0,1 1 0 0 0,1-1 0 0 0,-1 1 0 0 0,0-1 0 0 0,1 1-1 0 0,-1-1 1 0 0,1 1 0 0 0,0-1 0 0 0,-1 0 0 0 0,1 1 0 0 0,1-1 0 0 0,-1-3-1 0 0,1 6-35 0 0,0 0 0 0 0,-1 0-1 0 0,1 0 1 0 0,-1 0-1 0 0,1 0 1 0 0,0 1-1 0 0,-1-1 1 0 0,1 0-1 0 0,-1 0 1 0 0,1 1-1 0 0,-1-1 1 0 0,1 0 0 0 0,-1 1-1 0 0,1-1 1 0 0,-1 0-1 0 0,1 1 1 0 0,-1-1-1 0 0,1 1 1 0 0,-1-1-1 0 0,1 1 1 0 0,-1-1-1 0 0,0 1 1 0 0,0-1 0 0 0,1 1-1 0 0,-1 0 1 0 0,0-1-1 0 0,0 1 1 0 0,1-1-1 0 0,-1 1 1 0 0,0 0-1 0 0,0 0 1 0 0,9 25 1431 0 0,-8-23-1175 0 0,30 100 1327 0 0,41 119-177 0 0,-16-77-8954 0 0,-46-123 367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5.4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15 150 8290 0 0,'-1'0'131'0'0,"0"-1"-1"0"0,0 0 1 0 0,-1 0 0 0 0,1 0 0 0 0,1 0 0 0 0,-1 0-1 0 0,0 0 1 0 0,0-1 0 0 0,0 1 0 0 0,0 0-1 0 0,1 0 1 0 0,-1-1 0 0 0,1 1 0 0 0,-1 0 0 0 0,1-1-1 0 0,-1 1 1 0 0,1-1 0 0 0,0 1 0 0 0,0 0 0 0 0,-1-1-1 0 0,1 1 1 0 0,0-1 0 0 0,0 1 0 0 0,1-1 0 0 0,-1 1-1 0 0,0 0 1 0 0,0-1 0 0 0,1 1 0 0 0,-1-1-1 0 0,1 1 1 0 0,-1 0 0 0 0,1-1 0 0 0,-1 1 0 0 0,1 0-1 0 0,0 0 1 0 0,0 0 0 0 0,0-1 0 0 0,0 1 0 0 0,-1 0-1 0 0,1 0 1 0 0,1 0 0 0 0,-1 0 0 0 0,2-1 0 0 0,7-7 271 0 0,1 1 0 0 0,0 0 0 0 0,22-11 0 0 0,-18 10-472 0 0,39-22-1547 0 0,-33 20-3427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5.8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3 3225 0 0,'0'0'271'0'0,"1"-1"-136"0"0,-1 1 1 0 0,0 0-1 0 0,1 0 1 0 0,-1-1 0 0 0,0 1-1 0 0,1 0 1 0 0,-1 0-1 0 0,0 0 1 0 0,1 0-1 0 0,-1-1 1 0 0,1 1-1 0 0,-1 0 1 0 0,1 0-1 0 0,-1 0 1 0 0,0 0 0 0 0,1 0-1 0 0,-1 0 1 0 0,1 0-1 0 0,-1 0 1 0 0,0 0-1 0 0,1 0 1 0 0,-1 0-1 0 0,1 0 1 0 0,-1 1 0 0 0,0-1-1 0 0,1 0 1 0 0,-1 0-1 0 0,1 0 1 0 0,-1 0-1 0 0,0 1 1 0 0,2 0 542 0 0,-2-1-543 0 0,0 1 1 0 0,1-1-1 0 0,-1 0 1 0 0,0 1-1 0 0,0-1 1 0 0,0 0-1 0 0,1 1 1 0 0,-1-1 0 0 0,0 1-1 0 0,0-1 1 0 0,0 0-1 0 0,0 1 1 0 0,0-1-1 0 0,0 1 1 0 0,0-1-1 0 0,0 1 1 0 0,0-1-1 0 0,0 0 1 0 0,0 1 0 0 0,0-1-1 0 0,0 1 1 0 0,0-1-1 0 0,0 1 1 0 0,-7 32 3799 0 0,5-25-3386 0 0,-3 22 346 0 0,2 0 0 0 0,0 37 1 0 0,3-55-641 0 0,1 0-1 0 0,0 0 1 0 0,1 0 0 0 0,0 0 0 0 0,1-1 0 0 0,0 1 0 0 0,1-1 0 0 0,7 17 0 0 0,-11-27-263 0 0,1 1 1 0 0,-1-1 0 0 0,1 0 0 0 0,-1 0 0 0 0,1 0-1 0 0,0 0 1 0 0,-1 0 0 0 0,1 0 0 0 0,0 0 0 0 0,0 0 0 0 0,0 0-1 0 0,0 0 1 0 0,0 0 0 0 0,0 0 0 0 0,0-1 0 0 0,0 1-1 0 0,0 0 1 0 0,0-1 0 0 0,0 1 0 0 0,1-1 0 0 0,-1 1 0 0 0,0-1-1 0 0,0 0 1 0 0,0 1 0 0 0,2-1 0 0 0,-1 0-18 0 0,-1-1 0 0 0,1 1 0 0 0,0-1 0 0 0,-1 0 1 0 0,0 1-1 0 0,1-1 0 0 0,-1 0 0 0 0,0 0 0 0 0,1 0 1 0 0,-1 0-1 0 0,0 0 0 0 0,0 0 0 0 0,0-1 0 0 0,0 1 0 0 0,0 0 1 0 0,2-3-1 0 0,4-7-156 0 0,-1-1 0 0 0,0 0 0 0 0,6-19 1 0 0,-12 29 171 0 0,15-45-259 0 0,-12 33 509 0 0,1 0 1 0 0,1 0-1 0 0,0 0 1 0 0,1 1-1 0 0,0 0 0 0 0,10-13 1 0 0,-15 24-209 0 0,0 1 1 0 0,0 0-1 0 0,0 0 0 0 0,1-1 1 0 0,-1 1-1 0 0,0 0 1 0 0,1 0-1 0 0,-1 0 0 0 0,1 0 1 0 0,-1 0-1 0 0,1 1 0 0 0,0-1 1 0 0,-1 0-1 0 0,1 1 1 0 0,0-1-1 0 0,0 1 0 0 0,-1 0 1 0 0,1-1-1 0 0,0 1 0 0 0,0 0 1 0 0,-1 0-1 0 0,1 0 1 0 0,0 1-1 0 0,0-1 0 0 0,0 0 1 0 0,-1 0-1 0 0,1 1 1 0 0,0-1-1 0 0,-1 1 0 0 0,1 0 1 0 0,0-1-1 0 0,-1 1 0 0 0,1 0 1 0 0,-1 0-1 0 0,1 0 1 0 0,-1 0-1 0 0,1 0 0 0 0,1 3 1 0 0,8 5 286 0 0,-1 1 1 0 0,0 0-1 0 0,16 21 0 0 0,-20-23-272 0 0,59 71-1942 0 0,-49-61-5966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8.2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5 366 6449 0 0,'-1'0'42'0'0,"1"0"-1"0"0,0 0 0 0 0,0-1 1 0 0,0 1-1 0 0,-1 0 0 0 0,1 0 1 0 0,0 0-1 0 0,0 0 0 0 0,0 0 0 0 0,0 0 1 0 0,-1 0-1 0 0,1 0 0 0 0,0-1 1 0 0,0 1-1 0 0,0 0 0 0 0,0 0 1 0 0,0 0-1 0 0,0 0 0 0 0,-1 0 0 0 0,1-1 1 0 0,0 1-1 0 0,0 0 0 0 0,0 0 1 0 0,0 0-1 0 0,0 0 0 0 0,0-1 1 0 0,0 1-1 0 0,0 0 0 0 0,0 0 0 0 0,0 0 1 0 0,0-1-1 0 0,0 1 0 0 0,0 0 1 0 0,0 0-1 0 0,0 0 0 0 0,0-1 1 0 0,0 1-1 0 0,0 0 0 0 0,0 0 1 0 0,0 0-1 0 0,0-1 0 0 0,8-9 901 0 0,12-5 30 0 0,5 3-720 0 0,1 1 0 0 0,1 1 0 0 0,0 1 0 0 0,0 2-1 0 0,34-6 1 0 0,14-4-203 0 0,-4 1-11 0 0,127-13 0 0 0,74 14 8 0 0,-190 12-29 0 0,276 0 7 0 0,-77 2-82 0 0,-185-1 72 0 0,294-14-453 0 0,-244 4 243 0 0,304-34-213 0 0,32-15 342 0 0,-78 13-2400 0 0,-380 46 1264 0 0,-3 2-1464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8.9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2163 1 2304 0 0,'5'9'1144'0'0,"0"0"-1"0"0,-1 1 0 0 0,-1 0 1 0 0,0-1-1 0 0,0 1 0 0 0,3 20 1 0 0,6 22 937 0 0,20 31-627 0 0,61 112 1 0 0,-41-91-1232 0 0,114 252-210 0 0,48 98-16 0 0,-24-56 1 0 0,-34 12 15 0 0,-110-269 804 0 0,5-3 0 0 0,7-2 1 0 0,101 174-1 0 0,-144-285-683 0 0,87 155 288 0 0,-80-137-516 0 0,-3 1-1 0 0,19 62 1 0 0,-1 16-46 0 0,52 186 922 0 0,-88-303-718 0 0,1 1 1 0 0,-1 0 0 0 0,0 0 0 0 0,-1-1 0 0 0,0 1-1 0 0,1 0 1 0 0,-2 0 0 0 0,1 0 0 0 0,-1 0 0 0 0,0-1-1 0 0,0 1 1 0 0,0 0 0 0 0,-1-1 0 0 0,0 1 0 0 0,0-1-1 0 0,0 1 1 0 0,-1-1 0 0 0,0 0 0 0 0,0 0 0 0 0,-4 5-1 0 0,1-3-27 0 0,-1 0 1 0 0,0-1-1 0 0,0 0 0 0 0,0 0 0 0 0,-1 0 0 0 0,0-1 0 0 0,0 0 0 0 0,-1-1 0 0 0,1 0 0 0 0,-1 0 0 0 0,-16 4 0 0 0,-12 0-9 0 0,-1-1-1 0 0,0-2 0 0 0,0-1 0 0 0,-68-3 1 0 0,1 0-227 0 0,-986 59-935 0 0,391-45 586 0 0,691-15 550 0 0,-649-4 349 0 0,549 8-286 0 0,-378 4 678 0 0,457-9-1042 0 0,1-1-1 0 0,1-1 1 0 0,-1-2-1 0 0,-28-7 1 0 0,35 4-1020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9.5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3 7834 0 0,'-2'-1'168'0'0,"0"1"1"0"0,0-1-1 0 0,0 1 1 0 0,-1 0 0 0 0,1 0-1 0 0,0 0 1 0 0,0 0 0 0 0,0 0-1 0 0,0 1 1 0 0,0-1-1 0 0,0 1 1 0 0,0-1 0 0 0,-1 1-1 0 0,2 0 1 0 0,-1 0-1 0 0,-3 1 1 0 0,4-1-86 0 0,0 0 0 0 0,-1 0 0 0 0,1 1 0 0 0,0-1 0 0 0,0 0 0 0 0,0 0 1 0 0,1 1-1 0 0,-1-1 0 0 0,0 1 0 0 0,0-1 0 0 0,1 1 0 0 0,-1-1 0 0 0,1 1 0 0 0,-1-1 0 0 0,1 1 0 0 0,0-1 0 0 0,0 3 0 0 0,0 6 3 0 0,0 0 1 0 0,1 1-1 0 0,0-1 0 0 0,1 0 0 0 0,5 15 0 0 0,-2-6-189 0 0,55 261-114 0 0,107 460-227 0 0,-37-303 166 0 0,-34-131 266 0 0,83 378 23 0 0,-101-376 1204 0 0,7-39 2042 0 0,-16-56-1211 0 0,-59-170-1461 0 0,-2 1 0 0 0,-2-1 0 0 0,1 47 0 0 0,1 14 795 0 0,-7-93-1262 0 0,8 45-740 0 0,7-21-3069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31.7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437 233 4609 0 0,'-3'-4'277'0'0,"0"0"0"0"0,0 1 0 0 0,-1-1 1 0 0,0 1-1 0 0,0 0 0 0 0,0 0 0 0 0,0 0 0 0 0,0 0 0 0 0,0 1 0 0 0,-1-1 1 0 0,1 1-1 0 0,-1 1 0 0 0,0-1 0 0 0,1 0 0 0 0,-1 1 0 0 0,-10-1 0 0 0,7 1 6 0 0,0 0 0 0 0,0 1-1 0 0,0 0 1 0 0,-1 0-1 0 0,1 1 1 0 0,0 0 0 0 0,0 0-1 0 0,0 1 1 0 0,-11 3 0 0 0,8 1-112 0 0,0-1 1 0 0,1 2-1 0 0,0-1 0 0 0,0 1 1 0 0,0 1-1 0 0,1 0 1 0 0,0 0-1 0 0,0 1 1 0 0,1 0-1 0 0,0 1 1 0 0,1-1-1 0 0,0 2 1 0 0,1-1-1 0 0,0 1 1 0 0,-6 14-1 0 0,-8 21-176 0 0,2 1 1 0 0,-15 65-1 0 0,31-103 20 0 0,-13 48-346 0 0,-15 119 0 0 0,27-137 263 0 0,2-1 1 0 0,2 0-1 0 0,1 1 1 0 0,9 47-1 0 0,87 323-502 0 0,-73-333-334 0 0,3-1 0 0 0,4-2 0 0 0,51 88 0 0 0,-60-123 219 0 0,2-2 0 0 0,1-1 0 0 0,51 52 0 0 0,-59-69 630 0 0,1-1-1 0 0,1 0 0 0 0,0-2 1 0 0,1 0-1 0 0,0-2 0 0 0,2 0 1 0 0,38 16-1 0 0,-49-25 45 0 0,-1-1-1 0 0,0 0 1 0 0,1-1-1 0 0,0 0 1 0 0,0-1 0 0 0,0 0-1 0 0,-1-1 1 0 0,1-1-1 0 0,0 1 1 0 0,0-2 0 0 0,0 0-1 0 0,-1 0 1 0 0,1-1 0 0 0,-1 0-1 0 0,0-1 1 0 0,0-1-1 0 0,0 0 1 0 0,0 0 0 0 0,17-12-1 0 0,-9 3 159 0 0,0 0 1 0 0,-1-1-1 0 0,0-1 0 0 0,-1-1 1 0 0,-1-1-1 0 0,-1 0 0 0 0,0-1 0 0 0,22-39 1 0 0,-11 12 393 0 0,-3-1 1 0 0,-2-1-1 0 0,-2-1 0 0 0,-2-1 1 0 0,-2 0-1 0 0,-2-1 1 0 0,-3 0-1 0 0,8-104 1 0 0,-19 130-99 0 0,0-1 1 0 0,-2 1-1 0 0,-1 0 1 0 0,0 0 0 0 0,-14-39-1 0 0,-55-117 2291 0 0,-2-8-1152 0 0,56 128-1230 0 0,-3 1 0 0 0,-31-59 0 0 0,37 89-86 0 0,-1 0-1 0 0,-1 1 1 0 0,-2 2 0 0 0,-1-1-1 0 0,-37-36 1 0 0,19 23-309 0 0,-61-86 0 0 0,23 26 24 0 0,67 90-19 0 0,-1 1 1 0 0,1 0-1 0 0,-2 1 1 0 0,1 0-1 0 0,-1 1 1 0 0,-1 0-1 0 0,1 1 0 0 0,-1 0 1 0 0,-1 1-1 0 0,1 0 1 0 0,-1 1-1 0 0,0 1 1 0 0,0 0-1 0 0,0 1 1 0 0,-27-2-1 0 0,32 4-81 0 0,0 1 0 0 0,0 0 0 0 0,0 1 0 0 0,-1 0 0 0 0,1 1 0 0 0,0-1 0 0 0,0 2 0 0 0,1-1-1 0 0,-1 1 1 0 0,0 1 0 0 0,-11 5 0 0 0,14-5-48 0 0,0 1-1 0 0,0-1 1 0 0,0 1-1 0 0,0 0 0 0 0,1 0 1 0 0,0 1-1 0 0,0 0 1 0 0,0 0-1 0 0,1 0 1 0 0,-1 0-1 0 0,2 1 1 0 0,-1 0-1 0 0,1 0 0 0 0,0 0 1 0 0,-3 9-1 0 0,-2 24-2420 0 0,4-17-2836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06.3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95 6913 0 0,'-2'-4'418'0'0,"1"0"0"0"0,-1-1 0 0 0,1 1-1 0 0,0-1 1 0 0,0 1 0 0 0,0-1 0 0 0,1 1-1 0 0,-1-10 1 0 0,1 12-156 0 0,0 0 0 0 0,1 0 1 0 0,-1 0-1 0 0,1 0 0 0 0,-1 0 0 0 0,1 0 0 0 0,-1 0 0 0 0,1 0 0 0 0,0 0 0 0 0,0 0 0 0 0,0 0 0 0 0,0 0 1 0 0,0 1-1 0 0,1-1 0 0 0,-1 0 0 0 0,0 1 0 0 0,1-1 0 0 0,-1 1 0 0 0,1 0 0 0 0,0-1 0 0 0,-1 1 0 0 0,1 0 1 0 0,2-1-1 0 0,-4 2-193 0 0,1-1 1 0 0,-1 1 0 0 0,1 0 0 0 0,-1-1 0 0 0,1 1 0 0 0,-1 0-1 0 0,1-1 1 0 0,0 1 0 0 0,-1 0 0 0 0,1 0 0 0 0,0 0 0 0 0,-1 0-1 0 0,1 0 1 0 0,-1-1 0 0 0,1 1 0 0 0,0 0 0 0 0,-1 0 0 0 0,1 1-1 0 0,0-1 1 0 0,-1 0 0 0 0,1 0 0 0 0,0 0 0 0 0,-1 0 0 0 0,1 1-1 0 0,-1-1 1 0 0,1 0 0 0 0,-1 0 0 0 0,1 1 0 0 0,0-1 0 0 0,-1 0-1 0 0,1 1 1 0 0,-1-1 0 0 0,1 1 0 0 0,-1-1 0 0 0,0 1 0 0 0,1-1-1 0 0,-1 1 1 0 0,1-1 0 0 0,-1 1 0 0 0,0-1 0 0 0,1 1 0 0 0,-1-1-1 0 0,0 1 1 0 0,0 0 0 0 0,0-1 0 0 0,1 2 0 0 0,-1-1 13 0 0,0 1 1 0 0,1 0-1 0 0,-1-1 1 0 0,0 1-1 0 0,0 0 1 0 0,0-1-1 0 0,-1 1 1 0 0,1-1-1 0 0,0 1 1 0 0,0 0-1 0 0,-1-1 1 0 0,1 1-1 0 0,-1-1 1 0 0,0 1-1 0 0,1-1 1 0 0,-1 0-1 0 0,-2 3 1 0 0,1-1-122 0 0,0-1 1 0 0,0 1-1 0 0,-1-1 1 0 0,0 0-1 0 0,1 0 1 0 0,-1 0-1 0 0,0 0 1 0 0,0 0-1 0 0,0-1 1 0 0,0 1-1 0 0,0-1 1 0 0,0 0-1 0 0,-1 0 1 0 0,1 0-1 0 0,-5 1 1 0 0,6-2-205 0 0,1 0 0 0 0,0 1 0 0 0,-1-1 0 0 0,1 0 0 0 0,0 1 0 0 0,-1-1 0 0 0,1 1 1 0 0,0-1-1 0 0,0 1 0 0 0,0 0 0 0 0,-1 0 0 0 0,1-1 0 0 0,-2 3 0 0 0,-3 14-6956 0 0,7-7 3379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08.0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73 127 5065 0 0,'-11'-36'2728'0'0,"-7"-15"372"0"0,17 47-2688 0 0,0 1 0 0 0,-1 0 0 0 0,0-1 0 0 0,0 1 0 0 0,0 0 0 0 0,0 0 0 0 0,-1 0 0 0 0,1 0 0 0 0,-1 1 0 0 0,-5-5 0 0 0,8 7-357 0 0,0-1 0 0 0,-1 1 1 0 0,1 0-1 0 0,0 0 1 0 0,0 0-1 0 0,0 0 1 0 0,-1 0-1 0 0,1 0 0 0 0,0 0 1 0 0,0 0-1 0 0,0 0 1 0 0,-1-1-1 0 0,1 1 0 0 0,0 0 1 0 0,0 0-1 0 0,-1 0 1 0 0,1 0-1 0 0,0 0 0 0 0,0 0 1 0 0,-1 1-1 0 0,1-1 1 0 0,0 0-1 0 0,0 0 1 0 0,-1 0-1 0 0,1 0 0 0 0,0 0 1 0 0,0 0-1 0 0,0 0 1 0 0,-1 0-1 0 0,1 0 0 0 0,0 1 1 0 0,0-1-1 0 0,0 0 1 0 0,-1 0-1 0 0,1 0 0 0 0,0 0 1 0 0,0 1-1 0 0,0-1 1 0 0,-5 14 729 0 0,2 16-548 0 0,3-28-112 0 0,2 132 487 0 0,19 141-1 0 0,-7-117-552 0 0,-3-49-62 0 0,1 30-264 0 0,-9-47-4676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08.5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2 110 5065 0 0,'-1'-3'124'0'0,"1"0"1"0"0,-1 0-1 0 0,1 1 0 0 0,0-1 0 0 0,0 0 1 0 0,0 0-1 0 0,1 0 0 0 0,-1 0 0 0 0,1 0 1 0 0,-1 1-1 0 0,1-1 0 0 0,0 0 0 0 0,0 0 1 0 0,0 1-1 0 0,1-1 0 0 0,-1 1 0 0 0,3-4 1 0 0,-1 2-46 0 0,0 1 0 0 0,0-1 1 0 0,1 0-1 0 0,0 1 1 0 0,0 0-1 0 0,0 0 1 0 0,0 0-1 0 0,0 0 0 0 0,7-2 1 0 0,-2 1 217 0 0,0 0 1 0 0,0 1 0 0 0,1 0 0 0 0,-1 1-1 0 0,0 0 1 0 0,1 0 0 0 0,0 1-1 0 0,-1 0 1 0 0,1 1 0 0 0,10 1-1 0 0,-11 0-112 0 0,0 1 1 0 0,0 0-1 0 0,0 1 0 0 0,-1 0 0 0 0,1 0 0 0 0,-1 1 0 0 0,0 0 0 0 0,0 0 0 0 0,0 1 0 0 0,-1 0 0 0 0,0 1 0 0 0,0-1 0 0 0,0 1 0 0 0,0 1 0 0 0,-1-1 0 0 0,0 1 0 0 0,6 9 0 0 0,-8-9-157 0 0,0 0-1 0 0,0-1 1 0 0,0 2-1 0 0,-1-1 1 0 0,0 0-1 0 0,0 1 1 0 0,-1-1-1 0 0,0 1 1 0 0,0 0-1 0 0,-1-1 1 0 0,0 1-1 0 0,-1 0 1 0 0,1 0-1 0 0,-1 0 1 0 0,-1 0-1 0 0,0 0 1 0 0,0 0-1 0 0,0-1 1 0 0,-5 15-1 0 0,-7 10-67 0 0,-1-1 0 0 0,-2-1 0 0 0,-30 46 0 0 0,-69 77 516 0 0,15-42 2522 0 0,109-117-2364 0 0,0 1 0 0 0,0 0-1 0 0,0 0 1 0 0,16-4 0 0 0,-15 5-429 0 0,3-1-167 0 0,0 0-1 0 0,0 1 1 0 0,0 1 0 0 0,0 0-1 0 0,1 1 1 0 0,-1 1-1 0 0,1 0 1 0 0,0 0-1 0 0,-1 2 1 0 0,15 1-1 0 0,-8 1-321 0 0,0 2 0 0 0,-1 0 0 0 0,0 1 0 0 0,0 1-1 0 0,0 0 1 0 0,20 13 0 0 0,11 6-1739 0 0,-26-12 527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08.9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364 112 5529 0 0,'-8'-11'399'0'0,"0"0"-1"0"0,-1 0 1 0 0,-1 1-1 0 0,1 0 1 0 0,-15-11-1 0 0,18 17-134 0 0,-1-1 1 0 0,0 1-1 0 0,0 0 0 0 0,0 1 0 0 0,0 0 0 0 0,-1 0 1 0 0,1 0-1 0 0,-1 1 0 0 0,0 0 0 0 0,-12-1 0 0 0,15 2-86 0 0,0 1 0 0 0,-1 0 0 0 0,1 0 0 0 0,0 0 0 0 0,0 1-1 0 0,-1 0 1 0 0,1 0 0 0 0,0 0 0 0 0,0 1 0 0 0,0-1 0 0 0,0 1 0 0 0,0 1-1 0 0,1-1 1 0 0,-10 6 0 0 0,7-3 21 0 0,0 1-1 0 0,1 0 0 0 0,-1 1 1 0 0,1-1-1 0 0,1 1 0 0 0,-1 0 1 0 0,1 1-1 0 0,-5 9 1 0 0,0 4 79 0 0,0 0 1 0 0,2 1 0 0 0,0 0-1 0 0,1 0 1 0 0,-6 45 0 0 0,11-58-256 0 0,1 0 1 0 0,1 0-1 0 0,0 0 1 0 0,0 0-1 0 0,1 0 1 0 0,0 0-1 0 0,0 0 1 0 0,1-1 0 0 0,0 1-1 0 0,1 0 1 0 0,0-1-1 0 0,4 9 1 0 0,-5-14-32 0 0,-1 0 1 0 0,1 0 0 0 0,0 0 0 0 0,1 0-1 0 0,-1 0 1 0 0,0-1 0 0 0,1 1 0 0 0,-1-1-1 0 0,1 0 1 0 0,0 1 0 0 0,0-1 0 0 0,0 0-1 0 0,0-1 1 0 0,0 1 0 0 0,0-1 0 0 0,1 1-1 0 0,-1-1 1 0 0,0 0 0 0 0,1 0 0 0 0,-1 0-1 0 0,1-1 1 0 0,-1 1 0 0 0,1-1 0 0 0,-1 0-1 0 0,1 0 1 0 0,0 0 0 0 0,-1 0 0 0 0,1-1-1 0 0,-1 1 1 0 0,1-1 0 0 0,-1 0 0 0 0,6-2-1 0 0,2-1-133 0 0,-1 0-1 0 0,1-1 0 0 0,-1 0 0 0 0,-1-1 0 0 0,1 0 1 0 0,-1 0-1 0 0,0-1 0 0 0,0 0 0 0 0,0-1 1 0 0,-1 0-1 0 0,-1 0 0 0 0,8-10 0 0 0,-3 2 645 0 0,-1-1-1 0 0,-1-1 0 0 0,0 0 1 0 0,-1 0-1 0 0,12-35 0 0 0,-21 52-421 0 0,0 0 0 0 0,0 0 1 0 0,1-1-1 0 0,-1 1 0 0 0,1 0 0 0 0,-1 0 0 0 0,1 0 0 0 0,-1 0 0 0 0,1 0 0 0 0,0 0 0 0 0,-1-1 0 0 0,1 2 0 0 0,0-1 1 0 0,0 0-1 0 0,0 0 0 0 0,0 0 0 0 0,0 0 0 0 0,0 0 0 0 0,0 1 0 0 0,0-1 0 0 0,0 1 0 0 0,0-1 0 0 0,2 0 0 0 0,-2 1-30 0 0,1 0 0 0 0,-1 0-1 0 0,0 0 1 0 0,1 1-1 0 0,-1-1 1 0 0,0 0-1 0 0,1 1 1 0 0,-1-1-1 0 0,0 1 1 0 0,0-1-1 0 0,1 1 1 0 0,-1 0-1 0 0,0-1 1 0 0,0 1-1 0 0,0 0 1 0 0,0 0-1 0 0,2 2 1 0 0,2 3 1 0 0,0 0 1 0 0,0 0-1 0 0,0 0 0 0 0,-1 1 1 0 0,7 14-1 0 0,-7-10-150 0 0,1 0 0 0 0,0-1 0 0 0,1 1 0 0 0,1-1 0 0 0,10 15 0 0 0,-12-21-218 0 0,-1 0 0 0 0,1 0 0 0 0,0 0 0 0 0,0 0 0 0 0,0-1 0 0 0,1 1-1 0 0,-1-2 1 0 0,1 1 0 0 0,-1 0 0 0 0,1-1 0 0 0,0 0 0 0 0,9 2 0 0 0,3-1-1351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09.4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107 296 3625 0 0,'-5'-19'136'0'0,"-14"-41"468"0"0,17 57-174 0 0,1 0 0 0 0,0-1 0 0 0,-1 1 0 0 0,0 0 0 0 0,0 0 0 0 0,0 0 0 0 0,0 1 0 0 0,0-1 0 0 0,-1 1 0 0 0,1-1 0 0 0,-1 1 0 0 0,1-1 1 0 0,-1 1-1 0 0,-4-2 0 0 0,6 4-297 0 0,0 0 0 0 0,0 0 1 0 0,0-1-1 0 0,0 1 0 0 0,0 0 1 0 0,0 1-1 0 0,1-1 0 0 0,-1 0 1 0 0,0 0-1 0 0,0 0 1 0 0,0 1-1 0 0,0-1 0 0 0,0 0 1 0 0,0 1-1 0 0,0-1 0 0 0,0 0 1 0 0,1 1-1 0 0,-1-1 0 0 0,0 1 1 0 0,0 0-1 0 0,1-1 0 0 0,-1 1 1 0 0,0 0-1 0 0,1-1 0 0 0,-1 1 1 0 0,1 0-1 0 0,-1 0 1 0 0,0-1-1 0 0,1 1 0 0 0,0 0 1 0 0,-1 0-1 0 0,1 0 0 0 0,0 0 1 0 0,-1 0-1 0 0,1 1 0 0 0,-12 36 1007 0 0,12-37-1104 0 0,-3 16 195 0 0,0-1 0 0 0,2 1 0 0 0,0-1 0 0 0,1 1 0 0 0,0-1 0 0 0,2 1 0 0 0,0-1 0 0 0,0 1 0 0 0,2-1 0 0 0,9 28 0 0 0,-10-36-163 0 0,1 0-1 0 0,-1 0 1 0 0,2 0-1 0 0,-1-1 1 0 0,1 1-1 0 0,0-1 1 0 0,1 0-1 0 0,0 0 1 0 0,11 9-1 0 0,-12-12-63 0 0,0 0-1 0 0,1-1 1 0 0,-1 1 0 0 0,1-1-1 0 0,0 0 1 0 0,0-1 0 0 0,0 1-1 0 0,1-1 1 0 0,-1 0 0 0 0,0-1-1 0 0,1 0 1 0 0,-1 0 0 0 0,1 0-1 0 0,8-1 1 0 0,-11 0-41 0 0,0 0 1 0 0,0-1-1 0 0,0 1 1 0 0,1-1-1 0 0,-1 0 1 0 0,0 0-1 0 0,0 0 0 0 0,0-1 1 0 0,0 1-1 0 0,0-1 1 0 0,-1 0-1 0 0,1 0 1 0 0,0-1-1 0 0,-1 1 0 0 0,0-1 1 0 0,1 0-1 0 0,-1 1 1 0 0,0-1-1 0 0,-1-1 1 0 0,1 1-1 0 0,0 0 0 0 0,-1-1 1 0 0,0 1-1 0 0,0-1 1 0 0,0 0-1 0 0,0 0 0 0 0,0 0 1 0 0,1-6-1 0 0,3-10-99 0 0,-2-1 0 0 0,0 0 0 0 0,-1 0 0 0 0,1-31 0 0 0,-3 24 6 0 0,0 24 106 0 0,-1-1 1 0 0,1 1-1 0 0,-1-1 0 0 0,1 1 1 0 0,1-1-1 0 0,-1 1 0 0 0,1-1 1 0 0,-1 1-1 0 0,4-5 0 0 0,-5 9 20 0 0,1-1 0 0 0,-1 1-1 0 0,0-1 1 0 0,1 1 0 0 0,-1 0-1 0 0,0-1 1 0 0,1 1 0 0 0,-1-1 0 0 0,1 1-1 0 0,-1 0 1 0 0,1 0 0 0 0,-1-1-1 0 0,1 1 1 0 0,-1 0 0 0 0,1 0-1 0 0,-1-1 1 0 0,1 1 0 0 0,-1 0 0 0 0,1 0-1 0 0,-1 0 1 0 0,1 0 0 0 0,-1 0-1 0 0,1 0 1 0 0,0 0 0 0 0,-1 0 0 0 0,1 0-1 0 0,-1 0 1 0 0,2 1 0 0 0,0-1 16 0 0,-1 2 0 0 0,1-1 0 0 0,0 0 0 0 0,-1 0 0 0 0,1 1 0 0 0,0-1 0 0 0,-1 0 0 0 0,0 1 0 0 0,1 0 1 0 0,-1-1-1 0 0,0 1 0 0 0,2 3 0 0 0,-2-4 6 0 0,6 10 244 0 0,0 0 0 0 0,0 0 0 0 0,1-1 0 0 0,16 15 0 0 0,-21-22-202 0 0,1 0 0 0 0,-1-1-1 0 0,1 0 1 0 0,-1 0 0 0 0,1 0 0 0 0,0 0 0 0 0,0 0 0 0 0,0-1 0 0 0,0 0 0 0 0,0 0 0 0 0,0 0-1 0 0,0 0 1 0 0,0 0 0 0 0,1-1 0 0 0,-1 0 0 0 0,0 0 0 0 0,0 0 0 0 0,7-1 0 0 0,-5 0 27 0 0,0 0 0 0 0,-1 0 1 0 0,1-1-1 0 0,0 0 0 0 0,-1 0 1 0 0,1 0-1 0 0,-1 0 1 0 0,0-1-1 0 0,1 0 0 0 0,-1 0 1 0 0,0-1-1 0 0,-1 1 0 0 0,1-1 1 0 0,-1 0-1 0 0,0 0 0 0 0,0-1 1 0 0,0 1-1 0 0,0-1 0 0 0,-1 0 1 0 0,1 0-1 0 0,-1 0 0 0 0,-1 0 1 0 0,1 0-1 0 0,-1-1 1 0 0,3-9-1 0 0,-2 3-19 0 0,0-1 1 0 0,-2 1-1 0 0,1-1 1 0 0,-2 1-1 0 0,1-1 1 0 0,-2 0-1 0 0,0 1 1 0 0,0-1-1 0 0,-1 1 0 0 0,-1-1 1 0 0,-4-13-1 0 0,1 6-270 0 0,-2 0-1 0 0,-11-23 0 0 0,-1 10-6888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0.2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336 469 1376 0 0,'1'-3'603'0'0,"0"-1"-1"0"0,-1 1 1 0 0,1-1-1 0 0,-1 1 0 0 0,0 0 1 0 0,0-1-1 0 0,0 1 1 0 0,-1-1-1 0 0,1 1 0 0 0,-1-1 1 0 0,1 1-1 0 0,-1 0 1 0 0,0-1-1 0 0,-3-5 0 0 0,2 6-233 0 0,-1-1 0 0 0,1 1 0 0 0,0 0-1 0 0,-1 0 1 0 0,1 0 0 0 0,-1 0-1 0 0,0 0 1 0 0,0 1 0 0 0,0-1 0 0 0,-1 1-1 0 0,-5-3 1 0 0,5 2-192 0 0,-1 1 0 0 0,0 0 0 0 0,0 0 0 0 0,0 0-1 0 0,0 1 1 0 0,0 0 0 0 0,-1 0 0 0 0,1 0 0 0 0,0 1 0 0 0,0 0 0 0 0,-1 0 0 0 0,1 0-1 0 0,0 0 1 0 0,0 1 0 0 0,-1 0 0 0 0,1 0 0 0 0,0 0 0 0 0,0 1 0 0 0,-7 3 0 0 0,0 2-37 0 0,-1 2 1 0 0,1-1 0 0 0,1 2 0 0 0,0-1 0 0 0,0 2-1 0 0,1-1 1 0 0,0 1 0 0 0,1 1 0 0 0,0 0 0 0 0,-13 23-1 0 0,14-20-122 0 0,1-1-1 0 0,0 1 0 0 0,1 1 0 0 0,0-1 0 0 0,1 1 0 0 0,1 0 1 0 0,1 0-1 0 0,0 0 0 0 0,-1 25 0 0 0,4-37-24 0 0,0 1 1 0 0,1 0 0 0 0,-1-1-1 0 0,1 1 1 0 0,0 0-1 0 0,0-1 1 0 0,0 1-1 0 0,1-1 1 0 0,-1 0-1 0 0,1 1 1 0 0,0-1-1 0 0,1 0 1 0 0,-1 0-1 0 0,1 0 1 0 0,-1 0-1 0 0,1-1 1 0 0,1 1-1 0 0,3 4 1 0 0,-4-6-38 0 0,0-1 1 0 0,0 1-1 0 0,0 0 0 0 0,0-1 0 0 0,0 1 1 0 0,0-1-1 0 0,1 0 0 0 0,-1 0 1 0 0,0 0-1 0 0,1-1 0 0 0,-1 1 1 0 0,1-1-1 0 0,-1 0 0 0 0,1 0 1 0 0,-1 0-1 0 0,0 0 0 0 0,1 0 1 0 0,-1-1-1 0 0,1 0 0 0 0,-1 0 0 0 0,0 0 1 0 0,0 0-1 0 0,1 0 0 0 0,-1 0 1 0 0,5-4-1 0 0,4-2-205 0 0,0-1 0 0 0,-1-1 0 0 0,0 1-1 0 0,0-2 1 0 0,-1 1 0 0 0,-1-2 0 0 0,1 1 0 0 0,-1-1 0 0 0,-1-1-1 0 0,11-19 1 0 0,-3 1 145 0 0,-1 0 0 0 0,-2 0-1 0 0,13-44 1 0 0,-20 52 232 0 0,-1 1 0 0 0,-1-1-1 0 0,-1 0 1 0 0,-1-1 0 0 0,-1 1 0 0 0,-2-32 0 0 0,-27-130 2618 0 0,24 165-2453 0 0,0-3 108 0 0,3 11 15 0 0,-1 0 1 0 0,0 1-1 0 0,-1 0 1 0 0,-8-19-1 0 0,13 34-259 0 0,-1 1 0 0 0,0-1 0 0 0,0 1 0 0 0,0-1 0 0 0,-1 1 0 0 0,1 5 0 0 0,0 12-75 0 0,17 111 116 0 0,-5-28-217 0 0,5 0 0 0 0,35 117 0 0 0,-40-182-184 0 0,1-1 0 0 0,24 44 0 0 0,-29-68-464 0 0,0-1 0 0 0,22 27 1 0 0,-22-32-281 0 0,-1-1 1 0 0,2-1-1 0 0,-1 1 1 0 0,1-1-1 0 0,11 6 1 0 0,1-1-1228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0.6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229 99 6913 0 0,'0'-5'227'0'0,"1"-1"0"0"0,-1 1 0 0 0,0 0 0 0 0,-1-1 0 0 0,1 1 0 0 0,-1 0 0 0 0,0-1-1 0 0,-1 1 1 0 0,1 0 0 0 0,-1 0 0 0 0,0 0 0 0 0,0 0 0 0 0,-4-6 0 0 0,5 9-48 0 0,0 1 0 0 0,0-1 1 0 0,0 1-1 0 0,0 0 0 0 0,-1-1 1 0 0,1 1-1 0 0,0 0 0 0 0,-1 0 1 0 0,1 0-1 0 0,-1 0 0 0 0,1 0 1 0 0,-1 0-1 0 0,1 0 0 0 0,-1 1 1 0 0,0-1-1 0 0,1 0 0 0 0,-4 0 1 0 0,3 1-49 0 0,-1 0 1 0 0,1 1 0 0 0,0-1-1 0 0,-1 0 1 0 0,1 1-1 0 0,0-1 1 0 0,0 1-1 0 0,0 0 1 0 0,-1-1-1 0 0,1 1 1 0 0,0 0 0 0 0,0 1-1 0 0,0-1 1 0 0,0 0-1 0 0,0 0 1 0 0,1 1-1 0 0,-3 1 1 0 0,-8 9 245 0 0,1-1 0 0 0,1 1 0 0 0,0 1 0 0 0,1 0-1 0 0,0 0 1 0 0,1 1 0 0 0,-12 25 0 0 0,6-5-96 0 0,2 0-1 0 0,-12 46 1 0 0,23-72-267 0 0,-1-1-1 0 0,1 1 1 0 0,1 0 0 0 0,0-1-1 0 0,0 1 1 0 0,0 0 0 0 0,1-1 0 0 0,2 12-1 0 0,-3-17-36 0 0,1 0-1 0 0,-1 0 0 0 0,1 0 1 0 0,-1 0-1 0 0,1 0 0 0 0,0 0 0 0 0,0-1 1 0 0,0 1-1 0 0,0 0 0 0 0,0 0 1 0 0,0-1-1 0 0,0 1 0 0 0,1-1 0 0 0,-1 1 1 0 0,0-1-1 0 0,1 1 0 0 0,-1-1 1 0 0,1 0-1 0 0,0 0 0 0 0,-1 0 0 0 0,1 0 1 0 0,0 0-1 0 0,0 0 0 0 0,0 0 1 0 0,0-1-1 0 0,0 1 0 0 0,-1-1 0 0 0,1 1 1 0 0,0-1-1 0 0,0 0 0 0 0,0 1 1 0 0,0-1-1 0 0,0 0 0 0 0,0 0 0 0 0,0-1 1 0 0,0 1-1 0 0,3-1 0 0 0,1-1-127 0 0,-1 0-1 0 0,0 0 0 0 0,0-1 0 0 0,0 0 1 0 0,0 0-1 0 0,0 0 0 0 0,-1-1 0 0 0,1 1 1 0 0,-1-1-1 0 0,0 0 0 0 0,0 0 1 0 0,5-8-1 0 0,1 0 26 0 0,-2 0 0 0 0,1-1 1 0 0,9-21-1 0 0,-3-7 443 0 0,-12 32-30 0 0,0 0 0 0 0,1-1 0 0 0,0 1 0 0 0,0 0 0 0 0,1 1 0 0 0,6-9 0 0 0,-11 16-225 0 0,1 1-1 0 0,-1-1 1 0 0,1 0-1 0 0,-1 1 1 0 0,0-1 0 0 0,1 1-1 0 0,-1 0 1 0 0,1-1-1 0 0,-1 1 1 0 0,1-1-1 0 0,0 1 1 0 0,-1 0 0 0 0,1-1-1 0 0,-1 1 1 0 0,1 0-1 0 0,0 0 1 0 0,-1-1 0 0 0,1 1-1 0 0,0 0 1 0 0,-1 0-1 0 0,1 0 1 0 0,0 0-1 0 0,-1 0 1 0 0,1 0 0 0 0,0 0-1 0 0,-1 0 1 0 0,1 0-1 0 0,1 1 1 0 0,-1-1 4 0 0,1 1 1 0 0,-1 0-1 0 0,0 0 0 0 0,1 0 0 0 0,-1 0 1 0 0,0 0-1 0 0,0 0 0 0 0,0 1 0 0 0,0-1 1 0 0,0 0-1 0 0,2 3 0 0 0,20 47 266 0 0,-20-43-176 0 0,0 0-165 0 0,1 0 0 0 0,0 0 0 0 0,0-1 0 0 0,1 0 0 0 0,-1 1 0 0 0,1-2 0 0 0,1 1 0 0 0,0-1 0 0 0,11 11 0 0 0,-14-15-170 0 0,0 1 1 0 0,1-1-1 0 0,0 0 1 0 0,0 0 0 0 0,-1 0-1 0 0,1-1 1 0 0,0 0-1 0 0,0 1 1 0 0,5 0 0 0 0,-4-2-338 0 0,-1 1 1 0 0,1-1 0 0 0,0 0 0 0 0,-1 0-1 0 0,1-1 1 0 0,0 1 0 0 0,-1-1-1 0 0,1 0 1 0 0,6-2 0 0 0,2-3-5037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0.9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51 318 6449 0 0,'-14'-89'882'0'0,"-3"-26"2497"0"0,-3 2 4227 0 0,23 127-6655 0 0,16 79 2293 0 0,-10-53-3126 0 0,2 0-1 0 0,2-1 1 0 0,30 67-1 0 0,24 29 153 0 0,-9-18-1636 0 0,-17-40-5332 0 0,-29-56 145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1.1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92 3225 0 0,'0'0'51'0'0,"0"-1"1"0"0,0 1-1 0 0,1-1 1 0 0,-1 1 0 0 0,0-1-1 0 0,1 1 1 0 0,-1-1-1 0 0,0 1 1 0 0,1-1 0 0 0,-1 1-1 0 0,1-1 1 0 0,-1 1-1 0 0,1 0 1 0 0,-1-1-1 0 0,1 1 1 0 0,-1 0 0 0 0,1 0-1 0 0,-1-1 1 0 0,1 1-1 0 0,-1 0 1 0 0,1 0 0 0 0,0 0-1 0 0,-1-1 1 0 0,1 1-1 0 0,-1 0 1 0 0,1 0-1 0 0,0 0 1 0 0,29-10 435 0 0,-25 9-378 0 0,181-52-2511 0 0,-152 44 2566 0 0,1 0-174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1.5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242 9 3225 0 0,'-7'-2'477'0'0,"0"0"1"0"0,1 1-1 0 0,-1 0 1 0 0,0 0 0 0 0,0 0-1 0 0,0 1 1 0 0,0 0-1 0 0,0 0 1 0 0,0 0 0 0 0,0 1-1 0 0,0 0 1 0 0,0 1-1 0 0,0 0 1 0 0,0 0 0 0 0,1 0-1 0 0,-1 1 1 0 0,1 0-1 0 0,0 0 1 0 0,0 0 0 0 0,0 1-1 0 0,0 0 1 0 0,0 0-1 0 0,1 1 1 0 0,0 0-1 0 0,0 0 1 0 0,-6 7 0 0 0,4-5-162 0 0,1 0 1 0 0,0 1 0 0 0,1 0 0 0 0,-1 0 0 0 0,2 0 0 0 0,-1 0-1 0 0,1 1 1 0 0,0 0 0 0 0,1 0 0 0 0,0 0 0 0 0,0 0 0 0 0,1 0-1 0 0,1 1 1 0 0,-1-1 0 0 0,1 1 0 0 0,1-1 0 0 0,0 1 0 0 0,2 18-1 0 0,-1-22-292 0 0,1 0 1 0 0,0 0-1 0 0,0 0 0 0 0,0 0 0 0 0,1 0 0 0 0,0-1 0 0 0,0 1 0 0 0,0-1 0 0 0,1 0 0 0 0,0 0 0 0 0,0 0 0 0 0,0 0 1 0 0,1-1-1 0 0,6 6 0 0 0,-8-8-30 0 0,0 0 0 0 0,0 0-1 0 0,0-1 1 0 0,0 1 0 0 0,0-1 0 0 0,1 0 0 0 0,-1 0 0 0 0,0 0 0 0 0,0-1 0 0 0,1 1 0 0 0,-1-1 0 0 0,1 1 0 0 0,-1-1 0 0 0,0 0 0 0 0,1-1 0 0 0,-1 1 0 0 0,1 0 0 0 0,-1-1-1 0 0,0 0 1 0 0,0 0 0 0 0,1 0 0 0 0,-1 0 0 0 0,0 0 0 0 0,0-1 0 0 0,0 1 0 0 0,0-1 0 0 0,0 0 0 0 0,4-3 0 0 0,1-3 23 0 0,-1 1 1 0 0,0-1 0 0 0,0 0-1 0 0,-1 0 1 0 0,0 0 0 0 0,0-1-1 0 0,-1 0 1 0 0,0-1 0 0 0,-1 1-1 0 0,0-1 1 0 0,4-12 0 0 0,-2 6 175 0 0,1 0 0 0 0,16-29 1 0 0,-22 45-184 0 0,-1-1 1 0 0,0 1-1 0 0,1-1 1 0 0,-1 1-1 0 0,0-1 1 0 0,1 1-1 0 0,-1-1 1 0 0,0 1-1 0 0,1 0 1 0 0,-1-1-1 0 0,1 1 0 0 0,-1-1 1 0 0,1 1-1 0 0,-1 0 1 0 0,1 0-1 0 0,-1-1 1 0 0,1 1-1 0 0,0 0 1 0 0,-1 0-1 0 0,1 0 1 0 0,-1-1-1 0 0,1 1 1 0 0,-1 0-1 0 0,1 0 0 0 0,0 0 1 0 0,-1 0-1 0 0,1 0 1 0 0,0 0-1 0 0,14 12 98 0 0,9 32-216 0 0,-20-36 50 0 0,7 14-652 0 0,0-2 0 0 0,2 1-1 0 0,1-2 1 0 0,23 28 0 0 0,-17-26-6498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2.3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455 70 5985 0 0,'-18'-3'286'0'0,"0"1"0"0"0,0 0-1 0 0,0 2 1 0 0,0 0 0 0 0,1 1 0 0 0,-34 6-1 0 0,39-5-50 0 0,-25 3 293 0 0,1 2 0 0 0,-40 13 0 0 0,62-16-243 0 0,0 1-1 0 0,1 1 1 0 0,0 0 0 0 0,0 1 0 0 0,0 0-1 0 0,1 1 1 0 0,0 0 0 0 0,-16 15 0 0 0,28-23-248 0 0,0 0 0 0 0,-1 0 0 0 0,1 1 0 0 0,0-1 0 0 0,0 0 0 0 0,-1 0 1 0 0,1 0-1 0 0,0 1 0 0 0,0-1 0 0 0,0 0 0 0 0,0 0 0 0 0,-1 0 0 0 0,1 1 1 0 0,0-1-1 0 0,0 0 0 0 0,0 1 0 0 0,0-1 0 0 0,0 0 0 0 0,0 0 0 0 0,0 1 1 0 0,0-1-1 0 0,0 0 0 0 0,0 1 0 0 0,-1-1 0 0 0,2 0 0 0 0,-1 0 0 0 0,0 1 1 0 0,0-1-1 0 0,0 0 0 0 0,0 1 0 0 0,0-1 0 0 0,0 0 0 0 0,0 0 0 0 0,0 1 1 0 0,0-1-1 0 0,0 0 0 0 0,1 0 0 0 0,-1 1 0 0 0,0-1 0 0 0,0 0 0 0 0,0 0 1 0 0,1 1-1 0 0,14 4 1362 0 0,21-2 375 0 0,25-6-516 0 0,0-3-1 0 0,73-17 1 0 0,-47 7-697 0 0,498-89 941 0 0,-499 86-1396 0 0,-61 12-83 0 0,-1 1 1 0 0,1 2 0 0 0,0 0 0 0 0,0 1-1 0 0,0 2 1 0 0,30 2 0 0 0,-15 8 37 0 0,-38-8-238 0 0,0-1 0 0 0,0 1-1 0 0,-1 0 1 0 0,1-1 0 0 0,0 1-1 0 0,-1 0 1 0 0,1 0-1 0 0,-1 0 1 0 0,1 0 0 0 0,-1 1-1 0 0,1-1 1 0 0,-1 0 0 0 0,0 1-1 0 0,0-1 1 0 0,1 1-1 0 0,-1-1 1 0 0,0 1 0 0 0,1 2-1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2.6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53 3225 0 0,'-1'-1'153'0'0,"0"0"0"0"0,1 0 0 0 0,-1 0 0 0 0,1 0 0 0 0,-1 0 0 0 0,1-1 0 0 0,-1 1 0 0 0,1 0 1 0 0,0 0-1 0 0,-1 0 0 0 0,1-1 0 0 0,0 1 0 0 0,0 0 0 0 0,0 0 0 0 0,0 0 0 0 0,0-1 0 0 0,0 1 0 0 0,0 0 1 0 0,1 0-1 0 0,-1-1 0 0 0,0 1 0 0 0,1 0 0 0 0,-1 0 0 0 0,1 0 0 0 0,-1 0 0 0 0,1 0 0 0 0,-1-1 0 0 0,1 1 1 0 0,0 0-1 0 0,0 0 0 0 0,-1 1 0 0 0,1-1 0 0 0,0 0 0 0 0,0 0 0 0 0,0 0 0 0 0,0 0 0 0 0,0 1 0 0 0,2-2 0 0 0,-2 1 183 0 0,1 0-1 0 0,0 0 0 0 0,0 0 0 0 0,0 0 0 0 0,0 0 0 0 0,0 0 1 0 0,1 0-1 0 0,-1 1 0 0 0,0-1 0 0 0,0 1 0 0 0,0 0 0 0 0,0-1 0 0 0,1 1 1 0 0,-1 0-1 0 0,0 0 0 0 0,0 0 0 0 0,1 1 0 0 0,-1-1 0 0 0,0 1 1 0 0,0-1-1 0 0,4 2 0 0 0,6 7 132 0 0,-1 0 0 0 0,0 1 0 0 0,0 0-1 0 0,-1 1 1 0 0,0 0 0 0 0,-1 0 0 0 0,15 25 0 0 0,-2-4 17 0 0,-1-4-189 0 0,-1-3-5 0 0,-1 1 0 0 0,-1 0 0 0 0,-2 1 0 0 0,20 46-1 0 0,-33-66-246 0 0,0 1 0 0 0,0 0 0 0 0,-1 0 0 0 0,-1 0 0 0 0,1 0 0 0 0,-1 0 0 0 0,-1 0 0 0 0,1 0 0 0 0,-2 0 0 0 0,1 0 0 0 0,-1 1 0 0 0,0-1 0 0 0,0 0 0 0 0,-1 0 0 0 0,0 0 0 0 0,-1-1 0 0 0,0 1 0 0 0,0-1 0 0 0,0 1 0 0 0,-1-1 0 0 0,0 0 0 0 0,-10 12 0 0 0,2-5 28 0 0,-1-1 0 0 0,0 0 0 0 0,-1-1-1 0 0,-29 19 1 0 0,-24 21-1102 0 0,59-43-881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3.2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49 17 5985 0 0,'-9'-4'548'0'0,"-18"-7"28"0"0,15 9 2923 0 0,31 33 1282 0 0,-1 6-3819 0 0,-2 0 0 0 0,-1 1 0 0 0,-2 0 0 0 0,-1 1 0 0 0,6 43 1 0 0,18 204-644 0 0,-29-213-1100 0 0,-6-50-2066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3.5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 73 10594 0 0,'18'-12'295'0'0,"0"1"1"0"0,1 1-1 0 0,27-11 0 0 0,-37 17 56 0 0,1 1 0 0 0,0 0 0 0 0,1 0-1 0 0,-1 1 1 0 0,0 0 0 0 0,1 1 0 0 0,-1 0 0 0 0,20 1 0 0 0,-29 0-275 0 0,1 0 1 0 0,-1 1-1 0 0,1-1 1 0 0,-1 0-1 0 0,0 0 1 0 0,1 1 0 0 0,-1-1-1 0 0,0 1 1 0 0,1-1-1 0 0,-1 1 1 0 0,0 0-1 0 0,1-1 1 0 0,-1 1 0 0 0,0 0-1 0 0,0 0 1 0 0,0 0-1 0 0,0 0 1 0 0,0 0 0 0 0,0 0-1 0 0,0 0 1 0 0,0 0-1 0 0,0 1 1 0 0,0 0-1 0 0,0 0-5 0 0,-1 1-1 0 0,1-1 0 0 0,-1 1 0 0 0,1-1 0 0 0,-1 0 0 0 0,0 1 1 0 0,0-1-1 0 0,0 1 0 0 0,0-1 0 0 0,0 1 0 0 0,-1-1 1 0 0,0 4-1 0 0,-4 8 132 0 0,0 0 0 0 0,-1-1 0 0 0,-12 22 0 0 0,13-26 7 0 0,-110 171 720 0 0,-2 5-98 0 0,114-180-784 0 0,1 0-1 0 0,-1 0 1 0 0,1 0-1 0 0,0 1 1 0 0,0-1-1 0 0,1 0 1 0 0,0 1-1 0 0,0-1 1 0 0,0 1-1 0 0,0 0 1 0 0,1 6-1 0 0,0-10-29 0 0,1 0-1 0 0,0 0 0 0 0,-1 0 0 0 0,1 1 0 0 0,0-1 0 0 0,0 0 0 0 0,0 0 0 0 0,0 0 0 0 0,0 0 0 0 0,0 0 0 0 0,1-1 0 0 0,-1 1 0 0 0,1 0 0 0 0,-1-1 1 0 0,1 1-1 0 0,0-1 0 0 0,0 1 0 0 0,-1-1 0 0 0,1 0 0 0 0,0 1 0 0 0,0-1 0 0 0,0 0 0 0 0,1-1 0 0 0,-1 1 0 0 0,0 0 0 0 0,0 0 0 0 0,0-1 0 0 0,0 0 0 0 0,1 1 1 0 0,2-1-1 0 0,13 2-285 0 0,0-2 0 0 0,0 0 0 0 0,0-1 0 0 0,0-1 0 0 0,-1 0 1 0 0,19-6-1 0 0,3 2-287 0 0,0-1-511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4.2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119 1 8290 0 0,'-13'19'496'0'0,"0"2"0"0"0,1 0 1 0 0,2 0-1 0 0,0 1 0 0 0,-11 36 0 0 0,10-21 125 0 0,2 0 0 0 0,-7 66-1 0 0,14-77-372 0 0,1-1-1 0 0,1 0 0 0 0,1 1 0 0 0,1-1 1 0 0,2 0-1 0 0,0 0 0 0 0,16 47 0 0 0,-20-72-267 0 0,0 0 0 0 0,0 1 0 0 0,0-1-1 0 0,0 0 1 0 0,0 0 0 0 0,0 0 0 0 0,0 0 0 0 0,0 1-1 0 0,0-1 1 0 0,0 0 0 0 0,0 0 0 0 0,0 0 0 0 0,0 0-1 0 0,0 0 1 0 0,0 0 0 0 0,1 1 0 0 0,-1-1 0 0 0,0 0-1 0 0,0 0 1 0 0,0 0 0 0 0,0 0 0 0 0,0 0-1 0 0,0 0 1 0 0,1 0 0 0 0,-1 0 0 0 0,0 0 0 0 0,0 1-1 0 0,0-1 1 0 0,0 0 0 0 0,0 0 0 0 0,1 0 0 0 0,-1 0-1 0 0,0 0 1 0 0,0 0 0 0 0,0 0 0 0 0,0 0 0 0 0,1 0-1 0 0,-1 0 1 0 0,0 0 0 0 0,0 0 0 0 0,0 0 0 0 0,0 0-1 0 0,0 0 1 0 0,1-1 0 0 0,-1 1 0 0 0,0 0 0 0 0,0 0-1 0 0,0 0 1 0 0,1 0 0 0 0,6-10-921 0 0,5-17-1011 0 0,-11 26 1700 0 0,5-15-889 0 0,-2 1 0 0 0,0-1 0 0 0,0 1 0 0 0,-1-1 0 0 0,1-27 0 0 0,-6-85-538 0 0,-1 83 3641 0 0,5-51 0 0 0,-1 76-957 0 0,4-32 1578 0 0,-4 49-2192 0 0,-1-1 0 0 0,1 1-1 0 0,0 0 1 0 0,0-1 0 0 0,0 1-1 0 0,1 0 1 0 0,-1 0 0 0 0,1-1-1 0 0,-1 1 1 0 0,1 0-1 0 0,3-3 1 0 0,-5 6-300 0 0,1 0 0 0 0,-1 0 0 0 0,1 0-1 0 0,-1 0 1 0 0,1 0 0 0 0,-1 1 0 0 0,0-1 0 0 0,1 0 0 0 0,-1 0 0 0 0,1 0-1 0 0,-1 0 1 0 0,1 0 0 0 0,-1 1 0 0 0,0-1 0 0 0,1 0 0 0 0,-1 0-1 0 0,0 1 1 0 0,1-1 0 0 0,-1 0 0 0 0,0 1 0 0 0,1-1 0 0 0,-1 0-1 0 0,0 1 1 0 0,1-1 0 0 0,-1 0 0 0 0,0 1 0 0 0,0-1 0 0 0,0 1 0 0 0,1-1-1 0 0,-1 0 1 0 0,0 1 0 0 0,0-1 0 0 0,0 1 0 0 0,0-1 0 0 0,0 1-1 0 0,9 21 634 0 0,-8-20-429 0 0,25 74 1724 0 0,-17-45-1599 0 0,2-1 1 0 0,23 47 0 0 0,-29-69-401 0 0,0 1 1 0 0,1-1-1 0 0,0 0 1 0 0,0 0 0 0 0,0 0-1 0 0,1-1 1 0 0,1 0 0 0 0,-1-1-1 0 0,1 1 1 0 0,0-2 0 0 0,0 1-1 0 0,16 7 1 0 0,-22-12-34 0 0,0 0 0 0 0,-1 0 0 0 0,1 0 0 0 0,0-1 1 0 0,0 1-1 0 0,0-1 0 0 0,0 1 0 0 0,0-1 0 0 0,0 0 1 0 0,0 0-1 0 0,0 0 0 0 0,0 0 0 0 0,0 0 0 0 0,0 0 0 0 0,0 0 1 0 0,0 0-1 0 0,0-1 0 0 0,0 1 0 0 0,0-1 0 0 0,0 0 0 0 0,-1 0 1 0 0,1 1-1 0 0,0-1 0 0 0,0 0 0 0 0,-1-1 0 0 0,1 1 1 0 0,0 0-1 0 0,-1 0 0 0 0,1-1 0 0 0,-1 1 0 0 0,0-1 0 0 0,1 1 1 0 0,-1-1-1 0 0,0 1 0 0 0,0-1 0 0 0,0 0 0 0 0,0 0 0 0 0,0 1 1 0 0,0-1-1 0 0,0-3 0 0 0,4-10 20 0 0,0 1 0 0 0,-2-1 0 0 0,0 0 0 0 0,2-21-1 0 0,-2 14 116 0 0,-1 12-74 0 0,1-13 136 0 0,13-42 0 0 0,-14 60-168 0 0,-1 1 1 0 0,1 0-1 0 0,0-1 1 0 0,-1 1 0 0 0,2 0-1 0 0,-1 0 1 0 0,1 0-1 0 0,-1 0 1 0 0,1 1 0 0 0,0-1-1 0 0,0 1 1 0 0,1-1-1 0 0,-1 1 1 0 0,1 0 0 0 0,-1 0-1 0 0,6-2 1 0 0,-8 4 6 0 0,1 1 0 0 0,-1-1 0 0 0,1 1 0 0 0,-1 0 0 0 0,1 0 0 0 0,-1-1 0 0 0,1 1 0 0 0,0 0 0 0 0,-1 0 0 0 0,1 0 0 0 0,-1 1 0 0 0,1-1 0 0 0,-1 0 0 0 0,1 1 0 0 0,-1-1 0 0 0,1 1 0 0 0,-1-1 0 0 0,1 1 0 0 0,-1 0 0 0 0,1-1 0 0 0,-1 1 0 0 0,0 0 0 0 0,1 0 0 0 0,-1 0 0 0 0,0 0 0 0 0,0 0 0 0 0,0 1 0 0 0,0-1 1 0 0,0 0-1 0 0,0 0 0 0 0,0 1 0 0 0,0-1 0 0 0,0 2 0 0 0,5 7 34 0 0,-1 0 0 0 0,0 0 0 0 0,5 17 1 0 0,-8-20-10 0 0,84 206-228 0 0,-29-79-4126 0 0,-46-107-2786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4.6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164 45 3225 0 0,'2'-23'-41'0'0,"-2"22"271"0"0,0 0 1 0 0,0 0-1 0 0,-1 0 0 0 0,1 0 1 0 0,0 0-1 0 0,-1 0 0 0 0,1 0 1 0 0,0 0-1 0 0,-1 1 0 0 0,0-1 1 0 0,1 0-1 0 0,-1 0 0 0 0,1 0 1 0 0,-1 0-1 0 0,0 1 0 0 0,1-1 1 0 0,-1 0-1 0 0,0 1 0 0 0,0-1 1 0 0,0 0-1 0 0,-1 0 0 0 0,0 1 169 0 0,-1-1 0 0 0,1 1-1 0 0,0-1 1 0 0,-1 1-1 0 0,1 0 1 0 0,-1 0-1 0 0,1 0 1 0 0,-1 0-1 0 0,1 0 1 0 0,-1 1-1 0 0,1-1 1 0 0,0 1-1 0 0,-1 0 1 0 0,1-1-1 0 0,0 1 1 0 0,-1 0-1 0 0,1 0 1 0 0,-3 2-1 0 0,-3 2-117 0 0,0 0-1 0 0,1 0 0 0 0,-1 1 0 0 0,1 0 0 0 0,0 0 0 0 0,1 1 0 0 0,-1 0 0 0 0,1 0 1 0 0,1 0-1 0 0,-1 1 0 0 0,1 0 0 0 0,-6 13 0 0 0,9-17-161 0 0,0 1 1 0 0,0 0-1 0 0,0 0 0 0 0,1-1 0 0 0,-1 1 0 0 0,1 0 0 0 0,0 0 1 0 0,1 0-1 0 0,-1 0 0 0 0,1 0 0 0 0,0 0 0 0 0,1 0 1 0 0,-1 0-1 0 0,1 0 0 0 0,0 0 0 0 0,0 0 0 0 0,0 0 1 0 0,1 0-1 0 0,0 0 0 0 0,0-1 0 0 0,0 1 0 0 0,0-1 0 0 0,1 1 1 0 0,4 5-1 0 0,7 5-183 0 0,1-1 0 0 0,1 0-1 0 0,0-1 1 0 0,0-1 0 0 0,1 0 0 0 0,22 10 0 0 0,-15-7-33 0 0,0 0 0 0 0,28 24 0 0 0,-51-38 97 0 0,1 0 0 0 0,-1 0 1 0 0,1 0-1 0 0,-1 0 0 0 0,0 1 1 0 0,1-1-1 0 0,-1 0 0 0 0,0 1 1 0 0,0-1-1 0 0,0 1 0 0 0,0-1 1 0 0,0 1-1 0 0,-1 0 0 0 0,1-1 1 0 0,0 1-1 0 0,-1 0 0 0 0,1 0 1 0 0,-1-1-1 0 0,0 1 0 0 0,1 0 1 0 0,-1 0-1 0 0,0 0 0 0 0,0-1 1 0 0,0 1-1 0 0,0 0 1 0 0,-1 0-1 0 0,1 0 0 0 0,0-1 1 0 0,-1 1-1 0 0,1 0 0 0 0,-1 0 1 0 0,0-1-1 0 0,1 1 0 0 0,-1 0 1 0 0,0-1-1 0 0,0 1 0 0 0,0-1 1 0 0,0 1-1 0 0,-1-1 0 0 0,1 0 1 0 0,0 1-1 0 0,0-1 0 0 0,-1 0 1 0 0,1 0-1 0 0,-4 2 0 0 0,-7 6 81 0 0,-1-1-1 0 0,0-1 0 0 0,0 0 1 0 0,-21 8-1 0 0,22-10-191 0 0,-9 4-1087 0 0,0-1-3778 0 0,1 0-1835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5.0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205 61 3681 0 0,'-8'0'813'0'0,"0"1"1"0"0,-1 0-1 0 0,1 0 0 0 0,0 1 1 0 0,0 0-1 0 0,0 0 0 0 0,0 1 1 0 0,0 0-1 0 0,0 1 1 0 0,-11 6-1 0 0,11-5-261 0 0,0 1 0 0 0,0 0 1 0 0,0 1-1 0 0,1-1 0 0 0,0 1 1 0 0,1 1-1 0 0,-1-1 0 0 0,-8 15 0 0 0,11-16-425 0 0,0 1-1 0 0,0 0 1 0 0,1 0 0 0 0,0 0-1 0 0,0 0 1 0 0,1 1-1 0 0,0-1 1 0 0,0 1-1 0 0,1 0 1 0 0,0-1-1 0 0,0 1 1 0 0,0 0-1 0 0,1 0 1 0 0,1-1-1 0 0,-1 1 1 0 0,1 0 0 0 0,1-1-1 0 0,-1 1 1 0 0,1 0-1 0 0,0-1 1 0 0,1 0-1 0 0,0 1 1 0 0,0-1-1 0 0,1 0 1 0 0,5 8-1 0 0,-5-10-106 0 0,0 0-1 0 0,0 0 0 0 0,0 0 1 0 0,1-1-1 0 0,0 0 0 0 0,0 0 1 0 0,0 0-1 0 0,0 0 0 0 0,1-1 1 0 0,0 0-1 0 0,-1 0 0 0 0,1 0 1 0 0,0-1-1 0 0,0 1 0 0 0,1-2 1 0 0,-1 1-1 0 0,0-1 0 0 0,1 0 1 0 0,-1 0-1 0 0,1 0 0 0 0,-1-1 1 0 0,0 0-1 0 0,1-1 0 0 0,-1 1 1 0 0,1-1-1 0 0,-1-1 0 0 0,0 1 0 0 0,1-1 1 0 0,-1 0-1 0 0,0 0 0 0 0,0-1 1 0 0,0 0-1 0 0,-1 0 0 0 0,1 0 1 0 0,-1-1-1 0 0,1 1 0 0 0,-1-1 1 0 0,0-1-1 0 0,-1 1 0 0 0,6-7 1 0 0,-2 1 33 0 0,0-1 1 0 0,-1 0 0 0 0,0-1 0 0 0,-1 0 0 0 0,0 0-1 0 0,-1 0 1 0 0,0-1 0 0 0,-1 1 0 0 0,-1-1 0 0 0,0 0-1 0 0,0 0 1 0 0,-2-1 0 0 0,1-17 0 0 0,-1 23-49 0 0,-1 0 0 0 0,-1 0 1 0 0,1-1-1 0 0,-2 1 0 0 0,1 1 1 0 0,-1-1-1 0 0,0 0 0 0 0,0 0 1 0 0,-1 1-1 0 0,0-1 1 0 0,-1 1-1 0 0,1 0 0 0 0,-1 0 1 0 0,-1 0-1 0 0,1 0 0 0 0,-1 1 1 0 0,-1 0-1 0 0,1 0 0 0 0,-1 0 1 0 0,0 1-1 0 0,0 0 0 0 0,0 0 1 0 0,-10-6-1 0 0,12 9-135 0 0,-1 0 0 0 0,1 1 0 0 0,-1-1 0 0 0,1 1 0 0 0,-1-1 0 0 0,1 1 0 0 0,-1 1 0 0 0,1-1 0 0 0,-1 1 0 0 0,0 0 0 0 0,0 0 0 0 0,1 0 0 0 0,-1 0 0 0 0,0 1 0 0 0,1 0 0 0 0,-9 2 0 0 0,6 0-501 0 0,1-1-1 0 0,-1 1 1 0 0,1 0 0 0 0,0 1-1 0 0,0 0 1 0 0,-9 6 0 0 0,-2 5-5332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5.3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125 129 5529 0 0,'1'-19'-536'0'0,"1"-24"2910"0"0,-2 39-1799 0 0,0 0-1 0 0,0 0 1 0 0,-1 0 0 0 0,1 0-1 0 0,-1 0 1 0 0,0 0-1 0 0,0 0 1 0 0,-1 0-1 0 0,1 0 1 0 0,-1 1 0 0 0,0-1-1 0 0,0 1 1 0 0,-4-6-1 0 0,6 8-485 0 0,-1 0 0 0 0,0 1 0 0 0,1-1 0 0 0,-1 1 0 0 0,0-1 0 0 0,1 1 0 0 0,-1-1 0 0 0,0 1-1 0 0,0-1 1 0 0,0 1 0 0 0,0 0 0 0 0,1 0 0 0 0,-1-1 0 0 0,0 1 0 0 0,0 0 0 0 0,0 0 0 0 0,0 0 0 0 0,0 0-1 0 0,0 0 1 0 0,1 0 0 0 0,-1 0 0 0 0,0 0 0 0 0,0 0 0 0 0,0 0 0 0 0,0 1 0 0 0,0-1 0 0 0,0 0 0 0 0,1 0-1 0 0,-1 1 1 0 0,0-1 0 0 0,0 1 0 0 0,0-1 0 0 0,1 1 0 0 0,-1-1 0 0 0,0 1 0 0 0,1-1 0 0 0,-1 1 0 0 0,0 0-1 0 0,1-1 1 0 0,-1 1 0 0 0,1 0 0 0 0,-1 0 0 0 0,1-1 0 0 0,-1 1 0 0 0,0 1 0 0 0,-21 38 1109 0 0,12-13-888 0 0,1 1 0 0 0,1 0 1 0 0,1 1-1 0 0,1-1 0 0 0,-2 39 0 0 0,6-16-150 0 0,1 0 0 0 0,8 62 0 0 0,-3-76-238 0 0,3 0 0 0 0,1 0 0 0 0,1 0 0 0 0,3-1 0 0 0,0-1 0 0 0,3 0 0 0 0,0-1 1 0 0,3 0-1 0 0,23 34 0 0 0,-37-62-268 0 0,1-1 1 0 0,-1 1 0 0 0,1-1 0 0 0,0 0-1 0 0,8 6 1 0 0,-10-9-737 0 0,1 1 1 0 0,-1-1-1 0 0,1 0 0 0 0,-1-1 1 0 0,1 1-1 0 0,6 1 0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5.4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51 276 9674 0 0,'-3'-2'234'0'0,"-1"0"0"0"0,1 0 0 0 0,0 0 0 0 0,0 0 0 0 0,0 0 0 0 0,0 0 0 0 0,1-1 0 0 0,-1 0 0 0 0,1 1 0 0 0,-1-1 0 0 0,1 0 0 0 0,0 0 0 0 0,0 0 0 0 0,0 0 0 0 0,0-1 0 0 0,1 1 0 0 0,-1 0 0 0 0,1-1 0 0 0,0 1 0 0 0,0-1 0 0 0,0 0 0 0 0,1 1 0 0 0,-1-1 0 0 0,1 0 0 0 0,0 1 0 0 0,0-1 0 0 0,0 0 0 0 0,0 1 1 0 0,1-1-1 0 0,-1 0 0 0 0,1 1 0 0 0,0-1 0 0 0,0 1 0 0 0,1-1 0 0 0,-1 1 0 0 0,1 0 0 0 0,1-4 0 0 0,3-2-82 0 0,0 1 0 0 0,1 0 1 0 0,-1 0-1 0 0,2 0 0 0 0,-1 1 0 0 0,1 0 1 0 0,0 1-1 0 0,0 0 0 0 0,1 0 1 0 0,0 0-1 0 0,16-7 0 0 0,7-1-1394 0 0,1 1-1 0 0,37-10 0 0 0,-29 12-4885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6.1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389 194 1928 0 0,'0'-14'976'0'0,"-1"0"0"0"0,-1 1 0 0 0,0-1 0 0 0,-1 1 0 0 0,-7-21-1 0 0,8 28-319 0 0,0 0 0 0 0,-1 0-1 0 0,0 0 1 0 0,0 0-1 0 0,0 1 1 0 0,-1-1-1 0 0,1 1 1 0 0,-1-1-1 0 0,-1 1 1 0 0,1 1-1 0 0,-1-1 1 0 0,1 1-1 0 0,-10-7 1 0 0,9 9-448 0 0,0 0 0 0 0,0 0 0 0 0,0 1 0 0 0,0 0 0 0 0,0 0 0 0 0,0 1 0 0 0,0-1 0 0 0,0 1 0 0 0,0 0 0 0 0,0 0 0 0 0,0 1 0 0 0,-1-1 0 0 0,1 1 0 0 0,0 0 0 0 0,0 0 0 0 0,1 1 1 0 0,-1 0-1 0 0,0 0 0 0 0,0 0 0 0 0,1 0 0 0 0,-1 1 0 0 0,-3 3 0 0 0,-7 3-82 0 0,1 1 1 0 0,0 1 0 0 0,1 0 0 0 0,0 1-1 0 0,-13 14 1 0 0,12-9-79 0 0,0 1-1 0 0,1 0 1 0 0,1 1-1 0 0,-11 21 1 0 0,19-32-33 0 0,1-1 1 0 0,-1 1-1 0 0,2 0 0 0 0,-1 0 1 0 0,1 0-1 0 0,0 0 0 0 0,1 0 1 0 0,0 0-1 0 0,0 1 1 0 0,1-1-1 0 0,0 1 0 0 0,0-1 1 0 0,1 0-1 0 0,1 9 0 0 0,-1-15-27 0 0,-1 1 0 0 0,1-1 1 0 0,0 0-1 0 0,-1 0 0 0 0,1 0 0 0 0,0 0 0 0 0,0 0 0 0 0,0 0 0 0 0,1 0 0 0 0,-1 0 1 0 0,0 0-1 0 0,1 0 0 0 0,-1-1 0 0 0,1 1 0 0 0,0-1 0 0 0,-1 1 0 0 0,1-1 0 0 0,0 1 0 0 0,0-1 1 0 0,3 2-1 0 0,-2-3-14 0 0,0 1 1 0 0,0 0-1 0 0,0-1 1 0 0,0 0-1 0 0,0 0 0 0 0,0 0 1 0 0,0 0-1 0 0,0 0 1 0 0,0 0-1 0 0,0-1 1 0 0,0 1-1 0 0,0-1 1 0 0,4-2-1 0 0,7-2-111 0 0,-1-2 1 0 0,0 1-1 0 0,-1-2 1 0 0,0 0-1 0 0,12-10 0 0 0,-7 3 54 0 0,-1 0 0 0 0,-1-1 0 0 0,0-1 0 0 0,-2-1 0 0 0,1 0 0 0 0,-2-1 0 0 0,12-25 1 0 0,-3 8 639 0 0,-20 35-545 0 0,-1 0 1 0 0,1 0 0 0 0,-1 0 0 0 0,1 0 0 0 0,0 0 0 0 0,-1 0 0 0 0,1 0-1 0 0,0 0 1 0 0,0 0 0 0 0,0 0 0 0 0,0 0 0 0 0,0 1 0 0 0,0-1-1 0 0,0 0 1 0 0,0 1 0 0 0,0-1 0 0 0,0 1 0 0 0,0-1 0 0 0,0 1 0 0 0,0-1-1 0 0,0 1 1 0 0,2-1 0 0 0,-2 1 12 0 0,0 1-1 0 0,0-1 1 0 0,1 1-1 0 0,-1-1 1 0 0,-1 1-1 0 0,1-1 1 0 0,0 1-1 0 0,0-1 1 0 0,0 1-1 0 0,0 0 1 0 0,0 0-1 0 0,0-1 1 0 0,-1 1 0 0 0,1 0-1 0 0,0 0 1 0 0,-1 0-1 0 0,1 0 1 0 0,-1 0-1 0 0,2 1 1 0 0,3 9 180 0 0,-1 0 0 0 0,0 0 1 0 0,4 19-1 0 0,-6-21-168 0 0,2 6-345 0 0,1 0 0 0 0,0 0 0 0 0,1-1 0 0 0,0 1 0 0 0,1-1 0 0 0,1 0-1 0 0,0-1 1 0 0,15 19 0 0 0,0-7-7041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6.8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281 44 4145 0 0,'0'-2'163'0'0,"0"0"1"0"0,0 1 0 0 0,0-1-1 0 0,0 0 1 0 0,-1 1-1 0 0,1-1 1 0 0,0 1-1 0 0,-1-1 1 0 0,1 0 0 0 0,-1 1-1 0 0,0-1 1 0 0,0 1-1 0 0,1 0 1 0 0,-1-1-1 0 0,0 1 1 0 0,0-1 0 0 0,0 1-1 0 0,0 0 1 0 0,-3-2-1 0 0,2 1 164 0 0,-1 1 0 0 0,1-1-1 0 0,-1 1 1 0 0,0 0-1 0 0,1 0 1 0 0,-1 0 0 0 0,0 0-1 0 0,0 1 1 0 0,0-1 0 0 0,0 1-1 0 0,-3-1 1 0 0,-4 1 208 0 0,1 1 1 0 0,-1 0 0 0 0,0 0-1 0 0,1 1 1 0 0,-1 0 0 0 0,1 1-1 0 0,0 0 1 0 0,-1 0 0 0 0,1 1-1 0 0,1 0 1 0 0,-1 1-1 0 0,1 0 1 0 0,0 0 0 0 0,0 1-1 0 0,-12 10 1 0 0,14-10-397 0 0,-1 0-1 0 0,1 0 1 0 0,0 0-1 0 0,0 1 1 0 0,1-1 0 0 0,0 2-1 0 0,0-1 1 0 0,1 0-1 0 0,0 1 1 0 0,0 0 0 0 0,1 0-1 0 0,0 0 1 0 0,0 0-1 0 0,1 0 1 0 0,0 1 0 0 0,1-1-1 0 0,-2 18 1 0 0,4-21-146 0 0,0 0-1 0 0,0 0 1 0 0,0 0 0 0 0,0 0 0 0 0,1 0 0 0 0,0 0 0 0 0,0-1-1 0 0,0 1 1 0 0,1 0 0 0 0,0-1 0 0 0,0 0 0 0 0,0 1-1 0 0,0-1 1 0 0,0-1 0 0 0,1 1 0 0 0,0 0 0 0 0,0-1 0 0 0,6 5-1 0 0,30 14-6347 0 0,-17-12-488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7.3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268 11 11979 0 0,'-4'-2'458'0'0,"0"1"-1"0"0,-1-1 1 0 0,1 1 0 0 0,0-1 0 0 0,0 1 0 0 0,-1 1 0 0 0,1-1 0 0 0,-1 1 0 0 0,1-1 0 0 0,-1 1 0 0 0,-6 1 0 0 0,-50 8 2366 0 0,53-6-2721 0 0,0-1 0 0 0,0 1 0 0 0,0 1 1 0 0,0 0-1 0 0,1 0 0 0 0,-1 0 1 0 0,1 1-1 0 0,0 0 0 0 0,1 0 0 0 0,-1 1 1 0 0,1 0-1 0 0,0 0 0 0 0,1 0 0 0 0,-1 1 1 0 0,1 0-1 0 0,0 0 0 0 0,1 0 0 0 0,0 1 1 0 0,0-1-1 0 0,1 1 0 0 0,-1 0 1 0 0,2 0-1 0 0,-1 0 0 0 0,-1 13 0 0 0,2-13-179 0 0,1 0 0 0 0,0 0-1 0 0,0 0 1 0 0,1 0 0 0 0,0 0-1 0 0,1 0 1 0 0,-1 0 0 0 0,2 0-1 0 0,-1 0 1 0 0,1 0 0 0 0,0-1 0 0 0,0 1-1 0 0,1 0 1 0 0,0-1 0 0 0,1 0-1 0 0,0 0 1 0 0,0 0 0 0 0,0 0-1 0 0,1 0 1 0 0,0-1 0 0 0,0 0-1 0 0,1 0 1 0 0,-1 0 0 0 0,1-1-1 0 0,13 9 1 0 0,-8-7-1317 0 0,0 0 0 0 0,0 0 0 0 0,1-2 0 0 0,0 1 0 0 0,0-1 0 0 0,0-1 0 0 0,1 0 0 0 0,20 3 0 0 0,-20-8 1181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7.6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0 275 5529 0 0,'0'5'5364'0'0,"9"-2"-2482"0"0,13-3-1581 0 0,-20 0-1383 0 0,2-1 276 0 0,1-1 1 0 0,0 1-1 0 0,-1-1 0 0 0,1 0 1 0 0,-1 0-1 0 0,0-1 1 0 0,1 1-1 0 0,-1-1 0 0 0,-1 0 1 0 0,1 0-1 0 0,0 0 1 0 0,-1-1-1 0 0,1 1 0 0 0,-1-1 1 0 0,3-5-1 0 0,0 1-95 0 0,0-1 0 0 0,-1 0 0 0 0,0 0 1 0 0,0-1-1 0 0,5-17 0 0 0,-6 14-6 0 0,-1-1 1 0 0,0 0 0 0 0,-1 0-1 0 0,1-19 1 0 0,-3 30-34 0 0,0 0 0 0 0,1 0 0 0 0,-1 0 0 0 0,-1 0 0 0 0,1 0 0 0 0,0 0 0 0 0,-1 0 0 0 0,1 0 0 0 0,-1 0-1 0 0,0 0 1 0 0,0 0 0 0 0,0 0 0 0 0,-1 0 0 0 0,1 0 0 0 0,-1 1 0 0 0,1-1 0 0 0,-1 1 0 0 0,0-1 0 0 0,0 1 0 0 0,0 0 0 0 0,0-1 0 0 0,0 1 0 0 0,-1 0 0 0 0,1 0 0 0 0,-6-3 0 0 0,7 5-14 0 0,0-1 0 0 0,-1 1-1 0 0,1 0 1 0 0,0-1 0 0 0,-1 1 0 0 0,1 0 0 0 0,0 0 0 0 0,0 0 0 0 0,-1 0 0 0 0,1 0 0 0 0,0 0 0 0 0,-1 0 0 0 0,1 0-1 0 0,0 0 1 0 0,-1 1 0 0 0,1-1 0 0 0,0 1 0 0 0,0-1 0 0 0,-1 1 0 0 0,1-1 0 0 0,0 1 0 0 0,-2 1 0 0 0,1 0 11 0 0,-1 0 1 0 0,1 1-1 0 0,0-1 1 0 0,0 0 0 0 0,0 1-1 0 0,0-1 1 0 0,1 1 0 0 0,-1 0-1 0 0,-1 4 1 0 0,0 1-6 0 0,0 0 0 0 0,1 1-1 0 0,-1-1 1 0 0,2 0 0 0 0,-1 1 0 0 0,1 10 0 0 0,1-11-54 0 0,0-1 1 0 0,1 0-1 0 0,0 0 1 0 0,0 0-1 0 0,1 1 1 0 0,0-1-1 0 0,0 0 1 0 0,1-1 0 0 0,0 1-1 0 0,0 0 1 0 0,1-1-1 0 0,-1 0 1 0 0,1 0-1 0 0,1 0 1 0 0,-1 0-1 0 0,1 0 1 0 0,0-1-1 0 0,0 0 1 0 0,1 0-1 0 0,-1-1 1 0 0,9 6-1 0 0,-8-6-824 0 0,1-1-1 0 0,0 1 0 0 0,0-1 1 0 0,0-1-1 0 0,0 1 1 0 0,0-1-1 0 0,14 2 0 0 0,3-2-6086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8.2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93 920 0 0,'2'-3'530'0'0,"-1"0"-1"0"0,1 1 1 0 0,-1-1-1 0 0,0 0 1 0 0,0 0-1 0 0,0 0 1 0 0,0-1 0 0 0,-1 1-1 0 0,1 0 1 0 0,-1 0-1 0 0,0 0 1 0 0,0 0-1 0 0,0-1 1 0 0,0 1-1 0 0,-2-6 1 0 0,2 4 1034 0 0,0 1 0 0 0,-1-1 1 0 0,2 0-1 0 0,-1 0 0 0 0,2-9 1 0 0,-5 24-233 0 0,1 1 0 0 0,0-1 0 0 0,-1 21 1 0 0,5 77-1378 0 0,-1-81 515 0 0,6 46-250 0 0,30 134 1 0 0,0-2-2143 0 0,-33-171 1299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8.6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1 213 9218 0 0,'5'-1'611'0'0,"0"0"0"0"0,0 0 0 0 0,0 0-1 0 0,1-1 1 0 0,-1 1 0 0 0,-1-1 0 0 0,1-1 0 0 0,0 1 0 0 0,7-5 0 0 0,38-30 3366 0 0,-45 33-3830 0 0,0-1-1 0 0,0 0 0 0 0,-1 0 1 0 0,0-1-1 0 0,0 1 1 0 0,-1-1-1 0 0,1 0 0 0 0,-1 0 1 0 0,0 0-1 0 0,-1 0 1 0 0,3-9-1 0 0,-4 12-118 0 0,0 1 0 0 0,-1 0 0 0 0,1-1 0 0 0,-1 1 0 0 0,1 0 0 0 0,-1-1 0 0 0,0 1 1 0 0,0-1-1 0 0,0 1 0 0 0,0-1 0 0 0,-1 1 0 0 0,1 0 0 0 0,0-1 0 0 0,-1 1 0 0 0,0 0 0 0 0,0-1 0 0 0,0 1 0 0 0,0 0 0 0 0,0 0 0 0 0,0 0 0 0 0,0 0 0 0 0,-1 0 1 0 0,1 0-1 0 0,-1 0 0 0 0,1 0 0 0 0,-1 0 0 0 0,0 1 0 0 0,0-1 0 0 0,1 0 0 0 0,-1 1 0 0 0,0 0 0 0 0,-1-1 0 0 0,1 1 0 0 0,-4-1 0 0 0,3 1-10 0 0,1 0 0 0 0,-1 0-1 0 0,0 0 1 0 0,1 0-1 0 0,-1 1 1 0 0,0-1-1 0 0,0 1 1 0 0,1 0-1 0 0,-1 0 1 0 0,0 0 0 0 0,0 0-1 0 0,0 1 1 0 0,1-1-1 0 0,-1 1 1 0 0,0-1-1 0 0,0 1 1 0 0,1 0 0 0 0,-1 0-1 0 0,-4 3 1 0 0,3-2-12 0 0,1 1 0 0 0,-1 0 1 0 0,1 0-1 0 0,0 0 1 0 0,0 1-1 0 0,0-1 0 0 0,1 1 1 0 0,-1-1-1 0 0,1 1 0 0 0,-1 0 1 0 0,-1 6-1 0 0,0-1-22 0 0,0 1 0 0 0,1 0 0 0 0,1-1-1 0 0,0 1 1 0 0,0 0 0 0 0,0 0 0 0 0,2 0-1 0 0,-1 0 1 0 0,1 0 0 0 0,2 16 0 0 0,1-16-5 0 0,0 0-1 0 0,1 0 1 0 0,0 0 0 0 0,0 0 0 0 0,1-1 0 0 0,0 0 0 0 0,1 0 0 0 0,0 0-1 0 0,0-1 1 0 0,1 0 0 0 0,0 0 0 0 0,15 12 0 0 0,-14-13-485 0 0,1 0-1 0 0,0-1 1 0 0,0-1 0 0 0,11 6 0 0 0,5-1-6554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8.9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5 123 5529 0 0,'0'0'189'0'0,"-1"-1"0"0"0,0 0 0 0 0,1 0 0 0 0,-1 0 0 0 0,1 0 0 0 0,0 0 0 0 0,-1 0 0 0 0,1 0 0 0 0,0 0 0 0 0,-1 0 0 0 0,1 0 0 0 0,0-1 0 0 0,0 1 0 0 0,0 0 0 0 0,0 0 0 0 0,0 0 0 0 0,0 0 0 0 0,0 0 0 0 0,1 0 0 0 0,-1 0 0 0 0,0 0 0 0 0,0 0 0 0 0,1 0 0 0 0,-1 0 0 0 0,1 0 0 0 0,0-2-1 0 0,0 2 111 0 0,1 0-1 0 0,-1 1 0 0 0,1-1 0 0 0,0 0 0 0 0,-1 0 0 0 0,1 1 0 0 0,-1-1 0 0 0,1 1 0 0 0,0-1 0 0 0,-1 1 0 0 0,1-1 0 0 0,0 1 0 0 0,0 0 0 0 0,-1 0 1 0 0,1 0-1 0 0,0 0 0 0 0,2 1 0 0 0,1-1-99 0 0,0 1 0 0 0,1 0-1 0 0,-1 0 1 0 0,0 0 0 0 0,0 1 0 0 0,0 0 0 0 0,0 0 0 0 0,0 0 0 0 0,0 0 0 0 0,-1 1 0 0 0,1 0-1 0 0,4 3 1 0 0,3 4 409 0 0,-1 1 0 0 0,18 20 0 0 0,1 2 1287 0 0,-31-34-1803 0 0,0-1-1 0 0,1 1 1 0 0,-1-1 0 0 0,1 1-1 0 0,-1-1 1 0 0,1 1 0 0 0,0-1 0 0 0,0 1-1 0 0,0-1 1 0 0,0 0 0 0 0,0 1 0 0 0,0-1-1 0 0,0 1 1 0 0,0-1 0 0 0,1 0 0 0 0,-1 1-1 0 0,1-3 1 0 0,10-27-75 0 0,-6 20-255 0 0,1 1 0 0 0,0 0 0 0 0,1 0-1 0 0,0 1 1 0 0,16-17 0 0 0,24-17-3578 0 0,-27 25-3089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9.2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151 1 4609 0 0,'2'5'3680'0'0,"-3"-4"-3598"0"0,-7 11 2465 0 0,-20 19 279 0 0,15-16-1647 0 0,-2 3-357 0 0,2 0 0 0 0,0 1-1 0 0,1 0 1 0 0,-10 23 0 0 0,18-32-564 0 0,-1 0-1 0 0,1 0 1 0 0,1 1 0 0 0,0 0 0 0 0,0 0-1 0 0,1 0 1 0 0,0 0 0 0 0,1 0 0 0 0,1 0 0 0 0,0 14-1 0 0,0-23-229 0 0,0 0 0 0 0,0 0 0 0 0,0 0 0 0 0,1 0 0 0 0,-1 0 0 0 0,0-1 0 0 0,1 1 0 0 0,0 0 0 0 0,-1 0-1 0 0,1-1 1 0 0,0 1 0 0 0,0 0 0 0 0,0-1 0 0 0,0 1 0 0 0,0-1 0 0 0,0 1 0 0 0,1-1 0 0 0,-1 1 0 0 0,0-1 0 0 0,1 0 0 0 0,1 2-1 0 0,-1-3-18 0 0,0 1-1 0 0,0-1 1 0 0,-1 1-1 0 0,1-1 1 0 0,0 0-1 0 0,0 0 0 0 0,0 0 1 0 0,0 0-1 0 0,0 0 1 0 0,-1 0-1 0 0,1-1 0 0 0,0 1 1 0 0,0 0-1 0 0,0-1 1 0 0,-1 0-1 0 0,1 1 0 0 0,2-2 1 0 0,5-3-13 0 0,0 0 0 0 0,0-1 0 0 0,-1 0 0 0 0,0 0 0 0 0,0-1 0 0 0,8-9 0 0 0,-8 8 1 0 0,0 0 1 0 0,0 0-1 0 0,0 1 1 0 0,1 0 0 0 0,13-8-1 0 0,-20 14 8 0 0,0 0 1 0 0,0 0-1 0 0,0 0 1 0 0,0 0-1 0 0,0 0 0 0 0,0 1 1 0 0,1-1-1 0 0,-1 1 0 0 0,0-1 1 0 0,0 1-1 0 0,0 0 1 0 0,1 0-1 0 0,-1 0 0 0 0,0 0 1 0 0,0 0-1 0 0,0 0 0 0 0,1 1 1 0 0,-1-1-1 0 0,0 1 1 0 0,0-1-1 0 0,0 1 0 0 0,0 0 1 0 0,0 0-1 0 0,0 0 0 0 0,0 0 1 0 0,0 0-1 0 0,0 0 1 0 0,0 1-1 0 0,-1-1 0 0 0,1 1 1 0 0,-1-1-1 0 0,1 1 0 0 0,2 3 1 0 0,5 7-88 0 0,1 1 185 0 0,0 0 0 0 0,1-1-1 0 0,13 12 1 0 0,-20-20-420 0 0,2 0 0 0 0,-1-1 0 0 0,0 1 0 0 0,1-1 0 0 0,-1 0 1 0 0,1-1-1 0 0,0 1 0 0 0,0-1 0 0 0,0-1 0 0 0,0 1 0 0 0,9 1 0 0 0,5-1-6731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9.4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70 9674 0 0,'-5'-22'569'0'0,"-2"-7"57"0"0,6 11 4223 0 0,9 36-491 0 0,4 10-3632 0 0,43 145 1020 0 0,10 28-3180 0 0,-54-174-6141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9.7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1 212 3425 0 0,'0'-2'33'0'0,"-1"0"0"0"0,1-1 0 0 0,0 1 0 0 0,0 0 1 0 0,0-1-1 0 0,0 1 0 0 0,1 0 0 0 0,-1 0 0 0 0,1-1 0 0 0,-1 1 0 0 0,1 0 1 0 0,0 0-1 0 0,0 0 0 0 0,0-1 0 0 0,0 1 0 0 0,0 0 0 0 0,0 0 1 0 0,1 1-1 0 0,-1-1 0 0 0,0 0 0 0 0,1 0 0 0 0,0 1 0 0 0,-1-1 1 0 0,4-1-1 0 0,5-6 581 0 0,1 1 1 0 0,1 0 0 0 0,12-5 0 0 0,-10 4 220 0 0,19-9 793 0 0,0 1 0 0 0,1 1 0 0 0,68-21 0 0 0,-80 31-1024 0 0,1 0 0 0 0,0 2 0 0 0,1 0 0 0 0,-1 2 0 0 0,1 1 0 0 0,0 0 0 0 0,30 4 0 0 0,-49-2-475 0 0,1 0 0 0 0,-1 0 1 0 0,0 0-1 0 0,0 1 0 0 0,0 0 0 0 0,0 0 1 0 0,0 0-1 0 0,0 0 0 0 0,-1 1 0 0 0,1 0 0 0 0,-1 0 1 0 0,0 0-1 0 0,0 0 0 0 0,0 1 0 0 0,0-1 1 0 0,0 1-1 0 0,-1 0 0 0 0,1 1 0 0 0,-1-1 0 0 0,0 0 1 0 0,3 7-1 0 0,-2 1-81 0 0,1-1 0 0 0,-1 1 0 0 0,-1 0 0 0 0,0 1 0 0 0,-1-1 0 0 0,0 0 0 0 0,-1 1 0 0 0,0 12 0 0 0,0 6-106 0 0,-1-7-410 0 0,1 0-1 0 0,1 1 1 0 0,5 25-1 0 0,-5-45-562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9.9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1 129 8754 0 0,'13'-86'3967'0'0,"-6"51"-2241"0"0,-5 27-2051 0 0,3 65-2259 0 0,-4-37 2584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20.5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51 39 5065 0 0,'-1'11'699'0'0,"0"0"-1"0"0,-1 0 1 0 0,-1 0 0 0 0,0-1 0 0 0,0 1-1 0 0,-9 18 1 0 0,6-15 283 0 0,0 0 0 0 0,2 0 0 0 0,-4 18 0 0 0,7-25-674 0 0,1 0-1 0 0,0 0 0 0 0,0 0 0 0 0,1 0 1 0 0,-1 0-1 0 0,2 1 0 0 0,-1-1 1 0 0,4 8-1 0 0,-4-12-157 0 0,0-1 0 0 0,0 0 0 0 0,0 1 0 0 0,0-1 0 0 0,0 0 0 0 0,1 0 0 0 0,-1 0 0 0 0,1 0 0 0 0,-1 0 1 0 0,1 0-1 0 0,4 3 0 0 0,-5-4-82 0 0,0-1 0 0 0,1 1 0 0 0,-1-1 0 0 0,0 1 0 0 0,1-1 0 0 0,-1 1 0 0 0,0-1 0 0 0,1 0 0 0 0,-1 1 0 0 0,1-1 0 0 0,-1 0 0 0 0,1 0 1 0 0,-1 0-1 0 0,1 0 0 0 0,-1 0 0 0 0,0-1 0 0 0,1 1 0 0 0,-1 0 0 0 0,1-1 0 0 0,-1 1 0 0 0,0-1 0 0 0,3 0 0 0 0,-3 0-78 0 0,1 0 0 0 0,-1 0 0 0 0,1 0 0 0 0,-1 0 0 0 0,1 0 0 0 0,-1 0 0 0 0,0 0 0 0 0,1-1 1 0 0,-1 1-1 0 0,0 0 0 0 0,0-1 0 0 0,0 1 0 0 0,0-1 0 0 0,0 1 0 0 0,0-1 0 0 0,-1 1 0 0 0,1-1 0 0 0,0 0 0 0 0,-1 0 0 0 0,1 1 0 0 0,-1-1 0 0 0,0 0 0 0 0,1 0 0 0 0,-1 1 0 0 0,0-1 0 0 0,0 0 0 0 0,0 0 0 0 0,-1 0 0 0 0,1 1 0 0 0,0-1 0 0 0,-1 0 0 0 0,0-3 0 0 0,-3-6-140 0 0,0-1-1 0 0,0 1 0 0 0,-12-21 0 0 0,4 8 39 0 0,10 20 128 0 0,1-1 1 0 0,-1 1-1 0 0,1-1 1 0 0,0 1-1 0 0,0-1 1 0 0,0 1-1 0 0,0-1 0 0 0,1 1 1 0 0,0-1-1 0 0,0 0 1 0 0,0 1-1 0 0,1-1 1 0 0,-1 0-1 0 0,1 1 0 0 0,0-1 1 0 0,1 1-1 0 0,-1 0 1 0 0,4-8-1 0 0,-1 6 5 0 0,-1 1 0 0 0,1 1 0 0 0,0-1-1 0 0,0 1 1 0 0,0-1 0 0 0,1 1 0 0 0,-1 0 0 0 0,1 1-1 0 0,0-1 1 0 0,0 1 0 0 0,1 0 0 0 0,-1 0 0 0 0,0 1-1 0 0,8-3 1 0 0,-7 3-18 0 0,0-1-1 0 0,1 1 1 0 0,-1 1-1 0 0,1-1 1 0 0,-1 1-1 0 0,1 0 0 0 0,0 0 1 0 0,-1 1-1 0 0,1 0 1 0 0,0 0-1 0 0,0 1 1 0 0,12 2-1 0 0,-14-1 0 0 0,1 0 0 0 0,-1 1 0 0 0,0-1 0 0 0,0 1 0 0 0,-1 0 0 0 0,1 0 0 0 0,-1 0 0 0 0,1 1 0 0 0,-1-1 0 0 0,0 1 0 0 0,0 0 0 0 0,0 1 0 0 0,-1-1 0 0 0,0 0 0 0 0,6 10 0 0 0,12 25 221 0 0,-2 0 0 0 0,-2 1-1 0 0,18 60 1 0 0,-34-100-218 0 0,-1 1 1 0 0,0 0-1 0 0,0 0 1 0 0,0-1-1 0 0,1 1 1 0 0,-1 0-1 0 0,0-1 0 0 0,1 1 1 0 0,-1 0-1 0 0,0-1 1 0 0,1 1-1 0 0,-1-1 1 0 0,1 1-1 0 0,-1 0 0 0 0,1-1 1 0 0,-1 1-1 0 0,1-1 1 0 0,0 0-1 0 0,-1 1 1 0 0,1-1-1 0 0,0 1 0 0 0,-1-1 1 0 0,1 0-1 0 0,0 0 1 0 0,-1 1-1 0 0,2-1 1 0 0,0 0-33 0 0,-1 0 1 0 0,0 0-1 0 0,1 0 1 0 0,-1-1 0 0 0,1 1-1 0 0,-1 0 1 0 0,1-1 0 0 0,-1 1-1 0 0,0-1 1 0 0,1 0 0 0 0,-1 1-1 0 0,0-1 1 0 0,2-1-1 0 0,6-5-269 0 0,0 0 1 0 0,-1-1-1 0 0,8-8 0 0 0,-6 6 66 0 0,34-36-53 0 0,24-22 1107 0 0,-61 62-526 0 0,1 0 0 0 0,0 0 0 0 0,0 1-1 0 0,0 0 1 0 0,1 1 0 0 0,-1-1 0 0 0,16-4 0 0 0,-22 9-264 0 0,0-1 1 0 0,0 0-1 0 0,1 1 0 0 0,-1 0 0 0 0,0-1 0 0 0,0 1 0 0 0,0 0 0 0 0,0 0 0 0 0,1 0 1 0 0,-1 1-1 0 0,0-1 0 0 0,0 0 0 0 0,0 1 0 0 0,0 0 0 0 0,0-1 0 0 0,0 1 0 0 0,0 0 1 0 0,0 0-1 0 0,0 0 0 0 0,0 0 0 0 0,0 0 0 0 0,-1 1 0 0 0,1-1 0 0 0,0 0 0 0 0,-1 1 1 0 0,1-1-1 0 0,-1 1 0 0 0,1 0 0 0 0,-1 0 0 0 0,0-1 0 0 0,0 1 0 0 0,2 3 0 0 0,2 7 7 0 0,0 0-1 0 0,-1 0 1 0 0,-1 0-1 0 0,4 22 1 0 0,2 6-75 0 0,-6-30-198 0 0,1 0-1 0 0,0 0 0 0 0,1 0 0 0 0,0-1 1 0 0,10 15-1 0 0,-2-7-829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20.7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0 17972 0 0,'-3'2'1760'0'0,"3"-1"-1568"0"0,0 1-192 0 0,2-1 0 0 0,-1-1 0 0 0,1 0-64 0 0,-1 1-56 0 0,0 2-8 0 0,2 1 0 0 0,0 0 128 0 0,-1 0 0 0 0,1 0-80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27.93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25 137 3225 0 0,'-23'-24'4008'0'0,"23"23"-3818"0"0,0-1 1 0 0,-1 1 0 0 0,1-1 0 0 0,0 1 0 0 0,0-1 0 0 0,0 0 0 0 0,0 1-1 0 0,0-1 1 0 0,0 1 0 0 0,0-1 0 0 0,1 1 0 0 0,0-4 381 0 0,1 1-381 0 0,2-2 108 0 0,0 0 0 0 0,1 1-1 0 0,0 0 1 0 0,0 0 0 0 0,0 0 0 0 0,1 0-1 0 0,7-4 1 0 0,-6 4-145 0 0,0 0 1 0 0,1 1-1 0 0,-1 0 0 0 0,1 0 0 0 0,0 1 1 0 0,0 0-1 0 0,0 0 0 0 0,0 1 0 0 0,1 0 0 0 0,-1 0 1 0 0,0 1-1 0 0,1 0 0 0 0,0 1 0 0 0,-1-1 1 0 0,1 2-1 0 0,-1-1 0 0 0,1 1 0 0 0,-1 1 1 0 0,1 0-1 0 0,-1 0 0 0 0,0 0 0 0 0,0 1 1 0 0,0 0-1 0 0,0 1 0 0 0,0 0 0 0 0,-1 0 1 0 0,14 10-1 0 0,-14-9-208 0 0,1 1 0 0 0,-1 1 0 0 0,0-1 0 0 0,-1 1 0 0 0,0 0 0 0 0,0 1 0 0 0,0 0 0 0 0,-1-1 1 0 0,0 2-1 0 0,0-1 0 0 0,-1 0 0 0 0,-1 1 0 0 0,1 0 0 0 0,-1 0 0 0 0,-1 0 0 0 0,1 0 0 0 0,-2 1 0 0 0,1-1 0 0 0,-1 1 0 0 0,-1-1 0 0 0,1 1 0 0 0,-2-1 0 0 0,1 1 1 0 0,-1-1-1 0 0,-3 10 0 0 0,-2-1 98 0 0,0 1 0 0 0,-14 26 1 0 0,12-27 222 0 0,-13 37-1 0 0,21-54-264 0 0,0-1-1 0 0,-1 1 0 0 0,1-1 0 0 0,0 1 0 0 0,0-1 0 0 0,0 1 0 0 0,0-1 0 0 0,0 1 0 0 0,0-1 0 0 0,0 1 0 0 0,0-1 0 0 0,0 1 0 0 0,0-1 0 0 0,0 1 0 0 0,0-1 0 0 0,0 1 0 0 0,0-1 0 0 0,0 1 0 0 0,1-1 0 0 0,-1 1 1 0 0,0-1-1 0 0,0 1 0 0 0,1-1 0 0 0,-1 0 0 0 0,0 1 0 0 0,0-1 0 0 0,1 1 0 0 0,-1-1 0 0 0,1 0 0 0 0,-1 1 0 0 0,0-1 0 0 0,1 0 0 0 0,0 1 0 0 0,19 0-67 0 0,28-16-289 0 0,-44 14 286 0 0,22-10 143 0 0,0 2 1 0 0,0 1-1 0 0,1 1 1 0 0,0 2-1 0 0,50-5 1 0 0,-70 10-73 0 0,0 0 0 0 0,0 0 1 0 0,0 1-1 0 0,0-1 0 0 0,0 2 1 0 0,0-1-1 0 0,0 1 0 0 0,0 0 1 0 0,-1 0-1 0 0,1 1 0 0 0,-1 0 1 0 0,1 0-1 0 0,-1 0 0 0 0,0 1 1 0 0,0 0-1 0 0,0 0 0 0 0,-1 1 1 0 0,0-1-1 0 0,0 1 0 0 0,0 1 1 0 0,0-1-1 0 0,-1 1 0 0 0,0-1 1 0 0,0 1-1 0 0,0 0 0 0 0,-1 1 1 0 0,0-1-1 0 0,3 8 0 0 0,-3-3 96 0 0,0 0 0 0 0,-1 0 0 0 0,0 0 0 0 0,-1 1 0 0 0,-1-1-1 0 0,1 1 1 0 0,-2-1 0 0 0,0 1 0 0 0,0-1 0 0 0,-1 0-1 0 0,0 1 1 0 0,-1-1 0 0 0,0 0 0 0 0,-1 0 0 0 0,-9 18-1 0 0,-6 10 319 0 0,-2 0 0 0 0,-44 60 0 0 0,-10 4-3421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28.374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2 142 4145 0 0,'-1'-3'263'0'0,"1"-1"-1"0"0,0 1 1 0 0,0 0 0 0 0,0 0 0 0 0,0 0 0 0 0,1-1-1 0 0,-1 1 1 0 0,1 0 0 0 0,0 0 0 0 0,-1 0 0 0 0,2 0-1 0 0,-1 0 1 0 0,0 0 0 0 0,4-5 0 0 0,-1 0 357 0 0,1 0 0 0 0,0 0 0 0 0,12-13 1 0 0,-11 16-311 0 0,0 0 1 0 0,0 1-1 0 0,1 0 1 0 0,-1 0 0 0 0,1 0-1 0 0,0 1 1 0 0,0 0-1 0 0,0 0 1 0 0,0 1-1 0 0,1 0 1 0 0,-1 0 0 0 0,1 0-1 0 0,-1 1 1 0 0,1 1-1 0 0,0-1 1 0 0,-1 1 0 0 0,1 0-1 0 0,10 2 1 0 0,2 0 48 0 0,-1 1 1 0 0,0 1-1 0 0,0 1 1 0 0,0 0-1 0 0,0 2 1 0 0,19 9-1 0 0,-31-12-274 0 0,0 0-1 0 0,-1 1 1 0 0,1 0-1 0 0,-1 0 0 0 0,0 1 1 0 0,0 0-1 0 0,-1 0 1 0 0,1 0-1 0 0,-1 0 0 0 0,-1 1 1 0 0,1 0-1 0 0,-1 0 1 0 0,0 0-1 0 0,-1 1 1 0 0,0-1-1 0 0,0 1 0 0 0,3 14 1 0 0,1 12 172 0 0,0 1 0 0 0,2 62 0 0 0,-7-71-88 0 0,7 171 530 0 0,12 112-774 0 0,-20-301-251 0 0,15 86-472 0 0,0-49-1949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28.58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2 325 10594 0 0,'0'-1'49'0'0,"-1"0"-1"0"0,1 0 1 0 0,0 0-1 0 0,0 0 1 0 0,-1 0-1 0 0,1-1 1 0 0,0 1-1 0 0,0 0 1 0 0,0 0-1 0 0,0 0 1 0 0,0 0-1 0 0,1-1 1 0 0,-1 1-1 0 0,0 0 1 0 0,0 0-1 0 0,1 0 0 0 0,-1 0 1 0 0,1 0-1 0 0,-1 0 1 0 0,1 0-1 0 0,-1 0 1 0 0,1 0-1 0 0,0 0 1 0 0,0 0-1 0 0,-1 0 1 0 0,1 0-1 0 0,0 0 1 0 0,0 0-1 0 0,0 1 1 0 0,0-1-1 0 0,0 0 1 0 0,1 0-1 0 0,43-26 620 0 0,-31 18-398 0 0,71-44 1500 0 0,132-74 2281 0 0,-189 113-4466 0 0,2 1 1 0 0,-1 2 0 0 0,2 1 0 0 0,-1 1 0 0 0,60-9 0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28.90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16 140 10138 0 0,'-15'-12'1557'0'0,"38"5"-57"0"0,-11 4-1212 0 0,161-28 4279 0 0,-17 3-3745 0 0,-113 20-1421 0 0,35-9-909 0 0,-70 15 615 0 0,-1-1-1 0 0,1 0 1 0 0,-1 0 0 0 0,0 0 0 0 0,23-16-1787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29.23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310 1 2761 0 0,'-10'0'215'0'0,"0"0"1"0"0,0 1-1 0 0,0 0 1 0 0,0 0 0 0 0,0 1-1 0 0,1 1 1 0 0,-1-1 0 0 0,1 2-1 0 0,-1-1 1 0 0,1 1 0 0 0,0 1-1 0 0,0-1 1 0 0,1 2-1 0 0,-1-1 1 0 0,1 1 0 0 0,1 0-1 0 0,-1 1 1 0 0,-11 13 0 0 0,4-3 376 0 0,0 0 0 0 0,2 1 0 0 0,0 1 0 0 0,1 0 0 0 0,1 1 0 0 0,1 0 0 0 0,-10 28 0 0 0,16-36-94 0 0,0-1 0 0 0,2 1-1 0 0,-1 0 1 0 0,2 0-1 0 0,-1 0 1 0 0,1 0 0 0 0,1 0-1 0 0,1 0 1 0 0,2 23-1 0 0,1-18-192 0 0,0 0-1 0 0,1 0 1 0 0,1 0-1 0 0,1-1 1 0 0,0 0 0 0 0,11 19-1 0 0,1-7-228 0 0,1 0-1 0 0,0-1 1 0 0,2-1 0 0 0,2-1 0 0 0,0-1-1 0 0,43 33 1 0 0,-23-26-24 0 0,-16-11-48 0 0,30 27 1 0 0,-51-40-4 0 0,0 0 1 0 0,-1 0-1 0 0,0 0 1 0 0,0 1-1 0 0,0-1 0 0 0,-1 2 1 0 0,0-1-1 0 0,7 17 0 0 0,-11-21 4 0 0,0-1-1 0 0,0 1 0 0 0,-1-1 0 0 0,1 1 1 0 0,-1-1-1 0 0,1 1 0 0 0,-1-1 0 0 0,-1 1 0 0 0,1 0 1 0 0,0-1-1 0 0,-1 1 0 0 0,1-1 0 0 0,-1 1 1 0 0,0-1-1 0 0,0 1 0 0 0,-2 2 0 0 0,-1 1 47 0 0,1-1-1 0 0,-1 1 1 0 0,-1-1-1 0 0,1 0 1 0 0,-1-1-1 0 0,0 1 1 0 0,-8 6-1 0 0,-5 3 253 0 0,-1-1-1 0 0,-1-1 1 0 0,-39 20-1 0 0,35-22-102 0 0,-1 0 0 0 0,-44 13 0 0 0,56-21-704 0 0,0 0 1 0 0,0-1-1 0 0,0 0 0 0 0,0-1 0 0 0,-1-1 1 0 0,1 0-1 0 0,-19-3 0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29.737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44 164 10138 0 0,'-43'-3'1118'0'0,"101"-7"2063"0"0,-9-1-2535 0 0,191-21 1618 0 0,248-24 1057 0 0,-295 37-2489 0 0,61-4-297 0 0,-174 19-521 0 0,75-2-641 0 0,-128 7-564 0 0,1 1 1 0 0,-1 1-1 0 0,43 10 1 0 0,-65-11 466 0 0,2-1 0 0 0,-1 1 0 0 0,0-1 0 0 0,0 0 0 0 0,0-1 0 0 0,0 1 0 0 0,1-1 0 0 0,-1 0 0 0 0,0-1 0 0 0,10-1 1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30.082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115 105 656 0 0,'-115'-102'17050'0'0,"130"100"-15912"0"0,15 3-428 0 0,-3 4-524 0 0,0 1 1 0 0,-1 1-1 0 0,0 1 1 0 0,0 2-1 0 0,35 18 1 0 0,117 76 753 0 0,-170-99-940 0 0,23 14 13 0 0,-1 1-1 0 0,-1 1 1 0 0,0 2 0 0 0,43 45 0 0 0,-70-66-12 0 0,-1 1 0 0 0,1-1 1 0 0,-1 0-1 0 0,1 1 0 0 0,-1-1 1 0 0,0 1-1 0 0,0-1 0 0 0,0 1 1 0 0,0-1-1 0 0,0 1 0 0 0,0 0 1 0 0,-1-1-1 0 0,1 1 1 0 0,-1 0-1 0 0,0 0 0 0 0,0 0 1 0 0,0-1-1 0 0,0 1 0 0 0,-1 0 1 0 0,1 0-1 0 0,-1-1 0 0 0,1 1 1 0 0,-2 2-1 0 0,-3 6 23 0 0,0 0 1 0 0,0-1-1 0 0,-1 0 1 0 0,-11 14-1 0 0,11-17-409 0 0,1 0 0 0 0,0 1-1 0 0,0 0 1 0 0,1 0 0 0 0,0 0 0 0 0,1 0 0 0 0,-4 10-1 0 0,6-4-1001 0 0,1 1-12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30.704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0 96 3225 0 0,'0'-28'7376'0'0,"5"26"-7149"0"0,49-26 1677 0 0,-29 19-845 0 0,-1 1 0 0 0,47-8 0 0 0,-62 14-871 0 0,0 1 0 0 0,0 0 0 0 0,0 1 0 0 0,0 0 0 0 0,0 0-1 0 0,0 1 1 0 0,0 0 0 0 0,0 1 0 0 0,-1 0 0 0 0,1 0 0 0 0,14 6 0 0 0,-19-6-153 0 0,-1 0 0 0 0,1 0 0 0 0,-1 1 0 0 0,0-1 0 0 0,0 1 0 0 0,0-1 0 0 0,0 1 0 0 0,0 0 0 0 0,0 0 0 0 0,-1 0 0 0 0,1 0 0 0 0,-1 1 0 0 0,0-1 0 0 0,0 1 0 0 0,3 7 0 0 0,-3-5-16 0 0,-1 1-1 0 0,1 0 0 0 0,-1 0 0 0 0,0 0 0 0 0,-1-1 0 0 0,0 1 0 0 0,0 0 0 0 0,-1 11 0 0 0,-4 7-7 0 0,-1 0 0 0 0,0-1 0 0 0,-20 44 0 0 0,25-65-3 0 0,-9 21 153 0 0,6-19-138 0 0,1 1 0 0 0,1-1 0 0 0,-1 1-1 0 0,1 0 1 0 0,0 0 0 0 0,0 0 0 0 0,1 0-1 0 0,0 1 1 0 0,0-1 0 0 0,0 0 0 0 0,1 0-1 0 0,0 7 1 0 0,1-11-42 0 0,0 0 0 0 0,0-1 0 0 0,0 1 0 0 0,0 0 0 0 0,0-1-1 0 0,0 1 1 0 0,0-1 0 0 0,1 1 0 0 0,-1-1 0 0 0,1 0 0 0 0,-1 0 0 0 0,1 1 0 0 0,0-1-1 0 0,-1 0 1 0 0,1-1 0 0 0,0 1 0 0 0,0 0 0 0 0,-1 0 0 0 0,1-1 0 0 0,0 1 0 0 0,2 0-1 0 0,48 8-417 0 0,-41-7 447 0 0,28 3 42 0 0,-1 2 0 0 0,0 2-1 0 0,-1 1 1 0 0,1 2 0 0 0,-2 2 0 0 0,0 1 0 0 0,49 29 0 0 0,-78-40 10 0 0,0 1 1 0 0,-1 0 0 0 0,0 0 0 0 0,0 0 0 0 0,0 1-1 0 0,0 0 1 0 0,-1 0 0 0 0,0 1 0 0 0,-1-1-1 0 0,1 1 1 0 0,-1 0 0 0 0,0 0 0 0 0,-1 0-1 0 0,0 1 1 0 0,0-1 0 0 0,-1 1 0 0 0,0 0-1 0 0,0 0 1 0 0,0 0 0 0 0,-1 0 0 0 0,-1 0-1 0 0,1 0 1 0 0,-1 0 0 0 0,-1 0 0 0 0,1 0-1 0 0,-1 0 1 0 0,-1 0 0 0 0,1 0 0 0 0,-1-1-1 0 0,-1 1 1 0 0,0 0 0 0 0,0-1 0 0 0,0 1-1 0 0,-7 10 1 0 0,-1-3 109 0 0,-1 0 0 0 0,0 0 0 0 0,-1-2 0 0 0,0 0 0 0 0,-1 0 0 0 0,-1-1 0 0 0,0-1-1 0 0,-17 11 1 0 0,-139 67-27 0 0,154-81-179 0 0,-31 13-1812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20.0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0 17972 0 0,'-3'5'119'0'0,"-1"0"0"0"0,1 0 0 0 0,0 0 0 0 0,0 1 0 0 0,0-1 0 0 0,1 1 0 0 0,-1 0 0 0 0,2 0 0 0 0,-1-1 0 0 0,1 1 0 0 0,-2 7 0 0 0,3 4-1021 0 0,-1 0 0 0 0,5 31 0 0 0,-4-42 870 0 0,25 241-412 0 0,29 461 181 0 0,-44 76 264 0 0,4 206-15 0 0,28-1 1306 0 0,12-24 1217 0 0,-43 2-1102 0 0,-14-835-1244 0 0,-46 871 734 0 0,43-946-1328 0 0,-27 108-1 0 0,24-136-295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20.5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192 58 11058 0 0,'-38'1'587'0'0,"0"1"-1"0"0,-75 17 0 0 0,113-19-583 0 0,0 0 0 0 0,1 0 0 0 0,-1 0 0 0 0,0 0-1 0 0,0 0 1 0 0,0 0 0 0 0,0 0 0 0 0,0 0-1 0 0,0 0 1 0 0,0 0 0 0 0,0 1 0 0 0,0-1-1 0 0,0 0 1 0 0,0 0 0 0 0,0 0 0 0 0,0 0 0 0 0,0 0-1 0 0,0 0 1 0 0,0 0 0 0 0,0 0 0 0 0,0 0-1 0 0,0 1 1 0 0,0-1 0 0 0,0 0 0 0 0,0 0 0 0 0,0 0-1 0 0,0 0 1 0 0,0 0 0 0 0,0 0 0 0 0,0 0-1 0 0,0 0 1 0 0,0 0 0 0 0,-1 1 0 0 0,1-1 0 0 0,0 0-1 0 0,0 0 1 0 0,0 0 0 0 0,0 0 0 0 0,0 0-1 0 0,0 0 1 0 0,0 0 0 0 0,0 0 0 0 0,0 0-1 0 0,0 0 1 0 0,0 0 0 0 0,-1 0 0 0 0,1 0 0 0 0,0 0-1 0 0,0 0 1 0 0,0 0 0 0 0,0 0 0 0 0,0 0-1 0 0,0 0 1 0 0,0 0 0 0 0,0 0 0 0 0,-1 0 0 0 0,1 0-1 0 0,0 0 1 0 0,0 0 0 0 0,0 0 0 0 0,0 0-1 0 0,13 4 48 0 0,19-1-54 0 0,569-6 960 0 0,-388-4-556 0 0,469-21 254 0 0,-380 13-416 0 0,-89 5-91 0 0,737-17 742 0 0,-121 28-772 0 0,68 1-5 0 0,-213 48-1374 0 0,-401-23 779 0 0,-192-22-1174 0 0,150-10 0 0 0,-167-1-2598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21.3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5874 0 17972 0 0,'-1'4'130'0'0,"2"0"0"0"0,-1 0 1 0 0,0 0-1 0 0,1 0 0 0 0,0 0 0 0 0,-1 0 1 0 0,2 0-1 0 0,-1-1 0 0 0,0 1 0 0 0,1 0 1 0 0,0-1-1 0 0,2 5 0 0 0,4 11-135 0 0,35 109-171 0 0,-5 3 0 0 0,25 171 0 0 0,15 332 145 0 0,-29 2-29 0 0,16 157 15 0 0,76 411 45 0 0,-39-362 0 0 0,-81-647 81 0 0,20 160 304 0 0,27-5-64 0 0,61 38 142 0 0,8 29-1228 0 0,-133-401 957 0 0,0-1 0 0 0,-1 1-1 0 0,-1 0 1 0 0,0 29 0 0 0,-2-42-132 0 0,0 0 1 0 0,0-1-1 0 0,0 1 0 0 0,-1 0 1 0 0,1 0-1 0 0,-1 0 1 0 0,0-1-1 0 0,1 1 1 0 0,-1 0-1 0 0,0-1 1 0 0,-1 1-1 0 0,1-1 1 0 0,0 1-1 0 0,-1-1 0 0 0,0 1 1 0 0,1-1-1 0 0,-1 0 1 0 0,0 0-1 0 0,0 0 1 0 0,0 0-1 0 0,0 0 1 0 0,-1 0-1 0 0,1-1 0 0 0,0 1 1 0 0,-1-1-1 0 0,1 0 1 0 0,-1 1-1 0 0,0-1 1 0 0,1 0-1 0 0,-1-1 1 0 0,0 1-1 0 0,0 0 1 0 0,1-1-1 0 0,-6 1 0 0 0,-30-1-103 0 0,-1-1 0 0 0,1-2 0 0 0,0-1 0 0 0,-67-18 0 0 0,-5 0-231 0 0,-461-33-597 0 0,189 24 793 0 0,-572-28 680 0 0,-2 51-2412 0 0,941 8 1731 0 0,-997 35-2233 0 0,10 102 4504 0 0,231 48 715 0 0,568-113-2756 0 0,-203 103 1 0 0,372-159-188 0 0,-79 29-2038 0 0,78-34-5405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23.52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123 4893 10138 0 0,'-11'7'646'0'0,"-35"22"500"0"0,43-27-1001 0 0,0-1 0 0 0,0 1 0 0 0,0-1 0 0 0,-1 1 0 0 0,1-1 0 0 0,0 0 0 0 0,-1 0 0 0 0,1-1 0 0 0,-1 1 0 0 0,1-1 0 0 0,-7 0 0 0 0,9 0-83 0 0,0-1-1 0 0,-1 1 1 0 0,1-1 0 0 0,0 1 0 0 0,0-1 0 0 0,0 1 0 0 0,0-1 0 0 0,1 0 0 0 0,-1 0 0 0 0,0 1 0 0 0,0-1 0 0 0,0 0 0 0 0,0 0 0 0 0,1 0 0 0 0,-1 0 0 0 0,1 0 0 0 0,-1 0 0 0 0,0 0 0 0 0,1 0 0 0 0,0 0 0 0 0,-1 0-1 0 0,1 0 1 0 0,0-1 0 0 0,-1 1 0 0 0,1 0 0 0 0,0 0 0 0 0,0 0 0 0 0,0 0 0 0 0,0-1 0 0 0,0 1 0 0 0,0 0 0 0 0,0 0 0 0 0,1 0 0 0 0,-1-2 0 0 0,11-44 159 0 0,-10 41-166 0 0,15-40-503 0 0,1 1 1 0 0,39-75-1 0 0,62-79-515 0 0,6-11 869 0 0,-44 57 350 0 0,259-473 1705 0 0,-104 201-1297 0 0,-5 9-135 0 0,122-235-652 0 0,-105 154-559 0 0,61-133-1753 0 0,-24 5-747 0 0,-271 594 3440 0 0,-2 4 562 0 0,1 1 0 0 0,0 0 0 0 0,2 1-1 0 0,28-38 1 0 0,-42 62-784 0 0,1 0 0 0 0,-1 1 0 0 0,1-1 0 0 0,-1 0 0 0 0,1 0 0 0 0,-1 1 0 0 0,1-1 1 0 0,0 0-1 0 0,-1 1 0 0 0,1-1 0 0 0,0 0 0 0 0,0 1 0 0 0,0-1 0 0 0,-1 1 0 0 0,1 0 0 0 0,0-1 0 0 0,0 1 0 0 0,0-1 0 0 0,0 1 0 0 0,0 0 0 0 0,0 0 0 0 0,-1 0 0 0 0,1 0 0 0 0,2-1 0 0 0,-2 2-19 0 0,-1 0 0 0 0,1 0 0 0 0,0-1-1 0 0,-1 1 1 0 0,1 0 0 0 0,-1 0 0 0 0,1 0 0 0 0,-1-1-1 0 0,1 1 1 0 0,-1 0 0 0 0,0 0 0 0 0,0 0 0 0 0,1 0-1 0 0,-1 0 1 0 0,0 0 0 0 0,0 0 0 0 0,0 0 0 0 0,0 0-1 0 0,0 1 1 0 0,-4 57 5 0 0,3-55 3 0 0,-66 373 485 0 0,50-293-539 0 0,-6 34 15 0 0,-71 394-74 0 0,72-350 70 0 0,-2 192-1 0 0,28-112 436 0 0,49 345 1 0 0,98 227 293 0 0,-123-694-497 0 0,6-3 1 0 0,79 189-1 0 0,-73-222 78 0 0,3-1 0 0 0,4-3-1 0 0,3-2 1 0 0,67 80-1 0 0,339 329 1677 0 0,-384-415-1919 0 0,62 73-1732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23.987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0 99 16131 0 0,'6'0'1520'0'0,"154"2"-175"0"0,416-55-1321 0 0,-450 38-201 0 0,-11 0-1230 0 0,4-3-4867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28.2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162 194 6449 0 0,'-161'19'6047'0'0,"264"-16"-3660"0"0,558-46 1967 0 0,-522 32-3691 0 0,1273-137 1914 0 0,-1214 135-2525 0 0,-176 13-268 0 0,0 1 0 0 0,0 1 0 0 0,0 1 0 0 0,0 0 0 0 0,0 2 0 0 0,38 14 0 0 0,-56-17-176 0 0,1-1 0 0 0,-1 1 0 0 0,0 0 0 0 0,0 1 0 0 0,0-1 0 0 0,0 1 0 0 0,0 0 0 0 0,0 0 0 0 0,-1 0 0 0 0,1 0 0 0 0,-1 0 0 0 0,0 1 1 0 0,0 0-1 0 0,0 0 0 0 0,3 5 0 0 0,-2 2-1087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28.6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51 25 9218 0 0,'-2'-2'131'0'0,"0"0"0"0"0,0-1 0 0 0,0 1-1 0 0,0 0 1 0 0,0 0 0 0 0,-1 0 0 0 0,1 1 0 0 0,0-1 0 0 0,-1 0 0 0 0,-4-1 0 0 0,6 3-83 0 0,1-1 1 0 0,-1 1-1 0 0,1 0 1 0 0,-1 0-1 0 0,0 0 1 0 0,1 0-1 0 0,-1 0 1 0 0,1 0 0 0 0,-1 0-1 0 0,0 0 1 0 0,1 0-1 0 0,-1 0 1 0 0,1 0-1 0 0,-1 0 1 0 0,0 0-1 0 0,1 1 1 0 0,-1-1-1 0 0,1 0 1 0 0,-1 0 0 0 0,1 1-1 0 0,-2 0 1 0 0,1 0 0 0 0,1-1 0 0 0,-1 1 1 0 0,0 0-1 0 0,1 1 0 0 0,-1-1 1 0 0,0 0-1 0 0,1 0 0 0 0,-1 0 0 0 0,1 0 1 0 0,0 0-1 0 0,-1 1 0 0 0,1-1 1 0 0,0 0-1 0 0,0 0 0 0 0,0 2 1 0 0,0-1-29 0 0,0 0 1 0 0,0 0 0 0 0,1 0-1 0 0,-1 0 1 0 0,1 0 0 0 0,0-1-1 0 0,0 1 1 0 0,-1 0-1 0 0,1 0 1 0 0,0 0 0 0 0,1-1-1 0 0,-1 1 1 0 0,0 0 0 0 0,0-1-1 0 0,1 1 1 0 0,-1-1 0 0 0,1 0-1 0 0,-1 1 1 0 0,3 0 0 0 0,38 26 479 0 0,-34-23-256 0 0,132 69 2258 0 0,-84-47-1523 0 0,63 42 0 0 0,-103-59-886 0 0,-1 1 0 0 0,-1 1-1 0 0,0 0 1 0 0,0 1 0 0 0,-1 1 0 0 0,-1 0 0 0 0,0 0 0 0 0,14 24-1 0 0,-24-33-61 0 0,0-1-1 0 0,1 1 1 0 0,-1 0 0 0 0,-1-1-1 0 0,1 1 1 0 0,-1 0-1 0 0,0 0 1 0 0,0 0-1 0 0,0 0 1 0 0,-1 0-1 0 0,0 0 1 0 0,1 0 0 0 0,-2 0-1 0 0,1 0 1 0 0,-2 6-1 0 0,0-3 96 0 0,0-1 0 0 0,-1 1 0 0 0,0-1 0 0 0,0 0 0 0 0,-1 0 0 0 0,0 0 0 0 0,0-1 0 0 0,-10 13 0 0 0,-6 1 164 0 0,-1 1 1 0 0,-1-2-1 0 0,-1-1 1 0 0,-27 17-1 0 0,46-32-306 0 0,-30 20-1406 0 0,-5 3-5950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32.195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60 5622 4145 0 0,'-8'5'722'0'0,"1"1"0"0"0,0 1 0 0 0,0-1 1 0 0,0 1-1 0 0,1 0 0 0 0,0 1 0 0 0,-6 8 0 0 0,53-53-801 0 0,157-215 651 0 0,-50 57 666 0 0,281-394 2002 0 0,-204 265-2370 0 0,27-53-64 0 0,-13 18-223 0 0,4-6-232 0 0,-33 47-290 0 0,264-392-61 0 0,-100 156 0 0 0,-125 183 7 0 0,141-224-294 0 0,-142 216-1500 0 0,-140 219-94 0 0,-72 108 300 0 0,-3 5-2884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35.705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29 93 9218 0 0,'-3'0'301'0'0,"0"1"1"0"0,0 0-1 0 0,0 1 0 0 0,0-1 1 0 0,1 0-1 0 0,-1 1 0 0 0,1-1 1 0 0,-4 11 1032 0 0,6-11-1307 0 0,18 5 242 0 0,7-3-28 0 0,0-2 0 0 0,1 0 0 0 0,-1-2 0 0 0,1-1 0 0 0,42-8 1 0 0,-22 3-18 0 0,-38 6-202 0 0,550-69 1583 0 0,4 36-2596 0 0,-473 34-4589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37.037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132 18 11058 0 0,'-12'-18'2037'0'0,"7"33"-1732"0"0,5-14-290 0 0,-30 140 620 0 0,-19 232-1 0 0,24-13 160 0 0,14 0-1 0 0,48 472 0 0 0,0-497-92 0 0,85 347 1 0 0,-68-464-184 0 0,9-2-1 0 0,143 325 0 0 0,-140-407-111 0 0,5-3-1 0 0,91 126 1 0 0,208 216 781 0 0,-324-422-1233 0 0,2-3 0 0 0,2-1-1 0 0,2-3 1 0 0,2-2-1 0 0,2-2 1 0 0,1-3-1 0 0,3-3 1 0 0,0-2 0 0 0,2-2-1 0 0,112 35 1 0 0,48-4-2652 0 0,-106-32-4306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40.1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18 17972 0 0,'3'-17'2516'0'0,"-2"37"-799"0"0,42 230-1935 0 0,0 7-63 0 0,-24-92 74 0 0,-10-68-904 0 0,4 1-1 0 0,42 154 0 0 0,-40-211-180 0 0,0-6-185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40.5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92 394 11522 0 0,'-12'-17'1112'0'0,"-3"-3"927"0"0,14 20-1997 0 0,0 0-1 0 0,1 0 1 0 0,-1 0 0 0 0,0-1-1 0 0,1 1 1 0 0,-1 0 0 0 0,1 0-1 0 0,-1 0 1 0 0,0 0 0 0 0,1 0-1 0 0,-1 1 1 0 0,0-1 0 0 0,1 0-1 0 0,-1 0 1 0 0,1 0 0 0 0,-1 0-1 0 0,0 1 1 0 0,1-1 0 0 0,-1 0-1 0 0,1 1 1 0 0,-1-1 0 0 0,1 0-1 0 0,-1 1 1 0 0,1-1 0 0 0,-1 1-1 0 0,1-1 1 0 0,-1 0 0 0 0,1 1-1 0 0,0-1 1 0 0,-1 1 0 0 0,1 0-1 0 0,0-1 1 0 0,-1 1 0 0 0,1-1-1 0 0,0 1 1 0 0,0-1 0 0 0,0 1 0 0 0,-1 0-1 0 0,-4 11 97 0 0,1 1-1 0 0,0-1 1 0 0,0 1 0 0 0,1-1-1 0 0,1 1 1 0 0,0 0 0 0 0,1 0-1 0 0,0 15 1 0 0,-1 2-143 0 0,-15 361-116 0 0,20-303-72 0 0,3-1 1 0 0,25 128-1 0 0,-24-187-65 0 0,0-1 0 0 0,2 0 0 0 0,0 0 0 0 0,2 0 0 0 0,1-2 0 0 0,2 1 0 0 0,0-2 1 0 0,1 0-1 0 0,1 0 0 0 0,2-2 0 0 0,0 0 0 0 0,1-1 0 0 0,2-1 0 0 0,0-1 0 0 0,0 0 0 0 0,2-2 0 0 0,0-1 0 0 0,1 0 0 0 0,47 21 0 0 0,-44-25 112 0 0,1-2 0 0 0,-1-1 0 0 0,2 0 0 0 0,-1-3 0 0 0,1 0-1 0 0,0-1 1 0 0,0-2 0 0 0,1-2 0 0 0,40-1 0 0 0,-48-2 254 0 0,0-1 1 0 0,0 0-1 0 0,-1-2 1 0 0,1 0 0 0 0,-1-2-1 0 0,0 0 1 0 0,-1-2 0 0 0,0 0-1 0 0,0-1 1 0 0,-1-1-1 0 0,0 0 1 0 0,-1-2 0 0 0,19-16-1 0 0,-14 7 399 0 0,-2 0-1 0 0,0-2 1 0 0,-2-1 0 0 0,31-49-1 0 0,-27 33 457 0 0,-2-1 1 0 0,25-69-1 0 0,-34 73-641 0 0,-3 0 1 0 0,0-1 0 0 0,-3 0-1 0 0,-1 0 1 0 0,-2 0 0 0 0,-2-1 0 0 0,-2 1-1 0 0,-1-1 1 0 0,-12-61 0 0 0,-10-15 480 0 0,-74-209 1 0 0,82 278-717 0 0,-2 2-1 0 0,-2 0 0 0 0,-2 2 1 0 0,-32-50-1 0 0,44 78-66 0 0,-1 0-1 0 0,0 1 0 0 0,-1 0 0 0 0,-1 1 0 0 0,0 0 0 0 0,-1 1 0 0 0,0 0 0 0 0,-1 1 0 0 0,0 1 0 0 0,-1 1 0 0 0,0 0 1 0 0,0 0-1 0 0,-1 2 0 0 0,-24-8 0 0 0,30 13-62 0 0,0 0 0 0 0,0 0 0 0 0,0 1 0 0 0,0 1 0 0 0,0-1 0 0 0,0 2 0 0 0,0 0 1 0 0,-1 0-1 0 0,1 1 0 0 0,1 0 0 0 0,-1 1 0 0 0,0 1 0 0 0,1-1 0 0 0,-1 2 0 0 0,1-1 0 0 0,0 1 0 0 0,-15 11 0 0 0,-7 8-289 0 0,0 1-1 0 0,2 1 1 0 0,-41 46-1 0 0,41-41 127 0 0,-28 30-1934 0 0,2 2-4582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41.1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99 152 4609 0 0,'-32'-10'1242'0'0,"26"7"252"0"0,-1 0 0 0 0,1 0-1 0 0,0 0 1 0 0,0-1-1 0 0,-10-7 1 0 0,15 10-1129 0 0,-1-1 0 0 0,0 1-1 0 0,1-1 1 0 0,0 1 0 0 0,-1-1 0 0 0,1 0 0 0 0,0 0 0 0 0,-1 1 0 0 0,1-1 0 0 0,0 0 0 0 0,1 0-1 0 0,-1 0 1 0 0,0 0 0 0 0,0 0 0 0 0,1 0 0 0 0,-1-1 0 0 0,1 1 0 0 0,0 0 0 0 0,0-4-1 0 0,0 4-495 0 0,1-1-1 0 0,-1 0 0 0 0,1 0 0 0 0,0 1 0 0 0,0-1 0 0 0,0 0 0 0 0,0 1 0 0 0,0-1 0 0 0,1 1 0 0 0,-1 0 0 0 0,1-1 0 0 0,2-1 0 0 0,-2 1 133 0 0,1 0-1 0 0,0-1 1 0 0,0 1-1 0 0,0 1 1 0 0,0-1-1 0 0,0 0 1 0 0,1 1-1 0 0,-1 0 1 0 0,1 0-1 0 0,0 0 1 0 0,-1 0-1 0 0,1 1 1 0 0,0-1-1 0 0,0 1 1 0 0,0 0-1 0 0,0 0 1 0 0,1 0-1 0 0,6 0 1 0 0,-8 1-3 0 0,1 1 0 0 0,-1-1 1 0 0,0 1-1 0 0,0 0 1 0 0,1-1-1 0 0,-1 1 0 0 0,0 1 1 0 0,0-1-1 0 0,0 0 1 0 0,0 1-1 0 0,-1 0 0 0 0,1-1 1 0 0,0 1-1 0 0,-1 0 1 0 0,1 0-1 0 0,-1 1 0 0 0,1-1 1 0 0,-1 0-1 0 0,0 1 0 0 0,0 0 1 0 0,0-1-1 0 0,-1 1 1 0 0,1 0-1 0 0,1 4 0 0 0,9 24-26 0 0,-1 1 0 0 0,-1 0 1 0 0,-2 0-1 0 0,6 59 0 0 0,8 28-57 0 0,-16-94 49 0 0,1-1 0 0 0,1 1 0 0 0,1-1 0 0 0,22 40 0 0 0,-27-57 14 0 0,-1-1 0 0 0,1 1 0 0 0,1-1 0 0 0,-1 0 0 0 0,1 0 0 0 0,0-1 0 0 0,1 0 0 0 0,-1 0 0 0 0,1 0 0 0 0,0 0 0 0 0,0-1 0 0 0,1 0 0 0 0,-1 0 0 0 0,1-1 0 0 0,0 0 0 0 0,0 0 0 0 0,0 0 0 0 0,0-1 0 0 0,0 0 0 0 0,15 1 0 0 0,-16-2-192 0 0,0-2 1 0 0,0 1 0 0 0,0-1 0 0 0,0 0 0 0 0,0 0 0 0 0,9-3 0 0 0,17-9-4311 0 0,-1-2-1284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41.5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747 153 7370 0 0,'-60'-3'1412'0'0,"-1"4"1"0"0,1 2-1 0 0,-73 13 0 0 0,113-12-1102 0 0,1 0-1 0 0,-1 2 1 0 0,1 0-1 0 0,0 1 0 0 0,1 1 1 0 0,0 1-1 0 0,0 1 0 0 0,1 0 1 0 0,0 1-1 0 0,1 1 0 0 0,0 1 1 0 0,1 0-1 0 0,-21 23 0 0 0,17-12-288 0 0,1 1-1 0 0,1 1 0 0 0,2 0 1 0 0,0 1-1 0 0,2 1 1 0 0,0 0-1 0 0,3 1 0 0 0,0 0 1 0 0,2 1-1 0 0,1 0 0 0 0,-4 34 1 0 0,6-20-78 0 0,2-1 1 0 0,3 1-1 0 0,1 0 1 0 0,1 0-1 0 0,3-1 0 0 0,2 1 1 0 0,15 51-1 0 0,-11-59-251 0 0,2 0 1 0 0,2-1-1 0 0,1-1 0 0 0,1 0 0 0 0,2-1 0 0 0,2-1 0 0 0,0-1 0 0 0,2-1 0 0 0,2-1 0 0 0,1-1 0 0 0,0-1 0 0 0,2-1 1 0 0,1-2-1 0 0,2 0 0 0 0,0-3 0 0 0,61 33 0 0 0,-59-40 108 0 0,0-2 0 0 0,0-2 0 0 0,1-1 0 0 0,0-1 0 0 0,1-2 0 0 0,-1-1-1 0 0,1-2 1 0 0,0-2 0 0 0,0-1 0 0 0,55-7 0 0 0,-44 1 313 0 0,-1-3 0 0 0,1-1 0 0 0,-1-3 0 0 0,-1-1 0 0 0,-1-2 1 0 0,0-2-1 0 0,60-36 0 0 0,-73 36 273 0 0,-1-2 1 0 0,-1 0 0 0 0,-1-2-1 0 0,-1-2 1 0 0,-1 0 0 0 0,-1-1-1 0 0,-1-2 1 0 0,31-46 0 0 0,-41 52 68 0 0,-1 0 0 0 0,0-1 1 0 0,-2 0-1 0 0,0-1 0 0 0,-2-1 1 0 0,-1 1-1 0 0,0-1 0 0 0,-2 0 1 0 0,-1-1-1 0 0,-1 1 0 0 0,-1-1 1 0 0,-2-47-1 0 0,-4 31-12 0 0,-3 1 0 0 0,-1 1 1 0 0,-16-50-1 0 0,-51-113 378 0 0,35 101-629 0 0,21 51-77 0 0,-49-90 1 0 0,58 122-114 0 0,-2 0 0 0 0,0 1 0 0 0,-1 0 0 0 0,-1 1 0 0 0,-1 1 1 0 0,0 0-1 0 0,-31-23 0 0 0,33 28-201 0 0,-1 1-1 0 0,0 0 1 0 0,-1 0-1 0 0,0 2 1 0 0,-1 0 0 0 0,1 1-1 0 0,-1 0 1 0 0,0 1 0 0 0,-1 1-1 0 0,1 1 1 0 0,-1 0-1 0 0,1 1 1 0 0,-19 0 0 0 0,-23 9-7140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42.1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41 213 2304 0 0,'-5'-5'353'0'0,"1"-1"-1"0"0,-1 0 1 0 0,2 0-1 0 0,-1 0 1 0 0,1 0-1 0 0,0-1 1 0 0,0 1-1 0 0,0-1 1 0 0,1 0-1 0 0,0 0 1 0 0,-1-7-1 0 0,3 11-101 0 0,-1 0-1 0 0,1 0 1 0 0,0 0-1 0 0,0 0 1 0 0,0 0-1 0 0,0 0 1 0 0,1 0-1 0 0,-1 0 1 0 0,1 0-1 0 0,0 0 1 0 0,0 0-1 0 0,0 0 1 0 0,0 0-1 0 0,0 1 1 0 0,0-1-1 0 0,1 0 1 0 0,0 1-1 0 0,-1-1 1 0 0,1 1-1 0 0,0-1 1 0 0,0 1-1 0 0,0 0 1 0 0,0 0-1 0 0,1 0 1 0 0,-1 0-1 0 0,1 0 1 0 0,4-2-1 0 0,13-6 414 0 0,-1 2-1 0 0,2 0 1 0 0,-1 1-1 0 0,32-7 1 0 0,-41 12-532 0 0,1 0-1 0 0,-1 1 1 0 0,0 0 0 0 0,0 1-1 0 0,1 0 1 0 0,-1 0 0 0 0,0 2-1 0 0,0-1 1 0 0,1 1 0 0 0,13 5 0 0 0,-18-4-158 0 0,1 1 0 0 0,-1 1 0 0 0,0-1 0 0 0,-1 1 0 0 0,1 0 1 0 0,-1 0-1 0 0,0 1 0 0 0,0 0 0 0 0,-1 0 0 0 0,1 0 0 0 0,-1 1 1 0 0,-1-1-1 0 0,1 1 0 0 0,-1 1 0 0 0,-1-1 0 0 0,1 0 0 0 0,-1 1 1 0 0,3 10-1 0 0,3 15-147 0 0,0 0 0 0 0,6 66 0 0 0,-5-13 288 0 0,-5-25 23 0 0,4-1 0 0 0,16 60 0 0 0,-22-110-216 0 0,0-1 0 0 0,1 1-1 0 0,1-1 1 0 0,0 0-1 0 0,0 0 1 0 0,0 0-1 0 0,1-1 1 0 0,1 0-1 0 0,-1 0 1 0 0,1 0-1 0 0,0-1 1 0 0,13 9-1 0 0,7 4-442 0 0,2-2 0 0 0,44 23 0 0 0,-44-27 542 0 0,0 2 1 0 0,44 34-1 0 0,-62-41 55 0 0,-1 0 0 0 0,0 1 0 0 0,-1 0 0 0 0,0 1 0 0 0,0-1 0 0 0,-1 2 0 0 0,-1-1 0 0 0,0 1 0 0 0,7 16 0 0 0,-11-20 68 0 0,0 0-1 0 0,-1 1 0 0 0,0-1 0 0 0,0 1 1 0 0,0 0-1 0 0,-1-1 0 0 0,-1 1 1 0 0,0 0-1 0 0,0-1 0 0 0,0 1 0 0 0,-1 0 1 0 0,0 0-1 0 0,-1-1 0 0 0,0 1 1 0 0,-5 12-1 0 0,2-8-131 0 0,0-1 0 0 0,-1 1-1 0 0,-1-2 1 0 0,0 1 0 0 0,-10 12 0 0 0,13-18-443 0 0,-1-1 1 0 0,0 0 0 0 0,0 0-1 0 0,-1 0 1 0 0,1-1-1 0 0,-13 8 1 0 0,1-5-5234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42.5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1146 297 4289 0 0,'-1'-14'56'0'0,"-1"1"1"0"0,0 0-1 0 0,-1 0 0 0 0,0 0 1 0 0,-1 0-1 0 0,-1 1 0 0 0,0-1 1 0 0,-1 1-1 0 0,0 0 0 0 0,-1 1 1 0 0,-9-13-1 0 0,7 13 325 0 0,-1-1-1 0 0,0 2 0 0 0,-1-1 1 0 0,0 2-1 0 0,0-1 1 0 0,-1 2-1 0 0,-1-1 1 0 0,1 2-1 0 0,-1 0 1 0 0,0 0-1 0 0,-1 1 1 0 0,0 1-1 0 0,0 0 1 0 0,0 1-1 0 0,-1 0 0 0 0,1 1 1 0 0,-1 1-1 0 0,1 0 1 0 0,-1 1-1 0 0,0 1 1 0 0,0 0-1 0 0,0 1 1 0 0,1 1-1 0 0,-1 0 1 0 0,0 1-1 0 0,1 0 1 0 0,-27 11-1 0 0,17-3-325 0 0,0 1 0 0 0,0 1-1 0 0,2 2 1 0 0,-1 0 0 0 0,2 1 0 0 0,0 1 0 0 0,1 1 0 0 0,-27 31-1 0 0,3 3-65 0 0,3 2-1 0 0,-42 72 1 0 0,38-50-46 0 0,4 2 1 0 0,4 2-1 0 0,3 1 1 0 0,3 2 0 0 0,-31 138-1 0 0,47-148-150 0 0,3 0-1 0 0,3 1 1 0 0,4 0 0 0 0,3 1-1 0 0,2-1 1 0 0,5 0-1 0 0,13 77 1 0 0,-12-120-173 0 0,1 1 1 0 0,2-2-1 0 0,0 1 1 0 0,2-1-1 0 0,2-1 0 0 0,0 0 1 0 0,2-1-1 0 0,1 0 1 0 0,2-1-1 0 0,0-1 0 0 0,2-1 1 0 0,0-1-1 0 0,2 0 0 0 0,1-2 1 0 0,1 0-1 0 0,35 24 1 0 0,-26-24 151 0 0,1-2 0 0 0,1-1 0 0 0,0-1 0 0 0,1-3 0 0 0,1 0 1 0 0,76 17-1 0 0,-63-22 302 0 0,0-3 0 0 0,0-1 1 0 0,1-3-1 0 0,101-8 1 0 0,-73-3 278 0 0,0-3 1 0 0,-1-4 0 0 0,114-37 0 0 0,-135 32 73 0 0,0-3 0 0 0,-1-2 0 0 0,-2-3 1 0 0,0-2-1 0 0,54-42 0 0 0,-64 40 475 0 0,-3-2-1 0 0,54-56 1 0 0,-77 71-550 0 0,-2-1-1 0 0,0 0 1 0 0,-2-1-1 0 0,0-1 1 0 0,-1-1-1 0 0,-2 0 1 0 0,12-31-1 0 0,-7 4 213 0 0,-2-1 0 0 0,-3 0 1 0 0,-2-1-1 0 0,3-67 0 0 0,-8-215 1374 0 0,-6 262-1624 0 0,2 4-207 0 0,0-19 174 0 0,-4 1 1 0 0,-14-87-1 0 0,14 149-239 0 0,-1 1-1 0 0,-1 0 0 0 0,-1 0 1 0 0,-1 0-1 0 0,0 1 1 0 0,-2 0-1 0 0,-1 1 1 0 0,-1 0-1 0 0,0 1 0 0 0,-2 0 1 0 0,0 1-1 0 0,-20-20 1 0 0,20 26-130 0 0,0 1 0 0 0,-2 0 0 0 0,1 1-1 0 0,-1 1 1 0 0,-1 1 0 0 0,0 0 0 0 0,0 1 0 0 0,-1 1 0 0 0,0 1 0 0 0,0 0 0 0 0,0 1 0 0 0,-1 1 0 0 0,0 1-1 0 0,0 1 1 0 0,0 0 0 0 0,0 1 0 0 0,-24 3 0 0 0,-40 8-7400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16.5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2668 384 6913 0 0,'-25'-45'1003'0'0,"-1"1"0"0"0,-2 1-1 0 0,-2 2 1 0 0,-39-43 0 0 0,58 72-845 0 0,0 1 1 0 0,-1 1 0 0 0,-1 0-1 0 0,0 0 1 0 0,0 1 0 0 0,-1 1-1 0 0,0 0 1 0 0,0 1 0 0 0,-29-10-1 0 0,20 11-40 0 0,0 0 0 0 0,-1 1 0 0 0,0 2 0 0 0,1 0 0 0 0,-48 2 0 0 0,8 6-62 0 0,1 4 0 0 0,-1 1 0 0 0,1 4 1 0 0,-64 23-1 0 0,40-5 158 0 0,1 4 1 0 0,-140 81-1 0 0,38-17-812 0 0,123-66 425 0 0,2 3-1 0 0,1 2 1 0 0,-94 81-1 0 0,56-30 185 0 0,-96 112 0 0 0,146-143-2 0 0,3 3 0 0 0,2 1 0 0 0,3 3 0 0 0,2 1-1 0 0,-36 89 1 0 0,11-19 33 0 0,29-66-2 0 0,3 1 1 0 0,-40 132-1 0 0,57-145 77 0 0,2 1-1 0 0,3 0 1 0 0,3 0-1 0 0,3 1 1 0 0,1 0 0 0 0,10 95-1 0 0,-2-133 34 0 0,0 1 0 0 0,1-1 0 0 0,1 0 0 0 0,2-1 1 0 0,0 0-1 0 0,1 0 0 0 0,1-1 0 0 0,1 0 0 0 0,26 33 0 0 0,-3-11-241 0 0,2-1 0 0 0,2-2 0 0 0,45 36-1 0 0,-61-58 68 0 0,1-1 0 0 0,0-1 0 0 0,1-1 0 0 0,1-1 0 0 0,0-1 0 0 0,52 17 0 0 0,-42-19 2 0 0,1-1 0 0 0,0-2-1 0 0,0-2 1 0 0,68 2-1 0 0,-81-8-55 0 0,0-2 0 0 0,0 0 0 0 0,-1-2 0 0 0,39-10 0 0 0,92-39-585 0 0,-76 24 461 0 0,76-33-702 0 0,183-100-1 0 0,-262 124 992 0 0,-6 4 105 0 0,96-64 1 0 0,-39 6 443 0 0,187-179 0 0 0,-254 210-825 0 0,-3-2 0 0 0,-3-2 0 0 0,-2-3 0 0 0,-4-1 0 0 0,52-103 1 0 0,-57 93 783 0 0,-4-2 0 0 0,-4-2 1 0 0,46-167-1 0 0,-77 235-462 0 0,35-189 1151 0 0,-35 179-1184 0 0,-2 1-1 0 0,-1 0 0 0 0,-1-1 1 0 0,-1 1-1 0 0,-1 0 0 0 0,-9-37 1 0 0,0 17 121 0 0,-3 2 1 0 0,-1 0-1 0 0,-2 0 0 0 0,-2 2 1 0 0,-1 1-1 0 0,-2 0 0 0 0,-2 1 1 0 0,-49-56-1 0 0,66 85-456 0 0,-1 0 1 0 0,-1 1-1 0 0,1-1 0 0 0,-1 2 0 0 0,-1-1 0 0 0,1 2 0 0 0,-1-1 0 0 0,0 1 1 0 0,-1 1-1 0 0,0 0 0 0 0,1 1 0 0 0,-2 0 0 0 0,1 1 0 0 0,0 0 0 0 0,-1 1 1 0 0,1 0-1 0 0,-1 1 0 0 0,-15 1 0 0 0,-4 4-5417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18.6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1959 437 5985 0 0,'-11'-20'825'0'0,"-2"1"0"0"0,0 0-1 0 0,-1 1 1 0 0,-19-18 0 0 0,1 0 574 0 0,14 16-862 0 0,-1 0 0 0 0,-1 2 0 0 0,0 0 0 0 0,-2 1 1 0 0,0 1-1 0 0,-1 1 0 0 0,-35-17 0 0 0,33 20-587 0 0,0 1 1 0 0,-1 2-1 0 0,-1 1 0 0 0,1 0 1 0 0,-2 2-1 0 0,1 1 0 0 0,0 2 0 0 0,-1 0 1 0 0,0 2-1 0 0,1 1 0 0 0,-53 7 1 0 0,-14 9-61 0 0,1 4 0 0 0,1 4 0 0 0,-151 62-1 0 0,218-75 303 0 0,-139 64 601 0 0,138-61-784 0 0,1 1 1 0 0,1 1-1 0 0,1 2 0 0 0,-27 24 0 0 0,2 5-354 0 0,1 3 0 0 0,3 1-1 0 0,2 2 1 0 0,2 2-1 0 0,-38 70 1 0 0,58-81 597 0 0,2 2 0 0 0,2 0 0 0 0,2 1 0 0 0,2 0 0 0 0,2 1 0 0 0,2 1 0 0 0,-2 66 0 0 0,9-67-160 0 0,2 0-1 0 0,2-1 1 0 0,2 1-1 0 0,2-1 1 0 0,2 0-1 0 0,15 46 1 0 0,15 19-316 0 0,63 131 1 0 0,-80-192 137 0 0,3-1 0 0 0,2-1 0 0 0,60 81 0 0 0,-4-30 627 0 0,170 158 1 0 0,-191-202-926 0 0,122 84 1 0 0,32-13-451 0 0,-170-104 528 0 0,1-2-1 0 0,92 27 1 0 0,-113-42 355 0 0,-1-2 0 0 0,1-1 0 0 0,0-1 0 0 0,-1-1-1 0 0,1-1 1 0 0,0-1 0 0 0,0-2 0 0 0,-1 0 0 0 0,1-2 0 0 0,-1-1-1 0 0,0-1 1 0 0,25-10 0 0 0,32-17 553 0 0,-1-4 1 0 0,86-55-1 0 0,-104 56-412 0 0,-28 15-133 0 0,0-2 0 0 0,-2-1 0 0 0,-1-1 0 0 0,-1-2 0 0 0,40-46 0 0 0,118-173 241 0 0,-142 172-220 0 0,-3-2 0 0 0,-4-2 0 0 0,-3-1 0 0 0,-4-2 0 0 0,32-116 0 0 0,-55 158 5 0 0,-1 0 0 0 0,-2-1 1 0 0,-2 0-1 0 0,-1-1 0 0 0,-2 1 0 0 0,-7-70 0 0 0,-2 55 242 0 0,-3 0-1 0 0,-2 1 0 0 0,-2 0 0 0 0,-30-72 0 0 0,42 122-302 0 0,-40-104 378 0 0,-98-182-1 0 0,121 259-401 0 0,-1 2 0 0 0,-1 0 0 0 0,-1 1 0 0 0,-2 2 0 0 0,0 0 0 0 0,-2 1 1 0 0,-1 2-1 0 0,-1 1 0 0 0,-2 1 0 0 0,-33-20 0 0 0,-269-159 684 0 0,204 125-450 0 0,107 65-624 0 0,0 2-1 0 0,-1 1 1 0 0,0 0-1 0 0,-34-6 1 0 0,26 9-6752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0.7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89 514 6913 0 0,'-65'13'3112'0'0,"42"-10"-1356"0"0,155-31 2592 0 0,70-29-1936 0 0,39-10-1566 0 0,-35 16-561 0 0,224-47-889 0 0,-410 94 559 0 0,278-55-1824 0 0,-9-24 405 0 0,-258 72 723 0 0,-1-1 0 0 0,0-2 0 0 0,39-23-1 0 0,-57 28-3925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1.0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96 3 4145 0 0,'-52'2'4547'0'0,"9"-3"5380"0"0,82-1-9674 0 0,-1 1 0 0 0,1 2 0 0 0,0 1 0 0 0,0 3 0 0 0,-1 0 0 0 0,0 3 0 0 0,0 1 0 0 0,-1 2 0 0 0,62 27 0 0 0,-82-31-267 0 0,-1 1 1 0 0,-1 1 0 0 0,1 0 0 0 0,-1 1 0 0 0,20 18 0 0 0,-32-25 24 0 0,0 0-1 0 0,1 0 1 0 0,-1 0 0 0 0,0 0 0 0 0,0 1-1 0 0,-1-1 1 0 0,1 1 0 0 0,-1 0 0 0 0,0 0 0 0 0,0 0-1 0 0,0 0 1 0 0,0 0 0 0 0,-1 0 0 0 0,0 0-1 0 0,0 1 1 0 0,0-1 0 0 0,0 1 0 0 0,-1-1-1 0 0,1 0 1 0 0,-1 1 0 0 0,0-1 0 0 0,0 1-1 0 0,-1-1 1 0 0,0 1 0 0 0,1-1 0 0 0,-2 0-1 0 0,0 5 1 0 0,-12 19 197 0 0,-1-1 1 0 0,-1-1-1 0 0,-1 0 0 0 0,-1-2 0 0 0,-2 0 1 0 0,-36 36-1 0 0,34-40-320 0 0,-1-2 1 0 0,0 0-1 0 0,-1-1 1 0 0,-30 14-1 0 0,36-21-626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1.7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 13363 0 0,'-2'12'4352'0'0,"7"17"-3407"0"0,-2-18-361 0 0,27 399 3205 0 0,-29-272-5783 0 0,-4-1-4177 0 0,2-117-239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1.9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0 224 4609 0 0,'4'-15'615'0'0,"0"1"0"0"0,1 0 1 0 0,0-1-1 0 0,1 2 0 0 0,0-1 0 0 0,1 1 1 0 0,17-24-1 0 0,-16 25-333 0 0,-3 4 163 0 0,0 0 1 0 0,1 1-1 0 0,-1 0 1 0 0,2 0-1 0 0,-1 0 1 0 0,1 1-1 0 0,0 0 1 0 0,9-6-1 0 0,-14 10-300 0 0,0 1 1 0 0,0 0-1 0 0,0 1 0 0 0,0-1 0 0 0,0 0 0 0 0,0 0 0 0 0,0 1 0 0 0,0-1 0 0 0,0 1 0 0 0,0 0 0 0 0,1 0 0 0 0,-1-1 0 0 0,0 1 0 0 0,0 1 0 0 0,0-1 0 0 0,4 1 0 0 0,-3 0-61 0 0,-1 0 1 0 0,0 0-1 0 0,1 1 1 0 0,-1-1-1 0 0,0 1 1 0 0,0-1-1 0 0,0 1 1 0 0,0 0-1 0 0,0 0 1 0 0,0 0-1 0 0,-1 0 1 0 0,1 0 0 0 0,-1 0-1 0 0,1 0 1 0 0,-1 0-1 0 0,0 1 1 0 0,1 2-1 0 0,2 5-54 0 0,0 0 1 0 0,-2 1-1 0 0,1-1 0 0 0,-1 0 0 0 0,-1 1 1 0 0,0-1-1 0 0,0 1 0 0 0,-1 0 0 0 0,0-1 1 0 0,-1 1-1 0 0,0-1 0 0 0,-1 1 0 0 0,0-1 0 0 0,-7 20 1 0 0,1-9-21 0 0,0-1-1 0 0,0 0 1 0 0,-2 0 0 0 0,-1-1 0 0 0,0 0 0 0 0,-18 21 0 0 0,20-29-150 0 0,0 0 1 0 0,-1-1-1 0 0,0 0 1 0 0,-1-1-1 0 0,0 0 1 0 0,0-1-1 0 0,-1 0 1 0 0,0 0-1 0 0,-15 6 1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2.2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9218 0 0,'10'9'978'0'0,"1"0"-1"0"0,-1 0 1 0 0,-1 1-1 0 0,0 0 1 0 0,0 1-1 0 0,-1 0 1 0 0,-1 1 0 0 0,0-1-1 0 0,8 18 1 0 0,1 9-524 0 0,18 71 1 0 0,-28-88-1054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2.3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21 7834 0 0,'-2'-5'696'0'0,"1"3"-560"0"0,2 0-136 0 0,1 2 0 0 0,-1 0 176 0 0,2-1 8 0 0,0 0 0 0 0,-1-2 0 0 0,4-1-384 0 0,-1 2-80 0 0,2 1-8 0 0,3 2-8 0 0,-1 2 216 0 0,4 1 80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2.5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10594 0 0,'2'4'301'0'0,"1"-1"0"0"0,0 0 0 0 0,-1 0 0 0 0,2 0 0 0 0,-1 0 0 0 0,0-1 0 0 0,0 1 0 0 0,1-1 0 0 0,-1 0 0 0 0,7 3 0 0 0,-1 1 49 0 0,16 13 972 0 0,45 44 0 0 0,-44-38-1680 0 0,32 24 0 0 0,-46-40-390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2.8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220 20 8754 0 0,'-4'-2'53'0'0,"-2"-1"544"0"0,0 0 0 0 0,0 0 0 0 0,0 1 0 0 0,-1 0 0 0 0,-8-2 1 0 0,12 3-276 0 0,0 1 0 0 0,0 0 0 0 0,0 0 1 0 0,0 1-1 0 0,0-1 0 0 0,1 0 1 0 0,-1 1-1 0 0,0 0 0 0 0,0 0 1 0 0,0 0-1 0 0,1 0 0 0 0,-1 0 1 0 0,0 0-1 0 0,1 1 0 0 0,-4 2 0 0 0,-3 3 49 0 0,1 0 0 0 0,0 0 0 0 0,0 1 0 0 0,1 0 0 0 0,0 1 0 0 0,0-1 0 0 0,1 1 0 0 0,0 1 0 0 0,0-1 0 0 0,1 1 0 0 0,-5 15 0 0 0,2-4-509 0 0,2-1-1 0 0,0 1 1 0 0,1 1-1 0 0,-3 39 1 0 0,6-35-684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3.1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1 413 5065 0 0,'20'-13'1535'0'0,"-1"0"0"0"0,-1-2 0 0 0,0 0 0 0 0,-1 0 0 0 0,17-22 0 0 0,-17 17-855 0 0,-1 0 0 0 0,-2-1-1 0 0,0-1 1 0 0,-1 0 0 0 0,-1-1 0 0 0,-2 0 0 0 0,15-45 0 0 0,-24 65-651 0 0,0 0 0 0 0,0-1 0 0 0,0 1 0 0 0,-1-1 0 0 0,0 1 0 0 0,0-1 0 0 0,0 1 0 0 0,0-1 0 0 0,0 1 0 0 0,-1-1 0 0 0,1 1 0 0 0,-1 0 0 0 0,0-1 0 0 0,0 1 0 0 0,0 0 0 0 0,-1-1 0 0 0,1 1 0 0 0,-4-6 0 0 0,3 8-50 0 0,1-1 1 0 0,-1 1-1 0 0,1 0 0 0 0,-1-1 0 0 0,0 1 0 0 0,1 0 0 0 0,-1 0 0 0 0,0 0 1 0 0,0 0-1 0 0,0 1 0 0 0,0-1 0 0 0,0 0 0 0 0,0 1 0 0 0,0-1 0 0 0,0 1 1 0 0,0 0-1 0 0,0-1 0 0 0,0 1 0 0 0,0 0 0 0 0,0 0 0 0 0,0 1 0 0 0,0-1 1 0 0,0 0-1 0 0,0 1 0 0 0,0-1 0 0 0,0 1 0 0 0,0 0 0 0 0,0-1 0 0 0,0 1 1 0 0,0 0-1 0 0,0 0 0 0 0,1 1 0 0 0,-3 0 0 0 0,-5 4-48 0 0,1 1-1 0 0,0-1 0 0 0,0 2 1 0 0,1-1-1 0 0,-1 1 0 0 0,2 0 1 0 0,-1 0-1 0 0,1 1 0 0 0,1-1 1 0 0,-1 2-1 0 0,-4 10 0 0 0,4-7 58 0 0,0 1 0 0 0,1-1 0 0 0,1 1 0 0 0,0-1 0 0 0,1 1 0 0 0,0 0 0 0 0,0 26 0 0 0,2-34 73 0 0,2-1 0 0 0,-1 1 0 0 0,0 0 0 0 0,1-1 0 0 0,0 1 0 0 0,1-1 0 0 0,-1 1 0 0 0,1-1 0 0 0,0 0 0 0 0,0 0-1 0 0,0 0 1 0 0,1 0 0 0 0,0 0 0 0 0,0 0 0 0 0,0 0 0 0 0,1-1 0 0 0,0 0 0 0 0,-1 0 0 0 0,1 0 0 0 0,1 0 0 0 0,-1 0 0 0 0,1-1 0 0 0,-1 0 0 0 0,1 0 0 0 0,0 0 0 0 0,0-1 0 0 0,0 1 0 0 0,0-1 0 0 0,1 0 0 0 0,-1-1 0 0 0,0 1 0 0 0,7 0-1 0 0,1 0-361 0 0,1 0 0 0 0,-1-1 0 0 0,1-1-1 0 0,0 0 1 0 0,0-1 0 0 0,-1 0-1 0 0,1-1 1 0 0,-1-1 0 0 0,1 0-1 0 0,-1-1 1 0 0,0 0 0 0 0,15-7-1 0 0,-13 3-1657 0 0,-1 0-1 0 0,18-13 1 0 0,-4-1-2752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3.3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96 199 456 0 0,'2'-22'-446'0'0,"1"-6"1397"0"0,-1-34 1 0 0,-2 56-161 0 0,0 0 1 0 0,0 0 0 0 0,-1 0-1 0 0,0 0 1 0 0,0 0-1 0 0,-1 0 1 0 0,0 0-1 0 0,0 0 1 0 0,0 1 0 0 0,0-1-1 0 0,-7-9 1 0 0,9 14-682 0 0,-1 1 0 0 0,1-1 1 0 0,-1 1-1 0 0,1-1 0 0 0,-1 1 0 0 0,0 0 1 0 0,1-1-1 0 0,-1 1 0 0 0,1 0 1 0 0,-1-1-1 0 0,0 1 0 0 0,1 0 0 0 0,-1 0 1 0 0,0-1-1 0 0,1 1 0 0 0,-1 0 0 0 0,0 0 1 0 0,1 0-1 0 0,-1 0 0 0 0,0 0 1 0 0,1 0-1 0 0,-1 0 0 0 0,0 0 0 0 0,0 0 1 0 0,1 0-1 0 0,-1 1 0 0 0,0-1 0 0 0,1 0 1 0 0,-1 0-1 0 0,1 1 0 0 0,-1-1 1 0 0,0 0-1 0 0,1 1 0 0 0,-1-1 0 0 0,1 1 1 0 0,-1-1-1 0 0,1 0 0 0 0,-1 1 0 0 0,1-1 1 0 0,-1 1-1 0 0,1 0 0 0 0,-1-1 1 0 0,1 1-1 0 0,0-1 0 0 0,-1 1 0 0 0,1 0 1 0 0,0-1-1 0 0,0 1 0 0 0,-1 0 0 0 0,-16 33 1974 0 0,8-7-1600 0 0,2-1 0 0 0,1 1 0 0 0,0 0 0 0 0,2 1 0 0 0,2-1 0 0 0,0 54 0 0 0,26 168 386 0 0,-20-224-736 0 0,6 40-514 0 0,2 0-1 0 0,4-2 1 0 0,28 77-1 0 0,-26-96-7455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4.1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140 183 5529 0 0,'-14'-22'2187'0'0,"7"10"-1035"0"0,-1 0 0 0 0,0 1-1 0 0,0-1 1 0 0,-1 2 0 0 0,-1-1 0 0 0,0 1 0 0 0,-17-13-1 0 0,27 22-1032 0 0,-1 1-1 0 0,0-1 1 0 0,1 1-1 0 0,-1-1 0 0 0,0 1 1 0 0,1 0-1 0 0,-1-1 1 0 0,0 1-1 0 0,0 0 1 0 0,1 0-1 0 0,-1 0 1 0 0,0-1-1 0 0,0 1 0 0 0,1 0 1 0 0,-1 0-1 0 0,0 0 1 0 0,0 0-1 0 0,0 0 1 0 0,1 0-1 0 0,-1 0 0 0 0,0 1 1 0 0,0-1-1 0 0,0 0 1 0 0,1 0-1 0 0,-1 1 1 0 0,0-1-1 0 0,1 0 1 0 0,-2 1-1 0 0,1 0-21 0 0,0 1 0 0 0,0-1 1 0 0,0 0-1 0 0,0 1 0 0 0,0-1 0 0 0,0 1 0 0 0,0-1 0 0 0,0 1 1 0 0,1-1-1 0 0,-1 1 0 0 0,1 0 0 0 0,-1 2 0 0 0,-1 6 4 0 0,0 1-1 0 0,1 0 0 0 0,1 12 0 0 0,0-22-52 0 0,0 12-27 0 0,1 1 0 0 0,0-1 1 0 0,2 1-1 0 0,-1-1 0 0 0,1 0 0 0 0,1 0 1 0 0,0 0-1 0 0,1-1 0 0 0,1 1 0 0 0,0-1 1 0 0,8 12-1 0 0,-11-20-33 0 0,-1 0 0 0 0,2 1 0 0 0,-1-1 0 0 0,0 0-1 0 0,1-1 1 0 0,0 1 0 0 0,0-1 0 0 0,0 0 0 0 0,0 0 0 0 0,0 0 0 0 0,1 0 0 0 0,-1-1 0 0 0,1 1-1 0 0,0-1 1 0 0,-1-1 0 0 0,1 1 0 0 0,0 0 0 0 0,0-1 0 0 0,0 0 0 0 0,1-1 0 0 0,-1 1 0 0 0,0-1 0 0 0,0 0-1 0 0,0 0 1 0 0,0 0 0 0 0,1-1 0 0 0,-1 0 0 0 0,0 0 0 0 0,0 0 0 0 0,0 0 0 0 0,6-4 0 0 0,0 1-150 0 0,-1-1 1 0 0,0-1-1 0 0,0 1 1 0 0,-1-1 0 0 0,1-1-1 0 0,-1 0 1 0 0,-1 0-1 0 0,1-1 1 0 0,-1 0-1 0 0,-1-1 1 0 0,0 1 0 0 0,0-1-1 0 0,0-1 1 0 0,-1 1-1 0 0,-1-1 1 0 0,0 0-1 0 0,0-1 1 0 0,-1 1 0 0 0,0-1-1 0 0,0 0 1 0 0,2-19-1 0 0,-5 30 204 0 0,-1 0 0 0 0,0 0 0 0 0,1 0 0 0 0,-1 0 0 0 0,0 0 1 0 0,1 0-1 0 0,-1 0 0 0 0,0 0 0 0 0,1 0 0 0 0,-1 0 0 0 0,0 0 0 0 0,1 0 0 0 0,-1 1 0 0 0,0-1 0 0 0,0 0 0 0 0,1 0 0 0 0,-1 0 0 0 0,0 1 0 0 0,1-1 0 0 0,-1 0 0 0 0,0 0 0 0 0,0 1 0 0 0,0-1 0 0 0,1 0 0 0 0,-1 0 0 0 0,0 1 0 0 0,0-1 0 0 0,0 0 0 0 0,0 1 1 0 0,1-1-1 0 0,-1 0 0 0 0,0 1 0 0 0,0-1 0 0 0,0 0 0 0 0,0 1 0 0 0,0-1 0 0 0,0 1 0 0 0,18 27 363 0 0,4 5-189 0 0,-15-25-130 0 0,0 0-1 0 0,1-1 0 0 0,0 0 0 0 0,1-1 0 0 0,-1 0 0 0 0,1 0 0 0 0,0-1 0 0 0,1 0 1 0 0,-1 0-1 0 0,1-1 0 0 0,0 0 0 0 0,0-1 0 0 0,0 0 0 0 0,18 2 0 0 0,-22-5-21 0 0,-1 1-1 0 0,1-1 1 0 0,0 0-1 0 0,-1 0 1 0 0,1-1-1 0 0,0 1 1 0 0,-1-1 0 0 0,1 0-1 0 0,-1-1 1 0 0,1 0-1 0 0,-1 0 1 0 0,8-4-1 0 0,-9 4-30 0 0,0-1-1 0 0,-1 1 1 0 0,1-1-1 0 0,-1 0 1 0 0,0-1-1 0 0,0 1 1 0 0,0 0 0 0 0,0-1-1 0 0,0 0 1 0 0,-1 0-1 0 0,0 1 1 0 0,0-1-1 0 0,0-1 1 0 0,0 1-1 0 0,-1 0 1 0 0,1 0-1 0 0,0-8 1 0 0,1-5-195 0 0,-1-1 0 0 0,-1 0-1 0 0,-1 1 1 0 0,-1-1 0 0 0,0 0 0 0 0,-1 1 0 0 0,-1-1 0 0 0,-1 1-1 0 0,-9-29 1 0 0,9 34-1049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4.3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8754 0 0,'7'75'7642'0'0,"-1"-7"-5105"0"0,-4 118-2001 0 0,0-165-7490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4.4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19 7370 0 0,'-5'-7'656'0'0,"2"3"-528"0"0,2 0-128 0 0,1 1 840 0 0,1 3-392 0 0,2 0 8 0 0,1 4-1032 0 0,-1 3-216 0 0,1 8-40 0 0,1 5-1 0 0,1 6 641 0 0,-1 3 128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5.0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267 551 9218 0 0,'1'-2'213'0'0,"-1"0"1"0"0,0-1-1 0 0,0 1 1 0 0,0 0-1 0 0,0 0 1 0 0,0-1-1 0 0,0 1 1 0 0,0 0-1 0 0,-1 0 1 0 0,1 0-1 0 0,-1-1 1 0 0,0 1-1 0 0,0 0 0 0 0,1 0 1 0 0,-1 0-1 0 0,-1 0 1 0 0,1 0-1 0 0,0 0 1 0 0,-3-2-1 0 0,3 2-2 0 0,-1 2 0 0 0,0-1 0 0 0,1 0-1 0 0,-1 0 1 0 0,0 0 0 0 0,0 1 0 0 0,1-1-1 0 0,-1 1 1 0 0,0-1 0 0 0,0 1 0 0 0,0 0-1 0 0,0 0 1 0 0,0 0 0 0 0,1 0 0 0 0,-1 0-1 0 0,0 0 1 0 0,0 0 0 0 0,0 1 0 0 0,0-1-1 0 0,0 1 1 0 0,1-1 0 0 0,-1 1 0 0 0,0 0-1 0 0,-2 1 1 0 0,-6 3 29 0 0,0 1-1 0 0,1 0 1 0 0,0 1-1 0 0,0 0 1 0 0,0 0 0 0 0,1 1-1 0 0,0 0 1 0 0,-12 16-1 0 0,-1 4 508 0 0,-26 47-1 0 0,39-61-817 0 0,1 0 0 0 0,0 1 0 0 0,2 0 0 0 0,-1 0 1 0 0,2 0-1 0 0,-5 28 0 0 0,8-38 37 0 0,1-1-1 0 0,0 1 1 0 0,0 0-1 0 0,0 0 1 0 0,0-1-1 0 0,1 1 1 0 0,0 0-1 0 0,0-1 1 0 0,0 1-1 0 0,1-1 1 0 0,3 9 0 0 0,-3-10 16 0 0,-1-1 0 0 0,1 1 0 0 0,1 0 0 0 0,-1-1 0 0 0,0 0 0 0 0,1 1 0 0 0,-1-1 0 0 0,1 0 0 0 0,-1 0 0 0 0,1 0 1 0 0,0-1-1 0 0,0 1 0 0 0,0-1 0 0 0,0 1 0 0 0,0-1 0 0 0,0 0 0 0 0,1 0 0 0 0,5 1 0 0 0,-3-2-152 0 0,0 0-1 0 0,0 0 1 0 0,0 0-1 0 0,0-1 1 0 0,-1 0-1 0 0,1 0 0 0 0,0 0 1 0 0,0-1-1 0 0,-1 1 1 0 0,1-1-1 0 0,0-1 1 0 0,-1 1-1 0 0,0-1 1 0 0,0 0-1 0 0,0 0 1 0 0,0-1-1 0 0,0 0 1 0 0,7-7-1 0 0,1-1-333 0 0,0-1 1 0 0,-1-1-1 0 0,-1 0 0 0 0,19-31 1 0 0,-17 21 130 0 0,-1-2 0 0 0,-2 1 0 0 0,0-2 0 0 0,-2 1 0 0 0,-1-1 0 0 0,-1 0 0 0 0,-1-1 0 0 0,1-30 0 0 0,-1-38 781 0 0,-9-95 1 0 0,1 121 958 0 0,2 30 2259 0 0,-13-71-1 0 0,16 127-3057 0 0,-1 1 1 0 0,-3 29-1 0 0,0-1-391 0 0,15 264 1076 0 0,13-156-2112 0 0,-16-109-2172 0 0,24 60 0 0 0,-16-61-4560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5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6 11522 0 0,'-10'-5'1150'0'0,"12"9"-174"0"0,9 16 102 0 0,5 41 1370 0 0,11 77 0 0 0,-18-80-1106 0 0,30 98 0 0 0,-4-59-3156 0 0,-24-68-5547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5.7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28 351 3681 0 0,'-2'-1'35'0'0,"-1"-1"1"0"0,1 1-1 0 0,0-1 1 0 0,0 0-1 0 0,0 0 1 0 0,-1 0-1 0 0,2 0 0 0 0,-1 0 1 0 0,0-1-1 0 0,0 1 1 0 0,-2-5-1 0 0,4 5 28 0 0,0 0-1 0 0,0 1 1 0 0,0-1-1 0 0,0 0 1 0 0,1 0-1 0 0,-1 1 1 0 0,0-1-1 0 0,1 0 1 0 0,-1 1-1 0 0,1-1 1 0 0,0 0-1 0 0,0 1 1 0 0,-1-1-1 0 0,1 1 1 0 0,0-1-1 0 0,0 1 1 0 0,0-1-1 0 0,1 1 1 0 0,-1 0-1 0 0,0 0 1 0 0,2-2-1 0 0,8-8 91 0 0,0 1-1 0 0,1 0 0 0 0,0 0 1 0 0,1 1-1 0 0,25-14 1 0 0,76-29 1363 0 0,-4 2 1248 0 0,-85 36-2477 0 0,0-1 0 0 0,-2-1 0 0 0,0-1 1 0 0,33-33-1 0 0,-58 54 62 0 0,0-1 1 0 0,0 1-1 0 0,0-1 0 0 0,0 1 1 0 0,1 0-1 0 0,0 0 0 0 0,-1 0 1 0 0,1 0-1 0 0,0 8 0 0 0,-5 43 710 0 0,5-50-945 0 0,-1 25 265 0 0,1 0 1 0 0,2 0-1 0 0,7 47 0 0 0,-7-66-337 0 0,1 0 1 0 0,0-1 0 0 0,1 0-1 0 0,1 1 1 0 0,-1-1 0 0 0,1 0-1 0 0,1 0 1 0 0,0-1 0 0 0,0 0-1 0 0,1 1 1 0 0,1-2 0 0 0,-1 1-1 0 0,12 10 1 0 0,-16-16-8 0 0,1-1 1 0 0,-1 1-1 0 0,1-1 0 0 0,0 0 1 0 0,0 0-1 0 0,0-1 0 0 0,0 1 1 0 0,0 0-1 0 0,1-1 0 0 0,-1 0 1 0 0,0 0-1 0 0,1 0 0 0 0,-1 0 1 0 0,1 0-1 0 0,-1-1 0 0 0,1 0 1 0 0,-1 1-1 0 0,1-1 0 0 0,-1-1 1 0 0,1 1-1 0 0,-1 0 0 0 0,1-1 1 0 0,-1 0-1 0 0,0 0 1 0 0,1 0-1 0 0,3-2 0 0 0,-1 0 21 0 0,0-1 0 0 0,0 0 0 0 0,-1 0 0 0 0,1-1-1 0 0,-1 1 1 0 0,0-1 0 0 0,-1 0 0 0 0,1-1 0 0 0,-1 1 0 0 0,0-1 0 0 0,0 0 0 0 0,4-10-1 0 0,17-48 88 0 0,-22 53-85 0 0,0 1 1 0 0,0-1 0 0 0,1 1-1 0 0,1 0 1 0 0,0 0-1 0 0,0 0 1 0 0,1 1-1 0 0,0 0 1 0 0,13-14 0 0 0,-18 21-22 0 0,0 1 0 0 0,1 0 0 0 0,-1 0 0 0 0,0 0 1 0 0,1 0-1 0 0,-1 1 0 0 0,1-1 0 0 0,0 0 0 0 0,-1 1 1 0 0,1-1-1 0 0,-1 0 0 0 0,1 1 0 0 0,0 0 0 0 0,-1 0 0 0 0,1-1 1 0 0,0 1-1 0 0,0 0 0 0 0,-1 0 0 0 0,1 0 0 0 0,0 1 1 0 0,-1-1-1 0 0,1 0 0 0 0,0 1 0 0 0,-1-1 0 0 0,1 1 1 0 0,0-1-1 0 0,-1 1 0 0 0,1 0 0 0 0,-1-1 0 0 0,1 1 1 0 0,-1 0-1 0 0,0 0 0 0 0,1 0 0 0 0,-1 1 0 0 0,0-1 1 0 0,2 2-1 0 0,5 6 65 0 0,0 0 0 0 0,-1 1 0 0 0,0-1 0 0 0,7 16 0 0 0,-3-6-28 0 0,1-2-319 0 0,0-1-1 0 0,1-1 1 0 0,0 0-1 0 0,1-1 1 0 0,1 0 0 0 0,0-1-1 0 0,1-1 1 0 0,1-1-1 0 0,30 17 1 0 0,-20-14-7263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7.7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177 13 5065 0 0,'-171'42'7226'0'0,"165"-39"-5987"0"0,8 0-393 0 0,15 1 4 0 0,27 1-155 0 0,137 5 1267 0 0,358-27 1 0 0,-396-7-2475 0 0,-117 17-1243 0 0,38-15 1 0 0,-42 13-4077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7.9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36 11058 0 0,'-1'1'47'0'0,"1"-1"-1"0"0,-1 0 1 0 0,1 0-1 0 0,-1 0 1 0 0,1 0-1 0 0,-1 0 0 0 0,0 0 1 0 0,1 0-1 0 0,-1 0 1 0 0,1 0-1 0 0,-1 0 1 0 0,1-1-1 0 0,-1 1 1 0 0,1 0-1 0 0,-1 0 0 0 0,1 0 1 0 0,-1-1-1 0 0,1 1 1 0 0,-1 0-1 0 0,1 0 1 0 0,-1-1-1 0 0,1 1 0 0 0,-1-1 1 0 0,1 1-1 0 0,0 0 1 0 0,-1-1-1 0 0,1 1 1 0 0,0-1-1 0 0,-1 1 1 0 0,1-1-1 0 0,0 1 0 0 0,-1-2 1 0 0,16-8 1205 0 0,34-6 340 0 0,-38 15-1281 0 0,1 1 0 0 0,-1 0 0 0 0,1 0 0 0 0,-1 1 0 0 0,0 0 0 0 0,0 1 0 0 0,1 0 0 0 0,-1 1 0 0 0,-1 0-1 0 0,1 1 1 0 0,0 0 0 0 0,-1 1 0 0 0,0 0 0 0 0,0 1 0 0 0,0 0 0 0 0,11 9 0 0 0,-3-2-180 0 0,-1 1 1 0 0,-1 1-1 0 0,0 1 1 0 0,0 0-1 0 0,-2 1 1 0 0,0 0-1 0 0,17 29 1 0 0,-23-32-96 0 0,-1 1 1 0 0,0 0-1 0 0,-1 0 1 0 0,0 1-1 0 0,-1 0 1 0 0,-1 0-1 0 0,-1 0 1 0 0,0 0-1 0 0,-1 1 1 0 0,0 26-1 0 0,-3-32-39 0 0,0 0 0 0 0,0 0-1 0 0,-1-1 1 0 0,0 1 0 0 0,-1 0 0 0 0,0-1-1 0 0,-1 0 1 0 0,0 0 0 0 0,0 0 0 0 0,-1 0-1 0 0,-1-1 1 0 0,1 0 0 0 0,-2 0-1 0 0,1 0 1 0 0,-1-1 0 0 0,0 0 0 0 0,-10 8-1 0 0,9-9-726 0 0,0-1 0 0 0,-1 1 0 0 0,-19 8 0 0 0,11-6-6246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8.3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44 8290 0 0,'-20'-44'8154'0'0,"18"73"-4486"0"0,7 141-1682 0 0,13 270-2730 0 0,-14-388-6911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8.5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15203 0 0,'15'37'5228'0'0,"7"54"-3447"0"0,1 2-1390 0 0,46 99-846 0 0,-63-175 52 0 0,6 13-642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8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5 317 3681 0 0,'-1'-2'67'0'0,"0"0"-1"0"0,0 0 1 0 0,1 0 0 0 0,-1 0-1 0 0,1 0 1 0 0,0 0 0 0 0,-1 0 0 0 0,1 0-1 0 0,0 0 1 0 0,0 0 0 0 0,0 0 0 0 0,1 0-1 0 0,-1 0 1 0 0,0 0 0 0 0,1 0-1 0 0,-1 0 1 0 0,1 0 0 0 0,0 0 0 0 0,0 0-1 0 0,0 0 1 0 0,1-2 0 0 0,25-40 561 0 0,-15 28-410 0 0,2 0-1 0 0,0 1 0 0 0,1 1 1 0 0,0 1-1 0 0,1 0 0 0 0,0 1 1 0 0,1 0-1 0 0,1 2 1 0 0,0 0-1 0 0,36-14 0 0 0,-10 7 772 0 0,1 3-1 0 0,1 1 0 0 0,77-10 0 0 0,-114 21-810 0 0,1 1 0 0 0,-1 0 0 0 0,1 1-1 0 0,0 0 1 0 0,-1 0 0 0 0,18 4 0 0 0,-23-3-112 0 0,0 0 0 0 0,0 1 0 0 0,0 0 0 0 0,0-1 0 0 0,0 1 0 0 0,-1 1 0 0 0,1-1 0 0 0,-1 0 1 0 0,1 1-1 0 0,-1 0 0 0 0,0 0 0 0 0,0 0 0 0 0,0 0 0 0 0,0 0 0 0 0,-1 1 0 0 0,1-1 0 0 0,2 6 0 0 0,4 9 76 0 0,-2 1 0 0 0,0-1 0 0 0,-1 1 0 0 0,-1 1 0 0 0,-1-1-1 0 0,3 39 1 0 0,-5-37-85 0 0,0-1-1 0 0,2 1 0 0 0,1-1 0 0 0,0 0 1 0 0,1 0-1 0 0,10 21 0 0 0,-15-38-30 0 0,0-1-1 0 0,1 0 1 0 0,-1 1-1 0 0,1-1 1 0 0,-1 0-1 0 0,1 1 1 0 0,0-1-1 0 0,-1 0 1 0 0,1 0-1 0 0,0-1 1 0 0,0 1-1 0 0,1 0 1 0 0,-1 0-1 0 0,0-1 1 0 0,0 0-1 0 0,1 1 1 0 0,-1-1-1 0 0,1 0 1 0 0,-1 0-1 0 0,1 0 1 0 0,0-1-1 0 0,-1 1 1 0 0,1-1-1 0 0,5 1 1 0 0,-4-1 93 0 0,0-1 1 0 0,-1 0 0 0 0,1 0-1 0 0,0 0 1 0 0,-1 0-1 0 0,1-1 1 0 0,-1 0 0 0 0,0 1-1 0 0,1-1 1 0 0,-1 0 0 0 0,0-1-1 0 0,0 1 1 0 0,0 0 0 0 0,0-1-1 0 0,-1 0 1 0 0,1 0 0 0 0,3-4-1 0 0,2-5 116 0 0,-1 1 0 0 0,0-1 1 0 0,0 0-1 0 0,-1-1 0 0 0,-1 1 0 0 0,0-1 0 0 0,-1 0 0 0 0,0 0 0 0 0,2-17 0 0 0,-4 20-162 0 0,-1 0 1 0 0,0 1-1 0 0,-1-1 1 0 0,0 0-1 0 0,0 0 1 0 0,-1 0-1 0 0,0 0 1 0 0,-1 1-1 0 0,0-1 1 0 0,0 1-1 0 0,-1-1 1 0 0,-1 1-1 0 0,-6-14 1 0 0,7 18-103 0 0,0 1-1 0 0,0 0 1 0 0,-1 0 0 0 0,0 0 0 0 0,1 0 0 0 0,-1 1 0 0 0,0 0 0 0 0,-1-1 0 0 0,1 1 0 0 0,-1 1 0 0 0,1-1-1 0 0,-1 1 1 0 0,0 0 0 0 0,0 0 0 0 0,0 0 0 0 0,0 1 0 0 0,-8-2 0 0 0,-32-1-6458 0 0,24 6-21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9.4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3 14283 0 0,'-2'6'367'0'0,"0"0"0"0"0,0 0 0 0 0,1 0 0 0 0,0 0 0 0 0,0 0 0 0 0,0 0 0 0 0,1 0 0 0 0,0 0 0 0 0,1 9 0 0 0,-2 2 189 0 0,1-11-522 0 0,-2 24 536 0 0,2-1 1 0 0,5 55-1 0 0,-4-78-506 0 0,0 0 0 0 0,0 0 0 0 0,0 0 0 0 0,1 0 0 0 0,-1 0 0 0 0,1 0 0 0 0,1-1 0 0 0,-1 1-1 0 0,1-1 1 0 0,0 1 0 0 0,0-1 0 0 0,1 0 0 0 0,0 0 0 0 0,0 0 0 0 0,0-1 0 0 0,0 1 0 0 0,0-1 0 0 0,1 0 0 0 0,0 0 0 0 0,8 4 0 0 0,-12-7-73 0 0,1-1 0 0 0,0 1 0 0 0,0 0 1 0 0,0-1-1 0 0,-1 1 0 0 0,1-1 0 0 0,0 0 1 0 0,0 0-1 0 0,0 1 0 0 0,0-1 0 0 0,0 0 1 0 0,0-1-1 0 0,0 1 0 0 0,0 0 0 0 0,0-1 1 0 0,-1 1-1 0 0,1-1 0 0 0,0 1 0 0 0,0-1 1 0 0,2-1-1 0 0,0 0-37 0 0,-1-1 0 0 0,1 1 1 0 0,-1-1-1 0 0,1 0 0 0 0,-1 0 0 0 0,0-1 0 0 0,-1 1 1 0 0,6-7-1 0 0,-1-2-90 0 0,0 0 1 0 0,-1-1-1 0 0,0 0 1 0 0,6-22-1 0 0,7-56-641 0 0,-8 34 435 0 0,-10 56 339 0 0,-1 0-1 0 0,0 1 1 0 0,1-1-1 0 0,-1 1 1 0 0,1-1-1 0 0,-1 1 0 0 0,1-1 1 0 0,0 1-1 0 0,-1-1 1 0 0,1 1-1 0 0,-1 0 1 0 0,1-1-1 0 0,0 1 1 0 0,-1 0-1 0 0,1 0 1 0 0,0-1-1 0 0,-1 1 1 0 0,1 0-1 0 0,0 0 1 0 0,-1 0-1 0 0,1 0 1 0 0,0 0-1 0 0,0 0 1 0 0,-1 0-1 0 0,1 0 1 0 0,0 0-1 0 0,-1 0 1 0 0,1 0-1 0 0,0 0 1 0 0,0 0-1 0 0,-1 1 0 0 0,1-1 1 0 0,0 0-1 0 0,-1 0 1 0 0,1 1-1 0 0,-1-1 1 0 0,1 1-1 0 0,0 0 1 0 0,34 16-207 0 0,-30-14 181 0 0,-2-1 26 0 0,18 9 187 0 0,1 0 0 0 0,0-1-1 0 0,40 13 1 0 0,-55-22-66 0 0,-1 1 1 0 0,1-1-1 0 0,0 0 0 0 0,0-1 1 0 0,0 0-1 0 0,0 0 1 0 0,13-2-1 0 0,-16 1-30 0 0,-1 0 0 0 0,1 0 0 0 0,0 0 0 0 0,0-1 0 0 0,-1 1 0 0 0,1-1 0 0 0,-1 0 0 0 0,1 0 0 0 0,-1 0 0 0 0,0-1 0 0 0,0 1 0 0 0,0-1 0 0 0,0 0 0 0 0,4-5 0 0 0,-3 2-114 0 0,-1 0-1 0 0,-1-1 1 0 0,1 1-1 0 0,-1 0 1 0 0,0-1-1 0 0,0 0 1 0 0,-1 1-1 0 0,0-1 1 0 0,0 0-1 0 0,-1 0 1 0 0,0 0-1 0 0,0 1 1 0 0,-1-1-1 0 0,-1-10 1 0 0,1 1-1158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9.6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83 1 13827 0 0,'-24'18'5238'0'0,"17"-8"-4953"0"0,0-1-1 0 0,1 1 0 0 0,0 0 1 0 0,1 0-1 0 0,0 1 0 0 0,1-1 1 0 0,0 1-1 0 0,0 0 0 0 0,1 0 1 0 0,1 1-1 0 0,0-1 0 0 0,0 1 1 0 0,1-1-1 0 0,1 19 0 0 0,1 7-180 0 0,1-1-1 0 0,2 1 0 0 0,12 46 1 0 0,-13-68-263 0 0,1 0 0 0 0,0-1 0 0 0,1 1 0 0 0,1-1 0 0 0,0 0 1 0 0,0 0-1 0 0,17 23 0 0 0,-17-29-685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9.8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0 108 2304 0 0,'3'-5'471'0'0,"0"0"-1"0"0,0-1 0 0 0,0 1 1 0 0,0 0-1 0 0,1 1 0 0 0,0-1 1 0 0,0 1-1 0 0,0-1 0 0 0,0 1 0 0 0,10-7 1 0 0,-2 3 772 0 0,0 0 0 0 0,1 1 0 0 0,19-9 1 0 0,-29 14-966 0 0,1 1 0 0 0,-1-1 1 0 0,1 1-1 0 0,0 0 0 0 0,0 0 1 0 0,0 1-1 0 0,-1-1 0 0 0,1 1 1 0 0,0 0-1 0 0,0 0 0 0 0,0 0 1 0 0,0 0-1 0 0,0 1 0 0 0,0-1 1 0 0,-1 1-1 0 0,1 0 0 0 0,0 0 0 0 0,0 1 1 0 0,-1-1-1 0 0,1 1 0 0 0,-1 0 1 0 0,0 0-1 0 0,5 3 0 0 0,-6-3-160 0 0,0 0-1 0 0,1 1 1 0 0,-1-1-1 0 0,0 1 0 0 0,-1-1 1 0 0,1 1-1 0 0,0 0 0 0 0,-1 0 1 0 0,1 0-1 0 0,-1 0 1 0 0,0 0-1 0 0,0 0 0 0 0,0 0 1 0 0,-1 1-1 0 0,1-1 0 0 0,-1 0 1 0 0,1 0-1 0 0,-1 1 0 0 0,0-1 1 0 0,-1 0-1 0 0,1 0 1 0 0,0 1-1 0 0,-1-1 0 0 0,0 0 1 0 0,0 0-1 0 0,0 0 0 0 0,-2 5 1 0 0,-5 9-99 0 0,-2 0 0 0 0,0-1 0 0 0,0-1 0 0 0,-2 0 0 0 0,1 0 1 0 0,-19 16-1 0 0,7-6-624 0 0,8-8-297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0.0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12899 0 0,'0'4'606'0'0,"0"0"1"0"0,0 1-1 0 0,0-1 1 0 0,1 0-1 0 0,-1 1 0 0 0,1-1 1 0 0,0 0-1 0 0,2 5 1 0 0,0 6 29 0 0,3 44 1028 0 0,-5-39-1820 0 0,1 0 0 0 0,0 0 0 0 0,2 0 0 0 0,0 0-1 0 0,14 34 1 0 0,-18-54 156 0 0,0 1-1 0 0,0-1 1 0 0,0 1 0 0 0,0-1-1 0 0,0 1 1 0 0,1-1 0 0 0,-1 0-1 0 0,0 1 1 0 0,0-1 0 0 0,1 1-1 0 0,-1-1 1 0 0,0 0-1 0 0,0 1 1 0 0,1-1 0 0 0,-1 0-1 0 0,1 1 1 0 0,-1-1 0 0 0,0 0-1 0 0,1 1 1 0 0,-1-1-1 0 0,1 0 1 0 0,-1 0 0 0 0,0 0-1 0 0,1 1 1 0 0,-1-1 0 0 0,1 0-1 0 0,-1 0 1 0 0,1 0-1 0 0,-1 0 1 0 0,1 0 0 0 0,-1 0-1 0 0,1 0 1 0 0,-1 0 0 0 0,1 0-1 0 0,-1 0 1 0 0,1 0-1 0 0,-1 0 1 0 0,0 0 0 0 0,1 0-1 0 0,-1-1 1 0 0,1 1 0 0 0,-1 0-1 0 0,1 0 1 0 0,-1 0 0 0 0,0-1-1 0 0,1 1 1 0 0,-1 0-1 0 0,1-1 1 0 0,-1 1 0 0 0,0 0-1 0 0,1-1 1 0 0,-1 1 0 0 0,0 0-1 0 0,0-1 1 0 0,1 1-1 0 0,-1-1 1 0 0,0 1 0 0 0,0 0-1 0 0,1-1 1 0 0,-1 0 0 0 0,3-12-38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0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4 147 6913 0 0,'-2'-11'609'0'0,"0"1"-481"0"0,2 2-128 0 0,0 3 0 0 0,3 1 872 0 0,0 0 152 0 0,1-1 32 0 0,3-3 8 0 0,4-5-439 0 0,4-5-89 0 0,2-3-24 0 0,3 4 0 0 0,-3 3-1768 0 0,0 7-361 0 0,-1 6-71 0 0,-4 3-8 0 0,-2 3 1328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0.4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9674 0 0,'33'29'3636'0'0,"-1"1"1"0"0,37 47-1 0 0,43 78-942 0 0,-107-146-2914 0 0,26 33 577 0 0,-29-40-647 0 0,0 0 1 0 0,0 0 0 0 0,0 0 0 0 0,0 0 0 0 0,0 0-1 0 0,1-1 1 0 0,-1 1 0 0 0,1-1 0 0 0,2 1 0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0.6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363 1 13827 0 0,'-9'1'408'0'0,"1"0"1"0"0,-1 0-1 0 0,1 1 0 0 0,0 0 0 0 0,0 1 1 0 0,0 0-1 0 0,0 0 0 0 0,1 1 1 0 0,-1-1-1 0 0,1 2 0 0 0,0-1 0 0 0,-8 7 1 0 0,-9 8 645 0 0,-40 42 0 0 0,39-35-805 0 0,1 1-1 0 0,-35 53 1 0 0,48-62-1050 0 0,1 1 1 0 0,0 0-1 0 0,-8 26 1 0 0,16-40 609 0 0,1 0 0 0 0,-1-1 0 0 0,2 1 0 0 0,-1 0 0 0 0,0 0 0 0 0,1 9 0 0 0,1 4 161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0.9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1 387 7370 0 0,'23'-8'771'0'0,"0"-1"0"0"0,0-1 1 0 0,0-1-1 0 0,-2-1 0 0 0,22-15 1 0 0,-31 18-327 0 0,-1 0 1 0 0,0-1-1 0 0,0 0 1 0 0,-1-1-1 0 0,0 0 1 0 0,-1-1-1 0 0,0 0 1 0 0,-1 0-1 0 0,11-23 1 0 0,-12 21-170 0 0,23-55 853 0 0,-28 62-1073 0 0,0 0-1 0 0,0-1 1 0 0,0 1 0 0 0,-1-1 0 0 0,0 1-1 0 0,-1-1 1 0 0,0-12 0 0 0,0 19-89 0 0,0 0 1 0 0,0 0-1 0 0,0 0 0 0 0,0 0 1 0 0,0 0-1 0 0,0 0 1 0 0,0 0-1 0 0,-1 0 0 0 0,1 0 1 0 0,0 0-1 0 0,-1 0 0 0 0,1 0 1 0 0,-1 1-1 0 0,1-1 1 0 0,-1 0-1 0 0,1 0 0 0 0,-1 0 1 0 0,0 0-1 0 0,1 1 0 0 0,-1-1 1 0 0,0 0-1 0 0,0 1 1 0 0,1-1-1 0 0,-1 1 0 0 0,0-1 1 0 0,-1 0-1 0 0,0 1-59 0 0,0 0 0 0 0,1 0 0 0 0,-1 0 0 0 0,1 0 1 0 0,-1 0-1 0 0,0 0 0 0 0,1 0 0 0 0,-1 1 0 0 0,1-1 0 0 0,-1 0 0 0 0,0 1 0 0 0,1 0 0 0 0,0-1 0 0 0,-3 2 0 0 0,-4 3-492 0 0,0 0 0 0 0,1 0-1 0 0,0 1 1 0 0,-10 10 0 0 0,11-9 543 0 0,0 0 0 0 0,0 0 1 0 0,1 0-1 0 0,0 1 0 0 0,1 0 1 0 0,0 0-1 0 0,0 0 0 0 0,1 1 0 0 0,0-1 1 0 0,0 1-1 0 0,-1 10 0 0 0,3-16 153 0 0,1 0-1 0 0,-1 0 1 0 0,1 0 0 0 0,0-1-1 0 0,0 1 1 0 0,0 0-1 0 0,0 0 1 0 0,1 0-1 0 0,-1-1 1 0 0,1 1-1 0 0,0 0 1 0 0,0-1 0 0 0,0 1-1 0 0,0 0 1 0 0,0-1-1 0 0,0 1 1 0 0,1-1-1 0 0,-1 0 1 0 0,1 1 0 0 0,0-1-1 0 0,0 0 1 0 0,0 0-1 0 0,0 0 1 0 0,0 0-1 0 0,0 0 1 0 0,0-1 0 0 0,1 1-1 0 0,-1-1 1 0 0,0 1-1 0 0,1-1 1 0 0,-1 0-1 0 0,1 0 1 0 0,0 0 0 0 0,-1 0-1 0 0,1-1 1 0 0,0 1-1 0 0,0-1 1 0 0,-1 1-1 0 0,6-1 1 0 0,1 0-193 0 0,1 0 0 0 0,-1-1-1 0 0,1 0 1 0 0,0-1 0 0 0,-1 0 0 0 0,0 0-1 0 0,1-1 1 0 0,-1 0 0 0 0,0-1 0 0 0,9-4-1 0 0,16-8-5719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1.1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181 119 6913 0 0,'2'-18'153'0'0,"0"10"-79"0"0,-1 0 0 0 0,0 0 0 0 0,0-1 0 0 0,-1 1 0 0 0,0 0 0 0 0,-1-1 0 0 0,-2-12 0 0 0,2 19 110 0 0,1 1 1 0 0,-1 0-1 0 0,1 0 0 0 0,-1 0 1 0 0,0-1-1 0 0,1 1 1 0 0,-1 0-1 0 0,0 0 1 0 0,0 0-1 0 0,0 0 1 0 0,0 1-1 0 0,0-1 1 0 0,0 0-1 0 0,0 0 0 0 0,0 0 1 0 0,0 1-1 0 0,0-1 1 0 0,0 1-1 0 0,-1-1 1 0 0,1 1-1 0 0,0-1 1 0 0,0 1-1 0 0,-1 0 1 0 0,1-1-1 0 0,0 1 0 0 0,-1 0 1 0 0,1 0-1 0 0,-3 0 1 0 0,2 0 255 0 0,-1 0 1 0 0,1 1-1 0 0,-1-1 0 0 0,1 1 1 0 0,-1-1-1 0 0,1 1 0 0 0,0 0 1 0 0,-1 0-1 0 0,1 0 1 0 0,0 0-1 0 0,0 1 0 0 0,-1-1 1 0 0,-2 3-1 0 0,-4 6-78 0 0,1 0-1 0 0,0 0 1 0 0,0 1 0 0 0,1 0-1 0 0,1 0 1 0 0,0 1-1 0 0,0 0 1 0 0,2 0 0 0 0,-5 13-1 0 0,-4 20 36 0 0,-7 52-1 0 0,15-68-251 0 0,2 1 0 0 0,1-1-1 0 0,1 1 1 0 0,1 0 0 0 0,2-1 0 0 0,1 1 0 0 0,9 43 0 0 0,-8-58-344 0 0,0 0 0 0 0,1 0 0 0 0,0 0 0 0 0,2-1 0 0 0,-1 0 0 0 0,2 0 0 0 0,-1 0 0 0 0,2-1 0 0 0,0 0 0 0 0,1-1 0 0 0,0 0 0 0 0,1-1 0 0 0,0 0 0 0 0,0 0 1 0 0,26 16-1 0 0,-14-13-7595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1.5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133 16 5985 0 0,'19'-15'15097'0'0,"-30"25"-14476"0"0,-5 6-388 0 0,1 0 0 0 0,0 1-1 0 0,2 1 1 0 0,0 0 0 0 0,-12 21 0 0 0,18-26-220 0 0,1-1 1 0 0,0 1-1 0 0,1 0 1 0 0,1 0-1 0 0,0 0 0 0 0,0 0 1 0 0,1 1-1 0 0,1 0 1 0 0,-1 19-1 0 0,4-27-9 0 0,-1 0 0 0 0,1 0 0 0 0,0 0 0 0 0,0 0 0 0 0,0 0 0 0 0,1 0 0 0 0,0 0 0 0 0,1 0 0 0 0,-1-1 0 0 0,1 1 0 0 0,3 4 0 0 0,5 6 66 0 0,0-2 0 0 0,17 18 1 0 0,-17-21-21 0 0,-1 0 1 0 0,-1 1-1 0 0,0 0 1 0 0,9 17-1 0 0,-17-28-69 0 0,-1 1 0 0 0,0-1-1 0 0,1 0 1 0 0,-1 0 0 0 0,0 0 0 0 0,0 0-1 0 0,0 0 1 0 0,0 0 0 0 0,0 0 0 0 0,0 1-1 0 0,-1-1 1 0 0,1 0 0 0 0,0 0 0 0 0,0 0-1 0 0,-1 0 1 0 0,1 0 0 0 0,-1 0 0 0 0,1 0-1 0 0,-1 0 1 0 0,1 0 0 0 0,-1 0 0 0 0,0 0 0 0 0,1 0-1 0 0,-1-1 1 0 0,0 1 0 0 0,0 0 0 0 0,0 0-1 0 0,1-1 1 0 0,-1 1 0 0 0,0 0 0 0 0,0-1-1 0 0,0 1 1 0 0,0-1 0 0 0,-2 1 0 0 0,-9 7-544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2.2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215 0 7834 0 0,'-11'5'660'0'0,"0"-1"-1"0"0,1 2 1 0 0,0-1 0 0 0,0 2 0 0 0,0-1 0 0 0,1 1 0 0 0,0 1-1 0 0,-14 14 1 0 0,10-8 41 0 0,1 0-1 0 0,0 1 1 0 0,1 1-1 0 0,-14 26 0 0 0,18-28-258 0 0,1 0 0 0 0,1 1 0 0 0,0-1 0 0 0,0 1 0 0 0,-2 22 0 0 0,6-31-382 0 0,0 0 1 0 0,0 0-1 0 0,1 0 0 0 0,0 0 0 0 0,0 0 0 0 0,1 0 1 0 0,-1 0-1 0 0,1 0 0 0 0,1 0 0 0 0,-1-1 0 0 0,1 1 1 0 0,0 0-1 0 0,0-1 0 0 0,1 1 0 0 0,-1-1 1 0 0,7 10-1 0 0,-7-13-131 0 0,0 0 1 0 0,-1 0-1 0 0,1 0 0 0 0,0 0 1 0 0,0-1-1 0 0,0 1 1 0 0,1 0-1 0 0,-1-1 0 0 0,0 1 1 0 0,1-1-1 0 0,-1 0 0 0 0,1 0 1 0 0,-1 0-1 0 0,1 0 1 0 0,-1 0-1 0 0,1 0 0 0 0,0-1 1 0 0,-1 0-1 0 0,1 1 1 0 0,5-1-1 0 0,-4-1-213 0 0,0 0 0 0 0,0 0 0 0 0,0 0-1 0 0,0 0 1 0 0,0-1 0 0 0,0 1 0 0 0,-1-1 0 0 0,1 0 0 0 0,-1-1-1 0 0,1 1 1 0 0,-1 0 0 0 0,5-5 0 0 0,1-1-655 0 0,-1-1 0 0 0,0-1 0 0 0,0 1 0 0 0,-1-1 0 0 0,0-1 0 0 0,0 1 0 0 0,-1-1 0 0 0,5-13 0 0 0,-7 10 542 0 0,0 0 1 0 0,-1 0 0 0 0,-1-1 0 0 0,0 1-1 0 0,-1-1 1 0 0,-1 1 0 0 0,-2-23 0 0 0,8-24 11812 0 0,-5 61-11167 0 0,0 0 18 0 0,1 1 0 0 0,-1-1 0 0 0,0 1-1 0 0,1-1 1 0 0,-1 1 0 0 0,0 0 0 0 0,0-1 0 0 0,0 1 0 0 0,0 0 0 0 0,1 0 0 0 0,-1 0 0 0 0,0 0 0 0 0,1 2 0 0 0,35 48 1221 0 0,-34-47-1149 0 0,13 20-6 0 0,0-1 0 0 0,1-1 1 0 0,31 30-1 0 0,-39-44-340 0 0,1 0 1 0 0,0-1-1 0 0,0 0 0 0 0,0-1 0 0 0,1 0 0 0 0,0 0 1 0 0,0-1-1 0 0,0 0 0 0 0,1-1 0 0 0,20 4 1 0 0,-15-5-1149 0 0,0-1 0 0 0,25 1 0 0 0,-21-4-5865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2.5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33 8754 0 0,'0'-1'125'0'0,"0"0"1"0"0,1 0-1 0 0,0 0 1 0 0,-1 1-1 0 0,1-1 1 0 0,-1 0 0 0 0,1 0-1 0 0,0 0 1 0 0,0 1-1 0 0,-1-1 1 0 0,1 0-1 0 0,0 1 1 0 0,0-1-1 0 0,0 1 1 0 0,0-1-1 0 0,0 1 1 0 0,0-1-1 0 0,-1 1 1 0 0,1 0-1 0 0,0-1 1 0 0,0 1-1 0 0,0 0 1 0 0,1 0-1 0 0,-1 0 1 0 0,0 0-1 0 0,0 0 1 0 0,0 0-1 0 0,0 0 1 0 0,0 0-1 0 0,0 0 1 0 0,0 0 0 0 0,0 1-1 0 0,0-1 1 0 0,0 0-1 0 0,0 1 1 0 0,0-1-1 0 0,-1 1 1 0 0,1-1-1 0 0,0 1 1 0 0,1 0-1 0 0,3 2 403 0 0,0-1 0 0 0,0 1 0 0 0,-1 0 0 0 0,1 0 0 0 0,-1 0 0 0 0,6 7 0 0 0,4 8 32 0 0,-2 1-1 0 0,0 0 1 0 0,-2 1 0 0 0,0 0 0 0 0,-1 1 0 0 0,-1 0 0 0 0,-1 0 0 0 0,0 1-1 0 0,3 27 1 0 0,-8-40-401 0 0,-2-14 112 0 0,0-21 118 0 0,9-23-1210 0 0,3 0 0 0 0,27-68 0 0 0,-22 73-6942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2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82 10138 0 0,'-2'7'323'0'0,"1"-1"-1"0"0,0 1 1 0 0,0-1-1 0 0,1 1 1 0 0,0 0 0 0 0,1 11-1 0 0,0-16-71 0 0,-1 0-1 0 0,0 1 1 0 0,1-1-1 0 0,0 0 1 0 0,-1 0-1 0 0,1 0 1 0 0,0 0 0 0 0,0 0-1 0 0,0 0 1 0 0,0 0-1 0 0,1-1 1 0 0,-1 1-1 0 0,0 0 1 0 0,1 0-1 0 0,-1-1 1 0 0,1 1 0 0 0,0-1-1 0 0,-1 0 1 0 0,1 1-1 0 0,0-1 1 0 0,0 0-1 0 0,0 0 1 0 0,0 0-1 0 0,3 1 1 0 0,-2-2-124 0 0,-1 0 1 0 0,0 0-1 0 0,1 0 0 0 0,-1 0 1 0 0,0 0-1 0 0,1-1 1 0 0,-1 1-1 0 0,0-1 0 0 0,1 1 1 0 0,-1-1-1 0 0,0 0 1 0 0,0 0-1 0 0,1 0 0 0 0,-1 0 1 0 0,0-1-1 0 0,0 1 0 0 0,0 0 1 0 0,-1-1-1 0 0,1 1 1 0 0,0-1-1 0 0,-1 0 0 0 0,1 0 1 0 0,2-3-1 0 0,4-5 86 0 0,0-1 1 0 0,12-21-1 0 0,2-16-33 0 0,-21 44-186 0 0,1 0 0 0 0,-1 1 0 0 0,0-1 1 0 0,-1 0-1 0 0,1 0 0 0 0,-1 0 0 0 0,1 0 0 0 0,-1 0 0 0 0,0 1 0 0 0,-1-1 0 0 0,0-6 0 0 0,1 10-1 0 0,0-1 0 0 0,-1 1-1 0 0,1 0 1 0 0,0 0 0 0 0,0-1-1 0 0,-1 1 1 0 0,1 0 0 0 0,0-1-1 0 0,-1 1 1 0 0,1 0 0 0 0,0 0 0 0 0,-1-1-1 0 0,1 1 1 0 0,0 0 0 0 0,-1 0-1 0 0,1 0 1 0 0,0 0 0 0 0,-1 0 0 0 0,1 0-1 0 0,-1-1 1 0 0,1 1 0 0 0,0 0-1 0 0,-1 0 1 0 0,1 0 0 0 0,-1 0-1 0 0,1 0 1 0 0,0 0 0 0 0,-1 0 0 0 0,1 1-1 0 0,-1-1 1 0 0,1 0 0 0 0,0 0-1 0 0,-1 0 1 0 0,1 0 0 0 0,0 0 0 0 0,-1 1-1 0 0,1-1 1 0 0,0 0 0 0 0,-1 0-1 0 0,1 1 1 0 0,0-1 0 0 0,-1 0-1 0 0,1 0 1 0 0,0 1 0 0 0,0-1 0 0 0,-1 0-1 0 0,1 1 1 0 0,0-1 0 0 0,0 0-1 0 0,0 1 1 0 0,-1 0 0 0 0,-14 16-155 0 0,11-12 194 0 0,1 0 0 0 0,1-1 0 0 0,-1 1 0 0 0,1 0 1 0 0,0 1-1 0 0,0-1 0 0 0,1 0 0 0 0,-1 0 0 0 0,1 1 1 0 0,0-1-1 0 0,0 1 0 0 0,1-1 0 0 0,0 1 0 0 0,0-1 1 0 0,0 1-1 0 0,1-1 0 0 0,0 1 0 0 0,0-1 0 0 0,0 1 1 0 0,0-1-1 0 0,1 0 0 0 0,0 1 0 0 0,5 8 0 0 0,-4-9-149 0 0,1 0-1 0 0,-1 0 1 0 0,1 0-1 0 0,0-1 1 0 0,0 1-1 0 0,1-1 1 0 0,0 0 0 0 0,-1 0-1 0 0,1-1 1 0 0,0 1-1 0 0,9 3 1 0 0,-7-4-635 0 0,-1 0 0 0 0,1-1 1 0 0,0 0-1 0 0,0 0 0 0 0,0 0 1 0 0,10 0-1 0 0,9 0-6136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3.2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94 50 4145 0 0,'-9'-18'3717'0'0,"7"14"-2525"0"0,1 1-1 0 0,0 0 1 0 0,-1 0-1 0 0,0 0 1 0 0,0 0-1 0 0,0 0 1 0 0,-5-5-1 0 0,7 8-1067 0 0,-1 0 0 0 0,1-1 0 0 0,0 1-1 0 0,-1 0 1 0 0,1 0 0 0 0,0 0 0 0 0,-1 0-1 0 0,1-1 1 0 0,0 1 0 0 0,-1 0 0 0 0,1 0-1 0 0,-1 0 1 0 0,1 0 0 0 0,0 0 0 0 0,-1 0 0 0 0,1 0-1 0 0,0 0 1 0 0,-1 0 0 0 0,1 0 0 0 0,-1 1-1 0 0,1-1 1 0 0,0 0 0 0 0,-1 0 0 0 0,1 0-1 0 0,0 0 1 0 0,-1 0 0 0 0,1 1 0 0 0,0-1-1 0 0,-1 0 1 0 0,-12 20 1260 0 0,5 2-1306 0 0,0 0-1 0 0,2 0 1 0 0,0 0-1 0 0,1 1 1 0 0,2 0-1 0 0,0 0 1 0 0,1 32-1 0 0,2-41-45 0 0,0-1-1 0 0,1 1 0 0 0,1 0 0 0 0,1-1 1 0 0,0 1-1 0 0,0-1 0 0 0,1 0 0 0 0,1 0 1 0 0,0 0-1 0 0,1-1 0 0 0,0 0 0 0 0,1 0 1 0 0,14 19-1 0 0,-18-27-40 0 0,1 0 1 0 0,-1-1-1 0 0,1 1 0 0 0,0-1 1 0 0,0 0-1 0 0,0 0 0 0 0,0 0 1 0 0,0 0-1 0 0,1-1 0 0 0,-1 0 1 0 0,1 0-1 0 0,-1 0 0 0 0,1 0 1 0 0,0-1-1 0 0,9 2 0 0 0,-7-3-18 0 0,-1 0 0 0 0,1 0 0 0 0,-1-1 0 0 0,1 1 0 0 0,-1-2-1 0 0,0 1 1 0 0,0-1 0 0 0,0 1 0 0 0,1-2 0 0 0,-2 1 0 0 0,7-4 0 0 0,12-8-106 0 0,-1-2 0 0 0,0 0 0 0 0,-2-2 0 0 0,33-33 1 0 0,-31 29 70 0 0,69-61-1889 0 0,-35 33-6764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3.7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141 1 7370 0 0,'-4'0'388'0'0,"0"0"-1"0"0,0 0 1 0 0,0 0 0 0 0,-1 0 0 0 0,1 1 0 0 0,0-1 0 0 0,0 1 0 0 0,0 0 0 0 0,0 0 0 0 0,0 1 0 0 0,0-1 0 0 0,1 1 0 0 0,-1 0 0 0 0,0 0 0 0 0,1 0 0 0 0,-1 1-1 0 0,1-1 1 0 0,0 1 0 0 0,0 0 0 0 0,0-1 0 0 0,0 1 0 0 0,0 1 0 0 0,1-1 0 0 0,-1 0 0 0 0,1 1 0 0 0,-4 7 0 0 0,0 1 183 0 0,-1 1 1 0 0,2 0-1 0 0,0 1 0 0 0,0-1 1 0 0,2 1-1 0 0,0 0 1 0 0,-3 23-1 0 0,4-19-442 0 0,1 0-1 0 0,1 0 1 0 0,1 0-1 0 0,0-1 1 0 0,2 1 0 0 0,0 0-1 0 0,0-1 1 0 0,2 0-1 0 0,11 30 1 0 0,-12-39-105 0 0,0 0-1 0 0,0-1 1 0 0,1 1 0 0 0,0-1-1 0 0,0 0 1 0 0,0-1 0 0 0,1 1-1 0 0,0-1 1 0 0,11 9 0 0 0,-15-14-23 0 0,0 1 0 0 0,1-1 0 0 0,-1 0 1 0 0,0 1-1 0 0,1-1 0 0 0,-1 0 0 0 0,1 0 0 0 0,-1-1 1 0 0,1 1-1 0 0,-1-1 0 0 0,1 1 0 0 0,-1-1 0 0 0,1 0 1 0 0,0 0-1 0 0,-1 0 0 0 0,1 0 0 0 0,-1 0 0 0 0,1 0 1 0 0,0-1-1 0 0,-1 1 0 0 0,1-1 0 0 0,-1 0 0 0 0,1 0 1 0 0,-1 0-1 0 0,0 0 0 0 0,1 0 0 0 0,-1-1 0 0 0,0 1 1 0 0,0-1-1 0 0,0 1 0 0 0,0-1 0 0 0,0 0 1 0 0,0 0-1 0 0,0 0 0 0 0,2-3 0 0 0,6-8-6 0 0,0-1-1 0 0,-1 0 1 0 0,0-1 0 0 0,-1 1 0 0 0,-1-2-1 0 0,0 1 1 0 0,-1-1 0 0 0,6-26-1 0 0,-2-3-1365 0 0,9-87-1 0 0,-17 103-6263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4.1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 1840 0 0,'18'8'8686'0'0,"9"6"-1275"0"0,-24-12-6995 0 0,1 1 0 0 0,0-1 0 0 0,-1 1 1 0 0,1 0-1 0 0,-1 1 0 0 0,0-1 0 0 0,0 0 0 0 0,4 6 0 0 0,1 5-95 0 0,0-1 0 0 0,-1 1 0 0 0,-1 0 0 0 0,0 1 0 0 0,7 28 0 0 0,10 78 95 0 0,-12-49-347 0 0,-11-71-90 0 0,0 0-1 0 0,0 0 1 0 0,0 0 0 0 0,0-1-1 0 0,0 1 1 0 0,0 0 0 0 0,1 0-1 0 0,-1 0 1 0 0,0 0 0 0 0,1 0-1 0 0,-1 0 1 0 0,0 0 0 0 0,1-1-1 0 0,-1 1 1 0 0,1 0 0 0 0,-1 0-1 0 0,1-1 1 0 0,-1 1 0 0 0,1 0-1 0 0,0-1 1 0 0,-1 1 0 0 0,1 0-1 0 0,0-1 1 0 0,1 1 0 0 0,-1-1-21 0 0,-1 0 0 0 0,1-1 0 0 0,0 1 0 0 0,0-1 1 0 0,0 1-1 0 0,-1-1 0 0 0,1 1 0 0 0,0-1 0 0 0,-1 1 0 0 0,1-1 1 0 0,0 0-1 0 0,-1 1 0 0 0,1-1 0 0 0,-1 0 0 0 0,1 0 0 0 0,-1 0 1 0 0,1 1-1 0 0,-1-1 0 0 0,1-1 0 0 0,19-51-1690 0 0,-19 50 1584 0 0,6-18-368 0 0,45-123-6917 0 0,-44 126 6982 0 0,1 1 0 0 0,0 0 0 0 0,1 0 0 0 0,1 1 0 0 0,24-27 0 0 0,-33 40 681 0 0,1 0 1 0 0,-1 1 0 0 0,1-1-1 0 0,0 1 1 0 0,0 0 0 0 0,0-1 0 0 0,0 1-1 0 0,0 1 1 0 0,1-1 0 0 0,-1 0-1 0 0,1 1 1 0 0,-1 0 0 0 0,1 0 0 0 0,-1 0-1 0 0,1 0 1 0 0,0 0 0 0 0,-1 1-1 0 0,1 0 1 0 0,0 0 0 0 0,0 0 0 0 0,-1 0-1 0 0,1 0 1 0 0,0 1 0 0 0,-1-1-1 0 0,7 3 1 0 0,-4-1 124 0 0,-1 1 0 0 0,0 0 1 0 0,0 0-1 0 0,0 0 0 0 0,0 0 0 0 0,-1 1 0 0 0,1 0 0 0 0,-1 0 0 0 0,0 0 0 0 0,0 0 1 0 0,0 1-1 0 0,-1-1 0 0 0,1 1 0 0 0,-1 0 0 0 0,-1 0 0 0 0,3 6 0 0 0,2 5-36 0 0,-2 1 0 0 0,0 0 0 0 0,-1 1 0 0 0,4 28 0 0 0,-6-28-285 0 0,1 0-1 0 0,0 0 1 0 0,2-1 0 0 0,8 23-1 0 0,-12-37-231 0 0,1-1 0 0 0,-1 1 0 0 0,0-1-1 0 0,1 1 1 0 0,0-1 0 0 0,-1 0 0 0 0,1 0-1 0 0,0 1 1 0 0,0-1 0 0 0,0-1 0 0 0,4 3-1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4.7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220 3 2761 0 0,'-6'-2'13470'0'0,"14"12"-13290"0"0,-8-10-215 0 0,0 0 1 0 0,0 0-1 0 0,1 0 1 0 0,-1 1-1 0 0,0-1 1 0 0,0 0-1 0 0,1 0 1 0 0,-1 1-1 0 0,0-1 0 0 0,0 0 1 0 0,1 0-1 0 0,-1 1 1 0 0,0-1-1 0 0,0 0 1 0 0,0 1-1 0 0,0-1 1 0 0,0 0-1 0 0,1 0 1 0 0,-1 1-1 0 0,0-1 1 0 0,0 0-1 0 0,0 1 0 0 0,0-1 1 0 0,0 0-1 0 0,0 1 1 0 0,0-1-1 0 0,0 0 1 0 0,0 1-1 0 0,0-1 1 0 0,0 0-1 0 0,0 1 1 0 0,-1-1-1 0 0,1 0 1 0 0,0 1-1 0 0,0-1 0 0 0,0 0 1 0 0,0 1-1 0 0,0-1 1 0 0,-1 0-1 0 0,1 0 1 0 0,0 1-1 0 0,0-1 1 0 0,-1 1-1 0 0,-15-3-220 0 0,15 2-54 0 0,-1 0 1 0 0,1 0-1 0 0,-1-1 0 0 0,1 1 0 0 0,0 1 0 0 0,-1-1 0 0 0,1 0 1 0 0,-1 0-1 0 0,1 0 0 0 0,0 1 0 0 0,-1-1 0 0 0,1 0 1 0 0,0 1-1 0 0,-1 0 0 0 0,1-1 0 0 0,0 1 0 0 0,0 0 1 0 0,-1-1-1 0 0,1 1 0 0 0,-1 1 0 0 0,-43 26-905 0 0,29-19 2437 0 0,1 0 0 0 0,0 1 0 0 0,0 0 0 0 0,1 1 0 0 0,0 1 0 0 0,1 0 0 0 0,-16 20 0 0 0,29-32-1198 0 0,0 0-1 0 0,0 0 1 0 0,0 0 0 0 0,0 0-1 0 0,0 0 1 0 0,-1 0-1 0 0,1 0 1 0 0,0 0 0 0 0,0 0-1 0 0,0 0 1 0 0,0 0 0 0 0,0 0-1 0 0,0 0 1 0 0,0 0 0 0 0,0 1-1 0 0,0-1 1 0 0,0 0 0 0 0,0 0-1 0 0,0 0 1 0 0,0 0 0 0 0,0 0-1 0 0,0 0 1 0 0,0 0 0 0 0,-1 0-1 0 0,1 1 1 0 0,0-1 0 0 0,0 0-1 0 0,0 0 1 0 0,0 0 0 0 0,0 0-1 0 0,0 0 1 0 0,0 0-1 0 0,1 0 1 0 0,-1 0 0 0 0,0 1-1 0 0,0-1 1 0 0,0 0 0 0 0,0 0-1 0 0,0 0 1 0 0,0 0 0 0 0,0 0-1 0 0,0 0 1 0 0,0 0 0 0 0,0 0-1 0 0,0 0 1 0 0,0 1 0 0 0,0-1-1 0 0,0 0 1 0 0,0 0 0 0 0,0 0-1 0 0,1 0 1 0 0,-1 0 0 0 0,0 0-1 0 0,0 0 1 0 0,0 0 0 0 0,0 0-1 0 0,0 0 1 0 0,0 0-1 0 0,0 0 1 0 0,0 0 0 0 0,1 0-1 0 0,-1 0 1 0 0,0 0 0 0 0,11-3 605 0 0,10-6-219 0 0,13-11 532 0 0,-21 12-570 0 0,1 0 0 0 0,0 1 0 0 0,0 0 1 0 0,1 1-1 0 0,22-6 0 0 0,-33 11-316 0 0,0 0 1 0 0,0 1-1 0 0,1 0 0 0 0,-1 0 1 0 0,0 0-1 0 0,0 0 0 0 0,1 0 1 0 0,-1 1-1 0 0,0 0 1 0 0,0 0-1 0 0,0 0 0 0 0,0 0 1 0 0,0 1-1 0 0,0 0 0 0 0,0 0 1 0 0,0 0-1 0 0,0 0 0 0 0,-1 0 1 0 0,1 1-1 0 0,-1-1 0 0 0,0 1 1 0 0,0 0-1 0 0,0 0 0 0 0,0 1 1 0 0,3 3-1 0 0,9 16 182 0 0,-1 0 1 0 0,-1 1-1 0 0,-1 1 0 0 0,-1 0 0 0 0,11 37 1 0 0,0-3 36 0 0,15 42-182 0 0,-22-57-2837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5.1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21 241 8290 0 0,'-1'-1'51'0'0,"0"1"1"0"0,0-1 0 0 0,0 0 0 0 0,-1 1-1 0 0,1-1 1 0 0,0 0 0 0 0,0 0 0 0 0,0 0-1 0 0,0 0 1 0 0,0 0 0 0 0,0 0-1 0 0,1 0 1 0 0,-1 0 0 0 0,0 0 0 0 0,0 0-1 0 0,1 0 1 0 0,-1 0 0 0 0,1-1 0 0 0,-1 1-1 0 0,1 0 1 0 0,-1-1 0 0 0,1 1-1 0 0,-1-2 1 0 0,1-2 191 0 0,0 1 1 0 0,0-1-1 0 0,0 1 1 0 0,0-1-1 0 0,1 1 0 0 0,0-1 1 0 0,1-5-1 0 0,2-2 531 0 0,0 0 0 0 0,1 0 0 0 0,1 1 0 0 0,11-20 1 0 0,-9 20-46 0 0,0 0-1 0 0,1 1 1 0 0,0 0 0 0 0,12-9 0 0 0,-17 16-504 0 0,1-1 0 0 0,-1 1 0 0 0,0 0-1 0 0,1 0 1 0 0,0 0 0 0 0,-1 1 0 0 0,1-1 0 0 0,0 1 0 0 0,0 1-1 0 0,0-1 1 0 0,1 1 0 0 0,-1-1 0 0 0,6 1 0 0 0,-9 1-184 0 0,0 1 0 0 0,-1-1 1 0 0,1 1-1 0 0,0-1 0 0 0,0 1 0 0 0,-1 0 1 0 0,1 0-1 0 0,-1 0 0 0 0,1 0 1 0 0,-1 0-1 0 0,1 0 0 0 0,-1 0 1 0 0,1 1-1 0 0,-1-1 0 0 0,0 0 0 0 0,0 1 1 0 0,0-1-1 0 0,0 1 0 0 0,0-1 1 0 0,0 1-1 0 0,0 0 0 0 0,0-1 0 0 0,0 1 1 0 0,0 2-1 0 0,15 51 204 0 0,-13-42-154 0 0,1 2-59 0 0,0-1-1 0 0,1 0 1 0 0,0 0 0 0 0,1 0-1 0 0,10 17 1 0 0,15 5-6694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5.7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14 309 4609 0 0,'1'1'12498'0'0,"11"-12"-10009"0"0,13-21-2301 0 0,-8 1 608 0 0,20-46 0 0 0,-33 65-739 0 0,0 0 0 0 0,0 0 0 0 0,-1 0 0 0 0,0-1 0 0 0,-1 1 0 0 0,-1-1-1 0 0,0-19 1 0 0,0 31-62 0 0,-1-1 0 0 0,0 0 0 0 0,0 1 0 0 0,0-1 0 0 0,0 1 0 0 0,-1-1 0 0 0,1 1-1 0 0,0 0 1 0 0,0-1 0 0 0,-1 1 0 0 0,1-1 0 0 0,-1 1 0 0 0,0-1 0 0 0,1 1 0 0 0,-1 0 0 0 0,0-1 0 0 0,0 1-1 0 0,0 0 1 0 0,1 0 0 0 0,-2 0 0 0 0,1 0 0 0 0,0 0 0 0 0,0 0 0 0 0,0 0 0 0 0,0 0 0 0 0,0 0-1 0 0,-1 0 1 0 0,1 0 0 0 0,0 1 0 0 0,-1-1 0 0 0,1 1 0 0 0,-1-1 0 0 0,1 1 0 0 0,-1-1 0 0 0,1 1 0 0 0,-1 0-1 0 0,1 0 1 0 0,-1 0 0 0 0,1 0 0 0 0,-1 0 0 0 0,1 0 0 0 0,-1 0 0 0 0,1 0 0 0 0,-1 1 0 0 0,1-1-1 0 0,0 0 1 0 0,-1 1 0 0 0,1-1 0 0 0,-3 2 0 0 0,-1 0-30 0 0,0 1 0 0 0,0-1 0 0 0,0 1 0 0 0,0 0-1 0 0,1 0 1 0 0,-1 0 0 0 0,1 1 0 0 0,0 0 0 0 0,0-1 0 0 0,0 1-1 0 0,0 1 1 0 0,-5 7 0 0 0,6-5 51 0 0,1 0-1 0 0,0 1 0 0 0,0-1 1 0 0,0 0-1 0 0,1 1 0 0 0,0-1 1 0 0,1 1-1 0 0,0 0 0 0 0,0-1 1 0 0,0 1-1 0 0,1-1 0 0 0,0 1 1 0 0,1-1-1 0 0,-1 1 0 0 0,1-1 1 0 0,1 0-1 0 0,0 0 0 0 0,5 11 1 0 0,-3-8 30 0 0,0 0 0 0 0,1 1 0 0 0,0-2 0 0 0,0 1 0 0 0,1-1 1 0 0,1 0-1 0 0,0 0 0 0 0,0-1 0 0 0,0 0 0 0 0,1-1 1 0 0,15 10-1 0 0,-19-14-169 0 0,1 0 1 0 0,0-1-1 0 0,0 1 1 0 0,0-2-1 0 0,0 1 0 0 0,0-1 1 0 0,0 1-1 0 0,0-2 1 0 0,0 1-1 0 0,1-1 1 0 0,-1 0-1 0 0,0 0 1 0 0,0 0-1 0 0,1-1 1 0 0,-1 0-1 0 0,8-3 1 0 0,9-4-7045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6.1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217 20 3225 0 0,'-2'-1'310'0'0,"1"-1"1"0"0,0 1 0 0 0,-1-1 0 0 0,1 1-1 0 0,-1-1 1 0 0,1 1 0 0 0,-1 0 0 0 0,0 0-1 0 0,0 0 1 0 0,0 0 0 0 0,1 0 0 0 0,-1 0-1 0 0,0 0 1 0 0,0 0 0 0 0,0 1 0 0 0,0-1-1 0 0,-1 1 1 0 0,-2-1 0 0 0,1 1 222 0 0,0 1 1 0 0,-1-1-1 0 0,1 1 1 0 0,0-1-1 0 0,0 1 0 0 0,0 0 1 0 0,0 1-1 0 0,-8 2 1 0 0,2 1 292 0 0,1 1 1 0 0,-1 0 0 0 0,1 0-1 0 0,0 1 1 0 0,1 0 0 0 0,-12 12-1 0 0,13-11-617 0 0,1 0 1 0 0,0 0-1 0 0,0 1 0 0 0,1 0 0 0 0,0 0 0 0 0,1 0 0 0 0,0 1 1 0 0,1-1-1 0 0,0 1 0 0 0,0 0 0 0 0,1 0 0 0 0,0 0 0 0 0,-1 18 1 0 0,3-23-226 0 0,0 0 1 0 0,0 0-1 0 0,0-1 1 0 0,1 1-1 0 0,0 0 1 0 0,0 0-1 0 0,0 0 1 0 0,0-1-1 0 0,1 1 1 0 0,-1-1-1 0 0,1 1 1 0 0,1-1-1 0 0,-1 0 1 0 0,0 0-1 0 0,1 1 1 0 0,0-2-1 0 0,0 1 1 0 0,0 0-1 0 0,1-1 1 0 0,-1 1 0 0 0,1-1-1 0 0,0 0 1 0 0,-1 0-1 0 0,1 0 1 0 0,1-1-1 0 0,-1 0 1 0 0,0 1-1 0 0,1-2 1 0 0,-1 1-1 0 0,9 2 1 0 0,-7-3-184 0 0,-1 0 0 0 0,1 0 0 0 0,0 0 0 0 0,-1-1 0 0 0,1 0 0 0 0,0 0 0 0 0,-1-1 0 0 0,1 0 0 0 0,0 0 0 0 0,9-3 0 0 0,-7 2-1084 0 0,-1-1 1 0 0,1 0-1 0 0,-1-1 1 0 0,7-4-1 0 0,11-9-4582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6.3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88 197 4609 0 0,'-1'-16'350'0'0,"0"0"0"0"0,-2-1 1 0 0,0 1-1 0 0,-6-17 0 0 0,6 22 1085 0 0,-2 1 0 0 0,1-1-1 0 0,-1 1 1 0 0,-1 0 0 0 0,0 0 0 0 0,-11-15 0 0 0,16 25-1280 0 0,1-1 1 0 0,-1 0 0 0 0,1 0 0 0 0,-1 1-1 0 0,1-1 1 0 0,-1 0 0 0 0,1 1 0 0 0,-1-1-1 0 0,0 1 1 0 0,1-1 0 0 0,-1 1 0 0 0,0-1-1 0 0,1 1 1 0 0,-1-1 0 0 0,0 1 0 0 0,0-1-1 0 0,1 1 1 0 0,-1 0 0 0 0,0 0 0 0 0,0-1-1 0 0,0 1 1 0 0,0 0 0 0 0,1 0 0 0 0,-2 0-1 0 0,1 0-66 0 0,1 1 1 0 0,-1-1-1 0 0,1 1 0 0 0,-1 0 0 0 0,1-1 0 0 0,-1 1 0 0 0,1-1 1 0 0,-1 1-1 0 0,1 0 0 0 0,0 0 0 0 0,-1-1 0 0 0,1 1 0 0 0,0 0 1 0 0,0-1-1 0 0,-1 1 0 0 0,1 0 0 0 0,0 0 0 0 0,0-1 0 0 0,0 1 1 0 0,0 1-1 0 0,2 43 874 0 0,11 15-717 0 0,2-1 0 0 0,2 0 1 0 0,4-2-1 0 0,53 108 0 0 0,-67-151-1097 0 0,1 0 0 0 0,0-1 0 0 0,21 24 0 0 0,-34-41 735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6.7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0 123 4145 0 0,'1'-3'141'0'0,"-1"0"0"0"0,1 0 0 0 0,0 0 0 0 0,0 0-1 0 0,0 0 1 0 0,1 0 0 0 0,-1 1 0 0 0,0-1 0 0 0,1 0 0 0 0,0 1 0 0 0,0-1 0 0 0,0 1 0 0 0,0 0 0 0 0,0-1 0 0 0,0 1 0 0 0,0 0-1 0 0,1 0 1 0 0,-1 1 0 0 0,1-1 0 0 0,0 0 0 0 0,-1 1 0 0 0,1 0 0 0 0,3-2 0 0 0,14-5 704 0 0,-1 0 0 0 0,28-7-1 0 0,-25 9-708 0 0,0-2 221 0 0,-11 4-180 0 0,0 0 0 0 0,0 1-1 0 0,0 0 1 0 0,0 1 0 0 0,1 0 0 0 0,20-1 0 0 0,-31 4-86 0 0,-1-1-1 0 0,1 0 1 0 0,0 0 0 0 0,-1 1 0 0 0,1-1 0 0 0,0 0-1 0 0,-1 1 1 0 0,1-1 0 0 0,0 1 0 0 0,-1-1-1 0 0,1 1 1 0 0,-1-1 0 0 0,1 1 0 0 0,-1 0 0 0 0,1-1-1 0 0,-1 1 1 0 0,0-1 0 0 0,1 1 0 0 0,-1 0-1 0 0,0 0 1 0 0,1-1 0 0 0,-1 1 0 0 0,0 0 0 0 0,0-1-1 0 0,0 1 1 0 0,1 0 0 0 0,-1 0 0 0 0,0-1-1 0 0,0 1 1 0 0,0 0 0 0 0,0 0 0 0 0,-1 1 0 0 0,-2 32 2250 0 0,1-24-1668 0 0,-1 11 165 0 0,0 7-296 0 0,0 0 0 0 0,2-1-1 0 0,2 41 1 0 0,0-60-493 0 0,0 0 0 0 0,1 0 0 0 0,0 0-1 0 0,0 0 1 0 0,1 0 0 0 0,-1 0 0 0 0,2-1 0 0 0,-1 1 0 0 0,1-1 0 0 0,1 0 0 0 0,-1 0 0 0 0,1 0-1 0 0,0-1 1 0 0,0 0 0 0 0,1 0 0 0 0,8 7 0 0 0,-14-12-18 0 0,1-1 1 0 0,-1 1-1 0 0,1-1 1 0 0,-1 1-1 0 0,1-1 0 0 0,-1 1 1 0 0,1-1-1 0 0,0 0 1 0 0,-1 1-1 0 0,1-1 0 0 0,0 0 1 0 0,-1 1-1 0 0,1-1 1 0 0,0 0-1 0 0,0 0 0 0 0,-1 0 1 0 0,1 1-1 0 0,0-1 1 0 0,0 0-1 0 0,-1 0 0 0 0,1 0 1 0 0,0 0-1 0 0,0-1 1 0 0,0 1-13 0 0,-1-1 1 0 0,1 1 0 0 0,-1-1 0 0 0,1 1 0 0 0,-1-1-1 0 0,0 1 1 0 0,1-1 0 0 0,-1 1 0 0 0,0-1 0 0 0,0 0 0 0 0,1 1-1 0 0,-1-1 1 0 0,0 0 0 0 0,0 1 0 0 0,0-1 0 0 0,0 0 0 0 0,0 1-1 0 0,0-1 1 0 0,0 1 0 0 0,0-2 0 0 0,-7-43 270 0 0,5 36-231 0 0,-4-25-88 0 0,0 10-70 0 0,2-1-1 0 0,-1-26 1 0 0,5 44-159 0 0,0-1 0 0 0,1 1 0 0 0,-1-1 0 0 0,1 1 0 0 0,1-1 0 0 0,-1 1 1 0 0,1 0-1 0 0,1 0 0 0 0,-1 0 0 0 0,1 0 0 0 0,5-9 0 0 0,3 0-945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6.9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87 920 0 0,'3'12'1841'0'0,"-1"0"-1"0"0,0 0 0 0 0,-1 0 1 0 0,0 18-1 0 0,-1-27-1432 0 0,0 1 0 0 0,0-1 0 0 0,0 1 0 0 0,-1-1 0 0 0,1 1 1 0 0,-1-1-1 0 0,0 1 0 0 0,0-1 0 0 0,-1 0 0 0 0,1 0 0 0 0,-1 1 0 0 0,0-1 0 0 0,1 0 0 0 0,-1 0 0 0 0,0 0 1 0 0,-1-1-1 0 0,1 1 0 0 0,0 0 0 0 0,-5 3 0 0 0,17-41 2519 0 0,65-114-3864 0 0,-50 102-6326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9:46.3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0 6913 0 0,'-1'0'251'0'0,"0"1"0"0"0,-1-1 0 0 0,1 0 0 0 0,0 0 0 0 0,0 1 0 0 0,-1-1 0 0 0,1 0 0 0 0,0 1 0 0 0,0-1 0 0 0,0 1 0 0 0,0 0 0 0 0,-1-1 0 0 0,1 1 0 0 0,0 0 0 0 0,0 0 0 0 0,0-1 0 0 0,1 1 0 0 0,-1 0 0 0 0,0 0 0 0 0,0 0-1 0 0,0 0 1 0 0,1 0 0 0 0,-1 1 0 0 0,0-1 0 0 0,1 0 0 0 0,-1 0 0 0 0,1 0 0 0 0,0 0 0 0 0,-1 1 0 0 0,1-1 0 0 0,0 0 0 0 0,0 1 0 0 0,-1-1 0 0 0,1 0 0 0 0,0 0 0 0 0,1 3 0 0 0,-1 7 67 0 0,0 0 0 0 0,1 0 1 0 0,4 17-1 0 0,-2-7 366 0 0,1 25-805 0 0,2 0 0 0 0,2 0 0 0 0,2-1 1 0 0,28 80-1 0 0,-19-90-5370 0 0,-8-21 287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9:46.8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436 39 4609 0 0,'-2'-3'167'0'0,"0"0"1"0"0,1 0-1 0 0,-1 1 1 0 0,-1-1-1 0 0,1 1 1 0 0,0 0-1 0 0,-1 0 1 0 0,1 0-1 0 0,-1 0 1 0 0,0 0-1 0 0,1 0 1 0 0,-1 1-1 0 0,0-1 1 0 0,0 1-1 0 0,0 0 1 0 0,0 0-1 0 0,-4-1 1 0 0,1 1 155 0 0,-1 0 1 0 0,1 1-1 0 0,0 0 1 0 0,0 0 0 0 0,-1 0-1 0 0,1 1 1 0 0,0 0-1 0 0,-10 2 1 0 0,0 2 162 0 0,0 1 1 0 0,1 0-1 0 0,-1 1 0 0 0,1 1 0 0 0,-27 18 1 0 0,28-15-414 0 0,1 0 1 0 0,0 1 0 0 0,1 1 0 0 0,0 0 0 0 0,1 1 0 0 0,1 0 0 0 0,0 1 0 0 0,1 0-1 0 0,-9 18 1 0 0,1 5 133 0 0,2 0-1 0 0,-19 71 0 0 0,30-89-203 0 0,0 0 0 0 0,2 0 0 0 0,0 0 0 0 0,1 0 0 0 0,1 0 0 0 0,1 0 0 0 0,1 0-1 0 0,1 0 1 0 0,1 0 0 0 0,7 24 0 0 0,-6-26 0 0 0,2-1 0 0 0,-1 0-1 0 0,2 0 1 0 0,0 0 0 0 0,2-1-1 0 0,-1-1 1 0 0,2 0 0 0 0,0 0-1 0 0,1-1 1 0 0,0 0 0 0 0,20 17-1 0 0,-21-23 25 0 0,1 0 0 0 0,0-1 0 0 0,0 0 0 0 0,1-1 0 0 0,0 0 0 0 0,0-1 1 0 0,0-1-1 0 0,1 0 0 0 0,0-1 0 0 0,-1 0 0 0 0,1-1 0 0 0,0 0 0 0 0,0-2 0 0 0,18 0 0 0 0,-8-1 32 0 0,-1-1 1 0 0,1-2-1 0 0,0 0 1 0 0,-1-1-1 0 0,0-2 1 0 0,0 0-1 0 0,34-16 1 0 0,-46 17 40 0 0,0 1 1 0 0,-1-2-1 0 0,0 1 1 0 0,0-1 0 0 0,0-1-1 0 0,-1 0 1 0 0,0 0-1 0 0,0-1 1 0 0,-1 0-1 0 0,0 0 1 0 0,-1-1-1 0 0,0 0 1 0 0,0 0 0 0 0,-1-1-1 0 0,-1 0 1 0 0,0 0-1 0 0,0 0 1 0 0,-1-1-1 0 0,0 0 1 0 0,-1 1 0 0 0,-1-1-1 0 0,0 0 1 0 0,0-1-1 0 0,-1 1 1 0 0,-1 0-1 0 0,-1-16 1 0 0,-9-41-6 0 0,-3 0 0 0 0,-3 0 1 0 0,-3 2-1 0 0,-31-72 0 0 0,22 85-627 0 0,16 38-80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9:47.2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59 5529 0 0,'4'-6'231'0'0,"1"1"0"0"0,0 0 0 0 0,0 0 0 0 0,0 1 0 0 0,0-1-1 0 0,1 1 1 0 0,0 0 0 0 0,0 1 0 0 0,9-5 0 0 0,-13 6-137 0 0,0 1 0 0 0,1 0 0 0 0,-1 0 0 0 0,0 0 1 0 0,1 0-1 0 0,-1 0 0 0 0,1 1 0 0 0,-1-1 0 0 0,1 1 0 0 0,-1 0 0 0 0,1-1 0 0 0,0 1 1 0 0,-1 0-1 0 0,1 1 0 0 0,-1-1 0 0 0,1 0 0 0 0,-1 1 0 0 0,1-1 0 0 0,-1 1 0 0 0,1 0 1 0 0,-1 0-1 0 0,0 0 0 0 0,1 0 0 0 0,-1 0 0 0 0,0 0 0 0 0,0 1 0 0 0,0-1 0 0 0,4 4 1 0 0,-4-2-33 0 0,-1 0 0 0 0,1 0 0 0 0,-1 0 1 0 0,1 0-1 0 0,-1 1 0 0 0,0-1 0 0 0,0 0 1 0 0,-1 1-1 0 0,1-1 0 0 0,-1 1 1 0 0,1-1-1 0 0,-1 1 0 0 0,0-1 0 0 0,0 1 1 0 0,-1-1-1 0 0,1 1 0 0 0,-1-1 0 0 0,-2 7 1 0 0,-1 7 185 0 0,-2 0 1 0 0,-10 21-1 0 0,15-35-231 0 0,-51 101 575 0 0,27-56 66 0 0,-26 68-1 0 0,50-113-542 0 0,0 0 0 0 0,0 0 0 0 0,0 0-1 0 0,0 0 1 0 0,1 0 0 0 0,-1 0-1 0 0,1 0 1 0 0,0 0 0 0 0,0 0-1 0 0,0 0 1 0 0,0 0 0 0 0,1 0-1 0 0,0 4 1 0 0,0-6-66 0 0,-1 0 0 0 0,0-1-1 0 0,1 1 1 0 0,-1 0 0 0 0,1-1-1 0 0,-1 1 1 0 0,1 0 0 0 0,-1-1-1 0 0,1 1 1 0 0,0-1 0 0 0,-1 1-1 0 0,1-1 1 0 0,-1 1 0 0 0,1-1 0 0 0,0 1-1 0 0,0-1 1 0 0,-1 0 0 0 0,1 1-1 0 0,1-1 1 0 0,0 1-17 0 0,0-1 0 0 0,1 0 1 0 0,-1 0-1 0 0,0 0 0 0 0,0 0 0 0 0,0 0 1 0 0,0 0-1 0 0,0-1 0 0 0,0 1 0 0 0,4-2 0 0 0,35-15-577 0 0,-1-1 0 0 0,57-36 0 0 0,-64 35-1619 0 0,-10 5-2901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9:47.7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599 162 4609 0 0,'-11'-15'836'0'0,"1"1"1"0"0,-2 0-1 0 0,1 0 1 0 0,-2 2-1 0 0,0-1 0 0 0,0 2 1 0 0,-2-1-1 0 0,1 2 0 0 0,-21-11 1 0 0,28 17-566 0 0,0 0 0 0 0,-1 1 0 0 0,0 0 1 0 0,1 0-1 0 0,-1 1 0 0 0,0 0 0 0 0,-1 0 1 0 0,1 1-1 0 0,0 0 0 0 0,0 0 0 0 0,0 1 0 0 0,-1 0 1 0 0,1 1-1 0 0,0 0 0 0 0,0 0 0 0 0,-1 1 0 0 0,1 0 1 0 0,0 0-1 0 0,1 1 0 0 0,-1 0 0 0 0,0 0 1 0 0,-7 5-1 0 0,-5 5-142 0 0,0 2 0 0 0,1 0 0 0 0,1 1 0 0 0,0 0 0 0 0,2 2 0 0 0,-1 0 0 0 0,2 1 0 0 0,1 0 0 0 0,0 1 0 0 0,1 1 0 0 0,2 0 0 0 0,0 1 0 0 0,1 0 0 0 0,1 1 0 0 0,1 0 0 0 0,-5 25 0 0 0,8-25-155 0 0,1-1 0 0 0,1 0 1 0 0,1 1-1 0 0,1 0 1 0 0,1 0-1 0 0,0-1 1 0 0,8 38-1 0 0,-5-43 15 0 0,2 0-1 0 0,0 0 1 0 0,0 0 0 0 0,2-1-1 0 0,0 0 1 0 0,1 0-1 0 0,1 0 1 0 0,0-1 0 0 0,1-1-1 0 0,16 19 1 0 0,-16-23-38 0 0,1 0 0 0 0,1 0-1 0 0,-1-1 1 0 0,2-1 0 0 0,-1 0 0 0 0,1-1 0 0 0,0 0 0 0 0,1-1-1 0 0,-1-1 1 0 0,1 0 0 0 0,0-1 0 0 0,1 0 0 0 0,25 3 0 0 0,-15-4-30 0 0,0-1 0 0 0,1-1 0 0 0,-1-1 0 0 0,1-1 0 0 0,-1-2 0 0 0,0 0 0 0 0,29-8 0 0 0,-46 9 108 0 0,-1 0 0 0 0,0-1 0 0 0,0 0 1 0 0,1 0-1 0 0,-2 0 0 0 0,1-1 0 0 0,0 0 0 0 0,-1 0 1 0 0,0-1-1 0 0,0 0 0 0 0,0 0 0 0 0,0 0 1 0 0,-1-1-1 0 0,0 0 0 0 0,0 0 0 0 0,-1 0 1 0 0,5-8-1 0 0,-4 4 72 0 0,-1-1 0 0 0,0 1 0 0 0,0-1 0 0 0,-1 0 0 0 0,-1 0 0 0 0,0 0 0 0 0,0 0 0 0 0,-1-1 0 0 0,0 1 0 0 0,-1 0 1 0 0,-2-12-1 0 0,-3-25-132 0 0,-2 1-1 0 0,-2 0 1 0 0,-3 1 0 0 0,-1 0 0 0 0,-2 1 0 0 0,-35-71 0 0 0,39 96-1116 0 0,0 1-3895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9:48.2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3 126 3225 0 0,'-1'-5'564'0'0,"0"-1"0"0"0,1 1 0 0 0,0 0 0 0 0,-1-1-1 0 0,2 1 1 0 0,-1-1 0 0 0,1 1 0 0 0,-1 0 0 0 0,2-1 0 0 0,-1 1 0 0 0,0 0 0 0 0,1 0 0 0 0,0 0 0 0 0,4-7 0 0 0,-5 9-478 0 0,0 1-1 0 0,0 0 1 0 0,0-1 0 0 0,0 1 0 0 0,1 0-1 0 0,-1 0 1 0 0,1 0 0 0 0,-1 0-1 0 0,1 0 1 0 0,0 0 0 0 0,0 1 0 0 0,0-1-1 0 0,0 0 1 0 0,0 1 0 0 0,0 0-1 0 0,0-1 1 0 0,1 1 0 0 0,-1 0-1 0 0,0 0 1 0 0,1 0 0 0 0,-1 0 0 0 0,1 1-1 0 0,-1-1 1 0 0,1 1 0 0 0,-1-1-1 0 0,1 1 1 0 0,0 0 0 0 0,-1 0 0 0 0,1 0-1 0 0,-1 1 1 0 0,1-1 0 0 0,3 1-1 0 0,-5 0-43 0 0,0-1 0 0 0,1 1-1 0 0,-1-1 1 0 0,1 1-1 0 0,-1 0 1 0 0,0 0 0 0 0,0 0-1 0 0,0-1 1 0 0,1 1 0 0 0,-1 0-1 0 0,0 1 1 0 0,0-1-1 0 0,0 0 1 0 0,0 0 0 0 0,0 0-1 0 0,-1 1 1 0 0,1-1-1 0 0,0 0 1 0 0,-1 1 0 0 0,2 2-1 0 0,-1-1 30 0 0,-1 1-1 0 0,1-1 0 0 0,-1 1 1 0 0,0-1-1 0 0,0 1 0 0 0,0-1 1 0 0,0 1-1 0 0,-1 5 0 0 0,-2 4 142 0 0,-1 0 0 0 0,0 0 1 0 0,-10 19-1 0 0,4-13-126 0 0,-10 20-1 0 0,19-38-83 0 0,0 1 0 0 0,0 0-1 0 0,1 0 1 0 0,-1-1 0 0 0,1 1-1 0 0,-1 0 1 0 0,1 0 0 0 0,0 0-1 0 0,0 0 1 0 0,-1 0 0 0 0,1 0-1 0 0,1-1 1 0 0,-1 1 0 0 0,0 0-1 0 0,0 0 1 0 0,1 2 0 0 0,0-3-2 0 0,0 0 0 0 0,0 1 0 0 0,0-1 0 0 0,0-1 0 0 0,0 1 0 0 0,0 0 0 0 0,0 0 0 0 0,0 0 0 0 0,0 0 0 0 0,0-1 0 0 0,1 1 0 0 0,-1-1 0 0 0,0 1 0 0 0,0-1 0 0 0,1 1 0 0 0,-1-1 0 0 0,0 0 0 0 0,1 1 0 0 0,1-1 0 0 0,33 1 0 0 0,-13 0 0 0 0,-20-1 0 0 0,1 1 0 0 0,0 0 0 0 0,-1-1 0 0 0,1 1 0 0 0,-1 1 0 0 0,1-1 0 0 0,-1 0 0 0 0,0 1 0 0 0,1 0 0 0 0,4 3 0 0 0,-7-4 0 0 0,0-1 0 0 0,-1 1 0 0 0,1 0 0 0 0,-1-1 0 0 0,0 1 0 0 0,1 0 0 0 0,-1-1 0 0 0,1 1 0 0 0,-1 0 0 0 0,0-1 0 0 0,0 1 0 0 0,1 0 0 0 0,-1 0 0 0 0,0-1 0 0 0,0 1 0 0 0,0 0 0 0 0,0 0 0 0 0,0 0 0 0 0,0-1 0 0 0,0 3 0 0 0,-1-1 0 0 0,1 0 0 0 0,-1 0 0 0 0,0 0 0 0 0,0 0 0 0 0,0-1 0 0 0,0 1 0 0 0,0 0 0 0 0,0 0 0 0 0,-1 0 0 0 0,-2 2 0 0 0,-3 3-112 0 0,0 0 0 0 0,0-1 0 0 0,-1 0 0 0 0,-16 9 0 0 0,10-7-513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9:48.7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423 24 8754 0 0,'-5'-4'233'0'0,"0"2"0"0"0,0-1 1 0 0,0 0-1 0 0,0 1 0 0 0,0 0 0 0 0,-1 0 0 0 0,1 1 1 0 0,-1-1-1 0 0,1 1 0 0 0,-1 0 0 0 0,0 1 1 0 0,-6-1-1 0 0,1 2 241 0 0,1 0 0 0 0,-1 0 1 0 0,1 1-1 0 0,0 0 0 0 0,-1 1 0 0 0,-11 4 1 0 0,5 0 13 0 0,0 1 1 0 0,1 0-1 0 0,0 1 1 0 0,0 1-1 0 0,1 1 0 0 0,0 0 1 0 0,-17 17-1 0 0,20-15-376 0 0,1 1 0 0 0,1 0 0 0 0,0 0 0 0 0,0 1 0 0 0,2 1 0 0 0,0-1 0 0 0,1 1 0 0 0,0 1-1 0 0,1-1 1 0 0,-4 24 0 0 0,4-13-118 0 0,1 0 1 0 0,1 0-1 0 0,2 1 0 0 0,1 0 0 0 0,4 51 1 0 0,-2-68-10 0 0,1 0 0 0 0,0-1 1 0 0,0 1-1 0 0,1-1 0 0 0,0 1 1 0 0,1-1-1 0 0,1 0 0 0 0,-1 0 1 0 0,1 0-1 0 0,1-1 0 0 0,0 0 1 0 0,0 0-1 0 0,1 0 0 0 0,0-1 1 0 0,0 0-1 0 0,1 0 0 0 0,0-1 1 0 0,1 0-1 0 0,-1 0 0 0 0,1-1 1 0 0,1 0-1 0 0,-1-1 0 0 0,1 0 1 0 0,0 0-1 0 0,0-1 0 0 0,0-1 1 0 0,1 1-1 0 0,-1-2 0 0 0,1 1 1 0 0,0-2-1 0 0,16 2 0 0 0,1-2-144 0 0,0-1-1 0 0,0-1 0 0 0,0-2 1 0 0,0-1-1 0 0,0-1 0 0 0,37-12 0 0 0,-48 12 150 0 0,-1-1 0 0 0,1 0 0 0 0,-1-2 0 0 0,0 0 0 0 0,-1 0 0 0 0,0-2 0 0 0,0 0 0 0 0,-1-1 0 0 0,0 0-1 0 0,-1-1 1 0 0,15-16 0 0 0,-22 19 119 0 0,1 1 1 0 0,-1-1-1 0 0,0 0 0 0 0,-1-1 0 0 0,0 1 0 0 0,-1-1 0 0 0,0 0 0 0 0,0 0 0 0 0,-1-1 0 0 0,0 1 0 0 0,1-13 1 0 0,-3 14-2 0 0,-1 0 0 0 0,0-1 0 0 0,-1 1 0 0 0,0 0 0 0 0,0-1 0 0 0,-1 1 0 0 0,0 0 0 0 0,-1 0 0 0 0,0 0 0 0 0,0 0 0 0 0,-1 1 0 0 0,0-1 0 0 0,-5-8 0 0 0,-8-10-241 0 0,-1 0-1 0 0,-1 1 0 0 0,-2 0 0 0 0,0 2 1 0 0,-2 0-1 0 0,0 2 0 0 0,-34-26 1 0 0,34 36-4839 0 0,2 4-1604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9:49.1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120 10 9674 0 0,'-1'-1'272'0'0,"-1"0"-1"0"0,0 0 1 0 0,0 0 0 0 0,0 0 0 0 0,0 0-1 0 0,0 0 1 0 0,0 1 0 0 0,0-1-1 0 0,0 0 1 0 0,-1 1 0 0 0,1 0 0 0 0,0 0-1 0 0,0-1 1 0 0,0 1 0 0 0,-1 0-1 0 0,1 1 1 0 0,0-1 0 0 0,0 0 0 0 0,0 1-1 0 0,0-1 1 0 0,0 1 0 0 0,-3 1-1 0 0,1 0-60 0 0,0 0-1 0 0,1 0 1 0 0,-1 1-1 0 0,1 0 0 0 0,0-1 1 0 0,-1 1-1 0 0,1 0 0 0 0,1 1 1 0 0,-1-1-1 0 0,0 1 0 0 0,-2 3 1 0 0,1 0-91 0 0,0 0-1 0 0,1-1 1 0 0,0 1 0 0 0,0 0 0 0 0,1 0 0 0 0,-1 1 0 0 0,1-1 0 0 0,1 0 0 0 0,0 1 0 0 0,0-1 0 0 0,0 1 0 0 0,1 0 0 0 0,1 13 0 0 0,-1-19-53 0 0,1 1 0 0 0,0-1-1 0 0,0 0 1 0 0,0 1 0 0 0,0-1 0 0 0,0 0 0 0 0,0 0 0 0 0,0 0-1 0 0,1 1 1 0 0,-1-1 0 0 0,1-1 0 0 0,0 1 0 0 0,-1 0-1 0 0,1 0 1 0 0,0-1 0 0 0,0 1 0 0 0,0-1 0 0 0,0 1 0 0 0,3 0-1 0 0,0 0-13 0 0,0 0-1 0 0,0 0 1 0 0,0-1-1 0 0,0 0 0 0 0,1 0 1 0 0,-1 0-1 0 0,0 0 1 0 0,9-1-1 0 0,4-1-33 0 0,-1-1 0 0 0,0 0 0 0 0,1-2 0 0 0,23-7 0 0 0,-27 6-278 0 0,-1 0-1 0 0,0-1 1 0 0,-1 0-1 0 0,0-1 1 0 0,0-1-1 0 0,15-11 1 0 0,-12 6-1223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9:49.3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2761 0 0,'-7'5'7628'0'0,"7"-4"-7390"0"0,0 13 3085 0 0,7 12-1324 0 0,-7-26-1739 0 0,8 29 814 0 0,-1 1 0 0 0,-1-1 0 0 0,2 45 0 0 0,-6 89-1655 0 0,-1-35-3812 0 0,-1-112 4361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9:49.7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383 67 10138 0 0,'-22'-14'1401'0'0,"-40"-19"0"0"0,53 29-1050 0 0,0 1 0 0 0,0 0 0 0 0,0 0 0 0 0,0 1 0 0 0,-1 0 0 0 0,1 1 0 0 0,-1 0 0 0 0,-9 1 0 0 0,12 0-295 0 0,0 0-1 0 0,0 1 1 0 0,0 0-1 0 0,0 1 1 0 0,1 0-1 0 0,-1 0 1 0 0,0 0-1 0 0,1 1 1 0 0,0-1-1 0 0,-1 2 1 0 0,1-1-1 0 0,0 1 1 0 0,1 0-1 0 0,-8 6 1 0 0,5-2 82 0 0,0 0 1 0 0,1 0 0 0 0,0 1-1 0 0,1 0 1 0 0,0 0 0 0 0,0 1-1 0 0,1-1 1 0 0,-6 16 0 0 0,2-1 65 0 0,2 0 0 0 0,1 1 0 0 0,0 0 0 0 0,2 0 0 0 0,1 0 0 0 0,1 1 0 0 0,1 29 0 0 0,2-19-232 0 0,2 0 0 0 0,1 0 0 0 0,2 0 0 0 0,2-1 0 0 0,21 63 0 0 0,-23-83 16 0 0,0 0-1 0 0,1-1 1 0 0,1 0-1 0 0,0 0 1 0 0,1 0-1 0 0,1-1 1 0 0,0 0-1 0 0,1-1 1 0 0,0 0-1 0 0,1-1 1 0 0,0 0-1 0 0,0-1 1 0 0,1 0-1 0 0,1-1 1 0 0,18 9-1 0 0,4-2-256 0 0,1-2 0 0 0,0-1 0 0 0,1-2 0 0 0,0-1 0 0 0,1-3 0 0 0,0-1 0 0 0,0-1 0 0 0,1-3 0 0 0,60-3 0 0 0,-91 1 249 0 0,0-1 0 0 0,0-1 0 0 0,0 0 0 0 0,0 0 0 0 0,-1 0 0 0 0,1-1-1 0 0,-1 0 1 0 0,0-1 0 0 0,0 0 0 0 0,0 0 0 0 0,9-7 0 0 0,-13 7 147 0 0,1 0 1 0 0,-1 0-1 0 0,0 0 0 0 0,0 0 1 0 0,-1-1-1 0 0,1 0 1 0 0,-1 1-1 0 0,0-1 0 0 0,-1 0 1 0 0,1-1-1 0 0,-1 1 1 0 0,0 0-1 0 0,0-1 0 0 0,0 1 1 0 0,-1-1-1 0 0,0 0 1 0 0,0 1-1 0 0,0-10 0 0 0,-1-2 333 0 0,-1 0-1 0 0,0-1 0 0 0,-2 1 0 0 0,0 0 0 0 0,-10-33 0 0 0,-39-82 729 0 0,35 91-1060 0 0,-5-12 99 0 0,-2 2 0 0 0,-33-51 0 0 0,40 76-3540 0 0,-25-28-1 0 0,26 35-4022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30.8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345 320 2761 0 0,'-11'-5'211'0'0,"-1"0"1"0"0,1 1-1 0 0,-1 0 1 0 0,0 1 0 0 0,0 1-1 0 0,-1 0 1 0 0,1 0-1 0 0,0 1 1 0 0,-1 1 0 0 0,1 0-1 0 0,-14 2 1 0 0,19-1-131 0 0,1 0 1 0 0,0 0-1 0 0,0 1 1 0 0,0 0 0 0 0,0 1-1 0 0,1-1 1 0 0,-1 1-1 0 0,0 0 1 0 0,1 0-1 0 0,0 1 1 0 0,0 0 0 0 0,0 0-1 0 0,0 0 1 0 0,1 0-1 0 0,-1 1 1 0 0,1 0 0 0 0,0 0-1 0 0,1 0 1 0 0,-1 0-1 0 0,1 1 1 0 0,0-1-1 0 0,0 1 1 0 0,-3 9 0 0 0,-9 25 19 0 0,2 0 0 0 0,2 1 0 0 0,1 0 0 0 0,3 1 0 0 0,1 0 0 0 0,-1 56 0 0 0,8-79-112 0 0,0-1-1 0 0,1 0 1 0 0,1 1 0 0 0,1-1-1 0 0,0 0 1 0 0,2-1 0 0 0,9 23 0 0 0,-9-27 43 0 0,1 0 1 0 0,0-1 0 0 0,1 0-1 0 0,1 0 1 0 0,0-1-1 0 0,0 0 1 0 0,1 0 0 0 0,0-1-1 0 0,1-1 1 0 0,17 13 0 0 0,-16-14 36 0 0,1 0 0 0 0,-1-1 0 0 0,1-1 0 0 0,1 0 0 0 0,-1 0 0 0 0,1-1 0 0 0,0-1 0 0 0,0 0 0 0 0,1-1 0 0 0,-1-1 0 0 0,1 0 0 0 0,17 0 1 0 0,-21-3-49 0 0,1 0 0 0 0,-1 0 0 0 0,1-1 0 0 0,-1 0 0 0 0,0-1 0 0 0,0 0 0 0 0,0-1 0 0 0,0-1 0 0 0,0 1 0 0 0,-1-2 0 0 0,0 1 1 0 0,0-1-1 0 0,0-1 0 0 0,-1 0 0 0 0,0 0 0 0 0,8-9 0 0 0,-6 3 160 0 0,0 0-1 0 0,-1-1 1 0 0,-1 0-1 0 0,0 0 1 0 0,-1-1 0 0 0,0 0-1 0 0,-1-1 1 0 0,-1 0-1 0 0,5-20 1 0 0,1-9 499 0 0,-3 0 1 0 0,5-54 0 0 0,-9 10 374 0 0,-4-1 1 0 0,-4 0 0 0 0,-3 1 0 0 0,-24-113 0 0 0,30 197-1009 0 0,-1 0 0 0 0,0 0-1 0 0,0 0 1 0 0,-1 0-1 0 0,1 0 1 0 0,-1 1 0 0 0,0-1-1 0 0,0 1 1 0 0,0-1 0 0 0,-1 1-1 0 0,0 0 1 0 0,0 0 0 0 0,0 0-1 0 0,0 0 1 0 0,-1 0-1 0 0,1 1 1 0 0,-1-1 0 0 0,0 1-1 0 0,0 0 1 0 0,0 0 0 0 0,0 1-1 0 0,-1-1 1 0 0,1 1 0 0 0,-1 0-1 0 0,1 0 1 0 0,-1 1-1 0 0,0-1 1 0 0,0 1 0 0 0,0 0-1 0 0,0 0 1 0 0,1 0 0 0 0,-9 1-1 0 0,1 0-24 0 0,0 0 0 0 0,-1 1 0 0 0,1 0 0 0 0,0 1 0 0 0,0 0 0 0 0,0 1 0 0 0,0 0 0 0 0,0 1-1 0 0,0 0 1 0 0,1 1 0 0 0,-22 13 0 0 0,18-9-550 0 0,0 2 0 0 0,-25 22 0 0 0,26-19-1346 0 0,0 0-1 0 0,-15 22 1 0 0,4 1-3824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31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506 187 2304 0 0,'-16'-4'294'0'0,"1"-1"-1"0"0,0 0 0 0 0,-25-14 0 0 0,-28-9 771 0 0,56 24-643 0 0,0 1-1 0 0,-1 1 1 0 0,1 0 0 0 0,0 1 0 0 0,-1 0-1 0 0,1 1 1 0 0,-1 0 0 0 0,1 1-1 0 0,-1 0 1 0 0,1 1 0 0 0,-22 6 0 0 0,26-5-194 0 0,0 1 0 0 0,0-1 1 0 0,0 1-1 0 0,1 1 0 0 0,-1-1 1 0 0,1 1-1 0 0,0 0 0 0 0,0 1 1 0 0,0 0-1 0 0,1 0 0 0 0,0 0 1 0 0,0 1-1 0 0,1 0 0 0 0,0 0 1 0 0,0 0-1 0 0,1 1 0 0 0,-6 11 1 0 0,-1 8 75 0 0,2 1 1 0 0,0 1-1 0 0,2-1 1 0 0,-7 60-1 0 0,5 119 45 0 0,9-168-346 0 0,3 0 0 0 0,1 0 0 0 0,15 63 0 0 0,-14-80-55 0 0,2 0 1 0 0,1-1-1 0 0,0 0 0 0 0,2 0 0 0 0,0-1 0 0 0,1 0 0 0 0,23 30 1 0 0,-31-46 8 0 0,0 1 0 0 0,1-1 0 0 0,0 0 1 0 0,0-1-1 0 0,0 1 0 0 0,1-1 0 0 0,-1 0 1 0 0,1 0-1 0 0,-1 0 0 0 0,1-1 0 0 0,0 1 0 0 0,0-1 1 0 0,0 0-1 0 0,1-1 0 0 0,-1 1 0 0 0,8 0 1 0 0,-6-1-29 0 0,0-1 1 0 0,0 0-1 0 0,0-1 0 0 0,0 0 1 0 0,0 0-1 0 0,-1 0 1 0 0,1-1-1 0 0,0 0 1 0 0,-1 0-1 0 0,1-1 1 0 0,10-5-1 0 0,-5 1 24 0 0,0-1-1 0 0,-1 0 1 0 0,0-1-1 0 0,0 0 1 0 0,-1-1-1 0 0,0 0 1 0 0,-1 0-1 0 0,0-1 1 0 0,0-1-1 0 0,-1 1 1 0 0,-1-1 0 0 0,8-17-1 0 0,-5 3 259 0 0,-2 0 1 0 0,-1-1-1 0 0,-1 0 0 0 0,-1 0 0 0 0,-1 0 1 0 0,-1-1-1 0 0,-2 1 0 0 0,-3-41 1 0 0,-7-25 538 0 0,-23-102-1 0 0,24 153-490 0 0,-3-29 165 0 0,-11-54 150 0 0,19 113-683 0 0,-1 0 0 0 0,0 0 0 0 0,-1 1 0 0 0,0 0 0 0 0,0 0 0 0 0,-2 0 0 0 0,-13-19 0 0 0,18 28-23 0 0,1 1 1 0 0,0-1-1 0 0,-1 0 1 0 0,1 0-1 0 0,-1 1 1 0 0,1-1-1 0 0,-1 1 1 0 0,0 0 0 0 0,0-1-1 0 0,0 1 1 0 0,0 0-1 0 0,0 0 1 0 0,0 0-1 0 0,0 0 1 0 0,0 0-1 0 0,0 1 1 0 0,0-1-1 0 0,0 1 1 0 0,0-1 0 0 0,-1 1-1 0 0,1 0 1 0 0,0 0-1 0 0,0 0 1 0 0,0 0-1 0 0,-1 0 1 0 0,1 0-1 0 0,0 1 1 0 0,0-1 0 0 0,0 1-1 0 0,-1 0 1 0 0,1-1-1 0 0,0 1 1 0 0,0 0-1 0 0,0 0 1 0 0,0 0-1 0 0,1 1 1 0 0,-4 1-1 0 0,-13 13-4247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32.9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377 11 3225 0 0,'-14'-3'559'0'0,"1"0"1"0"0,-1 1 0 0 0,0 1 0 0 0,0 0 0 0 0,0 1-1 0 0,0 0 1 0 0,0 1 0 0 0,0 1 0 0 0,1 0-1 0 0,-1 0 1 0 0,0 2 0 0 0,1 0 0 0 0,0 0-1 0 0,-15 8 1 0 0,17-5-396 0 0,0 1 0 0 0,1 1 1 0 0,0-1-1 0 0,1 2 0 0 0,-1-1 0 0 0,2 1 0 0 0,-1 1 0 0 0,2 0 0 0 0,-1 0 0 0 0,1 0 1 0 0,1 1-1 0 0,0 0 0 0 0,1 0 0 0 0,-7 23 0 0 0,5-9-65 0 0,0 2-1 0 0,2-1 1 0 0,1 1 0 0 0,1-1-1 0 0,2 1 1 0 0,1 28 0 0 0,2-20-154 0 0,2 0 0 0 0,12 58 1 0 0,-10-73-154 0 0,1-1 0 0 0,0 1 0 0 0,1-1 0 0 0,2-1 1 0 0,19 32-1 0 0,128 165-1395 0 0,-153-211 1545 0 0,0-1 1 0 0,0 0 0 0 0,1 0-1 0 0,-1 0 1 0 0,1 0-1 0 0,0 0 1 0 0,0-1 0 0 0,0 0-1 0 0,0 0 1 0 0,1-1-1 0 0,6 3 1 0 0,-9-4 155 0 0,-1-1 0 0 0,1 1-1 0 0,-1-1 1 0 0,1 0 0 0 0,-1 0 0 0 0,1 0 0 0 0,-1 0-1 0 0,1 0 1 0 0,-1-1 0 0 0,1 1 0 0 0,-1-1 0 0 0,1 1-1 0 0,-1-1 1 0 0,0 0 0 0 0,1 0 0 0 0,-1 0-1 0 0,0 0 1 0 0,1-1 0 0 0,-1 1 0 0 0,0-1 0 0 0,0 1-1 0 0,0-1 1 0 0,-1 0 0 0 0,1 1 0 0 0,0-1 0 0 0,-1 0-1 0 0,1 0 1 0 0,1-3 0 0 0,8-13 449 0 0,-1 0 0 0 0,-1 0 0 0 0,-1-1 0 0 0,9-27 0 0 0,12-30 277 0 0,70-160 849 0 0,-89 203-1605 0 0,-1-1 0 0 0,-1 0 1 0 0,-2-1-1 0 0,-1 0 0 0 0,-1-45 0 0 0,-3 46 65 0 0,-3 0-1 0 0,-8-55 1 0 0,9 81-176 0 0,-1 0 1 0 0,0-1 0 0 0,0 1 0 0 0,-1 0 0 0 0,0 1-1 0 0,0-1 1 0 0,-1 0 0 0 0,0 1 0 0 0,-1 0 0 0 0,1 0-1 0 0,-1 0 1 0 0,-1 1 0 0 0,1-1 0 0 0,-1 1 0 0 0,0 0-1 0 0,-9-6 1 0 0,-3 2-758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38.5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2319 277 6449 0 0,'2'-14'389'0'0,"-1"1"0"0"0,0 0 0 0 0,-1-1-1 0 0,0 1 1 0 0,-5-26 0 0 0,4 33-358 0 0,-1 0 1 0 0,0 1 0 0 0,0-1-1 0 0,0 1 1 0 0,-1 0 0 0 0,0 0-1 0 0,0 0 1 0 0,0 0-1 0 0,-1 0 1 0 0,1 1 0 0 0,-1-1-1 0 0,0 1 1 0 0,0 0-1 0 0,-1 0 1 0 0,1 1 0 0 0,-7-4-1 0 0,-8-5-6 0 0,0 2-1 0 0,-2 0 0 0 0,1 1 1 0 0,-1 1-1 0 0,0 1 1 0 0,-1 1-1 0 0,1 1 0 0 0,-28-3 1 0 0,-22 1 1471 0 0,-87 3 0 0 0,142 3-1284 0 0,-1 2 0 0 0,1 0 0 0 0,-1 1 0 0 0,1 1 0 0 0,0 0 0 0 0,0 1 0 0 0,1 1 0 0 0,-1 0 0 0 0,1 1 0 0 0,0 1 0 0 0,0 1 0 0 0,1 0 0 0 0,-23 16 0 0 0,-176 151-126 0 0,101-80-206 0 0,20-11 213 0 0,-129 149 0 0 0,154-153 266 0 0,-63 102 0 0 0,-44 98 131 0 0,134-213-476 0 0,-247 455 343 0 0,254-452-74 0 0,3 2-1 0 0,2 1 1 0 0,5 1-1 0 0,-16 78 0 0 0,-35 309 772 0 0,67-387-751 0 0,3 107 0 0 0,18 74 115 0 0,1 1 75 0 0,-15-234-454 0 0,1 0 1 0 0,1 0 0 0 0,1 0-1 0 0,1 0 1 0 0,1 0 0 0 0,0-1 0 0 0,2 0-1 0 0,1 0 1 0 0,0 0 0 0 0,2-1-1 0 0,0 0 1 0 0,1-1 0 0 0,24 31 0 0 0,20 19-21 0 0,-7-6 10 0 0,102 101-1 0 0,-138-154-50 0 0,-1-1 0 0 0,2 0 0 0 0,-1 0 0 0 0,1-1 1 0 0,0-1-1 0 0,1 0 0 0 0,0-1 0 0 0,0 0 0 0 0,0-1 0 0 0,30 6 1 0 0,-20-8-13 0 0,1-1 1 0 0,0 0 0 0 0,0-2-1 0 0,0-1 1 0 0,47-8 0 0 0,14-6 153 0 0,-2-5 0 0 0,0-3 0 0 0,-1-4 0 0 0,-2-3 0 0 0,122-64 0 0 0,-165 71-106 0 0,0-1 0 0 0,-2-2 0 0 0,0-1-1 0 0,-2-2 1 0 0,-1-1 0 0 0,-2-2 0 0 0,-1-1 0 0 0,-1-1 0 0 0,-2-2 0 0 0,44-76 0 0 0,7-30 47 0 0,93-237-1 0 0,-119 245-4 0 0,110-306-221 0 0,-102 264 81 0 0,74-258 355 0 0,-71 110-47 0 0,-52 240-74 0 0,1-161 0 0 0,-14 203-87 0 0,-1 1 0 0 0,-2 0 0 0 0,-2 0 0 0 0,-22-71 0 0 0,20 86-23 0 0,-2 0 1 0 0,0 0-1 0 0,-1 1 1 0 0,-2 0-1 0 0,0 2 1 0 0,-2-1-1 0 0,-37-40 1 0 0,-30-17 104 0 0,-21-23-126 0 0,95 93-106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39.7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307 138 6913 0 0,'-7'-21'-925'0'0,"5"11"1536"0"0,-1 0 0 0 0,0 0 1 0 0,-1 0-1 0 0,0 1 0 0 0,-1-1 0 0 0,0 1 0 0 0,0 0 1 0 0,-1 0-1 0 0,-7-9 0 0 0,11 17-443 0 0,1 0 1 0 0,-1-1-1 0 0,1 1 0 0 0,-1 0 1 0 0,0 0-1 0 0,1 0 1 0 0,-1 1-1 0 0,0-1 0 0 0,0 0 1 0 0,0 1-1 0 0,0-1 0 0 0,0 1 1 0 0,0-1-1 0 0,1 1 0 0 0,-1 0 1 0 0,0 0-1 0 0,0 0 1 0 0,0 0-1 0 0,0 0 0 0 0,-3 1 1 0 0,1 0 25 0 0,0 1 1 0 0,0-1-1 0 0,0 1 1 0 0,0 0-1 0 0,0 0 1 0 0,0 0-1 0 0,0 1 1 0 0,-6 4-1 0 0,-1 3 70 0 0,0 1 1 0 0,0 1-1 0 0,1-1 1 0 0,-9 16-1 0 0,3-3-147 0 0,2 0-1 0 0,0 0 1 0 0,2 2-1 0 0,1-1 1 0 0,-13 43-1 0 0,21-56-83 0 0,0 0 0 0 0,0 0 0 0 0,1 0 0 0 0,1 1 0 0 0,0-1 0 0 0,0 0-1 0 0,1 1 1 0 0,1-1 0 0 0,0 0 0 0 0,1 0 0 0 0,0 0 0 0 0,1 0 0 0 0,0 0 0 0 0,1 0 0 0 0,6 12 0 0 0,-4-14 61 0 0,1 0 1 0 0,0-1 0 0 0,1 0 0 0 0,0 0 0 0 0,0-1 0 0 0,1 0 0 0 0,0 0-1 0 0,0-1 1 0 0,0 0 0 0 0,1-1 0 0 0,0 0 0 0 0,1 0 0 0 0,-1-1 0 0 0,1-1-1 0 0,0 0 1 0 0,18 4 0 0 0,-16-4-58 0 0,1-1-1 0 0,0-1 1 0 0,-1 0-1 0 0,1-1 1 0 0,0 0 0 0 0,0-1-1 0 0,0-1 1 0 0,0 0-1 0 0,0-1 1 0 0,-1 0-1 0 0,1-1 1 0 0,-1-1-1 0 0,22-8 1 0 0,-15 2-418 0 0,-1-1 0 0 0,33-25 0 0 0,-16 7-5293 0 0,-10 7-885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39.9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 9674 0 0,'-3'3'490'0'0,"1"0"0"0"0,-1 1 0 0 0,1-1-1 0 0,0 1 1 0 0,0 0 0 0 0,0 0 0 0 0,1 0 0 0 0,-1 0 0 0 0,1 0-1 0 0,0 0 1 0 0,0 0 0 0 0,1 0 0 0 0,-1 0 0 0 0,1 1 0 0 0,0 5-1 0 0,1 11 789 0 0,6 41 0 0 0,-2-26-727 0 0,9 112-3423 0 0,-14-138 1273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0.1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8 123 9674 0 0,'-5'-45'1156'0'0,"3"-24"7274"0"0,3 61-6809 0 0,1 20-2488 0 0,2 6-568 0 0,2-4 524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0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43 10594 0 0,'0'-1'101'0'0,"0"0"-1"0"0,-1 0 0 0 0,1 1 1 0 0,0-1-1 0 0,0 0 0 0 0,0 0 1 0 0,0 1-1 0 0,0-1 0 0 0,0 0 1 0 0,0 0-1 0 0,1 0 0 0 0,-1 1 1 0 0,0-1-1 0 0,0 0 1 0 0,1 0-1 0 0,-1 1 0 0 0,0-1 1 0 0,1 0-1 0 0,-1 1 0 0 0,0-1 1 0 0,1 0-1 0 0,-1 1 0 0 0,1-1 1 0 0,-1 1-1 0 0,1-1 0 0 0,0 0 1 0 0,-1 1-1 0 0,1-1 0 0 0,0 1 1 0 0,-1 0-1 0 0,1-1 1 0 0,0 1-1 0 0,-1 0 0 0 0,2-1 1 0 0,0 0 62 0 0,-1 0 0 0 0,1 1 0 0 0,-1-1 0 0 0,1 0 0 0 0,-1 1 1 0 0,1 0-1 0 0,-1-1 0 0 0,1 1 0 0 0,0 0 0 0 0,-1 0 0 0 0,1 0 1 0 0,-1 0-1 0 0,1 0 0 0 0,0 0 0 0 0,-1 0 0 0 0,1 0 0 0 0,1 1 1 0 0,3 3-10 0 0,-1-1 0 0 0,1 1 0 0 0,-1 1 0 0 0,-1-1 0 0 0,1 1 0 0 0,-1 0 0 0 0,1 0 0 0 0,3 6 1 0 0,28 47 354 0 0,41 89 621 0 0,-79-154-925 0 0,0 1 1 0 0,0-1 0 0 0,0 1 0 0 0,1-1-1 0 0,0 1 1 0 0,0-1 0 0 0,0 0 0 0 0,1 0-1 0 0,0 0 1 0 0,1 1 0 0 0,-1-1 0 0 0,1 0-1 0 0,4-12 1 0 0,0-4-1143 0 0,2 0 0 0 0,18-43 0 0 0,-14 42-358 0 0,3-1-217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0.8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205 0 6913 0 0,'0'1'77'0'0,"0"0"-1"0"0,0 0 1 0 0,0 0-1 0 0,-1 0 0 0 0,1 0 1 0 0,0 0-1 0 0,-1 0 1 0 0,1 0-1 0 0,-1 0 0 0 0,1-1 1 0 0,-1 1-1 0 0,1 0 0 0 0,-1 0 1 0 0,0 0-1 0 0,1-1 1 0 0,-1 1-1 0 0,0 0 0 0 0,0-1 1 0 0,1 1-1 0 0,-1-1 1 0 0,0 1-1 0 0,0-1 0 0 0,0 1 1 0 0,-1 0-1 0 0,-29 15 1342 0 0,28-14-1022 0 0,-10 4 85 0 0,0 1 1 0 0,0 0-1 0 0,1 2 0 0 0,0-1 1 0 0,1 1-1 0 0,-1 1 0 0 0,2 0 1 0 0,-17 20-1 0 0,23-25-308 0 0,0 1 1 0 0,0 0-1 0 0,1 1 1 0 0,0-1-1 0 0,0 0 1 0 0,1 1-1 0 0,-1 0 1 0 0,1 0-1 0 0,1-1 1 0 0,0 1-1 0 0,-1 0 1 0 0,2 0-1 0 0,-1 0 1 0 0,1 0-1 0 0,0 1 1 0 0,1-1-1 0 0,0 0 1 0 0,0 0-1 0 0,0 0 0 0 0,4 8 1 0 0,-3-9-203 0 0,1 0 0 0 0,0 0-1 0 0,0-1 1 0 0,0 1 0 0 0,1-1 0 0 0,0 0-1 0 0,0 0 1 0 0,0 0 0 0 0,0 0 0 0 0,1-1 0 0 0,0 0-1 0 0,0 0 1 0 0,0 0 0 0 0,1 0 0 0 0,-1-1 0 0 0,1 0-1 0 0,0 0 1 0 0,0 0 0 0 0,0-1 0 0 0,0 0-1 0 0,0 0 1 0 0,0-1 0 0 0,1 0 0 0 0,-1 0 0 0 0,0 0-1 0 0,1-1 1 0 0,-1 0 0 0 0,1 0 0 0 0,-1 0 0 0 0,1-1-1 0 0,6-2 1 0 0,10-3-6334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1.3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27 10138 0 0,'-11'-27'9302'0'0,"11"38"-7083"0"0,29 263-260 0 0,12-94-5346 0 0,-33-152-3961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1.6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0 381 10138 0 0,'16'-5'591'0'0,"0"-1"0"0"0,-1-1 0 0 0,0 0-1 0 0,0-1 1 0 0,-1-1 0 0 0,0 0 0 0 0,-1 0 0 0 0,16-15-1 0 0,-20 15-165 0 0,-1-1-1 0 0,0 0 1 0 0,0 0-1 0 0,-1 0 0 0 0,0-1 1 0 0,-1 0-1 0 0,0 0 1 0 0,0-1-1 0 0,-2 0 1 0 0,1 0-1 0 0,3-17 0 0 0,-8 27-424 0 0,4-13-10 0 0,-1 1-1 0 0,1-26 1 0 0,-3 36 4 0 0,-1 0 1 0 0,0 0 0 0 0,-1 0-1 0 0,1 0 1 0 0,-1 0 0 0 0,1 0-1 0 0,-1 0 1 0 0,-1 1 0 0 0,1-1-1 0 0,0 0 1 0 0,-1 1-1 0 0,0-1 1 0 0,0 1 0 0 0,0-1-1 0 0,-4-4 1 0 0,5 7-31 0 0,1 0 0 0 0,-1 0 0 0 0,0 0 0 0 0,0 0 0 0 0,0 0 0 0 0,0 0 1 0 0,0 0-1 0 0,-1 0 0 0 0,1 1 0 0 0,0-1 0 0 0,0 0 0 0 0,0 1 0 0 0,-1-1 0 0 0,1 1 0 0 0,0-1 0 0 0,-1 1 0 0 0,1 0 0 0 0,0 0 0 0 0,-1-1 0 0 0,1 1 1 0 0,-1 0-1 0 0,1 0 0 0 0,0 0 0 0 0,-3 1 0 0 0,2 0-24 0 0,-1 0-1 0 0,1 0 1 0 0,0 0 0 0 0,0 0-1 0 0,0 1 1 0 0,0-1 0 0 0,0 1 0 0 0,0-1-1 0 0,0 1 1 0 0,1 0 0 0 0,-1 0 0 0 0,-2 3-1 0 0,-1 2-52 0 0,1 1 0 0 0,0-1 0 0 0,0 0 0 0 0,1 1 0 0 0,0 0 0 0 0,0 0 0 0 0,-2 9 0 0 0,4-5 149 0 0,0 0 0 0 0,1 0 1 0 0,0 0-1 0 0,1-1 0 0 0,0 1 0 0 0,1 0 0 0 0,1 0 0 0 0,-1-1 0 0 0,2 1 1 0 0,0-1-1 0 0,0 0 0 0 0,1 0 0 0 0,0-1 0 0 0,1 1 0 0 0,0-1 0 0 0,1 0 1 0 0,0-1-1 0 0,0 1 0 0 0,1-1 0 0 0,0-1 0 0 0,1 0 0 0 0,0 0 0 0 0,0 0 1 0 0,1-1-1 0 0,0-1 0 0 0,0 0 0 0 0,0 0 0 0 0,1-1 0 0 0,16 6 0 0 0,0-2-569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5.5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1967 267 8290 0 0,'-155'-102'6449'0'0,"-94"-22"-4985"0"0,232 116-1407 0 0,-1 1-1 0 0,1 1 1 0 0,-2 1-1 0 0,1 1 1 0 0,0 0-1 0 0,-1 1 1 0 0,0 1-1 0 0,0 1 1 0 0,0 0-1 0 0,0 2 0 0 0,1 0 1 0 0,-1 1-1 0 0,0 1 1 0 0,1 1-1 0 0,-1 0 1 0 0,1 1-1 0 0,-22 10 1 0 0,9-2-47 0 0,1 2 0 0 0,1 1 0 0 0,0 1 1 0 0,1 2-1 0 0,-48 41 0 0 0,43-29 24 0 0,1 2-1 0 0,2 1 1 0 0,-46 67 0 0 0,26-19 15 0 0,4 3 0 0 0,3 1 0 0 0,-46 138 0 0 0,-127 414-113 0 0,40-37 38 0 0,46-78 98 0 0,102-363-23 0 0,-9 216 0 0 0,45 172-281 0 0,5-361 89 0 0,8-2 0 0 0,9 0 0 0 0,60 204 0 0 0,-64-297 20 0 0,63 211-185 0 0,26-7 223 0 0,-69-203-157 0 0,5-2 1 0 0,3-2-1 0 0,4-3 1 0 0,4-2 0 0 0,92 95-1 0 0,-111-133 180 0 0,2-1 0 0 0,61 47 0 0 0,-86-77-1 0 0,1-1 1 0 0,1-1 0 0 0,0-1 0 0 0,0-1-1 0 0,1-1 1 0 0,0-1 0 0 0,1-1 0 0 0,40 9-1 0 0,-26-12 116 0 0,0-1-1 0 0,73-1 1 0 0,78-19 150 0 0,-21 2 154 0 0,-121 12-339 0 0,-1-2 0 0 0,0-2 0 0 0,0-2 0 0 0,-1-3 0 0 0,0-1 0 0 0,-1-2-1 0 0,0-2 1 0 0,-2-2 0 0 0,0-1 0 0 0,40-27 0 0 0,12-15 173 0 0,-3-5-1 0 0,-3-3 1 0 0,-4-5-1 0 0,131-143 0 0 0,-174 166-148 0 0,-1-2 0 0 0,-3-1 0 0 0,41-80 0 0 0,-32 41-132 0 0,47-138-1 0 0,-53 102 242 0 0,-5-2 0 0 0,19-152 0 0 0,10-275 847 0 0,-42 337-194 0 0,-6 68 9 0 0,-7 0 0 0 0,-18-268 0 0 0,-141-494 226 0 0,103 676-759 0 0,22 114-91 0 0,-72-214-1 0 0,73 275-155 0 0,-3 1 0 0 0,-3 2-1 0 0,-2 0 1 0 0,-3 3 0 0 0,-44-56 0 0 0,12 30 58 0 0,-129-126 0 0 0,139 159-37 0 0,-2 2 0 0 0,-2 2 0 0 0,-77-44 1 0 0,-103-35 226 0 0,197 108-974 0 0,-1 1 0 0 0,0 2 0 0 0,-80-15 1 0 0,81 25-6719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6.6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68 232 4145 0 0,'-9'-20'1501'0'0,"0"-1"1"0"0,-12-38 0 0 0,-1-5 3083 0 0,15 43 1646 0 0,9 33-4825 0 0,6 27-1350 0 0,3-1-1 0 0,1 1 0 0 0,1-2 0 0 0,37 70 1 0 0,-39-86-56 0 0,1 0 0 0 0,24 31 0 0 0,-31-46 0 0 0,0 0 0 0 0,0 0 0 0 0,1 0 0 0 0,-1-1 0 0 0,1 0 0 0 0,0 0 0 0 0,1 0 0 0 0,-1-1 0 0 0,1 0 0 0 0,0-1 0 0 0,0 1 0 0 0,10 2 0 0 0,-13-5 46 0 0,-1-1 1 0 0,1 0 0 0 0,0 0 0 0 0,0-1 0 0 0,0 1 0 0 0,0-1 0 0 0,0 0 0 0 0,-1 0-1 0 0,1 0 1 0 0,0 0 0 0 0,-1-1 0 0 0,1 1 0 0 0,-1-1 0 0 0,0 0 0 0 0,1 0 0 0 0,-1 0 0 0 0,0-1-1 0 0,0 1 1 0 0,0-1 0 0 0,0 1 0 0 0,-1-1 0 0 0,5-6 0 0 0,2-1 34 0 0,-1-1 0 0 0,-1 0 1 0 0,1-1-1 0 0,-2 0 0 0 0,8-16 0 0 0,-8 7-32 0 0,-1-1 0 0 0,-1 0-1 0 0,-1 0 1 0 0,-1 0 0 0 0,0 0-1 0 0,-2-1 1 0 0,-2-22 0 0 0,1-6 116 0 0,1 38-129 0 0,-1-37 148 0 0,0 47-172 0 0,1-1-1 0 0,0 1 1 0 0,-1 0 0 0 0,0 0-1 0 0,0 0 1 0 0,1 0-1 0 0,-2 0 1 0 0,1 0-1 0 0,0 1 1 0 0,-1-1 0 0 0,1 0-1 0 0,-4-3 1 0 0,5 6-7 0 0,0 0 0 0 0,1 1 0 0 0,-1-1 0 0 0,0 0 1 0 0,0 1-1 0 0,0-1 0 0 0,0 0 0 0 0,0 0 0 0 0,0 1 0 0 0,0-1 1 0 0,0 0-1 0 0,-1 1 0 0 0,1-1 0 0 0,0 0 0 0 0,0 1 0 0 0,0-1 0 0 0,0 0 1 0 0,0 1-1 0 0,0-1 0 0 0,-1 0 0 0 0,1 0 0 0 0,0 1 0 0 0,0-1 1 0 0,0 0-1 0 0,-1 0 0 0 0,1 1 0 0 0,0-1 0 0 0,0 0 0 0 0,-1 0 1 0 0,1 0-1 0 0,0 1 0 0 0,-1-1 0 0 0,1 0 0 0 0,0 0 0 0 0,0 0 1 0 0,-1 0-1 0 0,1 0 0 0 0,0 0 0 0 0,-1 0 0 0 0,1 0 0 0 0,0 0 1 0 0,-1 0-1 0 0,1 0 0 0 0,0 0 0 0 0,-1 0 0 0 0,1 0 0 0 0,0 0 0 0 0,-1 0 1 0 0,1 0-1 0 0,0 0 0 0 0,-1 0 0 0 0,1 0 0 0 0,0 0 0 0 0,0-1 1 0 0,-1 1-1 0 0,1 0 0 0 0,0 0 0 0 0,0 0 0 0 0,-1 0 0 0 0,1-1 1 0 0,0 1-1 0 0,0 0 0 0 0,-1 0 0 0 0,1-1 0 0 0,0 1 0 0 0,2 25 23 0 0,-2-25-35 0 0,12 67-104 0 0,3-1 1 0 0,27 71-1 0 0,-40-127-157 0 0,1 0 0 0 0,1 0 0 0 0,0 0-1 0 0,0-1 1 0 0,1 1 0 0 0,0-1 0 0 0,1 0 0 0 0,0-1 0 0 0,0 0 0 0 0,1 0-1 0 0,0 0 1 0 0,0 0 0 0 0,14 9 0 0 0,-7-8-819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7.1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12 7834 0 0,'-1'-1'331'0'0,"-17"-9"7402"0"0,19 24-3614 0 0,2-3-3981 0 0,21 95 1036 0 0,17 61-986 0 0,-31-134-1773 0 0,19 39 0 0 0,-21-56-3026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7.3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0 119 6449 0 0,'3'-7'270'0'0,"0"0"0"0"0,0 0 1 0 0,0 0-1 0 0,1 0 0 0 0,0 1 0 0 0,0 0 0 0 0,1 0 0 0 0,0 0 0 0 0,0 0 0 0 0,0 1 0 0 0,1-1 0 0 0,0 2 0 0 0,0-1 0 0 0,0 0 0 0 0,0 1 0 0 0,1 0 0 0 0,-1 1 0 0 0,1 0 0 0 0,0 0 1 0 0,0 0-1 0 0,0 1 0 0 0,1 0 0 0 0,11-2 0 0 0,-17 4-211 0 0,0-1 1 0 0,0 1 0 0 0,0 0-1 0 0,0 0 1 0 0,0 1 0 0 0,0-1-1 0 0,0 0 1 0 0,-1 1 0 0 0,1-1-1 0 0,0 1 1 0 0,0 0 0 0 0,0-1-1 0 0,-1 1 1 0 0,1 0 0 0 0,0 0-1 0 0,-1 0 1 0 0,1 0 0 0 0,0 1-1 0 0,-1-1 1 0 0,0 0 0 0 0,1 1-1 0 0,-1-1 1 0 0,2 3 0 0 0,-1 0 140 0 0,-1-1 0 0 0,1 0 0 0 0,-1 1 0 0 0,0 0 0 0 0,0-1 0 0 0,0 1 0 0 0,-1 0 0 0 0,0-1 0 0 0,1 1 0 0 0,-1 0 1 0 0,-1 5-1 0 0,-1 6 342 0 0,0 0 1 0 0,-1-1 0 0 0,-1 1 0 0 0,0-1 0 0 0,-7 15-1 0 0,-19 36-1249 0 0,22-45-170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7.4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 7370 0 0,'3'-2'656'0'0,"0"2"-528"0"0,-1 0-128 0 0,1 0 0 0 0,0 0 848 0 0,-1-1 144 0 0,5 1 24 0 0,4-1 9 0 0,3-1 95 0 0,1 2 32 0 0,-3 0 0 0 0,-1 0 1 0 0,-1 0-841 0 0,-1-1-168 0 0,-1 1-32 0 0,6 1-3153 0 0,1 1-624 0 0,3-1-128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8.1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227 291 6449 0 0,'-9'-4'1044'0'0,"-1"1"-1"0"0,0 1 1 0 0,0 0 0 0 0,0 0-1 0 0,0 1 1 0 0,-1 0-1 0 0,1 1 1 0 0,-19 1-1 0 0,24 0-783 0 0,0 0-1 0 0,-1 1 1 0 0,1-1-1 0 0,0 1 1 0 0,0 0-1 0 0,1 0 1 0 0,-1 1-1 0 0,0-1 0 0 0,1 1 1 0 0,-1 0-1 0 0,1 0 1 0 0,0 1-1 0 0,0-1 1 0 0,0 1-1 0 0,1 0 1 0 0,-1 0-1 0 0,1 0 1 0 0,-4 8-1 0 0,2-5-216 0 0,1 1 0 0 0,0 0 0 0 0,1-1 0 0 0,0 1 0 0 0,0 0 1 0 0,1 0-1 0 0,0 1 0 0 0,0-1 0 0 0,1 0 0 0 0,0 1 0 0 0,1-1 0 0 0,0 1 0 0 0,0-1 0 0 0,2 11 0 0 0,-2-15-50 0 0,2 1-1 0 0,-1 0 0 0 0,0 0 1 0 0,1-1-1 0 0,0 1 0 0 0,0 0 1 0 0,0-1-1 0 0,1 0 0 0 0,-1 0 1 0 0,1 1-1 0 0,0-2 0 0 0,1 1 1 0 0,-1 0-1 0 0,0-1 0 0 0,1 1 1 0 0,0-1-1 0 0,0 0 0 0 0,0 0 1 0 0,0-1-1 0 0,0 1 0 0 0,1-1 1 0 0,-1 0-1 0 0,1 0 0 0 0,0 0 1 0 0,7 1-1 0 0,-8-2-66 0 0,-1 0 1 0 0,1 0-1 0 0,0-1 1 0 0,0 1-1 0 0,0-1 1 0 0,0 0-1 0 0,0 0 1 0 0,-1-1-1 0 0,1 1 1 0 0,0-1-1 0 0,0 0 0 0 0,0 0 1 0 0,-1 0-1 0 0,1 0 1 0 0,0-1-1 0 0,6-3 1 0 0,-5 1-39 0 0,1 0 1 0 0,-1-1-1 0 0,0 1 0 0 0,0-1 1 0 0,0 0-1 0 0,-1 0 0 0 0,1-1 1 0 0,6-11-1 0 0,-3 2 35 0 0,0 0 0 0 0,-2-1-1 0 0,0 1 1 0 0,0-1 0 0 0,-2-1 0 0 0,0 1-1 0 0,2-19 1 0 0,-2 0 249 0 0,-2-1-1 0 0,-1 0 1 0 0,-2 0-1 0 0,-2 0 1 0 0,-1 0-1 0 0,-16-67 1 0 0,19 102-68 0 0,1-1 0 0 0,-1 0 0 0 0,1 0 1 0 0,-1 0-1 0 0,0 1 0 0 0,0-1 0 0 0,0 0 1 0 0,0 1-1 0 0,0-1 0 0 0,0 1 0 0 0,0-1 1 0 0,0 1-1 0 0,-1-1 0 0 0,1 1 0 0 0,-1 0 1 0 0,1 0-1 0 0,-1 0 0 0 0,1 0 0 0 0,-1 0 1 0 0,0 0-1 0 0,1 0 0 0 0,-1 0 0 0 0,0 1 1 0 0,0-1-1 0 0,1 1 0 0 0,-1-1 0 0 0,0 1 1 0 0,0 0-1 0 0,0-1 0 0 0,0 1 0 0 0,0 0 1 0 0,0 0-1 0 0,1 0 0 0 0,-3 1 0 0 0,7 24 507 0 0,12 52-841 0 0,42 159-2806 0 0,-48-207 2312 0 0,1-1 0 0 0,1-1 1 0 0,2 0-1 0 0,1-1 0 0 0,1 0 0 0 0,19 25 1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8.5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68 230 9218 0 0,'-20'-35'2622'0'0,"20"34"-2406"0"0,-1-1 1 0 0,0 1-1 0 0,1 0 0 0 0,-1 0 1 0 0,0 0-1 0 0,0 0 1 0 0,0 0-1 0 0,0 0 1 0 0,0 0-1 0 0,0 1 0 0 0,0-1 1 0 0,0 0-1 0 0,0 0 1 0 0,0 1-1 0 0,0-1 1 0 0,0 1-1 0 0,-1-1 0 0 0,1 1 1 0 0,0-1-1 0 0,0 1 1 0 0,-1 0-1 0 0,1-1 1 0 0,0 1-1 0 0,-1 0 1 0 0,1 0-1 0 0,0 0 0 0 0,-2 0 1 0 0,1 2-96 0 0,1-1 0 0 0,0 0 0 0 0,0 1 0 0 0,-1-1 0 0 0,1 0 0 0 0,0 1 1 0 0,0 0-1 0 0,1-1 0 0 0,-1 1 0 0 0,0 0 0 0 0,0-1 0 0 0,1 1 0 0 0,-1 0 0 0 0,1 0 0 0 0,0-1 0 0 0,-1 1 0 0 0,1 0 1 0 0,0 2-1 0 0,-2 34 324 0 0,3-27-393 0 0,0 0 1 0 0,1 0 0 0 0,1 0-1 0 0,-1 0 1 0 0,2 0-1 0 0,-1 0 1 0 0,10 16 0 0 0,-11-23-55 0 0,0 0 1 0 0,0 0 0 0 0,1-1-1 0 0,-1 1 1 0 0,1-1 0 0 0,0 0-1 0 0,0 0 1 0 0,0 0 0 0 0,1 0-1 0 0,4 3 1 0 0,-6-5-7 0 0,0 0 0 0 0,1 0 0 0 0,-1 0 0 0 0,0 0 0 0 0,1-1 0 0 0,-1 1 0 0 0,1-1 0 0 0,-1 1 0 0 0,1-1 0 0 0,-1 0 0 0 0,1 0 0 0 0,0 0 0 0 0,-1 0 0 0 0,1 0 0 0 0,-1-1 0 0 0,1 1 0 0 0,-1-1 0 0 0,5-1 0 0 0,-4 1 12 0 0,-1-1 0 0 0,1 0 0 0 0,0 0 0 0 0,-1 0-1 0 0,1 0 1 0 0,-1 0 0 0 0,0 0 0 0 0,0-1-1 0 0,0 1 1 0 0,0-1 0 0 0,0 1 0 0 0,0-1-1 0 0,0 0 1 0 0,-1 0 0 0 0,0 0 0 0 0,1 0 0 0 0,-1 0-1 0 0,0 0 1 0 0,-1 0 0 0 0,1 0 0 0 0,0-5-1 0 0,1-7 137 0 0,0-1-1 0 0,-1 1 0 0 0,-1-17 1 0 0,-1 11 0 0 0,-1 0 0 0 0,-1 1 0 0 0,-11-39 0 0 0,11 47-81 0 0,-1 0 0 0 0,-1 0 0 0 0,0 0 0 0 0,-1 1 0 0 0,0 0 0 0 0,-1 0 0 0 0,-12-16 0 0 0,17 25-463 0 0,0-1 0 0 0,-1 1 0 0 0,1 0 0 0 0,0 0 0 0 0,-1 0 0 0 0,1 0 0 0 0,-1 0 0 0 0,0 1 0 0 0,1-1 0 0 0,-1 1 0 0 0,0 0 0 0 0,0 0 0 0 0,0 0 0 0 0,0 0 0 0 0,0 0 0 0 0,0 1 0 0 0,-6-1 0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9.1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65 32 6913 0 0,'-1'0'231'0'0,"-1"-1"-1"0"0,1 1 0 0 0,-1-1 0 0 0,1 1 0 0 0,-1 0 0 0 0,0-1 0 0 0,1 1 0 0 0,-1 0 0 0 0,1 0 0 0 0,-1 0 0 0 0,0 0 0 0 0,1 1 0 0 0,-1-1 0 0 0,1 0 0 0 0,-1 1 0 0 0,1-1 0 0 0,-1 1 0 0 0,1-1 1 0 0,-1 1-1 0 0,1 0 0 0 0,-1-1 0 0 0,1 1 0 0 0,0 0 0 0 0,-1 0 0 0 0,0 1 0 0 0,0 1-34 0 0,-1 0 0 0 0,1 0 0 0 0,0 0 0 0 0,1 0 0 0 0,-1 1 0 0 0,0-1 0 0 0,1 0 0 0 0,0 1 0 0 0,0-1 0 0 0,-2 7 0 0 0,1 3 73 0 0,1 0 1 0 0,0 1 0 0 0,1-1 0 0 0,0 0-1 0 0,3 20 1 0 0,-1-25-67 0 0,0 0-1 0 0,0 0 1 0 0,1 0-1 0 0,0-1 1 0 0,1 1 0 0 0,0-1-1 0 0,0 0 1 0 0,1 0 0 0 0,-1 0-1 0 0,8 8 1 0 0,-10-13-176 0 0,0 0 0 0 0,-1 0 0 0 0,1 0 0 0 0,0 0 0 0 0,0-1 0 0 0,0 1 0 0 0,0 0 0 0 0,1-1 0 0 0,-1 0 0 0 0,0 1 0 0 0,1-1 0 0 0,-1 0 0 0 0,0 0 0 0 0,1-1 0 0 0,-1 1 0 0 0,1 0 0 0 0,0-1 0 0 0,-1 1 0 0 0,1-1 0 0 0,-1 0 0 0 0,1 0 0 0 0,0 0 0 0 0,-1 0 0 0 0,1-1 0 0 0,-1 1 0 0 0,1-1 0 0 0,-1 1 0 0 0,1-1 0 0 0,-1 0 0 0 0,1 0 0 0 0,-1 0 0 0 0,1 0 0 0 0,-1 0 1 0 0,0-1-1 0 0,0 1 0 0 0,4-4 0 0 0,-2 1-56 0 0,0 0 0 0 0,0 0 0 0 0,-1 0 0 0 0,0-1 1 0 0,1 1-1 0 0,-2-1 0 0 0,1 0 0 0 0,0 0 1 0 0,-1 0-1 0 0,0 0 0 0 0,2-9 0 0 0,1-8-210 0 0,5-37-1 0 0,3-12-245 0 0,-11 62 479 0 0,-1 5-1 0 0,0 0 1 0 0,0 0 0 0 0,0 0-1 0 0,1 0 1 0 0,-1 0 0 0 0,1 0 0 0 0,0 0-1 0 0,0 0 1 0 0,1 1 0 0 0,-1-1 0 0 0,1 1-1 0 0,4-5 1 0 0,-7 8 11 0 0,1 0 1 0 0,0 0-1 0 0,-1 0 1 0 0,1 0-1 0 0,0 0 0 0 0,-1 0 1 0 0,1 0-1 0 0,0 1 1 0 0,-1-1-1 0 0,1 0 0 0 0,-1 0 1 0 0,1 1-1 0 0,0-1 1 0 0,-1 0-1 0 0,1 1 0 0 0,-1-1 1 0 0,1 0-1 0 0,-1 1 1 0 0,1-1-1 0 0,-1 1 0 0 0,1-1 1 0 0,-1 1-1 0 0,0-1 1 0 0,1 1-1 0 0,-1-1 1 0 0,0 1-1 0 0,1-1 0 0 0,-1 1 1 0 0,1 0-1 0 0,12 23 318 0 0,-11-19-188 0 0,1-1-51 0 0,0 1-1 0 0,0-1 1 0 0,0 0 0 0 0,1 0-1 0 0,-1-1 1 0 0,1 1 0 0 0,0-1-1 0 0,0 0 1 0 0,0 0 0 0 0,1 0-1 0 0,-1 0 1 0 0,1-1 0 0 0,-1 0-1 0 0,1 0 1 0 0,0 0 0 0 0,0 0-1 0 0,0-1 1 0 0,0 0 0 0 0,0 0-1 0 0,0 0 1 0 0,0-1-1 0 0,0 1 1 0 0,0-1 0 0 0,8-1-1 0 0,-8 1-126 0 0,0-1-1 0 0,0 0 0 0 0,-1 0 0 0 0,1 0 1 0 0,0-1-1 0 0,-1 1 0 0 0,0-1 0 0 0,1 0 1 0 0,-1 0-1 0 0,0-1 0 0 0,0 1 0 0 0,0-1 0 0 0,0 0 1 0 0,0 0-1 0 0,-1 0 0 0 0,1 0 0 0 0,-1-1 1 0 0,0 0-1 0 0,0 1 0 0 0,0-1 0 0 0,-1 0 0 0 0,1 0 1 0 0,-1-1-1 0 0,0 1 0 0 0,0 0 0 0 0,2-7 1 0 0,-1-3-1143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9.4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3225 0 0,'3'2'262'0'0,"0"-1"0"0"0,0 1 0 0 0,0 0 1 0 0,0 1-1 0 0,0-1 0 0 0,0 1 0 0 0,-1-1 1 0 0,1 1-1 0 0,-1 0 0 0 0,0 0 0 0 0,0 0 0 0 0,0 0 1 0 0,0 0-1 0 0,1 4 0 0 0,21 48 2868 0 0,-13-20-1374 0 0,-4-14-488 0 0,0 0 0 0 0,1 0-1 0 0,1-1 1 0 0,16 26 0 0 0,-27-49-1239 0 0,1 0 0 0 0,-1 0 0 0 0,1 0 0 0 0,0 0-1 0 0,0 0 1 0 0,0 0 0 0 0,0 0 0 0 0,1 0 0 0 0,-1 0 0 0 0,1 0 0 0 0,0-1 0 0 0,0 1 0 0 0,1-5 0 0 0,0-1 40 0 0,0 1 0 0 0,1-1-1 0 0,1 1 1 0 0,5-15 0 0 0,3 0 110 0 0,1 0-1 0 0,22-32 1 0 0,-30 48-112 0 0,0 1-1 0 0,1 0 1 0 0,0 1 0 0 0,0-1-1 0 0,0 1 1 0 0,9-7-1 0 0,-13 11-32 0 0,1 0 0 0 0,-1 0 0 0 0,0 1 1 0 0,1-1-1 0 0,-1 1 0 0 0,1-1 0 0 0,-1 1 0 0 0,1-1 0 0 0,-1 1 0 0 0,1 0 0 0 0,-1-1 0 0 0,1 1 0 0 0,-1 0 0 0 0,1 0 0 0 0,-1 0 0 0 0,1 1 0 0 0,-1-1 0 0 0,1 0 0 0 0,-1 0 0 0 0,1 1 1 0 0,-1-1-1 0 0,1 1 0 0 0,-1 0 0 0 0,1-1 0 0 0,-1 1 0 0 0,0 0 0 0 0,0 0 0 0 0,1 0 0 0 0,-1-1 0 0 0,0 2 0 0 0,0-1 0 0 0,0 0 0 0 0,0 0 0 0 0,0 0 0 0 0,0 0 0 0 0,0 1 0 0 0,1 0 1 0 0,20 30 769 0 0,24 42 0 0 0,-1-1-1855 0 0,-11-26-4458 0 0,-18-29-1566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53.7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1299 562 5529 0 0,'-12'-10'145'0'0,"1"0"-1"0"0,-1 0 1 0 0,2-1 0 0 0,0-1-1 0 0,-12-17 1 0 0,-40-72 1215 0 0,18 27 181 0 0,4 7 68 0 0,19 31-381 0 0,-1 1 1 0 0,-35-43-1 0 0,51 70-1056 0 0,-1 1 0 0 0,-1-1 0 0 0,1 1 0 0 0,-1 0 0 0 0,0 1 0 0 0,-1 0 0 0 0,0 0 0 0 0,0 1 0 0 0,0 0 0 0 0,0 0 0 0 0,-1 1 0 0 0,0 0 0 0 0,0 1 0 0 0,-12-2 0 0 0,9 3-55 0 0,0 2 0 0 0,0 0 0 0 0,-1 0 0 0 0,1 1 0 0 0,0 1 0 0 0,1 0 0 0 0,-1 1 0 0 0,0 0 0 0 0,1 1 0 0 0,-1 0 0 0 0,1 1 0 0 0,0 0 0 0 0,1 1 0 0 0,-18 12-1 0 0,11-6-81 0 0,0 2-1 0 0,1 0 0 0 0,1 0 0 0 0,0 2 0 0 0,0 0 1 0 0,2 1-1 0 0,-22 32 0 0 0,8-2 18 0 0,3 1 0 0 0,-30 76 0 0 0,-24 110-244 0 0,48-138 216 0 0,-130 433-200 0 0,134-439 181 0 0,5 1-1 0 0,4 0 1 0 0,4 2-1 0 0,-2 102 1 0 0,14-125-40 0 0,4 0 0 0 0,3-1 1 0 0,3 0-1 0 0,2 0 0 0 0,4-1 1 0 0,27 80-1 0 0,-30-114-30 0 0,3-1 0 0 0,0 0-1 0 0,3-1 1 0 0,0 0 0 0 0,2-1 0 0 0,28 34 0 0 0,-33-48 34 0 0,0-1 1 0 0,1-1 0 0 0,1 0 0 0 0,1-1 0 0 0,0-1 0 0 0,0 0 0 0 0,2-1 0 0 0,-1-1 0 0 0,1-1 0 0 0,1-1 0 0 0,35 12 0 0 0,-25-13-45 0 0,2 0 0 0 0,-1-3 0 0 0,1 0 0 0 0,0-2 0 0 0,0-1 0 0 0,0-2 1 0 0,0-1-1 0 0,-1-1 0 0 0,1-2 0 0 0,0-1 0 0 0,-1-2 0 0 0,0-1 0 0 0,0-1 1 0 0,-1-2-1 0 0,0-1 0 0 0,-1-1 0 0 0,-1-1 0 0 0,0-2 0 0 0,0-1 0 0 0,-2-1 1 0 0,0-1-1 0 0,23-24 0 0 0,-1-5 128 0 0,-1-2 0 0 0,57-80 0 0 0,59-128 1001 0 0,-107 149-650 0 0,-5-3 0 0 0,57-180-1 0 0,-86 222-153 0 0,-3-1 1 0 0,-4-1-1 0 0,8-84 0 0 0,-20 116-108 0 0,-1 0 0 0 0,-3 0-1 0 0,-1 0 1 0 0,-2 1 0 0 0,-2-1 0 0 0,-1 1 0 0 0,-19-56-1 0 0,4 33 391 0 0,-56-110 0 0 0,59 138-369 0 0,-2 0 1 0 0,0 2-1 0 0,-3 0 0 0 0,-41-43 1 0 0,50 61-138 0 0,0 1 0 0 0,-2 1 0 0 0,1 0 0 0 0,-2 1 0 0 0,1 0 0 0 0,-1 2 0 0 0,-1 0 0 0 0,0 1 1 0 0,0 1-1 0 0,-1 1 0 0 0,1 1 0 0 0,-1 0 0 0 0,0 2 0 0 0,-1 0 0 0 0,1 1 0 0 0,-1 1 0 0 0,-35 3 0 0 0,28 1-309 0 0,1 1 0 0 0,0 1 0 0 0,-1 1 0 0 0,2 1 0 0 0,-1 2 0 0 0,1 0 0 0 0,1 2 0 0 0,-1 1 0 0 0,2 1 0 0 0,0 1 0 0 0,0 1 0 0 0,-34 30 0 0 0,15-5-812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54.3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6913 0 0,'27'42'2377'0'0,"-7"0"-2125"0"0,-1 0 0 0 0,-2 2 0 0 0,14 58 0 0 0,-16-50-292 0 0,2-1 1 0 0,25 52 0 0 0,-28-76 396 0 0,0-1 0 0 0,2-1 0 0 0,1 0 0 0 0,1-1 0 0 0,2-1 0 0 0,0-1 0 0 0,1-1 0 0 0,1 0 0 0 0,36 25 0 0 0,-37-32-29 0 0,1-1-1 0 0,0-1 1 0 0,1-1-1 0 0,0 0 1 0 0,1-2-1 0 0,0-1 1 0 0,1-1-1 0 0,-1-1 0 0 0,1-1 1 0 0,1-1-1 0 0,38 0 1 0 0,-37-3-211 0 0,1-1 1 0 0,-1-2-1 0 0,1-1 1 0 0,-1-1-1 0 0,0-1 1 0 0,-1-1-1 0 0,1-2 1 0 0,-1-1-1 0 0,0 0 1 0 0,28-17-1 0 0,-21 8-109 0 0,0-2 1 0 0,-1-2-1 0 0,30-26 1 0 0,-1-10-5513 0 0,-34 29-300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54.7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128 152 3225 0 0,'-47'-63'1918'0'0,"38"48"40"0"0,-2 0-1 0 0,0 1 1 0 0,-23-24-1 0 0,33 38-1752 0 0,1-1-1 0 0,-1 0 0 0 0,0 1 1 0 0,1-1-1 0 0,-1 1 0 0 0,0-1 1 0 0,1 1-1 0 0,-1 0 0 0 0,0-1 1 0 0,0 1-1 0 0,1-1 0 0 0,-1 1 1 0 0,0 0-1 0 0,0 0 0 0 0,0 0 0 0 0,0-1 1 0 0,0 1-1 0 0,-1 0 0 0 0,2 1-75 0 0,0 0 0 0 0,0-1 0 0 0,0 1 0 0 0,0 0 0 0 0,1-1 0 0 0,-1 1 0 0 0,0-1 0 0 0,0 1 0 0 0,1 0 0 0 0,-1-1 0 0 0,0 1 0 0 0,1-1 0 0 0,-1 1 0 0 0,0-1 0 0 0,1 1 0 0 0,-1-1 0 0 0,1 1 0 0 0,-1-1 0 0 0,1 1 0 0 0,-1-1 0 0 0,1 0 0 0 0,-1 1 0 0 0,1-1 0 0 0,-1 0 0 0 0,1 1 0 0 0,-1-1 0 0 0,1 0-1 0 0,0 0 1 0 0,0 1 0 0 0,19 12-96 0 0,53 37 127 0 0,-2 3 0 0 0,67 65 0 0 0,-137-117-136 0 0,0 1 0 0 0,0 0 0 0 0,-1-1 0 0 0,1 1 0 0 0,0-1 0 0 0,-1 1 0 0 0,1 0 0 0 0,-1 0 0 0 0,0-1 1 0 0,1 1-1 0 0,-1 0 0 0 0,0 0 0 0 0,0-1 0 0 0,0 1 0 0 0,0 0 0 0 0,0 0 0 0 0,-1-1 0 0 0,1 1 0 0 0,0 0 1 0 0,-1 0-1 0 0,0-1 0 0 0,1 1 0 0 0,-1-1 0 0 0,0 1 0 0 0,0 0 0 0 0,0-1 0 0 0,0 1 0 0 0,-1 1 0 0 0,-37 48 957 0 0,31-41-885 0 0,-93 97-175 0 0,5-5-3443 0 0,84-86-1353 0 0,2 0-1395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55.1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 10594 0 0,'-3'6'8590'0'0,"7"22"-5862"0"0,10 43-3457 0 0,-11-54 1671 0 0,25 132-549 0 0,6 29-471 0 0,-7-61-3593 0 0,-22-94-3215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55.3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55 8290 0 0,'-3'-3'619'0'0,"0"-1"0"0"0,1 1 0 0 0,-1 0 0 0 0,1-1 0 0 0,0 1 0 0 0,0-1 1 0 0,0 1-1 0 0,1-1 0 0 0,-1 0 0 0 0,1 0 0 0 0,0 0 0 0 0,-1-5 0 0 0,5 7-1458 0 0,2 9-182 0 0,5 11-308 0 0,-3 1 1116 0 0,7 38 0 0 0,-7-25 213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55.9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118 493 3225 0 0,'4'-11'-273'0'0,"1"0"1042"0"0,-1 0 0 0 0,-1-1-1 0 0,1 1 1 0 0,-2-1 0 0 0,2-13 0 0 0,-3 23-508 0 0,-1 1 1 0 0,0-1 0 0 0,0 0-1 0 0,0 0 1 0 0,0 0 0 0 0,-1 1-1 0 0,1-1 1 0 0,0 0 0 0 0,-1 0-1 0 0,1 0 1 0 0,-1 1 0 0 0,0-1-1 0 0,1 0 1 0 0,-1 1 0 0 0,0-1-1 0 0,0 1 1 0 0,0-1 0 0 0,0 1-1 0 0,0-1 1 0 0,0 1 0 0 0,-1 0-1 0 0,1-1 1 0 0,0 1 0 0 0,-1 0-1 0 0,1 0 1 0 0,-1 0 0 0 0,1 0-1 0 0,-1 0 1 0 0,0 0 0 0 0,1 1-1 0 0,-1-1 1 0 0,0 1 0 0 0,0-1-1 0 0,1 1 1 0 0,-1-1 0 0 0,0 1-1 0 0,0 0 1 0 0,0 0 0 0 0,1 0-1 0 0,-1 0 1 0 0,-3 0 0 0 0,1 1-197 0 0,0-1 0 0 0,0 1 0 0 0,1 0 0 0 0,-1 0 0 0 0,0 1 0 0 0,1-1 0 0 0,-1 1 1 0 0,1-1-1 0 0,-1 1 0 0 0,1 0 0 0 0,0 0 0 0 0,0 1 0 0 0,0-1 0 0 0,0 1 0 0 0,0-1 0 0 0,0 1 1 0 0,1 0-1 0 0,-1 0 0 0 0,1 0 0 0 0,0 1 0 0 0,0-1 0 0 0,0 0 0 0 0,0 1 0 0 0,1-1 0 0 0,-1 1 1 0 0,0 4-1 0 0,-2 2 102 0 0,1 1 1 0 0,0 0-1 0 0,0 0 1 0 0,1 0-1 0 0,1 1 1 0 0,0-1-1 0 0,1 20 1 0 0,1-23-366 0 0,0 0 0 0 0,1 0 0 0 0,0 0 1 0 0,1 0-1 0 0,0 0 0 0 0,0-1 0 0 0,0 1 1 0 0,1-1-1 0 0,0 0 0 0 0,1 0 1 0 0,0 0-1 0 0,10 10 0 0 0,-14-15 128 0 0,1 0 0 0 0,0 0 0 0 0,0 0 0 0 0,0 0 0 0 0,0 0 0 0 0,0-1 0 0 0,1 1 0 0 0,-1-1 0 0 0,0 0-1 0 0,1 0 1 0 0,-1 0 0 0 0,1 0 0 0 0,-1 0 0 0 0,1 0 0 0 0,0 0 0 0 0,-1-1 0 0 0,1 0 0 0 0,-1 1 0 0 0,1-1 0 0 0,0 0 0 0 0,0 0 0 0 0,-1-1 0 0 0,1 1 0 0 0,0 0 0 0 0,-1-1-1 0 0,1 0 1 0 0,-1 1 0 0 0,1-1 0 0 0,-1 0 0 0 0,1 0 0 0 0,-1-1 0 0 0,1 1 0 0 0,-1 0 0 0 0,0-1 0 0 0,0 1 0 0 0,0-1 0 0 0,0 0 0 0 0,0 0 0 0 0,0 0 0 0 0,0 0 0 0 0,2-4-1 0 0,4-5-415 0 0,0-1 0 0 0,0 0-1 0 0,-1 0 1 0 0,-1-1-1 0 0,0 0 1 0 0,-1-1 0 0 0,6-21-1 0 0,17-101-1988 0 0,-23 99 1916 0 0,-2 0 0 0 0,-2 0 1 0 0,-5-69-1 0 0,1 82 1565 0 0,-1 1 0 0 0,-1-1-1 0 0,-15-43 1 0 0,20 66-837 0 0,0 0 0 0 0,0 1 0 0 0,0-1 0 0 0,-1 0 0 0 0,1 0 0 0 0,0 0 0 0 0,-1 1 0 0 0,1-1 0 0 0,0 0 0 0 0,-1 0 0 0 0,1 1 0 0 0,-1-1 0 0 0,1 0 0 0 0,-1 1 0 0 0,0-1 0 0 0,1 0 0 0 0,-1 1 0 0 0,0-1 0 0 0,1 1 0 0 0,-1-1 0 0 0,0 1 0 0 0,1 0 0 0 0,-1-1 0 0 0,0 1 0 0 0,-1-1 1 0 0,1 2-34 0 0,0-1 1 0 0,1 0-1 0 0,-1 1 1 0 0,0-1 0 0 0,0 1-1 0 0,1-1 1 0 0,-1 1 0 0 0,0 0-1 0 0,1-1 1 0 0,-1 1 0 0 0,1 0-1 0 0,-1-1 1 0 0,1 1 0 0 0,-1 0-1 0 0,1 0 1 0 0,-1-1 0 0 0,1 1-1 0 0,0 0 1 0 0,-1 1 0 0 0,-11 44 1665 0 0,10-18-1630 0 0,2-1 0 0 0,0 0 0 0 0,2 0 0 0 0,1 0 0 0 0,2-1 0 0 0,10 38 0 0 0,-2-21-505 0 0,2-2 1 0 0,2 0-1 0 0,26 45 0 0 0,-26-56-643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56.4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9218 0 0,'0'6'4833'0'0,"5"21"-2931"0"0,55 219 2934 0 0,-34-166-6393 0 0,4-1-3495 0 0,-18-52-1054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56.7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1 358 10594 0 0,'19'-12'319'0'0,"-1"-1"-1"0"0,0 0 0 0 0,-1-2 0 0 0,0 0 0 0 0,-1-1 1 0 0,-1 0-1 0 0,19-27 0 0 0,-26 32-207 0 0,0 0-1 0 0,-1-1 0 0 0,-1 0 1 0 0,0 0-1 0 0,7-22 0 0 0,-10 26-108 0 0,-1 1 1 0 0,0-1-1 0 0,0 0 0 0 0,-1 0 0 0 0,0 1 0 0 0,-1-1 0 0 0,0 0 0 0 0,0 0 0 0 0,0 0 0 0 0,-1 0 0 0 0,-2-8 0 0 0,3 15 18 0 0,-1 0 0 0 0,1 0 0 0 0,0 0-1 0 0,0 0 1 0 0,-1 0 0 0 0,1 0 0 0 0,0 0 0 0 0,-1 0 0 0 0,1 0 0 0 0,-1 0-1 0 0,1 0 1 0 0,-1 0 0 0 0,1 1 0 0 0,-1-1 0 0 0,0 0 0 0 0,0 0 0 0 0,1 1-1 0 0,-1-1 1 0 0,0 0 0 0 0,0 1 0 0 0,0-1 0 0 0,0 1 0 0 0,0-1 0 0 0,-1 0 0 0 0,0 1 39 0 0,1 0 1 0 0,0 0 0 0 0,0 1 0 0 0,0-1 0 0 0,0 0 0 0 0,0 1 0 0 0,-1-1 0 0 0,1 1 0 0 0,0-1 0 0 0,0 1 0 0 0,0-1-1 0 0,0 1 1 0 0,0 0 0 0 0,0-1 0 0 0,1 1 0 0 0,-1 0 0 0 0,-1 2 0 0 0,-3 2 227 0 0,1 0 0 0 0,0 1 0 0 0,0 0 0 0 0,1-1 1 0 0,-1 1-1 0 0,-2 8 0 0 0,1 1 53 0 0,1 1 1 0 0,0 0-1 0 0,1 0 1 0 0,1 1-1 0 0,0-1 1 0 0,1 0-1 0 0,1 1 1 0 0,0-1 0 0 0,1 0-1 0 0,6 28 1 0 0,-5-38-306 0 0,-1 0 0 0 0,1 1 0 0 0,0-1 0 0 0,1 0 1 0 0,-1 0-1 0 0,1-1 0 0 0,1 1 0 0 0,-1-1 1 0 0,1 1-1 0 0,0-1 0 0 0,0 0 0 0 0,0 0 0 0 0,1-1 1 0 0,-1 1-1 0 0,1-1 0 0 0,0 0 0 0 0,1 0 0 0 0,-1-1 1 0 0,1 0-1 0 0,-1 0 0 0 0,1 0 0 0 0,0 0 1 0 0,0-1-1 0 0,1 0 0 0 0,-1 0 0 0 0,0-1 0 0 0,0 0 1 0 0,1 0-1 0 0,10 0 0 0 0,-5-1-257 0 0,0 0 1 0 0,0-1-1 0 0,21-5 0 0 0,7-4-645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1.1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3229 529 10594 0 0,'-22'-54'-338'0'0,"5"13"879"0"0,-22-40-1 0 0,31 67-467 0 0,0 0-1 0 0,-2 1 0 0 0,1 0 0 0 0,-2 1 0 0 0,0 0 0 0 0,-18-16 1 0 0,-7 1 400 0 0,-2 0 0 0 0,0 3 0 0 0,-1 1 0 0 0,-2 2 0 0 0,0 1 0 0 0,-1 3 0 0 0,-1 1 0 0 0,-88-20 0 0 0,53 22 23 0 0,0 4 1 0 0,0 2 0 0 0,0 5-1 0 0,-109 7 1 0 0,79 5-352 0 0,0 5 1 0 0,-161 40 0 0 0,31 1-352 0 0,-71 20-100 0 0,269-63 310 0 0,-189 61 131 0 0,180-54-90 0 0,1 3-1 0 0,-72 42 0 0 0,94-48-41 0 0,-55 34-52 0 0,-129 103 0 0 0,188-134 40 0 0,1 1-1 0 0,0 1 1 0 0,1 1-1 0 0,2 1 0 0 0,0 1 1 0 0,2 0-1 0 0,0 1 1 0 0,2 0-1 0 0,1 2 1 0 0,-10 27-1 0 0,5-3-17 0 0,2 0 1 0 0,2 1-1 0 0,3 0 0 0 0,2 1 1 0 0,-2 72-1 0 0,11-106 22 0 0,1-1 0 0 0,1 1 1 0 0,1-1-1 0 0,0 1 0 0 0,2-1 0 0 0,0 0 1 0 0,1 0-1 0 0,16 33 0 0 0,-9-28-11 0 0,0-1 0 0 0,2-1-1 0 0,0 0 1 0 0,2-1 0 0 0,32 31 0 0 0,-10-16-20 0 0,1-3 1 0 0,47 29 0 0 0,90 46-33 0 0,-117-72 62 0 0,47 26-608 0 0,3-4 0 0 0,3-5-1 0 0,162 50 1 0 0,-212-85 962 0 0,1-3 1 0 0,0-3-1 0 0,1-2 0 0 0,83-1 0 0 0,-41-9 449 0 0,194-27-1 0 0,-260 21-773 0 0,0-3-1 0 0,-1-1 1 0 0,0-2-1 0 0,46-22 1 0 0,148-86 20 0 0,-65 31 184 0 0,-102 56-258 0 0,-1-3 0 0 0,-1-3 0 0 0,-3-2 1 0 0,-1-3-1 0 0,58-57 0 0 0,-91 72 282 0 0,-1 0 1 0 0,-2-2 0 0 0,43-70 0 0 0,41-118 546 0 0,-97 191-781 0 0,-1-1-1 0 0,-2 0 1 0 0,-1 0-1 0 0,-2-1 0 0 0,0 0 1 0 0,1-39-1 0 0,-6 45 55 0 0,-2 1-1 0 0,0-1 0 0 0,-1 1 1 0 0,-1-1-1 0 0,-2 1 0 0 0,0 0 1 0 0,-2 0-1 0 0,-14-35 1 0 0,12 42 22 0 0,-1 0 0 0 0,0 1 1 0 0,-1 0-1 0 0,-1 1 0 0 0,0 0 1 0 0,-1 1-1 0 0,-1 0 0 0 0,0 1 1 0 0,-31-21-1 0 0,4 6 181 0 0,-1 2 1 0 0,-76-33-1 0 0,-59-7-551 0 0,130 52-22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3.3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103 147 6449 0 0,'-95'23'4465'0'0,"95"-23"-4428"0"0,-1 0-1 0 0,1 0 1 0 0,0 0-1 0 0,0 0 1 0 0,-1 0-1 0 0,1 0 1 0 0,0 0-1 0 0,-1 0 1 0 0,1 0-1 0 0,0 0 0 0 0,0 1 1 0 0,-1-1-1 0 0,1 0 1 0 0,0 0-1 0 0,0 0 1 0 0,-1 0-1 0 0,1 0 1 0 0,0 1-1 0 0,0-1 1 0 0,0 0-1 0 0,-1 0 1 0 0,1 0-1 0 0,0 1 0 0 0,0-1 1 0 0,0 0-1 0 0,0 0 1 0 0,-1 1-1 0 0,1-1 1 0 0,0 0-1 0 0,0 0 1 0 0,0 1-1 0 0,0-1 1 0 0,0 0-1 0 0,0 0 1 0 0,0 1-1 0 0,0-1 1 0 0,0 1-1 0 0,11 4 571 0 0,19-1-135 0 0,30-5 375 0 0,86-13 1 0 0,-13 0-29 0 0,1191-110 3631 0 0,-1232 112-4742 0 0,76-6 700 0 0,-130 16-3316 0 0,37 4 0 0 0,-36 1-3381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3.7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42 10594 0 0,'-9'-29'2274'0'0,"5"16"2456"0"0,6 32-2141 0 0,14 178-1594 0 0,-12-121-918 0 0,3 1 1 0 0,30 132 0 0 0,-26-174-505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4.1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1 284 10594 0 0,'1'0'166'0'0,"0"1"-1"0"0,0-1 1 0 0,0 1 0 0 0,0-1-1 0 0,1 0 1 0 0,-1 1-1 0 0,0-1 1 0 0,0 0-1 0 0,1 0 1 0 0,-1 0-1 0 0,0 0 1 0 0,0 0 0 0 0,1 0-1 0 0,-1 0 1 0 0,0-1-1 0 0,0 1 1 0 0,0 0-1 0 0,2-1 1 0 0,26-10 909 0 0,-24 10-1032 0 0,8-5 25 0 0,0 0 1 0 0,0-1 0 0 0,-1 0-1 0 0,1-1 1 0 0,-2-1 0 0 0,1 1-1 0 0,-1-2 1 0 0,0 0 0 0 0,10-12-1 0 0,-17 18 1 0 0,-1 0 0 0 0,1-1 0 0 0,-1 1-1 0 0,0 0 1 0 0,0-1 0 0 0,-1 0 0 0 0,0 0-1 0 0,1 0 1 0 0,-2 0 0 0 0,1 0 0 0 0,0 0-1 0 0,-1 0 1 0 0,0 0 0 0 0,0-1-1 0 0,-1 1 1 0 0,1 0 0 0 0,-1-1 0 0 0,0 1-1 0 0,-1 0 1 0 0,1-1 0 0 0,-1 1 0 0 0,0 0-1 0 0,-1 0 1 0 0,1-1 0 0 0,-1 1 0 0 0,0 0-1 0 0,-5-9 1 0 0,6 12-47 0 0,0 0 0 0 0,-1 0 0 0 0,1 0-1 0 0,-1 0 1 0 0,1 0 0 0 0,-1 0 0 0 0,0 1 0 0 0,0-1-1 0 0,0 1 1 0 0,0-1 0 0 0,0 1 0 0 0,0-1 0 0 0,0 1 0 0 0,0 0-1 0 0,-1 0 1 0 0,1 0 0 0 0,0 0 0 0 0,-1 1 0 0 0,1-1-1 0 0,0 1 1 0 0,-1-1 0 0 0,1 1 0 0 0,-1 0 0 0 0,1 0 0 0 0,-1 0-1 0 0,1 0 1 0 0,-1 0 0 0 0,1 1 0 0 0,-1-1 0 0 0,1 1-1 0 0,0 0 1 0 0,-1-1 0 0 0,1 1 0 0 0,0 0 0 0 0,-1 0 0 0 0,1 1-1 0 0,0-1 1 0 0,0 0 0 0 0,0 1 0 0 0,-2 1 0 0 0,-2 1 29 0 0,1 0 0 0 0,0 1 1 0 0,0-1-1 0 0,0 1 0 0 0,1 0 1 0 0,0 0-1 0 0,-1 0 0 0 0,2 1 1 0 0,-1 0-1 0 0,1-1 0 0 0,0 1 0 0 0,0 0 1 0 0,0 1-1 0 0,-1 6 0 0 0,3-8 21 0 0,1-1-1 0 0,-1 0 0 0 0,1 1 0 0 0,0-1 1 0 0,0 1-1 0 0,1-1 0 0 0,-1 0 0 0 0,1 1 1 0 0,0-1-1 0 0,1 0 0 0 0,-1 0 0 0 0,0 0 1 0 0,1 0-1 0 0,0 0 0 0 0,0 0 0 0 0,0 0 1 0 0,1-1-1 0 0,-1 1 0 0 0,1-1 0 0 0,0 1 1 0 0,0-1-1 0 0,6 5 0 0 0,-2-2-154 0 0,0-2 0 0 0,0 1-1 0 0,0-1 1 0 0,0 0 0 0 0,1 0 0 0 0,-1-1 0 0 0,1 0-1 0 0,0 0 1 0 0,0-1 0 0 0,0 0 0 0 0,11 1 0 0 0,5-1-1175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4.4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82 3 11522 0 0,'-2'-1'217'0'0,"1"1"-1"0"0,-1 0 1 0 0,0-1-1 0 0,0 1 1 0 0,0 0-1 0 0,0 0 1 0 0,0 0-1 0 0,0 0 1 0 0,0 0-1 0 0,0 1 1 0 0,0-1-1 0 0,0 1 1 0 0,0-1-1 0 0,0 1 1 0 0,0 0-1 0 0,0-1 1 0 0,0 1-1 0 0,1 0 1 0 0,-1 0-1 0 0,0 0 1 0 0,1 1-1 0 0,-1-1 0 0 0,1 0 1 0 0,-1 1-1 0 0,1-1 1 0 0,0 1-1 0 0,-1-1 1 0 0,1 1-1 0 0,0-1 1 0 0,0 1-1 0 0,0 0 1 0 0,0 0-1 0 0,0 0 1 0 0,1-1-1 0 0,-1 1 1 0 0,0 3-1 0 0,-5 15 169 0 0,1 0 0 0 0,0 1 0 0 0,2 0-1 0 0,0-1 1 0 0,2 1 0 0 0,0 0 0 0 0,3 25 0 0 0,-2 4-239 0 0,0 24-60 0 0,10 92-1 0 0,9-65-6786 0 0,-11-71-276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4.6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10 174 14283 0 0,'0'0'50'0'0,"-1"-1"0"0"0,0 1 0 0 0,1 0 0 0 0,-1-1 0 0 0,0 0 0 0 0,1 1 0 0 0,-1-1-1 0 0,1 1 1 0 0,-1-1 0 0 0,1 0 0 0 0,-1 1 0 0 0,1-1 0 0 0,0 0 0 0 0,-1 0 0 0 0,1 1 0 0 0,0-1 0 0 0,-1 0 0 0 0,1 0 0 0 0,0 1 0 0 0,0-1-1 0 0,0 0 1 0 0,0 0 0 0 0,0 0 0 0 0,0 1 0 0 0,0-1 0 0 0,0 0 0 0 0,0 0 0 0 0,0-1 0 0 0,1-1-13 0 0,0 0 1 0 0,0 0 0 0 0,0 0-1 0 0,1 1 1 0 0,-1-1-1 0 0,1 0 1 0 0,-1 0-1 0 0,3-2 1 0 0,5-5 87 0 0,0 0 0 0 0,19-16 0 0 0,-16 17-475 0 0,0 0 1 0 0,1 1 0 0 0,-1 0 0 0 0,2 1 0 0 0,-1 0 0 0 0,1 1 0 0 0,0 1-1 0 0,0 0 1 0 0,22-4 0 0 0,-14 4 336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4.8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36 1 3225 0 0,'-23'11'12310'0'0,"21"-8"-11750"0"0,0 0 53 0 0,1 0 0 0 0,-1 1 1 0 0,1-1-1 0 0,0 0 0 0 0,0 1 1 0 0,0 0-1 0 0,0 6 1 0 0,0 8-383 0 0,1 0 0 0 0,4 27 0 0 0,-3-32 589 0 0,18 134-249 0 0,-13-122-2011 0 0,16 44 0 0 0,-13-47-5875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5.5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6 11979 0 0,'5'-1'628'0'0,"1"-1"0"0"0,-1 1 0 0 0,1 0 0 0 0,-1 1 0 0 0,1-1 0 0 0,-1 1 0 0 0,1 0 0 0 0,-1 0 0 0 0,10 2 0 0 0,3 4 588 0 0,-18-5-1230 0 0,0 0 0 0 0,0-1 0 0 0,0 1 0 0 0,-1 0 0 0 0,1 0 0 0 0,0-1-1 0 0,0 1 1 0 0,-1 0 0 0 0,1 0 0 0 0,-1-1 0 0 0,1 1 0 0 0,-1 0 0 0 0,1-1 0 0 0,-1 1 0 0 0,1-1-1 0 0,-1 1 1 0 0,-3 2 1689 0 0,4 0-2741 0 0,-2 8 1462 0 0,3-3-1984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5.8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23 11522 0 0,'0'0'39'0'0,"0"0"0"0"0,0 0-1 0 0,-1 0 1 0 0,1 0-1 0 0,0 0 1 0 0,0 0 0 0 0,0 0-1 0 0,0 1 1 0 0,0-1-1 0 0,0 0 1 0 0,0 0 0 0 0,0 0-1 0 0,-1 0 1 0 0,1 0-1 0 0,0 0 1 0 0,0 1 0 0 0,0-1-1 0 0,0 0 1 0 0,0 0-1 0 0,0 0 1 0 0,0 0-1 0 0,0 0 1 0 0,0 1 0 0 0,0-1-1 0 0,0 0 1 0 0,0 0-1 0 0,0 0 1 0 0,0 0 0 0 0,0 0-1 0 0,0 1 1 0 0,0-1-1 0 0,0 0 1 0 0,0 0 0 0 0,0 0-1 0 0,0 0 1 0 0,0 0-1 0 0,0 0 1 0 0,1 1 0 0 0,-1-1-1 0 0,0 0 1 0 0,0 0-1 0 0,0 0 1 0 0,0 0-1 0 0,0 0 1 0 0,0 0 0 0 0,0 0-1 0 0,0 1 1 0 0,1-1-1 0 0,-1 0 1 0 0,0 0 0 0 0,0 0-1 0 0,0 0 1 0 0,0 0-1 0 0,0 0 1 0 0,1 0 0 0 0,-1 0-1 0 0,0 0 1 0 0,15 2 1160 0 0,16-4 302 0 0,40-10 707 0 0,-49 7-3212 0 0,0 1-1 0 0,0 1 1 0 0,0 1-1 0 0,35 1 1 0 0,-32 2 968 0 0,-3-3 36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6.2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47 5529 0 0,'0'-1'236'0'0,"1"0"1"0"0,-1 1-1 0 0,1-1 0 0 0,-1 0 1 0 0,1 1-1 0 0,0-1 0 0 0,-1 0 1 0 0,1 1-1 0 0,0-1 0 0 0,-1 1 0 0 0,1-1 1 0 0,0 1-1 0 0,0 0 0 0 0,-1-1 1 0 0,1 1-1 0 0,0 0 0 0 0,0 0 1 0 0,0-1-1 0 0,0 1 0 0 0,-1 0 0 0 0,1 0 1 0 0,0 0-1 0 0,0 0 0 0 0,0 0 1 0 0,0 0-1 0 0,0 0 0 0 0,-1 0 0 0 0,1 0 1 0 0,0 1-1 0 0,1-1 0 0 0,29 5 1952 0 0,-25-3-1858 0 0,0 1 0 0 0,0 0 0 0 0,0 1 0 0 0,0-1 0 0 0,0 1 0 0 0,-1 0 0 0 0,0 0-1 0 0,1 1 1 0 0,-2-1 0 0 0,1 1 0 0 0,5 8 0 0 0,5 7 511 0 0,22 41 0 0 0,-27-42-435 0 0,1 0 0 0 0,18 22 0 0 0,-27-39-372 0 0,15 15 417 0 0,-11-19-214 0 0,-2-13-46 0 0,-2-21-58 0 0,9-83-395 0 0,-8 100-846 0 0,2 2-1 0 0,8-26 1 0 0,-3 18-5969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6.4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6913 0 0,'7'11'1178'0'0,"-1"-1"-1"0"0,0 1 1 0 0,0 1-1 0 0,-1-1 0 0 0,-1 1 1 0 0,0 0-1 0 0,4 19 1 0 0,-4-11-198 0 0,-1 0 1 0 0,-1 0-1 0 0,-1 40 1 0 0,-3-42-1015 0 0,0-5-5429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6.5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92 65 5529 0 0,'-13'-15'488'0'0,"3"4"-392"0"0,2 2-96 0 0,-5-2 3881 0 0,9 7-2481 0 0,-2 0-815 0 0,-4-1-161 0 0,2 1-32 0 0,0 2-8 0 0,2 6-1416 0 0,2 2-289 0 0,3 2-55 0 0,3 4-16 0 0,4 2 1136 0 0,3 2 256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7.3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155 238 4145 0 0,'-1'0'52'0'0,"0"-1"1"0"0,-1 1-1 0 0,1-1 1 0 0,-1 1-1 0 0,1 0 1 0 0,0-1-1 0 0,-1 1 0 0 0,1 0 1 0 0,-1 0-1 0 0,1 0 1 0 0,-1 0-1 0 0,1 0 1 0 0,-1 0-1 0 0,1 0 1 0 0,-1 1-1 0 0,1-1 1 0 0,0 0-1 0 0,-1 1 0 0 0,1 0 1 0 0,-1-1-1 0 0,1 1 1 0 0,0 0-1 0 0,0-1 1 0 0,-1 1-1 0 0,1 0 1 0 0,0 0-1 0 0,0 0 1 0 0,0 0-1 0 0,0 0 0 0 0,-2 2 1 0 0,-33 41 1334 0 0,32-38-1222 0 0,-12 15 890 0 0,-19 36 1 0 0,32-52-777 0 0,0 1 0 0 0,1-1-1 0 0,-1 1 1 0 0,1 0 0 0 0,0 0 0 0 0,1 0 0 0 0,-1 0 0 0 0,1 0-1 0 0,0 0 1 0 0,1 0 0 0 0,-1 0 0 0 0,2 12 0 0 0,-1-17-237 0 0,0 0-1 0 0,0 0 1 0 0,1 0 0 0 0,-1 0 0 0 0,0 0 0 0 0,0 0 0 0 0,1 0-1 0 0,-1 0 1 0 0,0-1 0 0 0,1 1 0 0 0,-1 0 0 0 0,1 0-1 0 0,0 0 1 0 0,-1 0 0 0 0,1 0 0 0 0,-1-1 0 0 0,1 1 0 0 0,0 0-1 0 0,0-1 1 0 0,0 1 0 0 0,-1 0 0 0 0,1-1 0 0 0,0 1-1 0 0,0-1 1 0 0,0 1 0 0 0,2 0 0 0 0,-2-1-71 0 0,1 0 1 0 0,0-1-1 0 0,0 1 0 0 0,0 0 1 0 0,-1 0-1 0 0,1-1 0 0 0,0 1 1 0 0,-1-1-1 0 0,1 1 0 0 0,0-1 1 0 0,-1 0-1 0 0,1 0 0 0 0,2-1 1 0 0,6-5-66 0 0,-1 0 0 0 0,0-1 0 0 0,11-12 0 0 0,-19 19 199 0 0,17-20 203 0 0,34-32 509 0 0,-49 50-773 0 0,0 1 0 0 0,0 0 0 0 0,0-1 0 0 0,0 1 0 0 0,1 0 0 0 0,-1 0 0 0 0,1 1 0 0 0,-1-1 0 0 0,1 1 0 0 0,0 0 1 0 0,0 0-1 0 0,0 0 0 0 0,-1 0 0 0 0,1 1 0 0 0,4-1 0 0 0,-6 2-27 0 0,0-1 0 0 0,0 1 1 0 0,0 0-1 0 0,0 0 0 0 0,0 0 0 0 0,0 0 1 0 0,0 0-1 0 0,-1 0 0 0 0,1 0 0 0 0,0 0 1 0 0,-1 1-1 0 0,1-1 0 0 0,-1 1 0 0 0,0-1 1 0 0,1 1-1 0 0,-1 0 0 0 0,0 0 0 0 0,0-1 1 0 0,0 1-1 0 0,0 0 0 0 0,0 0 0 0 0,0 0 0 0 0,-1 0 1 0 0,1 0-1 0 0,0 2 0 0 0,10 54 785 0 0,-8-28-470 0 0,-1 1-1 0 0,-2 40 1 0 0,-1-62-362 0 0,0 0-1 0 0,0 0 1 0 0,-1 0-1 0 0,0 0 0 0 0,0 0 1 0 0,-1-1-1 0 0,-1 1 0 0 0,1-1 1 0 0,-1 1-1 0 0,0-1 0 0 0,-1 0 1 0 0,-7 8-1 0 0,12-15-50 0 0,0-1 0 0 0,0 1 0 0 0,-1-1 0 0 0,1 1 0 0 0,0-1 0 0 0,-1 1 0 0 0,1-1 0 0 0,0 0 0 0 0,-1 1 0 0 0,1-1-1 0 0,-1 0 1 0 0,1 1 0 0 0,0-1 0 0 0,-1 0 0 0 0,1 1 0 0 0,-1-1 0 0 0,1 0 0 0 0,-1 0 0 0 0,1 0 0 0 0,-1 1 0 0 0,1-1 0 0 0,-1 0 0 0 0,1 0 0 0 0,-1 0 0 0 0,0 0 0 0 0,1 0 0 0 0,-1 0 0 0 0,1 0 0 0 0,-1 0 0 0 0,-5-14-3178 0 0,9-23-1307 0 0,26-77 505 0 0,17-56 2749 0 0,-28 104 1034 0 0,15-37 1188 0 0,-3 13 2485 0 0,-24 67 659 0 0,7-53 4027 0 0,-16 82-5767 0 0,-3 14-848 0 0,3 11-1298 0 0,1 1-1 0 0,2-1 1 0 0,1 1 0 0 0,2-1 0 0 0,0 0 0 0 0,2 0-1 0 0,2 0 1 0 0,1-1 0 0 0,15 40 0 0 0,-17-57-135 0 0,1-1 0 0 0,-1 0 1 0 0,14 16-1 0 0,-19-25-66 0 0,1-1 1 0 0,0 1-1 0 0,0-1 0 0 0,0 0 0 0 0,0 1 1 0 0,0-1-1 0 0,1 0 0 0 0,-1 0 1 0 0,1 0-1 0 0,-1-1 0 0 0,1 1 0 0 0,0-1 1 0 0,-1 1-1 0 0,1-1 0 0 0,0 0 0 0 0,0 0 1 0 0,0 0-1 0 0,0 0 0 0 0,0-1 0 0 0,0 1 1 0 0,5-1-1 0 0,-6-1-49 0 0,1 0 1 0 0,-1 0-1 0 0,1-1 1 0 0,-1 1-1 0 0,1-1 0 0 0,-1 1 1 0 0,0-1-1 0 0,1 0 1 0 0,-1 0-1 0 0,0 0 0 0 0,0 0 1 0 0,-1 0-1 0 0,1-1 1 0 0,0 1-1 0 0,-1 0 1 0 0,1-1-1 0 0,-1 0 0 0 0,1-2 1 0 0,21-55-681 0 0,-20 53 673 0 0,10-36-196 0 0,-10 28 365 0 0,1 1 0 0 0,1-1 0 0 0,0 1 0 0 0,1 0 0 0 0,1 0 0 0 0,0 1 0 0 0,0 0 0 0 0,2 0 0 0 0,9-13 0 0 0,-17 26-37 0 0,-1-1-1 0 0,1 1 1 0 0,-1-1 0 0 0,1 1-1 0 0,-1-1 1 0 0,1 1 0 0 0,0-1-1 0 0,-1 1 1 0 0,1-1 0 0 0,-1 1-1 0 0,1 0 1 0 0,0-1 0 0 0,-1 1-1 0 0,1 0 1 0 0,0 0 0 0 0,0 0-1 0 0,-1-1 1 0 0,1 1-1 0 0,0 0 1 0 0,-1 0 0 0 0,1 0-1 0 0,0 0 1 0 0,0 0 0 0 0,-1 0-1 0 0,1 0 1 0 0,0 0 0 0 0,0 1-1 0 0,0-1 1 0 0,0 1 0 0 0,0 0 1 0 0,1 0-1 0 0,-1 0 0 0 0,0 0 1 0 0,0 0-1 0 0,0 0 0 0 0,0 0 1 0 0,0 0-1 0 0,-1 1 0 0 0,1-1 1 0 0,0 0-1 0 0,-1 0 1 0 0,2 3-1 0 0,2 7 52 0 0,-1 1 1 0 0,4 22 0 0 0,-5-24-26 0 0,-1-8-85 0 0,18 70 58 0 0,-16-65-368 0 0,0-1 1 0 0,0 1-1 0 0,0-1 0 0 0,1 0 0 0 0,-1 0 1 0 0,1 0-1 0 0,1 0 0 0 0,6 6 1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7.54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27 14747 0 0,'5'-27'1600'0'0,"-18"136"4039"0"0,13-72-5524 0 0,2-1-1 0 0,1 1 1 0 0,11 47 0 0 0,-8-61-975 0 0,1 0 1 0 0,1-1-1 0 0,16 33 1 0 0,-9-27-6073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7.7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0 208 11979 0 0,'1'-3'393'0'0,"0"1"1"0"0,0-1-1 0 0,1 1 1 0 0,-1-1 0 0 0,0 1-1 0 0,1 0 1 0 0,-1-1-1 0 0,1 1 1 0 0,0 0 0 0 0,0 0-1 0 0,0 0 1 0 0,0 1-1 0 0,0-1 1 0 0,4-2 0 0 0,1-3-353 0 0,11-9 38 0 0,1 1 1 0 0,1 1 0 0 0,0 0-1 0 0,1 2 1 0 0,26-12 0 0 0,-5 5-3196 0 0,79-23 1 0 0,-85 32 2578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7.8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 1 15667 0 0,'-14'15'696'0'0,"5"-6"137"0"0,0-1-665 0 0,4-2-168 0 0,4-3 0 0 0,-1-3 64 0 0,1 2-64 0 0,2 2 64 0 0,-2-2-64 0 0,1-6 72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0:34.19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1109 338 24575,'-37'-8'0,"12"1"0,13 5 0,0 1 0,-1 0 0,1 1 0,-1 0 0,1 1 0,0 0 0,-1 1 0,1 1 0,0 0 0,0 0 0,0 1 0,1 1 0,-1 0 0,-19 12 0,12-4 0,0 1 0,1 1 0,0 1 0,1 0 0,1 1 0,1 1 0,-14 21 0,-191 329 0,181-296 0,-49 97 0,-70 186 0,116-242 0,6 1 0,-40 218 0,57-183 0,5 2 0,11 252 0,18-198 0,59 289 0,-57-409 0,64 288 0,-58-290 0,3-2 0,54 113 0,163 233 0,-159-290 0,-76-123 0,-1-1 0,0-1 0,1-1 0,1 1 0,17 18 0,-23-27 0,0-1 0,0 1 0,1-1 0,-1 0 0,1 0 0,0 0 0,-1 0 0,1 0 0,0-1 0,0 0 0,0 0 0,0 0 0,0 0 0,0-1 0,1 1 0,-1-1 0,0 0 0,0 0 0,0-1 0,0 1 0,4-2 0,17-5 0,0 0 0,-1-2 0,0-1 0,-1-1 0,0 0 0,-1-2 0,40-30 0,-21 10 0,0-3 0,62-71 0,-34 22 0,-4-2 0,-3-4 0,-5-2 0,-4-2 0,78-194 0,-96 183 0,-4 0 0,-4-2 0,-6-1 0,9-117 0,-3-447 0,-55-1058 0,26 1695 0,-24-260 0,20 264 0,0-1 0,-2 1 0,-2 0 0,-1 1 0,-1 0 0,-30-53 0,30 67 0,-1-1 0,-1 2 0,0 0 0,-1 1 0,0 0 0,-2 1 0,0 1 0,0 0 0,-1 1 0,0 1 0,-29-12 0,23 13 0,-1 0 0,0 2 0,0 1 0,-1 1 0,0 1 0,0 1 0,0 1 0,-52 2 0,72 1 10,0 1 0,0 0 0,0 0 0,0 0 0,0 1-1,0 0 1,0 0 0,1 1 0,-1-1 0,1 1 0,-10 6 0,8-2-222,0-1 0,0 1 0,0 0 0,1 1 0,0 0 0,-7 11 0,-12 23-6614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0:50.89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3913 379 24575,'-16'-14'0,"-31"-25"0,-2 2 0,-2 2 0,-1 3 0,-1 2 0,-2 2 0,-98-36 0,76 40 0,-1 3 0,-1 3 0,-1 4 0,-124-6 0,81 17 0,1 6 0,-172 25 0,-225 82 0,315-49-202,4 9 1,-193 95-1,243-89 205,2 5 0,5 7 0,-139 112 0,244-170 23,1 1 0,2 2 0,1 1 0,2 2-1,-45 64 1,65-81 3,1 0 1,0 1-1,2 0 0,0 1 0,1 0 0,2 0 1,0 1-1,1 0 0,1 0 0,1 0 0,1 0 1,1 1-1,1-1 0,3 26 0,2-12-29,2-1 0,1-1 0,2 0 0,1 0 0,1 0 0,3-2 0,0 0 0,2 0 0,1-2 0,28 36 0,-17-29 0,3-2 0,0-1 0,2-2 0,2-1 0,1-2 0,1-1 0,52 28 0,-13-17 0,1-2 0,2-4 0,2-4 0,0-3 0,2-4 0,104 14 0,-7-13 0,349-3 0,-139-35 0,-1-16 0,-2-17 0,526-135 0,47-81 0,-844 227 0,-2-5 0,174-91 0,-238 105 0,-2-2 0,-1-2 0,-2-2 0,-1-2 0,-1-2 0,-3-2 0,62-77 0,-85 94 0,-1-2 0,-2 0 0,-1-1 0,0-1 0,-2 0 0,-1 0 0,-2-1 0,10-46 0,-15 49 0,-1 1 0,-1-1 0,-1 0 0,-1 1 0,-1-1 0,-2 1 0,0-1 0,-2 1 0,0 0 0,-15-40 0,8 35 0,-2 0-1,-1 0 0,0 1 0,-2 1 1,-2 1-1,0 0 0,-31-31 0,18 27 4,-1 0 0,-1 3 0,-1 0 0,-70-38 0,30 28-21,-2 3 0,-1 3 0,-1 4 1,-1 4-1,-104-17 0,48 18-27,-2 7 0,1 5 1,-2 7-1,1 5 0,0 7 0,1 5 1,0 7-1,1 6 0,2 5 0,-167 64 1,241-74 44,1 3 0,1 2 0,-59 38 0,109-60-106,6-4 38,0 0 0,0 0-1,0 0 1,1 0 0,-1 0-1,1 0 1,-1 1 0,1-1-1,-1 1 1,1-1 0,0 1-1,-1-1 1,1 1 0,0-1-1,0 1 1,-1 3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0:51.61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358 0 24575,'0'0'0,"0"0"0,0 0 0,-2 2 0,-5 12 0,-1-1 0,2 2 0,0-1 0,0 1 0,1-1 0,-4 28 0,-10 101 0,14-93 0,-36 352 0,-30 251 0,-41-7 0,92-567 0,9-41 0,1 1 0,3 0 0,-5 60 0,12-89-136,1-1-1,-1 1 1,2-1-1,-1 0 1,2 0-1,-1 1 1,1-1-1,0-1 0,5 10 1,3 1-6690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0:52.05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 24575,'0'0'0,"0"2"0,3 16 0,1 0 0,0-1 0,1 1 0,1-1 0,0 0 0,1-1 0,1 0 0,1 0 0,0 0 0,1-1 0,18 20 0,6 5 0,1-2 0,70 58 0,-87-81 0,0-1 0,1 0 0,0-2 0,27 14 0,-41-23 0,1-1 0,-1 0 0,0 0 0,1 0 0,0-1 0,-1 0 0,1 0 0,0 0 0,0-1 0,0 0 0,-1 0 0,1 0 0,0-1 0,0 0 0,0 0 0,-1 0 0,1-1 0,-1 1 0,1-1 0,-1-1 0,0 1 0,8-6 0,-1-1 0,0 0 0,-1-1 0,-1-1 0,0 1 0,13-18 0,38-66 0,-44 66 0,42-70-1365,-4 4-5461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1:20.93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962 171 24575,'-5'-4'0,"1"1"0,-1-1 0,0 1 0,1 1 0,-11-5 0,-5-3 0,-10-8 0,-1 1 0,-1 2 0,-51-18 0,67 28 0,-1 1 0,1 1 0,-1 0 0,0 2 0,0 0 0,0 0 0,0 2 0,1 0 0,-28 5 0,15 2 0,0 0 0,0 2 0,1 1 0,1 1 0,0 1 0,0 2 0,-39 28 0,38-22 0,1 1 0,2 1 0,0 1 0,1 2 0,2 0 0,-28 42 0,40-51 0,0 0 0,1 0 0,2 1 0,-1 1 0,2-1 0,1 1 0,0 0 0,1 0 0,1 1 0,1-1 0,1 1 0,0-1 0,2 1 0,2 20 0,4 2 0,2 0 0,2 0 0,1-1 0,2-1 0,27 54 0,-17-42 0,104 205 0,-106-218 0,3-1 0,0-1 0,3-1 0,40 42 0,-54-65 0,0 0 0,0 0 0,1-2 0,0 0 0,1-1 0,0 0 0,1-1 0,0-1 0,1-1 0,-1 0 0,1-1 0,0-1 0,1-1 0,0-1 0,-1 0 0,1-1 0,0-1 0,0-1 0,0-1 0,0 0 0,36-8 0,-20-1 0,-1-1 0,-1-1 0,0-2 0,0-1 0,50-33 0,-40 19 0,-1-3 0,-1-1 0,46-50 0,-8-7 0,-3-4 0,102-166 0,-145 207 0,-1-2 0,34-85 0,-57 119 0,-2-1 0,0 0 0,-1 0 0,-2 0 0,0-1 0,-1 0 0,-1 0 0,-2 0 0,0 0 0,-4-25 0,1 34 0,0 1 0,-2 0 0,0 0 0,0 0 0,-1 0 0,0 1 0,-1 0 0,-1 1 0,0-1 0,0 1 0,-1 1 0,-1 0 0,0 0 0,0 1 0,-1 0 0,-13-8 0,-13-8 0,-2 2 0,-1 1 0,-69-25 0,74 33 0,-1 1 0,-1 2 0,0 2 0,0 1 0,0 2 0,-1 2 0,0 1 0,0 2 0,0 2 0,0 1 0,0 2 0,0 2 0,1 1 0,0 2 0,-40 14 0,73-21-109,-25 12-1147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1:25.26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1225 418 24575,'0'0'0,"-2"-1"0,-23-16 0,1 2 0,-2 1 0,0 1 0,-1 2 0,0 0 0,-43-10 0,46 16 0,1 1 0,-2 1 0,1 2 0,0 0 0,0 1 0,0 2 0,0 0 0,-33 8 0,-6 5 0,1 3 0,0 3 0,-80 39 0,106-42 0,0 2 0,2 1 0,0 2 0,2 1 0,0 1 0,-46 49 0,63-56 0,1 0 0,0 1 0,1 1 0,1 0 0,1 1 0,1 0 0,0 1 0,2 0 0,1 0 0,1 1 0,0 0 0,2 0 0,-2 25 0,4-11 0,2 0 0,2 0 0,1 0 0,2 0 0,1 0 0,2-1 0,20 55 0,-3-22 0,3-2 0,60 105 0,-65-134 0,1-2 0,2-1 0,1-1 0,2-1 0,58 52 0,-69-71 0,1 0 0,0-1 0,0 0 0,1-2 0,1 0 0,0-2 0,0 0 0,1-1 0,0-2 0,1 0 0,-1-1 0,1-1 0,0-1 0,0-1 0,0-1 0,0-2 0,0 0 0,0-1 0,0-1 0,0-1 0,-1-2 0,33-11 0,-22 4 0,0-2 0,-1-2 0,-1-1 0,-1-1 0,0-1 0,43-40 0,-38 25 0,-1-1 0,-2-1 0,-1-1 0,30-53 0,-17 17 0,54-130 0,10-85 0,-103 277 0,91-292 0,-79 241 0,-4-1 0,11-120 0,-23 163 0,0 1 0,-2-1 0,-1 1 0,0 0 0,-2 0 0,0 0 0,-1 0 0,-1 0 0,-1 1 0,-10-22 0,12 32 0,-1 0 0,1 0 0,-1 1 0,-1-1 0,0 2 0,0-1 0,0 1 0,-1 0 0,0 0 0,0 1 0,-1 0 0,0 1 0,0 0 0,0 0 0,0 1 0,-1 0 0,0 0 0,0 1 0,0 1 0,0 0 0,-19-2 0,4 3 0,0 1 0,0 1 0,0 1 0,0 1 0,0 2 0,-27 8 0,-140 56 0,177-63-116,-2 1-197,1 0 1,-1 1 0,-27 19 0,36-20-6514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1:29.14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4 24575,'0'0'0,"23"-2"0,-17 1 0,-1 1 0,0-1 0,0 1 0,0 0 0,1 1 0,-1-1 0,0 1 0,0 0 0,0 0 0,0 1 0,0 0 0,0-1 0,0 2 0,-1-1 0,1 0 0,-1 1 0,0 0 0,1 0 0,-1 0 0,0 1 0,-1-1 0,1 1 0,3 5 0,314 316 0,-85-97-1365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1:29.65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1 339 24575,'53'7'0,"-10"0"0,7-3 0,1-3 0,-1-2 0,1-3 0,68-12 0,-113 15 0,0-1 0,-1 1 0,1-1 0,0 0 0,-1-1 0,1 1 0,-1-1 0,0 0 0,9-6 0,-12 6 0,1 0 0,0 0 0,0-1 0,-1 1 0,0 0 0,0-1 0,0 0 0,0 1 0,0-1 0,-1 0 0,1 0 0,-1 0 0,0 0 0,0-8 0,5-60-471,-4-89 0,-2 148 48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1:30.42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890 1 24575,'0'0'0,"0"0"0,-24 11 0,-19 17 0,-65 55 0,-2 2 0,-45 15 0,68-46 0,-149 121 0,201-144-65,13-13-369,0 1 1,-26 32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1:30.88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129 1 24575,'0'0'0,"0"0"0,0 2 0,-19 93 0,-35 110 0,11-52 0,42-150 0,-2 8 0,1 0 0,0 0 0,0 0 0,0 19 0,2-27 0,0-1 0,0 0 0,0 0 0,1 1 0,-1-1 0,1 0 0,-1 0 0,1 1 0,0-1 0,0 0 0,0 0 0,0 0 0,0 0 0,0 0 0,1 0 0,-1-1 0,1 1 0,-1 0 0,1-1 0,0 1 0,0-1 0,-1 1 0,1-1 0,0 0 0,0 0 0,0 0 0,0 0 0,1 0 0,2 1 0,5 0 0,0 0 0,1-1 0,-1-1 0,0 1 0,0-1 0,14-3 0,64-12 0,-46 6 0,13-1-1365,-5 1-5461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1:44.40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979 478 24575,'1'-3'0,"-1"0"0,0 1 0,1-1 0,-1 0 0,-1 0 0,1 0 0,0 0 0,-1 1 0,0-5 0,0 0 0,-4-22 0,0-1 0,-2 1 0,-19-52 0,19 64 0,0 0 0,-2 1 0,0 0 0,0 0 0,-2 1 0,1 0 0,-21-20 0,26 31 0,0 0 0,0-1 0,0 2 0,-1-1 0,1 0 0,-1 1 0,0 0 0,0 1 0,0-1 0,0 1 0,-1 0 0,1 1 0,-8-2 0,5 3 0,-1-1 0,1 2 0,0-1 0,-1 1 0,1 0 0,0 1 0,0 0 0,-12 5 0,-5 3 0,1 2 0,0 1 0,1 2 0,0 0 0,-25 21 0,3 1 0,2 2 0,2 2 0,1 2 0,3 1 0,1 2 0,2 2 0,-46 85 0,61-97 0,3 1 0,0 1 0,3 1 0,1 0 0,2 1 0,2 0 0,1 1 0,2 0 0,2 0 0,2 0 0,5 73 0,-1-95 0,1 0 0,1 0 0,0 0 0,2 0 0,0-1 0,1 0 0,0 0 0,2-1 0,0 0 0,1 0 0,0-1 0,2 0 0,0-1 0,1-1 0,0 0 0,1 0 0,0-1 0,1-1 0,1 0 0,25 14 0,-4-8 0,1-1 0,0-1 0,1-3 0,0-1 0,1-1 0,0-3 0,1-1 0,41 1 0,-22-6 0,-1-1 0,1-4 0,0-2 0,110-24 0,-124 16 0,-2-1 0,0-2 0,0-1 0,-2-3 0,0-2 0,-2-1 0,0-2 0,-2-2 0,45-40 0,-43 29 0,-2-1 0,-1-1 0,-2-2 0,-2-2 0,-2-1 0,-2-1 0,37-83 0,-54 102 0,-1-1 0,-2 1 0,0-2 0,-2 0 0,-1 0 0,-2 0 0,-1 0 0,-1-1 0,-1-30 0,-4 35 0,0-1 0,-1 1 0,-1 0 0,-2 0 0,0 0 0,-2 1 0,-1 0 0,0 1 0,-2 0 0,-24-35 0,16 29 0,-2 2 0,-1 0 0,-2 1 0,0 1 0,-1 2 0,-46-32 0,52 42 0,-1 0 0,0 1 0,-1 1 0,-1 2 0,0 0 0,0 1 0,0 1 0,-1 1 0,0 1 0,-33-2 0,29 7-682,-49 5-1,-18 10-6143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1:48.44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1653 428 24575,'-14'-16'0,"-8"-10"0,-2 1 0,-1 1 0,-1 1 0,-1 1 0,-1 2 0,-1 1 0,-1 1 0,0 1 0,-1 2 0,-1 1 0,0 1 0,-1 2 0,0 1 0,-1 2 0,0 1 0,-51-3 0,41 9 0,0 2 0,0 2 0,1 2 0,-1 1 0,1 3 0,1 2 0,0 1 0,0 2 0,-55 27 0,50-17 0,1 1 0,2 2 0,0 3 0,2 1 0,1 2 0,2 1 0,-54 63 0,69-69 0,2 2 0,1 0 0,2 2 0,1 0 0,1 1 0,2 1 0,2 0 0,0 1 0,3 0 0,1 1 0,1 0 0,2 1 0,2-1 0,1 1 0,2 0 0,2 0 0,1 0 0,1 0 0,3-1 0,1 1 0,1-1 0,2-1 0,2 0 0,19 40 0,-13-39 0,1-1 0,2-1 0,2-1 0,1-1 0,1-1 0,1-2 0,2 0 0,1-2 0,2-1 0,0-1 0,41 24 0,11 0 0,2-3 0,3-5 0,135 46 0,230 43 0,-338-107 0,1-5 0,120 3 0,-181-20 0,0-1 0,-1-4 0,1-1 0,-1-3 0,0-3 0,-1-1 0,91-36 0,-110 34 0,-1-1 0,-1-2 0,-1-1 0,-1-2 0,0-1 0,-1-1 0,-2-2 0,0 0 0,-2-2 0,0-1 0,-2-1 0,33-51 0,-40 49 0,-2 0 0,-1-1 0,-1 0 0,-1-1 0,-2 0 0,-1 0 0,-2-1 0,-1 0 0,-2-1 0,-1 1 0,-3-48 0,-5 8 0,-3-1 0,-3 1 0,-3 1 0,-27-77 0,11 55 0,-4 2 0,-4 2 0,-3 1 0,-5 3 0,-64-91 0,90 147 0,-2 1 0,-1 1 0,-2 1 0,0 1 0,-2 2 0,0 0 0,-2 2 0,-32-18 0,43 30 0,0 0 0,-1 1 0,0 1 0,0 2 0,-1-1 0,0 2 0,0 1 0,0 1 0,-1 0 0,1 2 0,-1 0 0,1 2 0,-1 0 0,1 2 0,-24 5 0,10 1-682,-58 23-1,-23 21-6143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1:49.54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0 160 24575,'9'-14'0,"-2"4"0,0 1 0,0 0 0,0 0 0,1 1 0,1 0 0,-1 0 0,1 0 0,18-10 0,-13 11 0,1 0 0,0 0 0,0 2 0,0 0 0,30-6 0,-15 5 0,1 2 0,0 0 0,0 2 0,0 2 0,0 1 0,61 9 0,-86-9-1365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1:50.06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89 32 24575,'-2'-1'0,"-1"-1"0,0 1 0,0 0 0,0 0 0,0 0 0,0 0 0,0 1 0,-5-1 0,-6-2 0,10 2 0,-2 0 0,1-1 0,0 0 0,0 0 0,0 0 0,-9-6 0,15 7 0,9 3 0,12 7 0,269 174 0,-284-178 0,4 2 0,-1 0 0,0 0 0,-1 2 0,13 12 0,-20-19 0,0 1 0,0-1 0,0 1 0,-1-1 0,1 1 0,-1-1 0,0 1 0,1 0 0,-1 0 0,-1 0 0,1 0 0,0 0 0,-1 0 0,1 0 0,-1 0 0,0 0 0,0 0 0,0 0 0,0 0 0,-1 0 0,1 0 0,-1 0 0,-2 5 0,-3 5-136,-2 0-1,0 0 1,0-1-1,-1 0 1,0-1 0,-22 21-1,26-26-273,-33 32-6416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1:50.73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90 24575,'0'0'0,"10"-4"0,10-3 0,12-3 0,12-1 0,10-2 0,9 1 0,7 1 0,6 1 0,4 3 0,3 3 0,0 4 0,-2 5 0,-15 2-8191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1:51.38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351 1 24575,'-14'0'0,"-1"0"0,1 1 0,0 1 0,0 0 0,1 1 0,-1 1 0,0 0 0,1 0 0,0 2 0,0 0 0,0 0 0,1 1 0,0 0 0,0 1 0,1 1 0,-11 9 0,11-7 0,0 0 0,0 1 0,1 0 0,0 0 0,1 1 0,1 0 0,0 1 0,1-1 0,0 2 0,1-1 0,1 1 0,0 0 0,-4 24 0,9-38 0,-1 0 0,1 1 0,0-1 0,0 0 0,0 0 0,0 0 0,0 1 0,0-1 0,1 0 0,-1 0 0,0 0 0,0 1 0,1-1 0,-1 0 0,1 0 0,-1 0 0,1 0 0,0 0 0,-1 0 0,1 0 0,0 0 0,0 0 0,0 0 0,-1 0 0,1 0 0,0-1 0,0 1 0,0 0 0,3 0 0,1 2 0,1-1 0,-1-1 0,1 1 0,0-1 0,8 0 0,12 4 0,175 62 0,-172-54 0,0 1 0,-1 1 0,0 2 0,39 30 0,-62-42-1365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3:08.64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1385 5354 24575,'-3'-2'0,"0"0"0,0-1 0,1 1 0,-1-1 0,1 0 0,0 1 0,-1-1 0,-1-4 0,-8-9 0,-63-58 0,-4 2 0,-123-84 0,100 81 0,-113-110 0,146 113-46,3-2-1,3-3 1,4-3-1,4-3 1,3-1 0,3-3-1,5-2 1,4-2-1,3-1 1,5-2-1,3-2 1,5 0-1,5-2 1,3 0-1,5-1 1,1-141-1,17 85-143,6 1-1,7 0 0,7 1 0,65-207 0,-29 168-127,8 3-1,184-343 1,-161 370-133,164-214-1,-185 284 361,4 4 0,4 2-1,132-106 1,-43 70 302,-143 106-62,0 2 0,1 0-1,0 2 1,49-13 0,-67 22 13,0 1 1,1 0-1,-1 0 1,1 1 0,-1 1-1,1 0 1,0 0-1,-1 1 1,1 0 0,16 5-1,-20-3-91,0-1 0,0 1 0,0 0 0,-1 1 0,1 0 0,-1 0 1,0 0-1,0 1 0,-1 0 0,1 0 0,-1 0 0,0 1 0,0 0 0,-1 0 0,6 10 0,0 3-58,-1 1 1,-1 0-1,0 0 1,-2 1-1,0-1 0,4 33 1,-5-12-16,-2 0-1,-3 60 1,0-90 2,-1-1 0,0 1 0,-1-1 0,0 1 0,-6 16 0,8-25 0,-1 0 0,0 0 0,1-1 0,-1 1 0,0 0 0,0-1 0,-1 1 0,1-1 0,0 1 0,0-1 0,-1 1 0,1-1 0,-1 0 0,1 0 0,-1 0 0,0 0 0,1 0 0,-1 0 0,0 0 0,0 0 0,1-1 0,-1 1 0,0-1 0,0 1 0,0-1 0,0 0 0,0 0 0,0 0 0,0 0 0,1 0 0,-1 0 0,0 0 0,0-1 0,0 1 0,0-1 0,0 1 0,0-1 0,-2-1 0,-5-2-136,1-1-1,-1 0 1,1 0-1,0-1 1,0 0-1,1 0 1,0-1-1,0 0 0,-8-9 1,-10-16-6690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3:09.12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90 1 24575,'0'0'0,"-11"4"0,6-2 0,0 0 0,0 1 0,0-1 0,0 1 0,1 0 0,0 1 0,-1-1 0,1 1 0,1-1 0,-1 1 0,0 1 0,1-1 0,0 0 0,0 1 0,0-1 0,0 1 0,-2 7 0,4-8 0,0 0 0,0 1 0,0-1 0,0 0 0,1 1 0,0-1 0,0 1 0,0-1 0,1 0 0,-1 1 0,1-1 0,0 0 0,0 0 0,0 1 0,1-1 0,-1 0 0,1 0 0,0 0 0,1-1 0,-1 1 0,0 0 0,5 4 0,2 2 0,1-1 0,0 0 0,0 0 0,1-1 0,0 0 0,1-1 0,18 9 0,91 33 0,-112-46 0,416 114 0,-224-69 0,-189-45 0,-8-2 0,-1-1 0,1 1 0,0 0 0,-1 1 0,1-1 0,-1 0 0,0 1 0,1 0 0,3 2 0,-7-4 0,0 1 0,0-1 0,0 0 0,0 0 0,0 0 0,0 1 0,1-1 0,-1 0 0,0 0 0,0 0 0,0 1 0,0-1 0,0 0 0,0 0 0,0 1 0,0-1 0,0 0 0,0 0 0,0 1 0,0-1 0,0 0 0,0 0 0,0 1 0,0-1 0,0 0 0,0 0 0,0 0 0,-1 1 0,1-1 0,0 0 0,0 0 0,0 0 0,0 1 0,0-1 0,-1 0 0,1 0 0,0 0 0,0 0 0,0 1 0,0-1 0,-1 0 0,1 0 0,0 0 0,0 0 0,-1 0 0,-12 7 0,11-7 0,-31 14 0,0 2 0,1 1 0,1 1 0,0 1 0,2 2 0,0 1 0,2 2 0,0 0 0,2 2 0,1 1 0,0 1 0,-28 46 0,-7 30-1365,9-4-5461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3:18.78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537 180 24575,'0'0'0,"0"0"0,-1 3 0,-28 76 0,4 2 0,-19 112 0,24-103 0,6-27 0,2 0 0,3 2 0,3-1 0,3 80 0,4-117 0,2 0 0,0 1 0,2-1 0,1 0 0,1-1 0,2 0 0,0 0 0,2-1 0,0 0 0,2 0 0,1-2 0,26 36 0,-31-50 0,1 0 0,0-1 0,0 0 0,1-1 0,0 0 0,0 0 0,1-1 0,0-1 0,0 0 0,22 6 0,13 7 0,66 22 0,2-5 0,156 27 0,-48-12 0,55 10 0,-201-48 0,129 3 0,198-37 0,-2-31 0,-296 38 0,11-3 0,-32 4 0,0 3 0,114 0 0,-193 11 0,0 0 0,0 1 0,0-1 0,0 1 0,0 1 0,0-1 0,0 1 0,0 0 0,7 4 0,-12-5 0,1 0 0,0 1 0,0-1 0,-1 1 0,1-1 0,-1 1 0,1 0 0,-1 0 0,1 0 0,-1-1 0,0 1 0,0 0 0,0 1 0,-1-1 0,1 0 0,0 0 0,-1 0 0,1 0 0,-1 1 0,0-1 0,1 0 0,-1 0 0,0 1 0,-1-1 0,1 0 0,0 0 0,-2 4 0,-5 31 0,-26 67 0,-3 17 0,28-81 0,3 0 0,1 1 0,3 76 0,7-40 0,18 84 0,-20-132 0,-1 1 0,-1 0 0,-2 0 0,-1 0 0,-1 0 0,-2 0 0,-1-1 0,-11 41 0,14-67 0,1 1 0,0 0 0,1-1 0,-1 1 0,0 0 0,1 0 0,0 0 0,0-1 0,0 1 0,2 7 0,-1-9 0,0-1 0,0 1 0,0-1 0,0 0 0,0 1 0,0-1 0,0 0 0,1 0 0,-1 0 0,0 0 0,1 0 0,-1 0 0,1 0 0,-1-1 0,1 1 0,0-1 0,-1 1 0,1-1 0,-1 1 0,1-1 0,0 0 0,0 0 0,-1 0 0,1 0 0,0 0 0,1 0 0,303-3 0,-159-1 0,171-11 0,161 2 0,-426 14 0,1-2 0,-1-2 0,0-3 0,0-2 0,99-28 0,-132 30 0,279-72 0,-257 70 0,0 3 0,1 1 0,-1 2 0,1 2 0,52 6 0,207 40 0,10 1 0,-285-45 0,39-3 0,-36 0 0,45 4 0,-68-2 0,1 0 0,-1 0 0,1 1 0,-1 0 0,0 1 0,0-1 0,0 1 0,0 1 0,-1-1 0,13 10 0,-18-13 0,0 1 0,0 0 0,0 0 0,0 0 0,0-1 0,-1 1 0,1 0 0,0 0 0,-1 0 0,1 0 0,0 1 0,-1-1 0,1 0 0,-1 0 0,0 0 0,1 0 0,-1 1 0,0-1 0,0 0 0,0 0 0,0 0 0,0 1 0,0-1 0,0 0 0,0 0 0,0 1 0,0-1 0,-1 0 0,1 0 0,-1 0 0,1 0 0,-1 1 0,1-1 0,-1 0 0,1 0 0,-1 0 0,0 0 0,0 0 0,1 0 0,-2 0 0,-5 7 0,-1-1 0,0 0 0,0-1 0,-10 6 0,-3 4 0,12-7 0,1 0 0,0 0 0,0 1 0,1 0 0,0 0 0,1 0 0,1 1 0,-1 0 0,2 0 0,-1 1 0,-4 21 0,0 10 0,-5 86 0,11-85 0,-4 27 0,-15 219 0,24-1 0,-1-271 0,1 0 0,0 0 0,2 0 0,0-1 0,1 1 0,8 16 0,-11-29 0,0 0 0,1 0 0,0 0 0,0-1 0,0 1 0,0-1 0,1 0 0,-1 0 0,1 0 0,0 0 0,1-1 0,-1 1 0,1-1 0,-1 0 0,1 0 0,0-1 0,0 0 0,0 0 0,0 0 0,0 0 0,1-1 0,-1 0 0,11 1 0,11-2 0,0-2 0,0 0 0,-1-2 0,0-1 0,28-9 0,8-1 0,434-68 0,4 28 0,124-17 0,-172-16 0,-6-24 0,-429 108 0,0-1 0,54-11 0,-65 15 0,0 0 0,0 1 0,0 0 0,0 0 0,-1 0 0,1 1 0,0 0 0,0 0 0,9 3 0,-6 3 0,-25-14 0,7 0 0,1-1 0,-1 0 0,1 0 0,1-1 0,-1 0 0,1 0 0,1-1 0,-9-17 0,1-2 0,-20-59 0,14 15 0,2-1 0,4-1 0,-8-116 0,12-232 0,10 419 0,85-1398 0,-12 918 0,-7 60 0,-57 372 0,3 1 0,20-56 0,-28 94 0,-3 11 0,-1 1 0,1 0 0,-1-1 0,1 1 0,-1-1 0,0 1 0,0 0 0,0-1 0,0 1 0,0-1 0,0 1 0,0 0 0,0-1 0,-1 1 0,0-2 0,1 2 0,-1 0 0,1 1 0,0-1 0,-1 1 0,1-1 0,-1 0 0,0 1 0,1 0 0,-1-1 0,1 1 0,-1-1 0,0 1 0,1 0 0,-1-1 0,0 1 0,0 0 0,1 0 0,-1 0 0,0-1 0,1 1 0,-2 0 0,-5 0 0,1 1 0,-1-1 0,1 1 0,-1 1 0,-9 2 0,-2 1 0,-134 20 0,-263 9 0,-158-35 0,338-3 0,-948-15 0,-622-4 0,-1 64 0,671-31 0,887-26 0,-657-20 0,719 37 0,-612 22 0,793-22-120,-14 1 373,18-2-302,1 0 1,-1 0 0,1 0 0,-1 0-1,1 0 1,-1 0 0,1 0-1,0 0 1,-1 1 0,1-1-1,-1 0 1,1 0 0,-1 1-1,1-1 1,0 0 0,-1 1-1,1-1 1,0 0 0,-1 1-1,1-1 1,0 0 0,0 1 0,-1-1-1,1 1 1,0-1 0,0 0-1,0 1 1,-1-1 0,1 1-1,0 0 1,2 6-6778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2:31.47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126 600 24575,'-5'15'0,"-27"72"0,5-20 0,-32 135 0,58-199 0,0 1 0,1 0 0,-1 0 0,1 0 0,0 0 0,0-1 0,1 1 0,0 6 0,-1-10 0,1 1 0,-1-1 0,0 1 0,0 0 0,1-1 0,-1 1 0,0-1 0,1 1 0,-1-1 0,0 1 0,1-1 0,-1 1 0,1-1 0,-1 0 0,1 1 0,-1-1 0,1 0 0,-1 1 0,1-1 0,-1 0 0,1 0 0,0 1 0,1-1 0,-1 0 0,1 0 0,-1 0 0,0 0 0,1 0 0,-1 0 0,1-1 0,-1 1 0,1 0 0,-1-1 0,0 1 0,1-1 0,1-1 0,15-9 0,-1-1 0,0-1 0,-1 0 0,0-2 0,-1 0 0,25-32 0,-24 28 0,457-579 0,-342 426 0,-55 71-1365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2:33.11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0 24575,'1'3'0,"0"0"0,0 0 0,1 0 0,-1 0 0,1-1 0,0 1 0,0 0 0,0-1 0,0 1 0,4 3 0,-1 0 0,32 32 0,1-2 0,1-1 0,49 32 0,-15-11 0,374 250 0,27-40 0,-468-262 0,566 264 0,209 88 0,-552-239 0,360 210 0,-54 44 0,-420-294 0,439 263 0,-318-226 0,110 58 0,-115-50 0,311 115 0,-63-21 0,-9-4 0,-293-147 0,192 81 0,-125-25 0,261 110 0,101-44 0,-515-162 0,304 92 0,383 102 0,-509-152 0,430 171 0,-106-7 0,-501-199 0,140 51 0,-172-59 0,98 57 0,-121-56 0,52 45 0,24 18 0,-100-80 0,1 0 0,-1 0 0,1-2 0,1 0 0,-1 0 0,1-1 0,15 2 0,-28-6-73,1-1-19,-1 1 0,1 0-1,-1-1 1,0 0 0,1 0 0,-1 0-1,1 0 1,-1 0 0,1 0-1,-1 0 1,1-1 0,-1 1-1,5-2 1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2:34.66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46 335 24575,'0'14'0,"4"40"0,2 0 0,3 0 0,27 95 0,-3-51 0,47 101 0,16-5 0,-26-56 0,-60-113 0,-10-25 0,0 0 0,0 0 0,0 0 0,0 0 0,0 0 0,0 0 0,-1 0 0,1 0 0,0 0 0,0 0 0,0 0 0,0 0 0,0 0 0,-1 0 0,1 0 0,0 0 0,0 0 0,0 0 0,0 0 0,0 0 0,-1 0 0,1 0 0,0 0 0,0 0 0,0 0 0,0 0 0,0 1 0,0-1 0,0 0 0,0 0 0,-1 0 0,1 0 0,0 0 0,0 0 0,0 0 0,0 1 0,0-1 0,0 0 0,0 0 0,0 0 0,0 0 0,0 0 0,0 0 0,0 1 0,0-1 0,0 0 0,0 0 0,0 0 0,0 0 0,0 0 0,0 1 0,0-1 0,0 0 0,0 0 0,0 0 0,-12-11 0,-8-13 0,1-1 0,1-1 0,-16-32 0,-40-92 0,-46-143 0,95 218 0,4-1 0,-13-78 0,31 132 0,0 0 0,1 1 0,1-1 0,1 0 0,5-33 0,-4 46 0,1 1 0,0 0 0,1-1 0,0 1 0,0 0 0,0 1 0,1-1 0,0 0 0,1 1 0,0 0 0,0 0 0,0 1 0,1-1 0,0 1 0,0 0 0,14-9 0,-4 5 0,1 0 0,0 2 0,0 0 0,1 1 0,0 0 0,28-5 0,119-13 0,-148 23 0,833-36 0,-819 38-1365,-18 1-5461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2:35.67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1107 24575,'12'5'0,"-1"-1"0,0 0 0,15 3 0,7 2 0,350 107 0,6-31 0,-347-79 0,1-1 0,-1-2 0,1-1 0,72-8 0,-99 3 0,-1 0 0,1-1 0,0 0 0,-1-1 0,0-1 0,24-13 0,-30 13 0,0 0 0,0 0 0,0-1 0,-1 0 0,0-1 0,-1 1 0,0-2 0,0 1 0,0-1 0,9-19 0,-6 8 0,-2-1 0,0 0 0,-2-1 0,0 0 0,-2 0 0,0 0 0,-1-1 0,-2 1 0,-1-41 0,-6-18 0,-23-108 0,25 166 0,-105-503-1365,81 401-5461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3:22.94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301 122 24575,'0'0'0,"0"0"0,0 3 0,-1 0 0,0-1 0,0 1 0,0 0 0,0 0 0,0-1 0,-1 1 0,-2 3 0,-5 12 0,-8 32 0,2 0 0,-10 59 0,-7 111 0,18-116 0,-138 1211 0,128-904 0,34 502 0,2-723 0,35 456 0,-44-611 0,9 68 0,-10-91 0,0-1 0,1 0 0,1 0 0,0 0 0,0-1 0,11 18 0,-11-23 0,0 0 0,0-1 0,1 1 0,-1-1 0,1 0 0,0 0 0,1-1 0,7 5 0,48 20 0,-56-27 0,0 0 0,0-1 0,1 0 0,-1 1 0,0-2 0,0 1 0,1-1 0,-1 1 0,0-1 0,0-1 0,0 1 0,9-5 0,17-2 0,87-12 0,0 5 0,124 2 0,239 21 0,362 66 0,-619-47 0,441-3 0,-324-38 0,362-9 0,-252 23 0,682-20 0,338-116 0,-961 82 0,-265 37 0,-189 17 0,-1 3 0,78 13 0,-55-2 0,112 5 0,-162-18 0,-1-1 0,0-2 0,0-1 0,0 0 0,-1-3 0,1 0 0,49-19 0,-72 23 0,0 0 0,0-1 0,0 1 0,0-1 0,0 0 0,0 0 0,-1 0 0,0 0 0,0-1 0,0 1 0,0-1 0,0 0 0,-1 0 0,1 0 0,-1 0 0,0-1 0,0 1 0,-1 0 0,3-9 0,-1-7 0,0 0 0,-1 1 0,0-31 0,-2 13 0,54-514 0,3-97 0,-56 637 0,0-14 0,-1 1 0,0-1 0,-2 1 0,-1 0 0,-9-36 0,1 40 0,11 20 0,0 0 0,-1 0 0,1 0 0,0 0 0,-1-1 0,1 1 0,0 0 0,-1 0 0,1 0 0,0 0 0,-1 0 0,1 0 0,0 0 0,-1 0 0,1 0 0,0 0 0,-1 0 0,1 0 0,0 0 0,-1 0 0,1 0 0,0 0 0,-1 1 0,1-1 0,0 0 0,-1 0 0,1 0 0,0 0 0,-1 1 0,1-1 0,0 0 0,-1 1 0,-2 3 0,0 1 0,-1 0 0,2 0 0,-1 0 0,-3 8 0,-12 19 0,15-30 0,0 0 0,-1 0 0,1 0 0,-1-1 0,1 1 0,-1-1 0,0 0 0,0 0 0,1 0 0,-1 0 0,0-1 0,-7 0 0,-53-3 0,41 1 0,-475-46 0,31 2 0,-3 36 0,276 24 0,1 9 0,-285 70 0,-6 7 0,471-97 0,0-1 0,0-1 0,0 0 0,-1-1 0,1 0 0,0-1 0,0 0 0,0-1 0,-15-5 0,21 5 0,0-1 0,0 0 0,1 0 0,-1-1 0,1 0 0,0 0 0,0 0 0,0-1 0,1 0 0,-1 0 0,1 0 0,1-1 0,-1 0 0,1 0 0,0 0 0,0 0 0,-5-14 0,-2-7 0,2-1 0,1 0 0,1 0 0,1-1 0,2 1 0,-1-59 0,19-175 0,-14 258 0,103-627 0,-37 278 0,-62 328 0,2-4 0,-1 0 0,-2 0 0,-1-1 0,-4-55 0,2 84 0,0 0 0,0 0 0,0 0 0,0 0 0,0 0 0,-1 0 0,1 0 0,0 0 0,0 0 0,-1 0 0,1 0 0,-1 0 0,1 1 0,-1-1 0,0 0 0,1 0 0,-1 0 0,0 1 0,1-1 0,-2-1 0,1 2 0,0 0 0,0 0 0,1 0 0,-1 0 0,0 0 0,0 0 0,1 0 0,-1 0 0,0 0 0,1 0 0,-1 1 0,0-1 0,0 0 0,1 1 0,-1-1 0,0 0 0,1 1 0,-1-1 0,1 0 0,-1 1 0,0 0 0,-6 6 0,0 0 0,0 1 0,-7 12 0,4-7 0,-17 16 0,-1-1 0,-1-1 0,-1-1 0,-1-2 0,-2-1 0,0-2 0,-1-1 0,-1-2 0,-1-1 0,-1-2 0,0-1 0,0-2 0,-68 12 0,32-13 0,1-3 0,-2-3 0,1-4 0,0-3 0,0-3 0,-111-21 0,-22-15 0,-181-30 0,307 63 0,0 3 0,-153 12 0,-160 42 0,196-20 0,35-6 0,-96 12 0,252-34 0,-4 0 0,-1 0 0,0-1 0,0 0 0,0 0 0,-15-3 0,24 2 0,0 1 0,-1-1 0,1 0 0,0 0 0,0 0 0,-1 0 0,1 0 0,0 0 0,0-1 0,0 1 0,0-1 0,1 1 0,-1-1 0,0 0 0,1 1 0,-1-1 0,1 0 0,-1 0 0,1 0 0,0 0 0,0-1 0,0 1 0,0 0 0,0 0 0,1-1 0,-1 1 0,1 0 0,-1-1 0,1 1 0,0-3 0,-1-24 0,1 0 0,2 0 0,6-33 0,23-89 0,-16 84 0,24-107 0,69-361 0,-105 522 0,10-97 0,-12 101 0,-1 0 0,0-1 0,-1 1 0,0 0 0,0-1 0,-1 1 0,0 0 0,-1 0 0,-5-12 0,7 20 0,1 0 0,0 0 0,-1-1 0,0 1 0,1 0 0,-1 0 0,0 0 0,1 0 0,-1 0 0,0 1 0,0-1 0,0 0 0,0 0 0,0 0 0,0 1 0,0-1 0,0 0 0,0 1 0,0-1 0,0 1 0,0 0 0,0-1 0,-1 1 0,1 0 0,0 0 0,0-1 0,0 1 0,-1 0 0,1 0 0,0 0 0,0 0 0,0 1 0,-1-1 0,1 0 0,0 1 0,0-1 0,0 0 0,0 1 0,-1-1 0,-1 2 0,-4 3 0,0 0 0,0 1 0,1-1 0,-12 14 0,1-2 0,-6 0 0,-1 0 0,-1-2 0,0 0 0,-1-2 0,0-1 0,-1-1 0,-1-1 0,1-1 0,-1-2 0,-1-1 0,-29 3 0,-43 1 0,-181-7 0,238-4 0,-198-1 0,-247-11 0,376-2 0,-8-1 0,88 19 120,33-3-148,-1 0 1,1 0-1,-1 1 1,1-1-1,-1 0 1,1 0-1,-1 1 1,1-1-1,0 0 1,-1 1-1,1-1 1,-1 0-1,1 1 1,0-1-1,-1 1 1,1-1-1,0 0 1,0 1-1,-1-1 1,1 1-1,0-1 1,0 1-1,0-1 1,-1 1-1,1-1 1,0 1-1,0-1 1,0 1-1,0 0 1,0-1-1,0 1 1,0-1-1,0 1 1,0-1-1,0 1 1,1-1-1,-1 1 1,0-1-1,0 1 1,0-1-1,1 1 1,-1-1-1,0 1 1,0-1-1,1 0 1,-1 1-1,0-1 1,1 1-1,-1-1 1,1 0-1,-1 1 1,1-1-1,0 1 1,6 7-6799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5:47.35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0 411 24575,'0'17'0,"1"5"0,1 0 0,1 0 0,0 0 0,2 0 0,0-1 0,2 1 0,0-2 0,2 1 0,0-1 0,15 24 0,-18-35 0,0 0 0,1 0 0,0 0 0,1-1 0,0 0 0,0-1 0,1 0 0,0 0 0,17 10 0,-18-14 0,-1 1 0,2-1 0,-1 0 0,0-1 0,1 0 0,-1 0 0,1-1 0,-1 0 0,1-1 0,0 1 0,-1-2 0,1 1 0,16-4 0,-15 1 0,1 0 0,-1 0 0,0-1 0,0-1 0,0 0 0,0 0 0,-1-1 0,0 0 0,0 0 0,-1-1 0,0 0 0,0-1 0,0 0 0,-1 0 0,0-1 0,9-14 0,5-14 0,-2 0 0,-1-1 0,13-42 0,-5 16 0,128-254-1365,-98 216-5461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5:49.43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1191 203 24575,'-9'-6'0,"1"0"0,-1 0 0,0 1 0,0 0 0,0 1 0,-1 0 0,1 0 0,-1 1 0,0 0 0,0 1 0,-17-2 0,-6 1 0,1 2 0,-45 3 0,24 3 0,0 2 0,0 2 0,1 2 0,0 3 0,1 2 0,0 2 0,2 3 0,-56 31 0,74-35 0,1 2 0,0 0 0,2 3 0,1 0 0,0 1 0,2 2 0,1 1 0,1 0 0,1 2 0,1 1 0,2 0 0,1 2 0,-19 43 0,29-57 0,2 1 0,0 0 0,1 0 0,0 0 0,2 1 0,0 0 0,1-1 0,1 1 0,1 0 0,1 0 0,0 0 0,2 0 0,0-1 0,1 1 0,0-1 0,2 0 0,0 0 0,1-1 0,1 0 0,0 0 0,2 0 0,0-1 0,0-1 0,16 17 0,2 0 0,2-2 0,1-1 0,2-2 0,0-1 0,2-1 0,1-2 0,1-1 0,0-3 0,2 0 0,0-3 0,1-1 0,0-2 0,1-2 0,1-1 0,57 5 0,-61-14 0,-1-2 0,0-1 0,0-2 0,0-1 0,-1-2 0,1-2 0,-1-1 0,-1-1 0,0-3 0,-1 0 0,48-30 0,-9-1 0,-2-4 0,-3-2 0,117-115 0,-159 141 0,0-1 0,-2-2 0,-1 0 0,-2-2 0,20-33 0,-33 49 0,-2 0 0,0-1 0,0 1 0,-1-1 0,-1 0 0,-1 0 0,0-1 0,-1 1 0,0-1 0,-1 1 0,-1-1 0,-1 0 0,0 1 0,-5-22 0,0 14 0,-1 1 0,-1 0 0,-1 1 0,-1 0 0,-1 0 0,0 1 0,-2 1 0,0 0 0,-2 1 0,0 0 0,-28-26 0,-11-3 0,-2 1 0,-87-54 0,93 67 0,-1 3 0,-2 1 0,-57-21 0,101 47-1365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5:51.27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1 259 24575,'60'36'0,"3"-2"0,95 36 0,-139-62 0,0 0 0,0-2 0,0 0 0,32 5 0,-46-10 0,0-1 0,0 0 0,0 0 0,0 0 0,0 0 0,0-1 0,0 0 0,0 0 0,0 0 0,0 0 0,0-1 0,0 0 0,-1 0 0,1 0 0,-1-1 0,0 0 0,1 1 0,-1-1 0,0-1 0,-1 1 0,1-1 0,-1 1 0,6-9 0,5-12 0,-1 0 0,-1-1 0,-1 0 0,14-53 0,3-5 0,2 14-1365,-2 9-5461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5:52.75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1097 173 24575,'0'-2'0,"-1"0"0,0-1 0,0 1 0,0 0 0,0 0 0,0 0 0,-1 0 0,1-1 0,-4-2 0,0-2 0,-2-4 0,-1 0 0,0 1 0,-1 0 0,0 0 0,-1 1 0,0 0 0,0 1 0,0 0 0,-1 1 0,-1 0 0,1 1 0,-1 0 0,0 1 0,0 0 0,-14-3 0,10 4 0,0 1 0,1 1 0,-1 1 0,0 0 0,0 1 0,0 1 0,0 1 0,0 0 0,0 0 0,1 2 0,-1 0 0,-18 8 0,1 2 0,1 2 0,0 1 0,1 1 0,2 2 0,-54 45 0,30-15 0,-91 107 0,115-119 0,0 1 0,3 1 0,1 1 0,3 1 0,1 1 0,1 1 0,-18 66 0,30-79 0,1-1 0,2 1 0,0 0 0,2 0 0,2 0 0,1 1 0,1-1 0,1 0 0,2 0 0,2 0 0,0 0 0,16 42 0,-13-54 0,0 1 0,1-1 0,1-1 0,1 0 0,1-1 0,0 0 0,1-1 0,1 0 0,1-1 0,0-1 0,1 0 0,0-2 0,1 1 0,0-2 0,36 16 0,-18-11 0,2-2 0,0-1 0,0-2 0,1-2 0,0-1 0,1-3 0,66 3 0,-66-10 0,0-1 0,0-1 0,0-3 0,0-1 0,-1-2 0,-1-2 0,0-1 0,0-2 0,-2-1 0,39-24 0,36-29 0,177-145 0,-279 207 0,40-33 0,-2-1 0,-2-3 0,77-96 0,-99 109 0,-1-2 0,-2-1 0,-1 0 0,-2-1 0,-2-1 0,0-1 0,13-57 0,-25 82 0,-1-1 0,0 0 0,-1 1 0,0-1 0,-1 0 0,-1 1 0,0-1 0,-1 0 0,0 1 0,-6-20 0,3 17 0,-1 1 0,-1 0 0,0 0 0,-1 0 0,-1 1 0,0 0 0,-1 1 0,-12-14 0,-2 2 0,-1 1 0,-1 1 0,-1 1 0,-1 2 0,-1 1 0,0 1 0,-1 1 0,-1 2 0,-49-17 0,58 24 0,0 1 0,0 1 0,0 1 0,-1 1 0,0 0 0,0 2 0,0 1 0,1 1 0,-1 0 0,0 2 0,0 1 0,1 1 0,0 0 0,-42 18 0,45-11-1365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5:54.72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48 384 24575,'-4'3'0,"0"1"0,0-1 0,0 1 0,0-1 0,0 0 0,-1-1 0,0 1 0,-4 1 0,4-5 0,8-6 0,7-6 0,-4 8 0,0 1 0,0 0 0,1 1 0,-1 0 0,1 0 0,0 0 0,0 1 0,0 0 0,0 0 0,0 1 0,1-1 0,-1 2 0,0-1 0,1 1 0,9 1 0,8 1 0,-1 1 0,1 2 0,30 9 0,-10 1 0,68 33 0,-73-29 0,1-2 0,50 14 0,-81-28 0,0-1 0,0-1 0,0 0 0,0 0 0,0-1 0,0 0 0,1-1 0,-1 0 0,0 0 0,0-1 0,14-5 0,-10 1 0,-1 0 0,0 0 0,-1-1 0,1 0 0,-1-1 0,-1-1 0,14-12 0,8-13 0,-2-1 0,-2-1 0,46-75 0,-64 95 0,14-22-113,0 0-304,-1-1-1,23-51 1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5:57.09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1 456 24575,'28'2'0,"326"42"0,-345-42 0,0-1 0,-1 0 0,1 0 0,0-1 0,0 0 0,0-1 0,12-2 0,-17 2 0,0 0 0,1-1 0,-1 0 0,0 0 0,-1 0 0,1 0 0,0-1 0,-1 0 0,1 1 0,-1-1 0,0 0 0,0-1 0,0 1 0,0 0 0,-1-1 0,1 0 0,1-4 0,16-29 0,24-67 0,-12 24 0,19-35-1365,3 1-5461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5:56.13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1053 343 24575,'-4'1'0,"0"1"0,0-1 0,0 0 0,0 0 0,0-1 0,0 1 0,-8-1 0,-14 3 0,-47 12 0,0 4 0,2 2 0,0 4 0,-105 53 0,130-54 0,1 2 0,0 3 0,3 1 0,0 2 0,2 1 0,2 3 0,-49 57 0,70-72 0,2 0 0,0 1 0,1 1 0,2 0 0,0 1 0,2 0 0,0 0 0,2 1 0,-10 47 0,15-49 0,1 1 0,1 0 0,0-1 0,2 1 0,1-1 0,1 1 0,1-1 0,1 0 0,1 0 0,0-1 0,13 27 0,1-7 0,1 0 0,2-2 0,2-1 0,2-1 0,1-1 0,2-1 0,47 43 0,-47-51 0,2-1 0,1-2 0,1-1 0,1-2 0,1-1 0,1-2 0,0-1 0,60 18 0,-72-29 0,0 0 0,0-2 0,1-1 0,0-1 0,0-2 0,-1 0 0,1-1 0,0-2 0,0-1 0,-1-1 0,1-1 0,-1-1 0,0-1 0,-1-1 0,1-2 0,-2 0 0,0-1 0,0-2 0,-1 0 0,35-28 0,-14 4 0,-1-2 0,-2-3 0,-2 0 0,-1-3 0,-3-1 0,50-89 0,-39 50 0,-4-2 0,-3-2 0,31-115 0,-48 130 0,-4 0 0,15-148 0,-29 186 0,-2-1 0,-2 1 0,-1-1 0,-2 1 0,-1 0 0,-2 0 0,-2 1 0,-15-44 0,15 59 0,-1 1 0,-1-1 0,-1 2 0,0-1 0,-1 2 0,-1 0 0,-1 0 0,0 2 0,-1 0 0,-1 0 0,0 2 0,-1 0 0,0 1 0,-1 0 0,-32-13 0,47 24-151,1-1-1,0 1 0,-1-1 0,0 1 1,1 0-1,-1 1 0,0-1 1,-6 0-1,3 3-6674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5:58.38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825 65 24575,'-22'1'0,"0"1"0,0 1 0,0 2 0,0 0 0,1 1 0,0 1 0,0 1 0,1 0 0,0 2 0,-30 19 0,-14 14 0,-96 85 0,158-126 0,-54 47 0,-78 86 0,116-114 0,0 1 0,2 1 0,1 0 0,0 1 0,2 1 0,0 0 0,-11 37 0,20-50 0,1 1 0,1 0 0,0-1 0,1 1 0,0 0 0,1 0 0,0 0 0,1 0 0,1 0 0,2 12 0,1-7 0,0-1 0,2 0 0,-1 0 0,2-1 0,0 0 0,16 23 0,-2-10 0,1-1 0,1-1 0,1 0 0,2-3 0,0 0 0,49 32 0,-42-35 0,0-2 0,2-1 0,0-1 0,1-3 0,1-1 0,0-1 0,1-2 0,-1-2 0,71 5 0,-43-10 0,0-3 0,0-2 0,-1-4 0,1-2 0,71-19 0,-97 17 0,-1-1 0,0-2 0,0-2 0,-2-1 0,0-2 0,0-2 0,61-45 0,-81 52 0,-1 0 0,-1-1 0,-1-1 0,0 0 0,-1-2 0,0 1 0,-1-1 0,-1-1 0,-1 0 0,-1 0 0,0-1 0,-1-1 0,-1 1 0,-1-1 0,-1 0 0,-1-1 0,3-28 0,-5 21 0,-2 1 0,-1-1 0,-1 0 0,-1 0 0,-1 1 0,-2 0 0,-1 0 0,-1 0 0,-17-38 0,11 35 0,-3 0 0,0 1 0,-1 1 0,-2 1 0,-1 0 0,-1 2 0,-32-29 0,19 24 0,-1 1 0,-1 2 0,-1 2 0,-2 1 0,0 2 0,-2 2 0,0 2 0,-1 1 0,0 3 0,-2 1 0,-81-12 0,74 20 0,0 2 0,0 3 0,0 2 0,0 2 0,0 2 0,1 3 0,0 2 0,1 2 0,-76 30 0,120-40-100,0-1-80,1 0-1,-1 1 0,0-1 0,1 1 1,0 1-1,-8 5 0,8-2-6645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6:57.7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1475 279 24575,'-37'-19'0,"4"1"0,-47-16 0,1 8 0,0 3 0,-2 3 0,0 5 0,-160-11 0,209 25 0,1 2 0,-1 1 0,1 2 0,-1 0 0,1 3 0,0 0 0,1 2 0,0 1 0,0 2 0,1 1 0,1 1 0,0 1 0,1 2 0,0 0 0,2 2 0,0 1 0,1 1 0,1 1 0,2 1 0,0 1 0,1 1 0,1 0 0,2 2 0,0 0 0,2 1 0,1 0 0,-13 38 0,16-29 0,0 1 0,3 0 0,1 1 0,2-1 0,2 2 0,2 60 0,2-65 0,3 0 0,1-1 0,1 1 0,2-1 0,1-1 0,2 0 0,24 52 0,-27-70 0,0-1 0,2 1 0,-1-1 0,2-1 0,0 0 0,0-1 0,1 0 0,1 0 0,0-1 0,22 14 0,-16-14 0,-1-1 0,2-1 0,-1-1 0,1-1 0,0-1 0,1 0 0,35 4 0,-16-6 0,0-3 0,0-1 0,0-1 0,1-3 0,-2-1 0,1-2 0,-1-2 0,58-21 0,-43 11 0,-1-3 0,-2-3 0,0-1 0,47-34 0,-65 36 0,-1 0 0,-1-3 0,-1 0 0,-1-2 0,-2-1 0,35-49 0,-15 6 0,-2-2 0,-4-1 0,-4-3 0,37-110 0,-66 165 0,-1 0 0,-1-1 0,-1 1 0,-1-1 0,-1-1 0,-2 1 0,-1-31 0,-1 44 0,-1 0 0,0 0 0,-1 0 0,0 0 0,0 1 0,-2-1 0,1 1 0,-1 0 0,-1 1 0,0-1 0,0 1 0,-1 0 0,-1 0 0,0 1 0,0 0 0,0 1 0,-12-9 0,4 5 11,0 1 0,-1 1 0,-1 0 0,1 1 0,-2 1 0,1 1-1,-1 1 1,0 0 0,0 1 0,-26-2 0,13 3-259,0 3 1,0 0-1,0 2 1,0 1-1,-49 10 1,-7 8-6579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6:59.79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156 877 24575,'-14'1'0,"-1"-1"0,1 2 0,-1 0 0,1 1 0,-1 0 0,1 1 0,0 1 0,-20 9 0,34-14 0,-1 1 0,1-1 0,0 0 0,-1 0 0,1 0 0,-1 1 0,1-1 0,0 0 0,-1 1 0,1-1 0,0 0 0,0 0 0,-1 1 0,1-1 0,0 1 0,0-1 0,-1 0 0,1 1 0,0-1 0,0 1 0,0-1 0,0 0 0,0 1 0,0-1 0,0 1 0,-1-1 0,1 1 0,0-1 0,0 0 0,1 1 0,-1-1 0,0 1 0,11 12 0,29 9 0,-31-18 0,86 53 0,96 75 0,-39-25 0,-147-102 0,1-2 0,0 1 0,0-1 0,0 0 0,0 0 0,10 2 0,-13-4 0,-1-1 0,0 0 0,1 0 0,-1 0 0,0 0 0,1 0 0,-1 0 0,0 0 0,1-1 0,-1 0 0,0 1 0,1-1 0,-1 0 0,0 0 0,0 0 0,0 0 0,0 0 0,0-1 0,0 1 0,0-1 0,-1 1 0,4-4 0,134-150 0,295-295 0,-138 139 0,-104 128 0,-149 147 0,3 1 0,82-47 0,-120 78-100,-7 3 3,1 0 0,0 0-1,-1 0 1,1 0 0,-1 0-1,1 0 1,0 1 0,0-1-1,-1 1 1,1-1 0,0 1-1,3 0 1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7:05.92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 24575,'0'0'0,"0"0"0,0 0 0,20-2 0,-18 2 0,1 0 0,0 1 0,0-1 0,-1 1 0,1-1 0,0 1 0,0 0 0,-1 0 0,1 0 0,-1 0 0,1 1 0,-1-1 0,1 1 0,-1-1 0,0 1 0,0 0 0,0 0 0,0 0 0,0 0 0,0 0 0,-1 1 0,1-1 0,-1 0 0,1 1 0,-1-1 0,0 1 0,0-1 0,1 5 0,4 9 0,-1 0 0,-1 0 0,3 24 0,-7-40 0,12 100 0,-3 118 0,-6-110 0,-1 292 0,9 149 0,9-383 0,62 248 0,-5-43 0,-70-331 0,-2-1 0,1 69 0,-8-99-1365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7:06.8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59 24575,'3'1'0,"0"0"0,0-1 0,0 1 0,0-1 0,0 0 0,0 1 0,0-1 0,0-1 0,4 1 0,10-1 0,1140 109 0,-1020-92 0,384 49-125,315 35-460,-1-36 580,-675-58-1,242-24 1,-324 9 27,1-4-1,-1-4 1,-1-3 0,-1-3-1,74-34 1,-47 6 177,-2-4-1,98-71 1,-192 121-199,1 1 0,0 0 0,0 0 0,0 1 0,13-3 0,-17 5 0,0 0 0,1 0 0,-1 0 0,0 1 0,0-1 0,1 1 0,-1 0 0,0 1 0,1-1 0,-1 1 0,0 0 0,8 2 0,-10-2 0,-1 0 0,0 0 0,0 0 0,0 0 0,0 0 0,0 0 0,0 1 0,0-1 0,0 0 0,0 1 0,0-1 0,-1 1 0,1-1 0,0 1 0,-1-1 0,0 1 0,1-1 0,-1 1 0,0 0 0,0-1 0,0 1 0,0-1 0,0 1 0,0-1 0,0 1 0,0 0 0,-1-1 0,1 1 0,-1 1 0,-17 48 0,17-48 0,-11 25 0,3-10 0,1 1 0,-5 20 0,14-36-1365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7:08.16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5236 0 24575,'0'0'0,"0"2"0,-16 71 0,-11 122 0,11 81 0,13-198 0,-11 1688 0,13-1739 0,0-20 0,1 0 0,-1-1 0,2 1 0,-1 0 0,1 0 0,0 0 0,0-1 0,0 1 0,1 0 0,3 7 0,-3-13 0,0 1 0,-1 0 0,1 0 0,0-1 0,0 1 0,1-1 0,-1 0 0,0 1 0,3 0 0,14 9 0,-17-9 0,-1-1 0,1 1 0,0 0 0,-1 0 0,1 0 0,-1 0 0,1 0 0,-1 0 0,0 0 0,0 1 0,0-1 0,0 0 0,0 1 0,-1-1 0,1 3 0,-1-4 0,0 0 0,0 0 0,-1 0 0,1 0 0,-1 0 0,1 0 0,-1 0 0,1 0 0,-1 0 0,1 0 0,-1 0 0,0 0 0,1-1 0,-1 1 0,0 0 0,0 0 0,0-1 0,1 1 0,-1-1 0,0 1 0,0-1 0,0 1 0,0-1 0,0 1 0,0-1 0,0 0 0,0 1 0,0-1 0,-1 0 0,1 0 0,0 0 0,0 0 0,0 0 0,0 0 0,0 0 0,-2-1 0,-26 1 0,0-3 0,0 0 0,1-1 0,-36-11 0,4 1 0,-128-18 0,-291-14 0,-192 37 0,633 9 0,-2020 126-884,1871-101 885,-205 22-29,0-30 19,329-20 196,0-2-1,-89-19 0,112 14-114,0-1 1,0-2-1,1-2 0,-60-32 0,80 33 37,19 13-145,0 1 1,0-1 0,0 1 0,0-1 0,0 1 0,0-1 0,0 1 0,0-1 0,0 1 0,0-1 0,0 1 0,0-1-1,0 1 1,1 0 0,-1-1 0,0 1 0,0-1 0,0 1 0,1-1 0,-1 1 0,0 0 0,1-1 0,-1 1-1,0 0 1,1-1 0,-1 1 0,0 0 0,1 0 0,-1-1 0,0 1 0,1 0 0,-1 0 0,1-1 0,-1 1 0,1 0-1,-1 0 1,1 0 0,-1 0 0,1 0 0,-1 0 0,1 0 0,19-7-6791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7:08.83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99 1 24575,'-4'17'0,"-60"606"0,51-430 0,-4 141 0,17-236 0,17 137 0,-10-201-1365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7:10.19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24575,'18'13'0,"-7"-4"0,16 8 0,1-1 0,0-2 0,1 0 0,1-2 0,0-2 0,55 13 0,-2-7 0,114 6 0,471-14 0,3-51 0,-270 13 0,557-11 0,-1 69 0,-575-4 0,-376-24 0,0 1 0,0-1 0,0 2 0,0-1 0,0 0 0,-1 1 0,1 0 0,0 1 0,-1-1 0,0 1 0,1 0 0,4 4 0,-5-4 0,0-1 0,0 0 0,0 0 0,0 0 0,0-1 0,1 0 0,-1 0 0,0 0 0,1 0 0,-1-1 0,1 0 0,-1 0 0,0-1 0,1 1 0,-1-1 0,1 0 0,-1-1 0,0 1 0,0-1 0,10-5 0,-15 7 0,-1 0 0,1 0 0,0 0 0,0 0 0,0 0 0,0 0 0,-1 0 0,1 0 0,0 0 0,0 0 0,0 0 0,0 0 0,0 0 0,-1 0 0,1 0 0,0-1 0,0 1 0,0 0 0,0 0 0,0 0 0,0 0 0,0 0 0,0 0 0,-1-1 0,1 1 0,0 0 0,0 0 0,0 0 0,0 0 0,0-1 0,0 1 0,0 0 0,0 0 0,0 0 0,0 0 0,0-1 0,0 1 0,0 0 0,0 0 0,0 0 0,0 0 0,0 0 0,0-1 0,0 1 0,0 0 0,0 0 0,1 0 0,-1 0 0,0-1 0,0 1 0,0 0 0,0 0 0,0 0 0,0 0 0,0 0 0,0 0 0,1 0 0,-1-1 0,0 1 0,0 0 0,0 0 0,0 0 0,1 0 0,-2 0 0,0 0 0,1 0 0,-1 0 0,0 0 0,1 0 0,-1 1 0,0-1 0,1 0 0,-1 0 0,1 0 0,-1 1 0,0-1 0,1 0 0,-1 1 0,1-1 0,-1 1 0,1-1 0,-1 0 0,1 1 0,-1-1 0,1 1 0,0-1 0,-1 1 0,1 0 0,0-1 0,-1 1 0,-1 7 0,1 0 0,0 0 0,0-1 0,1 1 0,-1 0 0,2 0 0,-1 0 0,1 0 0,3 11 0,0 8 0,31 420 0,-10-93 0,24-4 0,-36-305 0,-9-35 0,-9-30 0,3 14 0,-1-1 0,1 1 0,-1-1 0,-1 1 0,1 0 0,-1 0 0,0 0 0,-1 1 0,1-1 0,-1 1 0,0 0 0,0 0 0,-1 1 0,1 0 0,-1 0 0,0 0 0,0 0 0,-1 1 0,1 0 0,-12-3 0,-10-2 0,0 1 0,0 1 0,-52-2 0,71 7 0,-650-25 0,465 23 0,-731 7 0,-1 26 0,291-7 0,475-18 0,-205-20 0,310 8 0,0-1 0,0-4 0,1-1 0,0-3 0,2-2 0,0-2 0,-66-37 0,92 42 0,-80-41 0,95 52 0,-1-1 0,1 2 0,-1-1 0,0 2 0,0 0 0,0 0 0,-20 0 0,18 4-1365,3 1-5461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7:11.0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261 41 24575,'0'0'0,"0"0"0,-2-2 0,-1-2 0,-1 0 0,0-1 0,0 1 0,0 0 0,0 1 0,-1-1 0,-7-4 0,10 8 0,1-1 0,-1 1 0,1-1 0,-1 1 0,1 0 0,-1-1 0,1 1 0,0 0 0,-1 0 0,1 0 0,-1 0 0,1 0 0,-1 1 0,1-1 0,-1 0 0,1 1 0,-1-1 0,1 1 0,0-1 0,-1 1 0,1 0 0,0 0 0,-1-1 0,1 1 0,0 0 0,0 0 0,0 0 0,0 0 0,0 0 0,0 1 0,0-1 0,0 0 0,0 0 0,1 1 0,-1-1 0,0 2 0,-11 22 0,1 0 0,1 0 0,2 1 0,-11 51 0,10-38 0,-74 372 0,73-339 0,4 0 0,3 0 0,11 130 0,-7-186-195,1 1 0,1-1 0,1-1 0,0 1 0,1 0 0,11 25 0,-4-22-6631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7:12.1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520 257 24575,'16'1'0,"571"-2"0,-400-2 0,499-25 0,-540 13 0,0-6 0,237-67 0,-268 50 0,85-23 0,-199 61 0,1-1 0,0 1 0,-1-1 0,1 1 0,0 0 0,0-1 0,0 1 0,-1 0 0,1 0 0,0 0 0,0 1 0,0-1 0,-1 0 0,1 1 0,0-1 0,-1 1 0,1-1 0,0 1 0,-1 0 0,1 0 0,2 1 0,-2 1 0,-1-1 0,0 1 0,0-1 0,0 1 0,0-1 0,0 1 0,-1-1 0,1 1 0,-1 0 0,1-1 0,-1 1 0,0 0 0,-1 4 0,2 22 0,2-1 0,0 0 0,2 0 0,12 40 0,46 107 0,-40-120 0,-4 0 0,24 100 0,-41-141 0,0 0 0,-1 0 0,0 0 0,-1 1 0,0-1 0,-2 0 0,-2 15 0,2-20 0,-1 0 0,0-1 0,0 0 0,-1 1 0,0-2 0,-1 1 0,1 0 0,-1-1 0,-1 0 0,0 0 0,0 0 0,-9 7 0,-132 109 0,147-123 0,1 0 0,-1 0 0,1-1 0,-1 1 0,1 0 0,-1 0 0,1-1 0,-1 1 0,0 0 0,1-1 0,-1 1 0,0-1 0,1 1 0,-1 0 0,0-1 0,1 1 0,-1-1 0,0 1 0,0-1 0,1 1 0,-1-1 0,0 1 0,0-1 0,0 1 0,0-1 0,0 1 0,0-1 0,0 1 0,0-1 0,0 0 0,0 1 0,0-1 0,0 1 0,0-1 0,0 1 0,0-1 0,-1 0 0,0 0 0,0 0 0,-1 0 0,1 1 0,-1-1 0,1 0 0,-1 0 0,1 1 0,-1-1 0,1 1 0,-1-1 0,0 1 0,-1-1 0,-55-3 0,56 4 0,-656 33 0,121 0 0,-50-50 0,244 2 0,224 16 0,0 5 0,0 5 0,1 5 0,-139 38 0,250-52-227,-1 0-1,1 0 1,0 1-1,0 0 1,-11 6-1,4 2-6598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7:12.98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0 417 24575,'1'-14'0,"0"-147"0,5-80 0,4 393 0,67 627 0,-8-139 0,-63-408 0,-8-189 0,-2-1 0,-2 1 0,-16 56 0,21-96 0,0 0 0,0 0 0,0 0 0,1 0 0,-1 0 0,1 1 0,0-1 0,0 0 0,0 0 0,0 0 0,1 5 0,0-7 0,0 0 0,0 0 0,-1 0 0,1 0 0,0 0 0,0-1 0,0 1 0,0 0 0,0 0 0,0-1 0,0 1 0,1-1 0,-1 1 0,0-1 0,0 1 0,0-1 0,1 0 0,-1 1 0,0-1 0,0 0 0,1 0 0,-1 0 0,0 0 0,0 0 0,1 0 0,-1-1 0,0 1 0,0 0 0,0-1 0,3 0 0,5-1-151,-1 0-1,1-1 0,0 0 0,-1-1 1,0 0-1,0 0 0,0-1 1,8-5-1,13-11-6674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7:14.15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28 166 24575,'17'-7'0,"0"0"0,1 2 0,0 0 0,30-4 0,-12 2 0,270-47 0,390-18 0,314 74 0,-976 0 0,186 16 0,-183-12 0,1 0 0,-1 3 0,60 21 0,-93-28 0,0-1 0,0 1 0,0 0 0,0 1 0,0-1 0,-1 1 0,1 0 0,3 4 0,-6-7 0,-1 0 0,1 1 0,-1-1 0,0 1 0,1-1 0,-1 1 0,0-1 0,0 1 0,0-1 0,1 1 0,-1-1 0,0 1 0,0-1 0,0 1 0,0 0 0,0-1 0,0 1 0,0-1 0,0 1 0,0-1 0,0 1 0,0 0 0,0-1 0,0 1 0,-1 0 0,0 0 0,0 0 0,0 0 0,0 1 0,0-1 0,0-1 0,0 1 0,0 0 0,-1 0 0,1 0 0,0-1 0,-1 1 0,1 0 0,0-1 0,-3 1 0,-14 4 0,0-1 0,0-1 0,-31 1 0,36-4 0,0 0 0,-1 2 0,1-1 0,0 2 0,0 0 0,0 0 0,1 1 0,-24 12 0,31-13 0,0 1 0,1 0 0,0 0 0,0 0 0,0 1 0,0-1 0,1 1 0,0 0 0,0 0 0,0 0 0,0 0 0,1 1 0,0-1 0,-3 10 0,0 8 0,0 1 0,-2 28 0,6-45 0,-7 92 0,9 191 0,36 102 0,-19-234 0,-12-95 0,80 853 0,-84-889 0,0-14 0,-1-1 0,0 1 0,-1 0 0,-1-1 0,-2 18 0,0-31 0,-1-7 0,-7-19 0,5 13 0,-2-2 0,-1 0 0,0 1 0,-1 0 0,-1 1 0,0 0 0,-1 1 0,-1 0 0,0 1 0,0 0 0,-25-16 0,12 12 0,0 1 0,-1 1 0,0 1 0,-1 1 0,-44-11 0,0 6 0,0 4 0,-1 2 0,0 4 0,-83 2 0,-298 31 0,399-22 0,-209 16 0,-386 41 0,617-57 0,6-2 0,0 2 0,0 1 0,1 1 0,0 1 0,-47 19 0,71-25 11,0 0 0,1 0 0,-1 0 0,1 0 0,-1 0 0,0 0-1,1 0 1,0 1 0,-1-1 0,-1 3 0,3-4-46,0 1 1,0-1-1,0 1 1,0-1-1,0 1 1,0-1-1,0 1 1,-1-1-1,2 1 1,-1-1-1,0 1 1,0-1-1,0 0 0,0 1 1,0-1-1,0 1 1,0-1-1,1 1 1,-1-1-1,0 0 1,0 1-1,0-1 1,1 1-1,-1-1 1,0 0-1,1 1 1,-1-1-1,0 0 0,1 1 1,-1-1-1,0 0 1,1 0-1,-1 1 1,1-1-1,-1 0 1,1 0-1,-1 0 1,0 0-1,1 1 1,-1-1-1,1 0 0,0 0 1,11 4-6792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50:01.19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47 185 24575,'0'0'0,"0"-3"0,-1-24 0,3-39 0,-2 59 0,1 0 0,0-1 0,0 1 0,1 0 0,0 0 0,1 0 0,-1 0 0,1 0 0,1 0 0,6-10 0,-10 54 0,-72 612 0,67-6 0,29 1 0,2 174 0,-44 289 0,1-457 0,16-417 0,11 1 0,10-1 0,65 302 0,-27-214 0,-35-172 0,81 273 0,17-45 0,-112-349 0,2-1 0,1 0 0,1-1 0,25 37 0,-25-55-1365,-7-1-5461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2.png"/><Relationship Id="rId21" Type="http://schemas.openxmlformats.org/officeDocument/2006/relationships/image" Target="../media/image14.png"/><Relationship Id="rId42" Type="http://schemas.openxmlformats.org/officeDocument/2006/relationships/customXml" Target="../ink/ink21.xml"/><Relationship Id="rId63" Type="http://schemas.openxmlformats.org/officeDocument/2006/relationships/image" Target="../media/image35.png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159" Type="http://schemas.openxmlformats.org/officeDocument/2006/relationships/image" Target="../media/image83.png"/><Relationship Id="rId170" Type="http://schemas.openxmlformats.org/officeDocument/2006/relationships/customXml" Target="../ink/ink85.xml"/><Relationship Id="rId191" Type="http://schemas.openxmlformats.org/officeDocument/2006/relationships/image" Target="../media/image99.png"/><Relationship Id="rId205" Type="http://schemas.openxmlformats.org/officeDocument/2006/relationships/image" Target="../media/image106.png"/><Relationship Id="rId226" Type="http://schemas.openxmlformats.org/officeDocument/2006/relationships/customXml" Target="../ink/ink113.xml"/><Relationship Id="rId247" Type="http://schemas.openxmlformats.org/officeDocument/2006/relationships/image" Target="../media/image127.png"/><Relationship Id="rId107" Type="http://schemas.openxmlformats.org/officeDocument/2006/relationships/image" Target="../media/image57.png"/><Relationship Id="rId11" Type="http://schemas.openxmlformats.org/officeDocument/2006/relationships/image" Target="../media/image9.png"/><Relationship Id="rId32" Type="http://schemas.openxmlformats.org/officeDocument/2006/relationships/customXml" Target="../ink/ink16.xml"/><Relationship Id="rId53" Type="http://schemas.openxmlformats.org/officeDocument/2006/relationships/image" Target="../media/image30.png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149" Type="http://schemas.openxmlformats.org/officeDocument/2006/relationships/image" Target="../media/image78.png"/><Relationship Id="rId5" Type="http://schemas.openxmlformats.org/officeDocument/2006/relationships/image" Target="../media/image6.png"/><Relationship Id="rId95" Type="http://schemas.openxmlformats.org/officeDocument/2006/relationships/image" Target="../media/image51.png"/><Relationship Id="rId160" Type="http://schemas.openxmlformats.org/officeDocument/2006/relationships/customXml" Target="../ink/ink80.xml"/><Relationship Id="rId181" Type="http://schemas.openxmlformats.org/officeDocument/2006/relationships/image" Target="../media/image94.png"/><Relationship Id="rId216" Type="http://schemas.openxmlformats.org/officeDocument/2006/relationships/customXml" Target="../ink/ink108.xml"/><Relationship Id="rId237" Type="http://schemas.openxmlformats.org/officeDocument/2006/relationships/image" Target="../media/image122.png"/><Relationship Id="rId258" Type="http://schemas.openxmlformats.org/officeDocument/2006/relationships/customXml" Target="../ink/ink129.xml"/><Relationship Id="rId22" Type="http://schemas.openxmlformats.org/officeDocument/2006/relationships/customXml" Target="../ink/ink11.xml"/><Relationship Id="rId43" Type="http://schemas.openxmlformats.org/officeDocument/2006/relationships/image" Target="../media/image25.png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139" Type="http://schemas.openxmlformats.org/officeDocument/2006/relationships/image" Target="../media/image73.png"/><Relationship Id="rId85" Type="http://schemas.openxmlformats.org/officeDocument/2006/relationships/image" Target="../media/image46.png"/><Relationship Id="rId150" Type="http://schemas.openxmlformats.org/officeDocument/2006/relationships/customXml" Target="../ink/ink75.xml"/><Relationship Id="rId171" Type="http://schemas.openxmlformats.org/officeDocument/2006/relationships/image" Target="../media/image89.png"/><Relationship Id="rId192" Type="http://schemas.openxmlformats.org/officeDocument/2006/relationships/customXml" Target="../ink/ink96.xml"/><Relationship Id="rId206" Type="http://schemas.openxmlformats.org/officeDocument/2006/relationships/customXml" Target="../ink/ink103.xml"/><Relationship Id="rId227" Type="http://schemas.openxmlformats.org/officeDocument/2006/relationships/image" Target="../media/image117.png"/><Relationship Id="rId248" Type="http://schemas.openxmlformats.org/officeDocument/2006/relationships/customXml" Target="../ink/ink124.xml"/><Relationship Id="rId12" Type="http://schemas.openxmlformats.org/officeDocument/2006/relationships/customXml" Target="../ink/ink6.xml"/><Relationship Id="rId33" Type="http://schemas.openxmlformats.org/officeDocument/2006/relationships/image" Target="../media/image20.png"/><Relationship Id="rId108" Type="http://schemas.openxmlformats.org/officeDocument/2006/relationships/customXml" Target="../ink/ink54.xml"/><Relationship Id="rId129" Type="http://schemas.openxmlformats.org/officeDocument/2006/relationships/image" Target="../media/image68.png"/><Relationship Id="rId54" Type="http://schemas.openxmlformats.org/officeDocument/2006/relationships/customXml" Target="../ink/ink27.xml"/><Relationship Id="rId75" Type="http://schemas.openxmlformats.org/officeDocument/2006/relationships/image" Target="../media/image41.png"/><Relationship Id="rId96" Type="http://schemas.openxmlformats.org/officeDocument/2006/relationships/customXml" Target="../ink/ink48.xml"/><Relationship Id="rId140" Type="http://schemas.openxmlformats.org/officeDocument/2006/relationships/customXml" Target="../ink/ink70.xml"/><Relationship Id="rId161" Type="http://schemas.openxmlformats.org/officeDocument/2006/relationships/image" Target="../media/image84.png"/><Relationship Id="rId182" Type="http://schemas.openxmlformats.org/officeDocument/2006/relationships/customXml" Target="../ink/ink91.xml"/><Relationship Id="rId217" Type="http://schemas.openxmlformats.org/officeDocument/2006/relationships/image" Target="../media/image112.png"/><Relationship Id="rId6" Type="http://schemas.openxmlformats.org/officeDocument/2006/relationships/customXml" Target="../ink/ink3.xml"/><Relationship Id="rId238" Type="http://schemas.openxmlformats.org/officeDocument/2006/relationships/customXml" Target="../ink/ink119.xml"/><Relationship Id="rId259" Type="http://schemas.openxmlformats.org/officeDocument/2006/relationships/image" Target="../media/image133.png"/><Relationship Id="rId23" Type="http://schemas.openxmlformats.org/officeDocument/2006/relationships/image" Target="../media/image15.png"/><Relationship Id="rId119" Type="http://schemas.openxmlformats.org/officeDocument/2006/relationships/image" Target="../media/image63.png"/><Relationship Id="rId44" Type="http://schemas.openxmlformats.org/officeDocument/2006/relationships/customXml" Target="../ink/ink22.xml"/><Relationship Id="rId65" Type="http://schemas.openxmlformats.org/officeDocument/2006/relationships/image" Target="../media/image36.png"/><Relationship Id="rId86" Type="http://schemas.openxmlformats.org/officeDocument/2006/relationships/customXml" Target="../ink/ink43.xml"/><Relationship Id="rId130" Type="http://schemas.openxmlformats.org/officeDocument/2006/relationships/customXml" Target="../ink/ink65.xml"/><Relationship Id="rId151" Type="http://schemas.openxmlformats.org/officeDocument/2006/relationships/image" Target="../media/image79.png"/><Relationship Id="rId172" Type="http://schemas.openxmlformats.org/officeDocument/2006/relationships/customXml" Target="../ink/ink86.xml"/><Relationship Id="rId193" Type="http://schemas.openxmlformats.org/officeDocument/2006/relationships/image" Target="../media/image100.png"/><Relationship Id="rId207" Type="http://schemas.openxmlformats.org/officeDocument/2006/relationships/image" Target="../media/image107.png"/><Relationship Id="rId228" Type="http://schemas.openxmlformats.org/officeDocument/2006/relationships/customXml" Target="../ink/ink114.xml"/><Relationship Id="rId249" Type="http://schemas.openxmlformats.org/officeDocument/2006/relationships/image" Target="../media/image128.png"/><Relationship Id="rId13" Type="http://schemas.openxmlformats.org/officeDocument/2006/relationships/image" Target="../media/image10.png"/><Relationship Id="rId109" Type="http://schemas.openxmlformats.org/officeDocument/2006/relationships/image" Target="../media/image58.png"/><Relationship Id="rId34" Type="http://schemas.openxmlformats.org/officeDocument/2006/relationships/customXml" Target="../ink/ink17.xml"/><Relationship Id="rId55" Type="http://schemas.openxmlformats.org/officeDocument/2006/relationships/image" Target="../media/image31.png"/><Relationship Id="rId76" Type="http://schemas.openxmlformats.org/officeDocument/2006/relationships/customXml" Target="../ink/ink38.xml"/><Relationship Id="rId97" Type="http://schemas.openxmlformats.org/officeDocument/2006/relationships/image" Target="../media/image52.png"/><Relationship Id="rId120" Type="http://schemas.openxmlformats.org/officeDocument/2006/relationships/customXml" Target="../ink/ink60.xml"/><Relationship Id="rId141" Type="http://schemas.openxmlformats.org/officeDocument/2006/relationships/image" Target="../media/image74.png"/><Relationship Id="rId7" Type="http://schemas.openxmlformats.org/officeDocument/2006/relationships/image" Target="../media/image7.png"/><Relationship Id="rId162" Type="http://schemas.openxmlformats.org/officeDocument/2006/relationships/customXml" Target="../ink/ink81.xml"/><Relationship Id="rId183" Type="http://schemas.openxmlformats.org/officeDocument/2006/relationships/image" Target="../media/image95.png"/><Relationship Id="rId218" Type="http://schemas.openxmlformats.org/officeDocument/2006/relationships/customXml" Target="../ink/ink109.xml"/><Relationship Id="rId239" Type="http://schemas.openxmlformats.org/officeDocument/2006/relationships/image" Target="../media/image123.png"/><Relationship Id="rId250" Type="http://schemas.openxmlformats.org/officeDocument/2006/relationships/customXml" Target="../ink/ink125.xml"/><Relationship Id="rId24" Type="http://schemas.openxmlformats.org/officeDocument/2006/relationships/customXml" Target="../ink/ink12.xml"/><Relationship Id="rId45" Type="http://schemas.openxmlformats.org/officeDocument/2006/relationships/image" Target="../media/image26.png"/><Relationship Id="rId66" Type="http://schemas.openxmlformats.org/officeDocument/2006/relationships/customXml" Target="../ink/ink33.xml"/><Relationship Id="rId87" Type="http://schemas.openxmlformats.org/officeDocument/2006/relationships/image" Target="../media/image47.png"/><Relationship Id="rId110" Type="http://schemas.openxmlformats.org/officeDocument/2006/relationships/customXml" Target="../ink/ink55.xml"/><Relationship Id="rId131" Type="http://schemas.openxmlformats.org/officeDocument/2006/relationships/image" Target="../media/image69.png"/><Relationship Id="rId152" Type="http://schemas.openxmlformats.org/officeDocument/2006/relationships/customXml" Target="../ink/ink76.xml"/><Relationship Id="rId173" Type="http://schemas.openxmlformats.org/officeDocument/2006/relationships/image" Target="../media/image90.png"/><Relationship Id="rId194" Type="http://schemas.openxmlformats.org/officeDocument/2006/relationships/customXml" Target="../ink/ink97.xml"/><Relationship Id="rId208" Type="http://schemas.openxmlformats.org/officeDocument/2006/relationships/customXml" Target="../ink/ink104.xml"/><Relationship Id="rId229" Type="http://schemas.openxmlformats.org/officeDocument/2006/relationships/image" Target="../media/image118.png"/><Relationship Id="rId240" Type="http://schemas.openxmlformats.org/officeDocument/2006/relationships/customXml" Target="../ink/ink120.xml"/><Relationship Id="rId14" Type="http://schemas.openxmlformats.org/officeDocument/2006/relationships/customXml" Target="../ink/ink7.xml"/><Relationship Id="rId35" Type="http://schemas.openxmlformats.org/officeDocument/2006/relationships/image" Target="../media/image21.png"/><Relationship Id="rId56" Type="http://schemas.openxmlformats.org/officeDocument/2006/relationships/customXml" Target="../ink/ink28.xml"/><Relationship Id="rId77" Type="http://schemas.openxmlformats.org/officeDocument/2006/relationships/image" Target="../media/image42.png"/><Relationship Id="rId100" Type="http://schemas.openxmlformats.org/officeDocument/2006/relationships/customXml" Target="../ink/ink50.xml"/><Relationship Id="rId8" Type="http://schemas.openxmlformats.org/officeDocument/2006/relationships/customXml" Target="../ink/ink4.xml"/><Relationship Id="rId98" Type="http://schemas.openxmlformats.org/officeDocument/2006/relationships/customXml" Target="../ink/ink49.xml"/><Relationship Id="rId121" Type="http://schemas.openxmlformats.org/officeDocument/2006/relationships/image" Target="../media/image64.png"/><Relationship Id="rId142" Type="http://schemas.openxmlformats.org/officeDocument/2006/relationships/customXml" Target="../ink/ink71.xml"/><Relationship Id="rId163" Type="http://schemas.openxmlformats.org/officeDocument/2006/relationships/image" Target="../media/image85.png"/><Relationship Id="rId184" Type="http://schemas.openxmlformats.org/officeDocument/2006/relationships/customXml" Target="../ink/ink92.xml"/><Relationship Id="rId219" Type="http://schemas.openxmlformats.org/officeDocument/2006/relationships/image" Target="../media/image113.png"/><Relationship Id="rId230" Type="http://schemas.openxmlformats.org/officeDocument/2006/relationships/customXml" Target="../ink/ink115.xml"/><Relationship Id="rId251" Type="http://schemas.openxmlformats.org/officeDocument/2006/relationships/image" Target="../media/image129.png"/><Relationship Id="rId25" Type="http://schemas.openxmlformats.org/officeDocument/2006/relationships/image" Target="../media/image16.png"/><Relationship Id="rId46" Type="http://schemas.openxmlformats.org/officeDocument/2006/relationships/customXml" Target="../ink/ink23.xml"/><Relationship Id="rId67" Type="http://schemas.openxmlformats.org/officeDocument/2006/relationships/image" Target="../media/image37.png"/><Relationship Id="rId88" Type="http://schemas.openxmlformats.org/officeDocument/2006/relationships/customXml" Target="../ink/ink44.xml"/><Relationship Id="rId111" Type="http://schemas.openxmlformats.org/officeDocument/2006/relationships/image" Target="../media/image59.png"/><Relationship Id="rId132" Type="http://schemas.openxmlformats.org/officeDocument/2006/relationships/customXml" Target="../ink/ink66.xml"/><Relationship Id="rId153" Type="http://schemas.openxmlformats.org/officeDocument/2006/relationships/image" Target="../media/image80.png"/><Relationship Id="rId174" Type="http://schemas.openxmlformats.org/officeDocument/2006/relationships/customXml" Target="../ink/ink87.xml"/><Relationship Id="rId195" Type="http://schemas.openxmlformats.org/officeDocument/2006/relationships/image" Target="../media/image101.png"/><Relationship Id="rId209" Type="http://schemas.openxmlformats.org/officeDocument/2006/relationships/image" Target="../media/image108.png"/><Relationship Id="rId220" Type="http://schemas.openxmlformats.org/officeDocument/2006/relationships/customXml" Target="../ink/ink110.xml"/><Relationship Id="rId241" Type="http://schemas.openxmlformats.org/officeDocument/2006/relationships/image" Target="../media/image124.png"/><Relationship Id="rId15" Type="http://schemas.openxmlformats.org/officeDocument/2006/relationships/image" Target="../media/image11.png"/><Relationship Id="rId36" Type="http://schemas.openxmlformats.org/officeDocument/2006/relationships/customXml" Target="../ink/ink18.xml"/><Relationship Id="rId57" Type="http://schemas.openxmlformats.org/officeDocument/2006/relationships/image" Target="../media/image32.png"/><Relationship Id="rId78" Type="http://schemas.openxmlformats.org/officeDocument/2006/relationships/customXml" Target="../ink/ink39.xml"/><Relationship Id="rId99" Type="http://schemas.openxmlformats.org/officeDocument/2006/relationships/image" Target="../media/image53.png"/><Relationship Id="rId101" Type="http://schemas.openxmlformats.org/officeDocument/2006/relationships/image" Target="../media/image54.png"/><Relationship Id="rId122" Type="http://schemas.openxmlformats.org/officeDocument/2006/relationships/customXml" Target="../ink/ink61.xml"/><Relationship Id="rId143" Type="http://schemas.openxmlformats.org/officeDocument/2006/relationships/image" Target="../media/image75.png"/><Relationship Id="rId164" Type="http://schemas.openxmlformats.org/officeDocument/2006/relationships/customXml" Target="../ink/ink82.xml"/><Relationship Id="rId185" Type="http://schemas.openxmlformats.org/officeDocument/2006/relationships/image" Target="../media/image96.png"/><Relationship Id="rId9" Type="http://schemas.openxmlformats.org/officeDocument/2006/relationships/image" Target="../media/image8.png"/><Relationship Id="rId210" Type="http://schemas.openxmlformats.org/officeDocument/2006/relationships/customXml" Target="../ink/ink105.xml"/><Relationship Id="rId26" Type="http://schemas.openxmlformats.org/officeDocument/2006/relationships/customXml" Target="../ink/ink13.xml"/><Relationship Id="rId231" Type="http://schemas.openxmlformats.org/officeDocument/2006/relationships/image" Target="../media/image119.png"/><Relationship Id="rId252" Type="http://schemas.openxmlformats.org/officeDocument/2006/relationships/customXml" Target="../ink/ink126.xml"/><Relationship Id="rId47" Type="http://schemas.openxmlformats.org/officeDocument/2006/relationships/image" Target="../media/image27.png"/><Relationship Id="rId68" Type="http://schemas.openxmlformats.org/officeDocument/2006/relationships/customXml" Target="../ink/ink34.xml"/><Relationship Id="rId89" Type="http://schemas.openxmlformats.org/officeDocument/2006/relationships/image" Target="../media/image48.png"/><Relationship Id="rId112" Type="http://schemas.openxmlformats.org/officeDocument/2006/relationships/customXml" Target="../ink/ink56.xml"/><Relationship Id="rId133" Type="http://schemas.openxmlformats.org/officeDocument/2006/relationships/image" Target="../media/image70.png"/><Relationship Id="rId154" Type="http://schemas.openxmlformats.org/officeDocument/2006/relationships/customXml" Target="../ink/ink77.xml"/><Relationship Id="rId175" Type="http://schemas.openxmlformats.org/officeDocument/2006/relationships/image" Target="../media/image91.png"/><Relationship Id="rId196" Type="http://schemas.openxmlformats.org/officeDocument/2006/relationships/customXml" Target="../ink/ink98.xml"/><Relationship Id="rId200" Type="http://schemas.openxmlformats.org/officeDocument/2006/relationships/customXml" Target="../ink/ink100.xml"/><Relationship Id="rId16" Type="http://schemas.openxmlformats.org/officeDocument/2006/relationships/customXml" Target="../ink/ink8.xml"/><Relationship Id="rId221" Type="http://schemas.openxmlformats.org/officeDocument/2006/relationships/image" Target="../media/image114.png"/><Relationship Id="rId242" Type="http://schemas.openxmlformats.org/officeDocument/2006/relationships/customXml" Target="../ink/ink121.xml"/><Relationship Id="rId37" Type="http://schemas.openxmlformats.org/officeDocument/2006/relationships/image" Target="../media/image22.png"/><Relationship Id="rId58" Type="http://schemas.openxmlformats.org/officeDocument/2006/relationships/customXml" Target="../ink/ink29.xml"/><Relationship Id="rId79" Type="http://schemas.openxmlformats.org/officeDocument/2006/relationships/image" Target="../media/image43.png"/><Relationship Id="rId102" Type="http://schemas.openxmlformats.org/officeDocument/2006/relationships/customXml" Target="../ink/ink51.xml"/><Relationship Id="rId123" Type="http://schemas.openxmlformats.org/officeDocument/2006/relationships/image" Target="../media/image65.png"/><Relationship Id="rId144" Type="http://schemas.openxmlformats.org/officeDocument/2006/relationships/customXml" Target="../ink/ink72.xml"/><Relationship Id="rId90" Type="http://schemas.openxmlformats.org/officeDocument/2006/relationships/customXml" Target="../ink/ink45.xml"/><Relationship Id="rId165" Type="http://schemas.openxmlformats.org/officeDocument/2006/relationships/image" Target="../media/image86.png"/><Relationship Id="rId186" Type="http://schemas.openxmlformats.org/officeDocument/2006/relationships/customXml" Target="../ink/ink93.xml"/><Relationship Id="rId211" Type="http://schemas.openxmlformats.org/officeDocument/2006/relationships/image" Target="../media/image109.png"/><Relationship Id="rId232" Type="http://schemas.openxmlformats.org/officeDocument/2006/relationships/customXml" Target="../ink/ink116.xml"/><Relationship Id="rId253" Type="http://schemas.openxmlformats.org/officeDocument/2006/relationships/image" Target="../media/image130.png"/><Relationship Id="rId27" Type="http://schemas.openxmlformats.org/officeDocument/2006/relationships/image" Target="../media/image17.png"/><Relationship Id="rId48" Type="http://schemas.openxmlformats.org/officeDocument/2006/relationships/customXml" Target="../ink/ink24.xml"/><Relationship Id="rId69" Type="http://schemas.openxmlformats.org/officeDocument/2006/relationships/image" Target="../media/image38.png"/><Relationship Id="rId113" Type="http://schemas.openxmlformats.org/officeDocument/2006/relationships/image" Target="../media/image60.png"/><Relationship Id="rId134" Type="http://schemas.openxmlformats.org/officeDocument/2006/relationships/customXml" Target="../ink/ink67.xml"/><Relationship Id="rId80" Type="http://schemas.openxmlformats.org/officeDocument/2006/relationships/customXml" Target="../ink/ink40.xml"/><Relationship Id="rId155" Type="http://schemas.openxmlformats.org/officeDocument/2006/relationships/image" Target="../media/image81.png"/><Relationship Id="rId176" Type="http://schemas.openxmlformats.org/officeDocument/2006/relationships/customXml" Target="../ink/ink88.xml"/><Relationship Id="rId197" Type="http://schemas.openxmlformats.org/officeDocument/2006/relationships/image" Target="../media/image102.png"/><Relationship Id="rId201" Type="http://schemas.openxmlformats.org/officeDocument/2006/relationships/image" Target="../media/image104.png"/><Relationship Id="rId222" Type="http://schemas.openxmlformats.org/officeDocument/2006/relationships/customXml" Target="../ink/ink111.xml"/><Relationship Id="rId243" Type="http://schemas.openxmlformats.org/officeDocument/2006/relationships/image" Target="../media/image125.png"/><Relationship Id="rId17" Type="http://schemas.openxmlformats.org/officeDocument/2006/relationships/image" Target="../media/image12.png"/><Relationship Id="rId38" Type="http://schemas.openxmlformats.org/officeDocument/2006/relationships/customXml" Target="../ink/ink19.xml"/><Relationship Id="rId59" Type="http://schemas.openxmlformats.org/officeDocument/2006/relationships/image" Target="../media/image33.png"/><Relationship Id="rId103" Type="http://schemas.openxmlformats.org/officeDocument/2006/relationships/image" Target="../media/image55.png"/><Relationship Id="rId124" Type="http://schemas.openxmlformats.org/officeDocument/2006/relationships/customXml" Target="../ink/ink62.xml"/><Relationship Id="rId70" Type="http://schemas.openxmlformats.org/officeDocument/2006/relationships/customXml" Target="../ink/ink35.xml"/><Relationship Id="rId91" Type="http://schemas.openxmlformats.org/officeDocument/2006/relationships/image" Target="../media/image49.png"/><Relationship Id="rId145" Type="http://schemas.openxmlformats.org/officeDocument/2006/relationships/image" Target="../media/image76.png"/><Relationship Id="rId166" Type="http://schemas.openxmlformats.org/officeDocument/2006/relationships/customXml" Target="../ink/ink83.xml"/><Relationship Id="rId187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06.xml"/><Relationship Id="rId233" Type="http://schemas.openxmlformats.org/officeDocument/2006/relationships/image" Target="../media/image120.png"/><Relationship Id="rId254" Type="http://schemas.openxmlformats.org/officeDocument/2006/relationships/customXml" Target="../ink/ink127.xml"/><Relationship Id="rId28" Type="http://schemas.openxmlformats.org/officeDocument/2006/relationships/customXml" Target="../ink/ink14.xml"/><Relationship Id="rId49" Type="http://schemas.openxmlformats.org/officeDocument/2006/relationships/image" Target="../media/image28.png"/><Relationship Id="rId114" Type="http://schemas.openxmlformats.org/officeDocument/2006/relationships/customXml" Target="../ink/ink57.xml"/><Relationship Id="rId60" Type="http://schemas.openxmlformats.org/officeDocument/2006/relationships/customXml" Target="../ink/ink30.xml"/><Relationship Id="rId81" Type="http://schemas.openxmlformats.org/officeDocument/2006/relationships/image" Target="../media/image44.png"/><Relationship Id="rId135" Type="http://schemas.openxmlformats.org/officeDocument/2006/relationships/image" Target="../media/image71.png"/><Relationship Id="rId156" Type="http://schemas.openxmlformats.org/officeDocument/2006/relationships/customXml" Target="../ink/ink78.xml"/><Relationship Id="rId177" Type="http://schemas.openxmlformats.org/officeDocument/2006/relationships/image" Target="../media/image92.png"/><Relationship Id="rId198" Type="http://schemas.openxmlformats.org/officeDocument/2006/relationships/customXml" Target="../ink/ink99.xml"/><Relationship Id="rId202" Type="http://schemas.openxmlformats.org/officeDocument/2006/relationships/customXml" Target="../ink/ink101.xml"/><Relationship Id="rId223" Type="http://schemas.openxmlformats.org/officeDocument/2006/relationships/image" Target="../media/image115.png"/><Relationship Id="rId244" Type="http://schemas.openxmlformats.org/officeDocument/2006/relationships/customXml" Target="../ink/ink122.xml"/><Relationship Id="rId18" Type="http://schemas.openxmlformats.org/officeDocument/2006/relationships/customXml" Target="../ink/ink9.xml"/><Relationship Id="rId39" Type="http://schemas.openxmlformats.org/officeDocument/2006/relationships/image" Target="../media/image23.png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25" Type="http://schemas.openxmlformats.org/officeDocument/2006/relationships/image" Target="../media/image66.png"/><Relationship Id="rId146" Type="http://schemas.openxmlformats.org/officeDocument/2006/relationships/customXml" Target="../ink/ink73.xml"/><Relationship Id="rId167" Type="http://schemas.openxmlformats.org/officeDocument/2006/relationships/image" Target="../media/image87.png"/><Relationship Id="rId188" Type="http://schemas.openxmlformats.org/officeDocument/2006/relationships/customXml" Target="../ink/ink94.xml"/><Relationship Id="rId71" Type="http://schemas.openxmlformats.org/officeDocument/2006/relationships/image" Target="../media/image39.png"/><Relationship Id="rId92" Type="http://schemas.openxmlformats.org/officeDocument/2006/relationships/customXml" Target="../ink/ink46.xml"/><Relationship Id="rId213" Type="http://schemas.openxmlformats.org/officeDocument/2006/relationships/image" Target="../media/image110.png"/><Relationship Id="rId234" Type="http://schemas.openxmlformats.org/officeDocument/2006/relationships/customXml" Target="../ink/ink117.xml"/><Relationship Id="rId2" Type="http://schemas.openxmlformats.org/officeDocument/2006/relationships/customXml" Target="../ink/ink1.xml"/><Relationship Id="rId29" Type="http://schemas.openxmlformats.org/officeDocument/2006/relationships/image" Target="../media/image18.png"/><Relationship Id="rId255" Type="http://schemas.openxmlformats.org/officeDocument/2006/relationships/image" Target="../media/image131.png"/><Relationship Id="rId40" Type="http://schemas.openxmlformats.org/officeDocument/2006/relationships/customXml" Target="../ink/ink20.xml"/><Relationship Id="rId115" Type="http://schemas.openxmlformats.org/officeDocument/2006/relationships/image" Target="../media/image61.png"/><Relationship Id="rId136" Type="http://schemas.openxmlformats.org/officeDocument/2006/relationships/customXml" Target="../ink/ink68.xml"/><Relationship Id="rId157" Type="http://schemas.openxmlformats.org/officeDocument/2006/relationships/image" Target="../media/image82.png"/><Relationship Id="rId178" Type="http://schemas.openxmlformats.org/officeDocument/2006/relationships/customXml" Target="../ink/ink89.xml"/><Relationship Id="rId61" Type="http://schemas.openxmlformats.org/officeDocument/2006/relationships/image" Target="../media/image34.png"/><Relationship Id="rId82" Type="http://schemas.openxmlformats.org/officeDocument/2006/relationships/customXml" Target="../ink/ink41.xml"/><Relationship Id="rId199" Type="http://schemas.openxmlformats.org/officeDocument/2006/relationships/image" Target="../media/image103.png"/><Relationship Id="rId203" Type="http://schemas.openxmlformats.org/officeDocument/2006/relationships/image" Target="../media/image105.png"/><Relationship Id="rId19" Type="http://schemas.openxmlformats.org/officeDocument/2006/relationships/image" Target="../media/image13.png"/><Relationship Id="rId224" Type="http://schemas.openxmlformats.org/officeDocument/2006/relationships/customXml" Target="../ink/ink112.xml"/><Relationship Id="rId245" Type="http://schemas.openxmlformats.org/officeDocument/2006/relationships/image" Target="../media/image126.png"/><Relationship Id="rId30" Type="http://schemas.openxmlformats.org/officeDocument/2006/relationships/customXml" Target="../ink/ink15.xml"/><Relationship Id="rId105" Type="http://schemas.openxmlformats.org/officeDocument/2006/relationships/image" Target="../media/image56.png"/><Relationship Id="rId126" Type="http://schemas.openxmlformats.org/officeDocument/2006/relationships/customXml" Target="../ink/ink63.xml"/><Relationship Id="rId147" Type="http://schemas.openxmlformats.org/officeDocument/2006/relationships/image" Target="../media/image77.png"/><Relationship Id="rId168" Type="http://schemas.openxmlformats.org/officeDocument/2006/relationships/customXml" Target="../ink/ink84.xml"/><Relationship Id="rId51" Type="http://schemas.openxmlformats.org/officeDocument/2006/relationships/image" Target="../media/image29.png"/><Relationship Id="rId72" Type="http://schemas.openxmlformats.org/officeDocument/2006/relationships/customXml" Target="../ink/ink36.xml"/><Relationship Id="rId93" Type="http://schemas.openxmlformats.org/officeDocument/2006/relationships/image" Target="../media/image50.png"/><Relationship Id="rId189" Type="http://schemas.openxmlformats.org/officeDocument/2006/relationships/image" Target="../media/image98.png"/><Relationship Id="rId3" Type="http://schemas.openxmlformats.org/officeDocument/2006/relationships/image" Target="../media/image5.png"/><Relationship Id="rId214" Type="http://schemas.openxmlformats.org/officeDocument/2006/relationships/customXml" Target="../ink/ink107.xml"/><Relationship Id="rId235" Type="http://schemas.openxmlformats.org/officeDocument/2006/relationships/image" Target="../media/image121.png"/><Relationship Id="rId256" Type="http://schemas.openxmlformats.org/officeDocument/2006/relationships/customXml" Target="../ink/ink128.xml"/><Relationship Id="rId116" Type="http://schemas.openxmlformats.org/officeDocument/2006/relationships/customXml" Target="../ink/ink58.xml"/><Relationship Id="rId137" Type="http://schemas.openxmlformats.org/officeDocument/2006/relationships/image" Target="../media/image72.png"/><Relationship Id="rId158" Type="http://schemas.openxmlformats.org/officeDocument/2006/relationships/customXml" Target="../ink/ink79.xml"/><Relationship Id="rId20" Type="http://schemas.openxmlformats.org/officeDocument/2006/relationships/customXml" Target="../ink/ink10.xml"/><Relationship Id="rId41" Type="http://schemas.openxmlformats.org/officeDocument/2006/relationships/image" Target="../media/image24.png"/><Relationship Id="rId62" Type="http://schemas.openxmlformats.org/officeDocument/2006/relationships/customXml" Target="../ink/ink31.xml"/><Relationship Id="rId83" Type="http://schemas.openxmlformats.org/officeDocument/2006/relationships/image" Target="../media/image45.png"/><Relationship Id="rId179" Type="http://schemas.openxmlformats.org/officeDocument/2006/relationships/image" Target="../media/image93.png"/><Relationship Id="rId190" Type="http://schemas.openxmlformats.org/officeDocument/2006/relationships/customXml" Target="../ink/ink95.xml"/><Relationship Id="rId204" Type="http://schemas.openxmlformats.org/officeDocument/2006/relationships/customXml" Target="../ink/ink102.xml"/><Relationship Id="rId225" Type="http://schemas.openxmlformats.org/officeDocument/2006/relationships/image" Target="../media/image116.png"/><Relationship Id="rId246" Type="http://schemas.openxmlformats.org/officeDocument/2006/relationships/customXml" Target="../ink/ink123.xml"/><Relationship Id="rId106" Type="http://schemas.openxmlformats.org/officeDocument/2006/relationships/customXml" Target="../ink/ink53.xml"/><Relationship Id="rId127" Type="http://schemas.openxmlformats.org/officeDocument/2006/relationships/image" Target="../media/image67.png"/><Relationship Id="rId10" Type="http://schemas.openxmlformats.org/officeDocument/2006/relationships/customXml" Target="../ink/ink5.xml"/><Relationship Id="rId31" Type="http://schemas.openxmlformats.org/officeDocument/2006/relationships/image" Target="../media/image19.png"/><Relationship Id="rId52" Type="http://schemas.openxmlformats.org/officeDocument/2006/relationships/customXml" Target="../ink/ink26.xml"/><Relationship Id="rId73" Type="http://schemas.openxmlformats.org/officeDocument/2006/relationships/image" Target="../media/image40.png"/><Relationship Id="rId94" Type="http://schemas.openxmlformats.org/officeDocument/2006/relationships/customXml" Target="../ink/ink47.xml"/><Relationship Id="rId148" Type="http://schemas.openxmlformats.org/officeDocument/2006/relationships/customXml" Target="../ink/ink74.xml"/><Relationship Id="rId169" Type="http://schemas.openxmlformats.org/officeDocument/2006/relationships/image" Target="../media/image88.png"/><Relationship Id="rId4" Type="http://schemas.openxmlformats.org/officeDocument/2006/relationships/customXml" Target="../ink/ink2.xml"/><Relationship Id="rId180" Type="http://schemas.openxmlformats.org/officeDocument/2006/relationships/customXml" Target="../ink/ink90.xml"/><Relationship Id="rId215" Type="http://schemas.openxmlformats.org/officeDocument/2006/relationships/image" Target="../media/image111.png"/><Relationship Id="rId236" Type="http://schemas.openxmlformats.org/officeDocument/2006/relationships/customXml" Target="../ink/ink118.xml"/><Relationship Id="rId257" Type="http://schemas.openxmlformats.org/officeDocument/2006/relationships/image" Target="../media/image132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35.xml"/><Relationship Id="rId18" Type="http://schemas.openxmlformats.org/officeDocument/2006/relationships/image" Target="../media/image142.png"/><Relationship Id="rId26" Type="http://schemas.openxmlformats.org/officeDocument/2006/relationships/image" Target="../media/image146.png"/><Relationship Id="rId21" Type="http://schemas.openxmlformats.org/officeDocument/2006/relationships/customXml" Target="../ink/ink139.xml"/><Relationship Id="rId34" Type="http://schemas.openxmlformats.org/officeDocument/2006/relationships/image" Target="../media/image150.png"/><Relationship Id="rId7" Type="http://schemas.openxmlformats.org/officeDocument/2006/relationships/customXml" Target="../ink/ink132.xml"/><Relationship Id="rId12" Type="http://schemas.openxmlformats.org/officeDocument/2006/relationships/image" Target="../media/image139.png"/><Relationship Id="rId17" Type="http://schemas.openxmlformats.org/officeDocument/2006/relationships/customXml" Target="../ink/ink137.xml"/><Relationship Id="rId25" Type="http://schemas.openxmlformats.org/officeDocument/2006/relationships/customXml" Target="../ink/ink141.xml"/><Relationship Id="rId33" Type="http://schemas.openxmlformats.org/officeDocument/2006/relationships/customXml" Target="../ink/ink145.xml"/><Relationship Id="rId38" Type="http://schemas.openxmlformats.org/officeDocument/2006/relationships/image" Target="../media/image152.png"/><Relationship Id="rId2" Type="http://schemas.openxmlformats.org/officeDocument/2006/relationships/image" Target="../media/image134.png"/><Relationship Id="rId16" Type="http://schemas.openxmlformats.org/officeDocument/2006/relationships/image" Target="../media/image141.png"/><Relationship Id="rId20" Type="http://schemas.openxmlformats.org/officeDocument/2006/relationships/image" Target="../media/image143.png"/><Relationship Id="rId29" Type="http://schemas.openxmlformats.org/officeDocument/2006/relationships/customXml" Target="../ink/ink1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6.png"/><Relationship Id="rId11" Type="http://schemas.openxmlformats.org/officeDocument/2006/relationships/customXml" Target="../ink/ink134.xml"/><Relationship Id="rId24" Type="http://schemas.openxmlformats.org/officeDocument/2006/relationships/image" Target="../media/image145.png"/><Relationship Id="rId32" Type="http://schemas.openxmlformats.org/officeDocument/2006/relationships/image" Target="../media/image149.png"/><Relationship Id="rId37" Type="http://schemas.openxmlformats.org/officeDocument/2006/relationships/customXml" Target="../ink/ink147.xml"/><Relationship Id="rId5" Type="http://schemas.openxmlformats.org/officeDocument/2006/relationships/customXml" Target="../ink/ink131.xml"/><Relationship Id="rId15" Type="http://schemas.openxmlformats.org/officeDocument/2006/relationships/customXml" Target="../ink/ink136.xml"/><Relationship Id="rId23" Type="http://schemas.openxmlformats.org/officeDocument/2006/relationships/customXml" Target="../ink/ink140.xml"/><Relationship Id="rId28" Type="http://schemas.openxmlformats.org/officeDocument/2006/relationships/image" Target="../media/image147.png"/><Relationship Id="rId36" Type="http://schemas.openxmlformats.org/officeDocument/2006/relationships/image" Target="../media/image151.png"/><Relationship Id="rId10" Type="http://schemas.openxmlformats.org/officeDocument/2006/relationships/image" Target="../media/image138.png"/><Relationship Id="rId19" Type="http://schemas.openxmlformats.org/officeDocument/2006/relationships/customXml" Target="../ink/ink138.xml"/><Relationship Id="rId31" Type="http://schemas.openxmlformats.org/officeDocument/2006/relationships/customXml" Target="../ink/ink144.xml"/><Relationship Id="rId4" Type="http://schemas.openxmlformats.org/officeDocument/2006/relationships/image" Target="../media/image135.png"/><Relationship Id="rId9" Type="http://schemas.openxmlformats.org/officeDocument/2006/relationships/customXml" Target="../ink/ink133.xml"/><Relationship Id="rId14" Type="http://schemas.openxmlformats.org/officeDocument/2006/relationships/image" Target="../media/image140.png"/><Relationship Id="rId22" Type="http://schemas.openxmlformats.org/officeDocument/2006/relationships/image" Target="../media/image144.png"/><Relationship Id="rId27" Type="http://schemas.openxmlformats.org/officeDocument/2006/relationships/customXml" Target="../ink/ink142.xml"/><Relationship Id="rId30" Type="http://schemas.openxmlformats.org/officeDocument/2006/relationships/image" Target="../media/image148.png"/><Relationship Id="rId35" Type="http://schemas.openxmlformats.org/officeDocument/2006/relationships/customXml" Target="../ink/ink146.xml"/><Relationship Id="rId8" Type="http://schemas.openxmlformats.org/officeDocument/2006/relationships/image" Target="../media/image137.png"/><Relationship Id="rId3" Type="http://schemas.openxmlformats.org/officeDocument/2006/relationships/customXml" Target="../ink/ink130.xml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06.png"/><Relationship Id="rId21" Type="http://schemas.openxmlformats.org/officeDocument/2006/relationships/image" Target="../media/image158.png"/><Relationship Id="rId63" Type="http://schemas.openxmlformats.org/officeDocument/2006/relationships/image" Target="../media/image179.png"/><Relationship Id="rId159" Type="http://schemas.openxmlformats.org/officeDocument/2006/relationships/image" Target="../media/image227.png"/><Relationship Id="rId170" Type="http://schemas.openxmlformats.org/officeDocument/2006/relationships/customXml" Target="../ink/ink231.xml"/><Relationship Id="rId226" Type="http://schemas.openxmlformats.org/officeDocument/2006/relationships/customXml" Target="../ink/ink259.xml"/><Relationship Id="rId268" Type="http://schemas.openxmlformats.org/officeDocument/2006/relationships/customXml" Target="../ink/ink280.xml"/><Relationship Id="rId32" Type="http://schemas.openxmlformats.org/officeDocument/2006/relationships/customXml" Target="../ink/ink162.xml"/><Relationship Id="rId74" Type="http://schemas.openxmlformats.org/officeDocument/2006/relationships/customXml" Target="../ink/ink183.xml"/><Relationship Id="rId128" Type="http://schemas.openxmlformats.org/officeDocument/2006/relationships/customXml" Target="../ink/ink210.xml"/><Relationship Id="rId5" Type="http://schemas.openxmlformats.org/officeDocument/2006/relationships/image" Target="../media/image810.png"/><Relationship Id="rId181" Type="http://schemas.openxmlformats.org/officeDocument/2006/relationships/image" Target="../media/image238.png"/><Relationship Id="rId237" Type="http://schemas.openxmlformats.org/officeDocument/2006/relationships/image" Target="../media/image266.png"/><Relationship Id="rId279" Type="http://schemas.openxmlformats.org/officeDocument/2006/relationships/image" Target="../media/image287.png"/><Relationship Id="rId22" Type="http://schemas.openxmlformats.org/officeDocument/2006/relationships/customXml" Target="../ink/ink157.xml"/><Relationship Id="rId43" Type="http://schemas.openxmlformats.org/officeDocument/2006/relationships/image" Target="../media/image169.png"/><Relationship Id="rId64" Type="http://schemas.openxmlformats.org/officeDocument/2006/relationships/customXml" Target="../ink/ink178.xml"/><Relationship Id="rId118" Type="http://schemas.openxmlformats.org/officeDocument/2006/relationships/customXml" Target="../ink/ink205.xml"/><Relationship Id="rId139" Type="http://schemas.openxmlformats.org/officeDocument/2006/relationships/image" Target="../media/image217.png"/><Relationship Id="rId85" Type="http://schemas.openxmlformats.org/officeDocument/2006/relationships/image" Target="../media/image190.png"/><Relationship Id="rId150" Type="http://schemas.openxmlformats.org/officeDocument/2006/relationships/customXml" Target="../ink/ink221.xml"/><Relationship Id="rId171" Type="http://schemas.openxmlformats.org/officeDocument/2006/relationships/image" Target="../media/image233.png"/><Relationship Id="rId192" Type="http://schemas.openxmlformats.org/officeDocument/2006/relationships/customXml" Target="../ink/ink242.xml"/><Relationship Id="rId206" Type="http://schemas.openxmlformats.org/officeDocument/2006/relationships/customXml" Target="../ink/ink249.xml"/><Relationship Id="rId227" Type="http://schemas.openxmlformats.org/officeDocument/2006/relationships/image" Target="../media/image261.png"/><Relationship Id="rId248" Type="http://schemas.openxmlformats.org/officeDocument/2006/relationships/customXml" Target="../ink/ink270.xml"/><Relationship Id="rId269" Type="http://schemas.openxmlformats.org/officeDocument/2006/relationships/image" Target="../media/image282.png"/><Relationship Id="rId12" Type="http://schemas.openxmlformats.org/officeDocument/2006/relationships/customXml" Target="../ink/ink152.xml"/><Relationship Id="rId33" Type="http://schemas.openxmlformats.org/officeDocument/2006/relationships/image" Target="../media/image164.png"/><Relationship Id="rId108" Type="http://schemas.openxmlformats.org/officeDocument/2006/relationships/customXml" Target="../ink/ink200.xml"/><Relationship Id="rId129" Type="http://schemas.openxmlformats.org/officeDocument/2006/relationships/image" Target="../media/image212.png"/><Relationship Id="rId280" Type="http://schemas.openxmlformats.org/officeDocument/2006/relationships/customXml" Target="../ink/ink286.xml"/><Relationship Id="rId54" Type="http://schemas.openxmlformats.org/officeDocument/2006/relationships/customXml" Target="../ink/ink173.xml"/><Relationship Id="rId75" Type="http://schemas.openxmlformats.org/officeDocument/2006/relationships/image" Target="../media/image185.png"/><Relationship Id="rId96" Type="http://schemas.openxmlformats.org/officeDocument/2006/relationships/customXml" Target="../ink/ink194.xml"/><Relationship Id="rId140" Type="http://schemas.openxmlformats.org/officeDocument/2006/relationships/customXml" Target="../ink/ink216.xml"/><Relationship Id="rId161" Type="http://schemas.openxmlformats.org/officeDocument/2006/relationships/image" Target="../media/image228.png"/><Relationship Id="rId182" Type="http://schemas.openxmlformats.org/officeDocument/2006/relationships/customXml" Target="../ink/ink237.xml"/><Relationship Id="rId217" Type="http://schemas.openxmlformats.org/officeDocument/2006/relationships/image" Target="../media/image256.png"/><Relationship Id="rId6" Type="http://schemas.openxmlformats.org/officeDocument/2006/relationships/customXml" Target="../ink/ink149.xml"/><Relationship Id="rId238" Type="http://schemas.openxmlformats.org/officeDocument/2006/relationships/customXml" Target="../ink/ink265.xml"/><Relationship Id="rId259" Type="http://schemas.openxmlformats.org/officeDocument/2006/relationships/image" Target="../media/image277.png"/><Relationship Id="rId23" Type="http://schemas.openxmlformats.org/officeDocument/2006/relationships/image" Target="../media/image159.png"/><Relationship Id="rId119" Type="http://schemas.openxmlformats.org/officeDocument/2006/relationships/image" Target="../media/image207.png"/><Relationship Id="rId270" Type="http://schemas.openxmlformats.org/officeDocument/2006/relationships/customXml" Target="../ink/ink281.xml"/><Relationship Id="rId44" Type="http://schemas.openxmlformats.org/officeDocument/2006/relationships/customXml" Target="../ink/ink168.xml"/><Relationship Id="rId65" Type="http://schemas.openxmlformats.org/officeDocument/2006/relationships/image" Target="../media/image180.png"/><Relationship Id="rId86" Type="http://schemas.openxmlformats.org/officeDocument/2006/relationships/customXml" Target="../ink/ink189.xml"/><Relationship Id="rId130" Type="http://schemas.openxmlformats.org/officeDocument/2006/relationships/customXml" Target="../ink/ink211.xml"/><Relationship Id="rId151" Type="http://schemas.openxmlformats.org/officeDocument/2006/relationships/image" Target="../media/image223.png"/><Relationship Id="rId172" Type="http://schemas.openxmlformats.org/officeDocument/2006/relationships/customXml" Target="../ink/ink232.xml"/><Relationship Id="rId193" Type="http://schemas.openxmlformats.org/officeDocument/2006/relationships/image" Target="../media/image244.png"/><Relationship Id="rId207" Type="http://schemas.openxmlformats.org/officeDocument/2006/relationships/image" Target="../media/image251.png"/><Relationship Id="rId228" Type="http://schemas.openxmlformats.org/officeDocument/2006/relationships/customXml" Target="../ink/ink260.xml"/><Relationship Id="rId249" Type="http://schemas.openxmlformats.org/officeDocument/2006/relationships/image" Target="../media/image272.png"/><Relationship Id="rId13" Type="http://schemas.openxmlformats.org/officeDocument/2006/relationships/image" Target="../media/image1210.png"/><Relationship Id="rId109" Type="http://schemas.openxmlformats.org/officeDocument/2006/relationships/image" Target="../media/image202.png"/><Relationship Id="rId260" Type="http://schemas.openxmlformats.org/officeDocument/2006/relationships/customXml" Target="../ink/ink276.xml"/><Relationship Id="rId281" Type="http://schemas.openxmlformats.org/officeDocument/2006/relationships/image" Target="../media/image288.png"/><Relationship Id="rId34" Type="http://schemas.openxmlformats.org/officeDocument/2006/relationships/customXml" Target="../ink/ink163.xml"/><Relationship Id="rId55" Type="http://schemas.openxmlformats.org/officeDocument/2006/relationships/image" Target="../media/image175.png"/><Relationship Id="rId76" Type="http://schemas.openxmlformats.org/officeDocument/2006/relationships/customXml" Target="../ink/ink184.xml"/><Relationship Id="rId97" Type="http://schemas.openxmlformats.org/officeDocument/2006/relationships/image" Target="../media/image196.png"/><Relationship Id="rId120" Type="http://schemas.openxmlformats.org/officeDocument/2006/relationships/customXml" Target="../ink/ink206.xml"/><Relationship Id="rId141" Type="http://schemas.openxmlformats.org/officeDocument/2006/relationships/image" Target="../media/image218.png"/><Relationship Id="rId7" Type="http://schemas.openxmlformats.org/officeDocument/2006/relationships/image" Target="../media/image910.png"/><Relationship Id="rId162" Type="http://schemas.openxmlformats.org/officeDocument/2006/relationships/customXml" Target="../ink/ink227.xml"/><Relationship Id="rId183" Type="http://schemas.openxmlformats.org/officeDocument/2006/relationships/image" Target="../media/image239.png"/><Relationship Id="rId218" Type="http://schemas.openxmlformats.org/officeDocument/2006/relationships/customXml" Target="../ink/ink255.xml"/><Relationship Id="rId239" Type="http://schemas.openxmlformats.org/officeDocument/2006/relationships/image" Target="../media/image267.png"/><Relationship Id="rId250" Type="http://schemas.openxmlformats.org/officeDocument/2006/relationships/customXml" Target="../ink/ink271.xml"/><Relationship Id="rId271" Type="http://schemas.openxmlformats.org/officeDocument/2006/relationships/image" Target="../media/image283.png"/><Relationship Id="rId24" Type="http://schemas.openxmlformats.org/officeDocument/2006/relationships/customXml" Target="../ink/ink158.xml"/><Relationship Id="rId45" Type="http://schemas.openxmlformats.org/officeDocument/2006/relationships/image" Target="../media/image170.png"/><Relationship Id="rId66" Type="http://schemas.openxmlformats.org/officeDocument/2006/relationships/customXml" Target="../ink/ink179.xml"/><Relationship Id="rId87" Type="http://schemas.openxmlformats.org/officeDocument/2006/relationships/image" Target="../media/image191.png"/><Relationship Id="rId110" Type="http://schemas.openxmlformats.org/officeDocument/2006/relationships/customXml" Target="../ink/ink201.xml"/><Relationship Id="rId131" Type="http://schemas.openxmlformats.org/officeDocument/2006/relationships/image" Target="../media/image213.png"/><Relationship Id="rId152" Type="http://schemas.openxmlformats.org/officeDocument/2006/relationships/customXml" Target="../ink/ink222.xml"/><Relationship Id="rId173" Type="http://schemas.openxmlformats.org/officeDocument/2006/relationships/image" Target="../media/image234.png"/><Relationship Id="rId194" Type="http://schemas.openxmlformats.org/officeDocument/2006/relationships/customXml" Target="../ink/ink243.xml"/><Relationship Id="rId208" Type="http://schemas.openxmlformats.org/officeDocument/2006/relationships/customXml" Target="../ink/ink250.xml"/><Relationship Id="rId229" Type="http://schemas.openxmlformats.org/officeDocument/2006/relationships/image" Target="../media/image262.png"/><Relationship Id="rId240" Type="http://schemas.openxmlformats.org/officeDocument/2006/relationships/customXml" Target="../ink/ink266.xml"/><Relationship Id="rId261" Type="http://schemas.openxmlformats.org/officeDocument/2006/relationships/image" Target="../media/image278.png"/><Relationship Id="rId14" Type="http://schemas.openxmlformats.org/officeDocument/2006/relationships/customXml" Target="../ink/ink153.xml"/><Relationship Id="rId35" Type="http://schemas.openxmlformats.org/officeDocument/2006/relationships/image" Target="../media/image165.png"/><Relationship Id="rId56" Type="http://schemas.openxmlformats.org/officeDocument/2006/relationships/customXml" Target="../ink/ink174.xml"/><Relationship Id="rId77" Type="http://schemas.openxmlformats.org/officeDocument/2006/relationships/image" Target="../media/image186.png"/><Relationship Id="rId100" Type="http://schemas.openxmlformats.org/officeDocument/2006/relationships/customXml" Target="../ink/ink196.xml"/><Relationship Id="rId8" Type="http://schemas.openxmlformats.org/officeDocument/2006/relationships/customXml" Target="../ink/ink150.xml"/><Relationship Id="rId98" Type="http://schemas.openxmlformats.org/officeDocument/2006/relationships/customXml" Target="../ink/ink195.xml"/><Relationship Id="rId121" Type="http://schemas.openxmlformats.org/officeDocument/2006/relationships/image" Target="../media/image208.png"/><Relationship Id="rId142" Type="http://schemas.openxmlformats.org/officeDocument/2006/relationships/customXml" Target="../ink/ink217.xml"/><Relationship Id="rId163" Type="http://schemas.openxmlformats.org/officeDocument/2006/relationships/image" Target="../media/image229.png"/><Relationship Id="rId184" Type="http://schemas.openxmlformats.org/officeDocument/2006/relationships/customXml" Target="../ink/ink238.xml"/><Relationship Id="rId219" Type="http://schemas.openxmlformats.org/officeDocument/2006/relationships/image" Target="../media/image257.png"/><Relationship Id="rId230" Type="http://schemas.openxmlformats.org/officeDocument/2006/relationships/customXml" Target="../ink/ink261.xml"/><Relationship Id="rId251" Type="http://schemas.openxmlformats.org/officeDocument/2006/relationships/image" Target="../media/image273.png"/><Relationship Id="rId25" Type="http://schemas.openxmlformats.org/officeDocument/2006/relationships/image" Target="../media/image160.png"/><Relationship Id="rId46" Type="http://schemas.openxmlformats.org/officeDocument/2006/relationships/customXml" Target="../ink/ink169.xml"/><Relationship Id="rId67" Type="http://schemas.openxmlformats.org/officeDocument/2006/relationships/image" Target="../media/image181.png"/><Relationship Id="rId272" Type="http://schemas.openxmlformats.org/officeDocument/2006/relationships/customXml" Target="../ink/ink282.xml"/><Relationship Id="rId88" Type="http://schemas.openxmlformats.org/officeDocument/2006/relationships/customXml" Target="../ink/ink190.xml"/><Relationship Id="rId111" Type="http://schemas.openxmlformats.org/officeDocument/2006/relationships/image" Target="../media/image203.png"/><Relationship Id="rId132" Type="http://schemas.openxmlformats.org/officeDocument/2006/relationships/customXml" Target="../ink/ink212.xml"/><Relationship Id="rId153" Type="http://schemas.openxmlformats.org/officeDocument/2006/relationships/image" Target="../media/image224.png"/><Relationship Id="rId174" Type="http://schemas.openxmlformats.org/officeDocument/2006/relationships/customXml" Target="../ink/ink233.xml"/><Relationship Id="rId195" Type="http://schemas.openxmlformats.org/officeDocument/2006/relationships/image" Target="../media/image245.png"/><Relationship Id="rId209" Type="http://schemas.openxmlformats.org/officeDocument/2006/relationships/image" Target="../media/image252.png"/><Relationship Id="rId220" Type="http://schemas.openxmlformats.org/officeDocument/2006/relationships/customXml" Target="../ink/ink256.xml"/><Relationship Id="rId241" Type="http://schemas.openxmlformats.org/officeDocument/2006/relationships/image" Target="../media/image268.png"/><Relationship Id="rId15" Type="http://schemas.openxmlformats.org/officeDocument/2006/relationships/image" Target="../media/image155.png"/><Relationship Id="rId36" Type="http://schemas.openxmlformats.org/officeDocument/2006/relationships/customXml" Target="../ink/ink164.xml"/><Relationship Id="rId57" Type="http://schemas.openxmlformats.org/officeDocument/2006/relationships/image" Target="../media/image176.png"/><Relationship Id="rId262" Type="http://schemas.openxmlformats.org/officeDocument/2006/relationships/customXml" Target="../ink/ink277.xml"/><Relationship Id="rId78" Type="http://schemas.openxmlformats.org/officeDocument/2006/relationships/customXml" Target="../ink/ink185.xml"/><Relationship Id="rId99" Type="http://schemas.openxmlformats.org/officeDocument/2006/relationships/image" Target="../media/image197.png"/><Relationship Id="rId101" Type="http://schemas.openxmlformats.org/officeDocument/2006/relationships/image" Target="../media/image198.png"/><Relationship Id="rId122" Type="http://schemas.openxmlformats.org/officeDocument/2006/relationships/customXml" Target="../ink/ink207.xml"/><Relationship Id="rId143" Type="http://schemas.openxmlformats.org/officeDocument/2006/relationships/image" Target="../media/image219.png"/><Relationship Id="rId164" Type="http://schemas.openxmlformats.org/officeDocument/2006/relationships/customXml" Target="../ink/ink228.xml"/><Relationship Id="rId185" Type="http://schemas.openxmlformats.org/officeDocument/2006/relationships/image" Target="../media/image240.png"/><Relationship Id="rId9" Type="http://schemas.openxmlformats.org/officeDocument/2006/relationships/image" Target="../media/image1010.png"/><Relationship Id="rId210" Type="http://schemas.openxmlformats.org/officeDocument/2006/relationships/customXml" Target="../ink/ink251.xml"/><Relationship Id="rId26" Type="http://schemas.openxmlformats.org/officeDocument/2006/relationships/customXml" Target="../ink/ink159.xml"/><Relationship Id="rId231" Type="http://schemas.openxmlformats.org/officeDocument/2006/relationships/image" Target="../media/image263.png"/><Relationship Id="rId252" Type="http://schemas.openxmlformats.org/officeDocument/2006/relationships/customXml" Target="../ink/ink272.xml"/><Relationship Id="rId273" Type="http://schemas.openxmlformats.org/officeDocument/2006/relationships/image" Target="../media/image284.png"/><Relationship Id="rId47" Type="http://schemas.openxmlformats.org/officeDocument/2006/relationships/image" Target="../media/image171.png"/><Relationship Id="rId68" Type="http://schemas.openxmlformats.org/officeDocument/2006/relationships/customXml" Target="../ink/ink180.xml"/><Relationship Id="rId89" Type="http://schemas.openxmlformats.org/officeDocument/2006/relationships/image" Target="../media/image192.png"/><Relationship Id="rId112" Type="http://schemas.openxmlformats.org/officeDocument/2006/relationships/customXml" Target="../ink/ink202.xml"/><Relationship Id="rId133" Type="http://schemas.openxmlformats.org/officeDocument/2006/relationships/image" Target="../media/image214.png"/><Relationship Id="rId154" Type="http://schemas.openxmlformats.org/officeDocument/2006/relationships/customXml" Target="../ink/ink223.xml"/><Relationship Id="rId175" Type="http://schemas.openxmlformats.org/officeDocument/2006/relationships/image" Target="../media/image235.png"/><Relationship Id="rId196" Type="http://schemas.openxmlformats.org/officeDocument/2006/relationships/customXml" Target="../ink/ink244.xml"/><Relationship Id="rId200" Type="http://schemas.openxmlformats.org/officeDocument/2006/relationships/customXml" Target="../ink/ink246.xml"/><Relationship Id="rId16" Type="http://schemas.openxmlformats.org/officeDocument/2006/relationships/customXml" Target="../ink/ink154.xml"/><Relationship Id="rId221" Type="http://schemas.openxmlformats.org/officeDocument/2006/relationships/image" Target="../media/image258.png"/><Relationship Id="rId242" Type="http://schemas.openxmlformats.org/officeDocument/2006/relationships/customXml" Target="../ink/ink267.xml"/><Relationship Id="rId263" Type="http://schemas.openxmlformats.org/officeDocument/2006/relationships/image" Target="../media/image279.png"/><Relationship Id="rId37" Type="http://schemas.openxmlformats.org/officeDocument/2006/relationships/image" Target="../media/image166.png"/><Relationship Id="rId58" Type="http://schemas.openxmlformats.org/officeDocument/2006/relationships/customXml" Target="../ink/ink175.xml"/><Relationship Id="rId79" Type="http://schemas.openxmlformats.org/officeDocument/2006/relationships/image" Target="../media/image187.png"/><Relationship Id="rId102" Type="http://schemas.openxmlformats.org/officeDocument/2006/relationships/customXml" Target="../ink/ink197.xml"/><Relationship Id="rId123" Type="http://schemas.openxmlformats.org/officeDocument/2006/relationships/image" Target="../media/image209.png"/><Relationship Id="rId144" Type="http://schemas.openxmlformats.org/officeDocument/2006/relationships/customXml" Target="../ink/ink218.xml"/><Relationship Id="rId90" Type="http://schemas.openxmlformats.org/officeDocument/2006/relationships/customXml" Target="../ink/ink191.xml"/><Relationship Id="rId165" Type="http://schemas.openxmlformats.org/officeDocument/2006/relationships/image" Target="../media/image230.png"/><Relationship Id="rId186" Type="http://schemas.openxmlformats.org/officeDocument/2006/relationships/customXml" Target="../ink/ink239.xml"/><Relationship Id="rId211" Type="http://schemas.openxmlformats.org/officeDocument/2006/relationships/image" Target="../media/image253.png"/><Relationship Id="rId232" Type="http://schemas.openxmlformats.org/officeDocument/2006/relationships/customXml" Target="../ink/ink262.xml"/><Relationship Id="rId253" Type="http://schemas.openxmlformats.org/officeDocument/2006/relationships/image" Target="../media/image274.png"/><Relationship Id="rId274" Type="http://schemas.openxmlformats.org/officeDocument/2006/relationships/customXml" Target="../ink/ink283.xml"/><Relationship Id="rId27" Type="http://schemas.openxmlformats.org/officeDocument/2006/relationships/image" Target="../media/image161.png"/><Relationship Id="rId48" Type="http://schemas.openxmlformats.org/officeDocument/2006/relationships/customXml" Target="../ink/ink170.xml"/><Relationship Id="rId69" Type="http://schemas.openxmlformats.org/officeDocument/2006/relationships/image" Target="../media/image182.png"/><Relationship Id="rId113" Type="http://schemas.openxmlformats.org/officeDocument/2006/relationships/image" Target="../media/image204.png"/><Relationship Id="rId134" Type="http://schemas.openxmlformats.org/officeDocument/2006/relationships/customXml" Target="../ink/ink213.xml"/><Relationship Id="rId80" Type="http://schemas.openxmlformats.org/officeDocument/2006/relationships/customXml" Target="../ink/ink186.xml"/><Relationship Id="rId155" Type="http://schemas.openxmlformats.org/officeDocument/2006/relationships/image" Target="../media/image225.png"/><Relationship Id="rId176" Type="http://schemas.openxmlformats.org/officeDocument/2006/relationships/customXml" Target="../ink/ink234.xml"/><Relationship Id="rId197" Type="http://schemas.openxmlformats.org/officeDocument/2006/relationships/image" Target="../media/image246.png"/><Relationship Id="rId201" Type="http://schemas.openxmlformats.org/officeDocument/2006/relationships/image" Target="../media/image248.png"/><Relationship Id="rId222" Type="http://schemas.openxmlformats.org/officeDocument/2006/relationships/customXml" Target="../ink/ink257.xml"/><Relationship Id="rId243" Type="http://schemas.openxmlformats.org/officeDocument/2006/relationships/image" Target="../media/image269.png"/><Relationship Id="rId264" Type="http://schemas.openxmlformats.org/officeDocument/2006/relationships/customXml" Target="../ink/ink278.xml"/><Relationship Id="rId17" Type="http://schemas.openxmlformats.org/officeDocument/2006/relationships/image" Target="../media/image156.png"/><Relationship Id="rId38" Type="http://schemas.openxmlformats.org/officeDocument/2006/relationships/customXml" Target="../ink/ink165.xml"/><Relationship Id="rId59" Type="http://schemas.openxmlformats.org/officeDocument/2006/relationships/image" Target="../media/image177.png"/><Relationship Id="rId103" Type="http://schemas.openxmlformats.org/officeDocument/2006/relationships/image" Target="../media/image199.png"/><Relationship Id="rId124" Type="http://schemas.openxmlformats.org/officeDocument/2006/relationships/customXml" Target="../ink/ink208.xml"/><Relationship Id="rId70" Type="http://schemas.openxmlformats.org/officeDocument/2006/relationships/customXml" Target="../ink/ink181.xml"/><Relationship Id="rId91" Type="http://schemas.openxmlformats.org/officeDocument/2006/relationships/image" Target="../media/image193.png"/><Relationship Id="rId145" Type="http://schemas.openxmlformats.org/officeDocument/2006/relationships/image" Target="../media/image220.png"/><Relationship Id="rId166" Type="http://schemas.openxmlformats.org/officeDocument/2006/relationships/customXml" Target="../ink/ink229.xml"/><Relationship Id="rId187" Type="http://schemas.openxmlformats.org/officeDocument/2006/relationships/image" Target="../media/image241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52.xml"/><Relationship Id="rId233" Type="http://schemas.openxmlformats.org/officeDocument/2006/relationships/image" Target="../media/image264.png"/><Relationship Id="rId254" Type="http://schemas.openxmlformats.org/officeDocument/2006/relationships/customXml" Target="../ink/ink273.xml"/><Relationship Id="rId28" Type="http://schemas.openxmlformats.org/officeDocument/2006/relationships/customXml" Target="../ink/ink160.xml"/><Relationship Id="rId49" Type="http://schemas.openxmlformats.org/officeDocument/2006/relationships/image" Target="../media/image172.png"/><Relationship Id="rId114" Type="http://schemas.openxmlformats.org/officeDocument/2006/relationships/customXml" Target="../ink/ink203.xml"/><Relationship Id="rId275" Type="http://schemas.openxmlformats.org/officeDocument/2006/relationships/image" Target="../media/image285.png"/><Relationship Id="rId60" Type="http://schemas.openxmlformats.org/officeDocument/2006/relationships/customXml" Target="../ink/ink176.xml"/><Relationship Id="rId81" Type="http://schemas.openxmlformats.org/officeDocument/2006/relationships/image" Target="../media/image188.png"/><Relationship Id="rId135" Type="http://schemas.openxmlformats.org/officeDocument/2006/relationships/image" Target="../media/image215.png"/><Relationship Id="rId156" Type="http://schemas.openxmlformats.org/officeDocument/2006/relationships/customXml" Target="../ink/ink224.xml"/><Relationship Id="rId177" Type="http://schemas.openxmlformats.org/officeDocument/2006/relationships/image" Target="../media/image236.png"/><Relationship Id="rId198" Type="http://schemas.openxmlformats.org/officeDocument/2006/relationships/customXml" Target="../ink/ink245.xml"/><Relationship Id="rId202" Type="http://schemas.openxmlformats.org/officeDocument/2006/relationships/customXml" Target="../ink/ink247.xml"/><Relationship Id="rId223" Type="http://schemas.openxmlformats.org/officeDocument/2006/relationships/image" Target="../media/image259.png"/><Relationship Id="rId244" Type="http://schemas.openxmlformats.org/officeDocument/2006/relationships/customXml" Target="../ink/ink268.xml"/><Relationship Id="rId18" Type="http://schemas.openxmlformats.org/officeDocument/2006/relationships/customXml" Target="../ink/ink155.xml"/><Relationship Id="rId39" Type="http://schemas.openxmlformats.org/officeDocument/2006/relationships/image" Target="../media/image167.png"/><Relationship Id="rId265" Type="http://schemas.openxmlformats.org/officeDocument/2006/relationships/image" Target="../media/image280.png"/><Relationship Id="rId50" Type="http://schemas.openxmlformats.org/officeDocument/2006/relationships/customXml" Target="../ink/ink171.xml"/><Relationship Id="rId104" Type="http://schemas.openxmlformats.org/officeDocument/2006/relationships/customXml" Target="../ink/ink198.xml"/><Relationship Id="rId125" Type="http://schemas.openxmlformats.org/officeDocument/2006/relationships/image" Target="../media/image210.png"/><Relationship Id="rId146" Type="http://schemas.openxmlformats.org/officeDocument/2006/relationships/customXml" Target="../ink/ink219.xml"/><Relationship Id="rId167" Type="http://schemas.openxmlformats.org/officeDocument/2006/relationships/image" Target="../media/image231.png"/><Relationship Id="rId188" Type="http://schemas.openxmlformats.org/officeDocument/2006/relationships/customXml" Target="../ink/ink240.xml"/><Relationship Id="rId71" Type="http://schemas.openxmlformats.org/officeDocument/2006/relationships/image" Target="../media/image183.png"/><Relationship Id="rId92" Type="http://schemas.openxmlformats.org/officeDocument/2006/relationships/customXml" Target="../ink/ink192.xml"/><Relationship Id="rId213" Type="http://schemas.openxmlformats.org/officeDocument/2006/relationships/image" Target="../media/image254.png"/><Relationship Id="rId234" Type="http://schemas.openxmlformats.org/officeDocument/2006/relationships/customXml" Target="../ink/ink263.xml"/><Relationship Id="rId2" Type="http://schemas.openxmlformats.org/officeDocument/2006/relationships/image" Target="../media/image153.png"/><Relationship Id="rId29" Type="http://schemas.openxmlformats.org/officeDocument/2006/relationships/image" Target="../media/image162.png"/><Relationship Id="rId255" Type="http://schemas.openxmlformats.org/officeDocument/2006/relationships/image" Target="../media/image275.png"/><Relationship Id="rId276" Type="http://schemas.openxmlformats.org/officeDocument/2006/relationships/customXml" Target="../ink/ink284.xml"/><Relationship Id="rId40" Type="http://schemas.openxmlformats.org/officeDocument/2006/relationships/customXml" Target="../ink/ink166.xml"/><Relationship Id="rId115" Type="http://schemas.openxmlformats.org/officeDocument/2006/relationships/image" Target="../media/image205.png"/><Relationship Id="rId136" Type="http://schemas.openxmlformats.org/officeDocument/2006/relationships/customXml" Target="../ink/ink214.xml"/><Relationship Id="rId157" Type="http://schemas.openxmlformats.org/officeDocument/2006/relationships/image" Target="../media/image226.png"/><Relationship Id="rId178" Type="http://schemas.openxmlformats.org/officeDocument/2006/relationships/customXml" Target="../ink/ink235.xml"/><Relationship Id="rId61" Type="http://schemas.openxmlformats.org/officeDocument/2006/relationships/image" Target="../media/image178.png"/><Relationship Id="rId82" Type="http://schemas.openxmlformats.org/officeDocument/2006/relationships/customXml" Target="../ink/ink187.xml"/><Relationship Id="rId199" Type="http://schemas.openxmlformats.org/officeDocument/2006/relationships/image" Target="../media/image247.png"/><Relationship Id="rId203" Type="http://schemas.openxmlformats.org/officeDocument/2006/relationships/image" Target="../media/image249.png"/><Relationship Id="rId19" Type="http://schemas.openxmlformats.org/officeDocument/2006/relationships/image" Target="../media/image157.png"/><Relationship Id="rId224" Type="http://schemas.openxmlformats.org/officeDocument/2006/relationships/customXml" Target="../ink/ink258.xml"/><Relationship Id="rId245" Type="http://schemas.openxmlformats.org/officeDocument/2006/relationships/image" Target="../media/image270.png"/><Relationship Id="rId266" Type="http://schemas.openxmlformats.org/officeDocument/2006/relationships/customXml" Target="../ink/ink279.xml"/><Relationship Id="rId30" Type="http://schemas.openxmlformats.org/officeDocument/2006/relationships/customXml" Target="../ink/ink161.xml"/><Relationship Id="rId105" Type="http://schemas.openxmlformats.org/officeDocument/2006/relationships/image" Target="../media/image200.png"/><Relationship Id="rId126" Type="http://schemas.openxmlformats.org/officeDocument/2006/relationships/customXml" Target="../ink/ink209.xml"/><Relationship Id="rId147" Type="http://schemas.openxmlformats.org/officeDocument/2006/relationships/image" Target="../media/image221.png"/><Relationship Id="rId168" Type="http://schemas.openxmlformats.org/officeDocument/2006/relationships/customXml" Target="../ink/ink230.xml"/><Relationship Id="rId51" Type="http://schemas.openxmlformats.org/officeDocument/2006/relationships/image" Target="../media/image173.png"/><Relationship Id="rId72" Type="http://schemas.openxmlformats.org/officeDocument/2006/relationships/customXml" Target="../ink/ink182.xml"/><Relationship Id="rId93" Type="http://schemas.openxmlformats.org/officeDocument/2006/relationships/image" Target="../media/image194.png"/><Relationship Id="rId189" Type="http://schemas.openxmlformats.org/officeDocument/2006/relationships/image" Target="../media/image242.png"/><Relationship Id="rId3" Type="http://schemas.openxmlformats.org/officeDocument/2006/relationships/image" Target="../media/image154.png"/><Relationship Id="rId214" Type="http://schemas.openxmlformats.org/officeDocument/2006/relationships/customXml" Target="../ink/ink253.xml"/><Relationship Id="rId235" Type="http://schemas.openxmlformats.org/officeDocument/2006/relationships/image" Target="../media/image265.png"/><Relationship Id="rId256" Type="http://schemas.openxmlformats.org/officeDocument/2006/relationships/customXml" Target="../ink/ink274.xml"/><Relationship Id="rId277" Type="http://schemas.openxmlformats.org/officeDocument/2006/relationships/image" Target="../media/image286.png"/><Relationship Id="rId116" Type="http://schemas.openxmlformats.org/officeDocument/2006/relationships/customXml" Target="../ink/ink204.xml"/><Relationship Id="rId137" Type="http://schemas.openxmlformats.org/officeDocument/2006/relationships/image" Target="../media/image216.png"/><Relationship Id="rId158" Type="http://schemas.openxmlformats.org/officeDocument/2006/relationships/customXml" Target="../ink/ink225.xml"/><Relationship Id="rId20" Type="http://schemas.openxmlformats.org/officeDocument/2006/relationships/customXml" Target="../ink/ink156.xml"/><Relationship Id="rId41" Type="http://schemas.openxmlformats.org/officeDocument/2006/relationships/image" Target="../media/image168.png"/><Relationship Id="rId62" Type="http://schemas.openxmlformats.org/officeDocument/2006/relationships/customXml" Target="../ink/ink177.xml"/><Relationship Id="rId83" Type="http://schemas.openxmlformats.org/officeDocument/2006/relationships/image" Target="../media/image189.png"/><Relationship Id="rId179" Type="http://schemas.openxmlformats.org/officeDocument/2006/relationships/image" Target="../media/image237.png"/><Relationship Id="rId190" Type="http://schemas.openxmlformats.org/officeDocument/2006/relationships/customXml" Target="../ink/ink241.xml"/><Relationship Id="rId204" Type="http://schemas.openxmlformats.org/officeDocument/2006/relationships/customXml" Target="../ink/ink248.xml"/><Relationship Id="rId225" Type="http://schemas.openxmlformats.org/officeDocument/2006/relationships/image" Target="../media/image260.png"/><Relationship Id="rId246" Type="http://schemas.openxmlformats.org/officeDocument/2006/relationships/customXml" Target="../ink/ink269.xml"/><Relationship Id="rId267" Type="http://schemas.openxmlformats.org/officeDocument/2006/relationships/image" Target="../media/image281.png"/><Relationship Id="rId106" Type="http://schemas.openxmlformats.org/officeDocument/2006/relationships/customXml" Target="../ink/ink199.xml"/><Relationship Id="rId127" Type="http://schemas.openxmlformats.org/officeDocument/2006/relationships/image" Target="../media/image211.png"/><Relationship Id="rId10" Type="http://schemas.openxmlformats.org/officeDocument/2006/relationships/customXml" Target="../ink/ink151.xml"/><Relationship Id="rId31" Type="http://schemas.openxmlformats.org/officeDocument/2006/relationships/image" Target="../media/image163.png"/><Relationship Id="rId52" Type="http://schemas.openxmlformats.org/officeDocument/2006/relationships/customXml" Target="../ink/ink172.xml"/><Relationship Id="rId73" Type="http://schemas.openxmlformats.org/officeDocument/2006/relationships/image" Target="../media/image184.png"/><Relationship Id="rId94" Type="http://schemas.openxmlformats.org/officeDocument/2006/relationships/customXml" Target="../ink/ink193.xml"/><Relationship Id="rId148" Type="http://schemas.openxmlformats.org/officeDocument/2006/relationships/customXml" Target="../ink/ink220.xml"/><Relationship Id="rId169" Type="http://schemas.openxmlformats.org/officeDocument/2006/relationships/image" Target="../media/image232.png"/><Relationship Id="rId4" Type="http://schemas.openxmlformats.org/officeDocument/2006/relationships/customXml" Target="../ink/ink148.xml"/><Relationship Id="rId180" Type="http://schemas.openxmlformats.org/officeDocument/2006/relationships/customXml" Target="../ink/ink236.xml"/><Relationship Id="rId215" Type="http://schemas.openxmlformats.org/officeDocument/2006/relationships/image" Target="../media/image255.png"/><Relationship Id="rId236" Type="http://schemas.openxmlformats.org/officeDocument/2006/relationships/customXml" Target="../ink/ink264.xml"/><Relationship Id="rId257" Type="http://schemas.openxmlformats.org/officeDocument/2006/relationships/image" Target="../media/image276.png"/><Relationship Id="rId278" Type="http://schemas.openxmlformats.org/officeDocument/2006/relationships/customXml" Target="../ink/ink285.xml"/><Relationship Id="rId42" Type="http://schemas.openxmlformats.org/officeDocument/2006/relationships/customXml" Target="../ink/ink167.xml"/><Relationship Id="rId84" Type="http://schemas.openxmlformats.org/officeDocument/2006/relationships/customXml" Target="../ink/ink188.xml"/><Relationship Id="rId138" Type="http://schemas.openxmlformats.org/officeDocument/2006/relationships/customXml" Target="../ink/ink215.xml"/><Relationship Id="rId191" Type="http://schemas.openxmlformats.org/officeDocument/2006/relationships/image" Target="../media/image243.png"/><Relationship Id="rId205" Type="http://schemas.openxmlformats.org/officeDocument/2006/relationships/image" Target="../media/image250.png"/><Relationship Id="rId247" Type="http://schemas.openxmlformats.org/officeDocument/2006/relationships/image" Target="../media/image271.png"/><Relationship Id="rId107" Type="http://schemas.openxmlformats.org/officeDocument/2006/relationships/image" Target="../media/image201.png"/><Relationship Id="rId11" Type="http://schemas.openxmlformats.org/officeDocument/2006/relationships/image" Target="../media/image1110.png"/><Relationship Id="rId53" Type="http://schemas.openxmlformats.org/officeDocument/2006/relationships/image" Target="../media/image174.png"/><Relationship Id="rId149" Type="http://schemas.openxmlformats.org/officeDocument/2006/relationships/image" Target="../media/image222.png"/><Relationship Id="rId95" Type="http://schemas.openxmlformats.org/officeDocument/2006/relationships/image" Target="../media/image195.png"/><Relationship Id="rId160" Type="http://schemas.openxmlformats.org/officeDocument/2006/relationships/customXml" Target="../ink/ink226.xml"/><Relationship Id="rId216" Type="http://schemas.openxmlformats.org/officeDocument/2006/relationships/customXml" Target="../ink/ink254.xml"/><Relationship Id="rId258" Type="http://schemas.openxmlformats.org/officeDocument/2006/relationships/customXml" Target="../ink/ink275.xml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image" Target="../media/image301.png"/><Relationship Id="rId21" Type="http://schemas.openxmlformats.org/officeDocument/2006/relationships/customXml" Target="../ink/ink296.xml"/><Relationship Id="rId34" Type="http://schemas.openxmlformats.org/officeDocument/2006/relationships/image" Target="../media/image305.png"/><Relationship Id="rId42" Type="http://schemas.openxmlformats.org/officeDocument/2006/relationships/image" Target="../media/image309.png"/><Relationship Id="rId47" Type="http://schemas.openxmlformats.org/officeDocument/2006/relationships/customXml" Target="../ink/ink309.xml"/><Relationship Id="rId50" Type="http://schemas.openxmlformats.org/officeDocument/2006/relationships/image" Target="../media/image313.png"/><Relationship Id="rId55" Type="http://schemas.openxmlformats.org/officeDocument/2006/relationships/customXml" Target="../ink/ink313.xml"/><Relationship Id="rId63" Type="http://schemas.openxmlformats.org/officeDocument/2006/relationships/customXml" Target="../ink/ink317.xml"/><Relationship Id="rId7" Type="http://schemas.openxmlformats.org/officeDocument/2006/relationships/customXml" Target="../ink/ink289.xml"/><Relationship Id="rId2" Type="http://schemas.openxmlformats.org/officeDocument/2006/relationships/image" Target="../media/image289.png"/><Relationship Id="rId16" Type="http://schemas.openxmlformats.org/officeDocument/2006/relationships/image" Target="../media/image296.png"/><Relationship Id="rId29" Type="http://schemas.openxmlformats.org/officeDocument/2006/relationships/customXml" Target="../ink/ink300.xml"/><Relationship Id="rId11" Type="http://schemas.openxmlformats.org/officeDocument/2006/relationships/customXml" Target="../ink/ink291.xml"/><Relationship Id="rId24" Type="http://schemas.openxmlformats.org/officeDocument/2006/relationships/image" Target="../media/image300.png"/><Relationship Id="rId32" Type="http://schemas.openxmlformats.org/officeDocument/2006/relationships/image" Target="../media/image304.png"/><Relationship Id="rId37" Type="http://schemas.openxmlformats.org/officeDocument/2006/relationships/customXml" Target="../ink/ink304.xml"/><Relationship Id="rId40" Type="http://schemas.openxmlformats.org/officeDocument/2006/relationships/image" Target="../media/image308.png"/><Relationship Id="rId45" Type="http://schemas.openxmlformats.org/officeDocument/2006/relationships/customXml" Target="../ink/ink308.xml"/><Relationship Id="rId53" Type="http://schemas.openxmlformats.org/officeDocument/2006/relationships/customXml" Target="../ink/ink312.xml"/><Relationship Id="rId58" Type="http://schemas.openxmlformats.org/officeDocument/2006/relationships/image" Target="../media/image317.png"/><Relationship Id="rId66" Type="http://schemas.openxmlformats.org/officeDocument/2006/relationships/image" Target="../media/image321.png"/><Relationship Id="rId5" Type="http://schemas.openxmlformats.org/officeDocument/2006/relationships/customXml" Target="../ink/ink288.xml"/><Relationship Id="rId61" Type="http://schemas.openxmlformats.org/officeDocument/2006/relationships/customXml" Target="../ink/ink316.xml"/><Relationship Id="rId19" Type="http://schemas.openxmlformats.org/officeDocument/2006/relationships/customXml" Target="../ink/ink295.xml"/><Relationship Id="rId14" Type="http://schemas.openxmlformats.org/officeDocument/2006/relationships/image" Target="../media/image295.png"/><Relationship Id="rId22" Type="http://schemas.openxmlformats.org/officeDocument/2006/relationships/image" Target="../media/image299.png"/><Relationship Id="rId27" Type="http://schemas.openxmlformats.org/officeDocument/2006/relationships/customXml" Target="../ink/ink299.xml"/><Relationship Id="rId30" Type="http://schemas.openxmlformats.org/officeDocument/2006/relationships/image" Target="../media/image303.png"/><Relationship Id="rId35" Type="http://schemas.openxmlformats.org/officeDocument/2006/relationships/customXml" Target="../ink/ink303.xml"/><Relationship Id="rId43" Type="http://schemas.openxmlformats.org/officeDocument/2006/relationships/customXml" Target="../ink/ink307.xml"/><Relationship Id="rId48" Type="http://schemas.openxmlformats.org/officeDocument/2006/relationships/image" Target="../media/image312.png"/><Relationship Id="rId56" Type="http://schemas.openxmlformats.org/officeDocument/2006/relationships/image" Target="../media/image316.png"/><Relationship Id="rId64" Type="http://schemas.openxmlformats.org/officeDocument/2006/relationships/image" Target="../media/image320.png"/><Relationship Id="rId8" Type="http://schemas.openxmlformats.org/officeDocument/2006/relationships/image" Target="../media/image292.png"/><Relationship Id="rId51" Type="http://schemas.openxmlformats.org/officeDocument/2006/relationships/customXml" Target="../ink/ink311.xml"/><Relationship Id="rId3" Type="http://schemas.openxmlformats.org/officeDocument/2006/relationships/customXml" Target="../ink/ink287.xml"/><Relationship Id="rId12" Type="http://schemas.openxmlformats.org/officeDocument/2006/relationships/image" Target="../media/image294.png"/><Relationship Id="rId17" Type="http://schemas.openxmlformats.org/officeDocument/2006/relationships/customXml" Target="../ink/ink294.xml"/><Relationship Id="rId25" Type="http://schemas.openxmlformats.org/officeDocument/2006/relationships/customXml" Target="../ink/ink298.xml"/><Relationship Id="rId33" Type="http://schemas.openxmlformats.org/officeDocument/2006/relationships/customXml" Target="../ink/ink302.xml"/><Relationship Id="rId38" Type="http://schemas.openxmlformats.org/officeDocument/2006/relationships/image" Target="../media/image307.png"/><Relationship Id="rId46" Type="http://schemas.openxmlformats.org/officeDocument/2006/relationships/image" Target="../media/image311.png"/><Relationship Id="rId59" Type="http://schemas.openxmlformats.org/officeDocument/2006/relationships/customXml" Target="../ink/ink315.xml"/><Relationship Id="rId20" Type="http://schemas.openxmlformats.org/officeDocument/2006/relationships/image" Target="../media/image298.png"/><Relationship Id="rId41" Type="http://schemas.openxmlformats.org/officeDocument/2006/relationships/customXml" Target="../ink/ink306.xml"/><Relationship Id="rId54" Type="http://schemas.openxmlformats.org/officeDocument/2006/relationships/image" Target="../media/image315.png"/><Relationship Id="rId62" Type="http://schemas.openxmlformats.org/officeDocument/2006/relationships/image" Target="../media/image3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15" Type="http://schemas.openxmlformats.org/officeDocument/2006/relationships/customXml" Target="../ink/ink293.xml"/><Relationship Id="rId23" Type="http://schemas.openxmlformats.org/officeDocument/2006/relationships/customXml" Target="../ink/ink297.xml"/><Relationship Id="rId28" Type="http://schemas.openxmlformats.org/officeDocument/2006/relationships/image" Target="../media/image302.png"/><Relationship Id="rId36" Type="http://schemas.openxmlformats.org/officeDocument/2006/relationships/image" Target="../media/image306.png"/><Relationship Id="rId49" Type="http://schemas.openxmlformats.org/officeDocument/2006/relationships/customXml" Target="../ink/ink310.xml"/><Relationship Id="rId57" Type="http://schemas.openxmlformats.org/officeDocument/2006/relationships/customXml" Target="../ink/ink314.xml"/><Relationship Id="rId10" Type="http://schemas.openxmlformats.org/officeDocument/2006/relationships/image" Target="../media/image293.png"/><Relationship Id="rId31" Type="http://schemas.openxmlformats.org/officeDocument/2006/relationships/customXml" Target="../ink/ink301.xml"/><Relationship Id="rId44" Type="http://schemas.openxmlformats.org/officeDocument/2006/relationships/image" Target="../media/image310.png"/><Relationship Id="rId52" Type="http://schemas.openxmlformats.org/officeDocument/2006/relationships/image" Target="../media/image314.png"/><Relationship Id="rId60" Type="http://schemas.openxmlformats.org/officeDocument/2006/relationships/image" Target="../media/image318.png"/><Relationship Id="rId65" Type="http://schemas.openxmlformats.org/officeDocument/2006/relationships/customXml" Target="../ink/ink318.xml"/><Relationship Id="rId4" Type="http://schemas.openxmlformats.org/officeDocument/2006/relationships/image" Target="../media/image290.png"/><Relationship Id="rId9" Type="http://schemas.openxmlformats.org/officeDocument/2006/relationships/customXml" Target="../ink/ink290.xml"/><Relationship Id="rId13" Type="http://schemas.openxmlformats.org/officeDocument/2006/relationships/customXml" Target="../ink/ink292.xml"/><Relationship Id="rId18" Type="http://schemas.openxmlformats.org/officeDocument/2006/relationships/image" Target="../media/image297.png"/><Relationship Id="rId39" Type="http://schemas.openxmlformats.org/officeDocument/2006/relationships/customXml" Target="../ink/ink305.xml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79.png"/><Relationship Id="rId21" Type="http://schemas.openxmlformats.org/officeDocument/2006/relationships/image" Target="../media/image331.png"/><Relationship Id="rId63" Type="http://schemas.openxmlformats.org/officeDocument/2006/relationships/image" Target="../media/image352.png"/><Relationship Id="rId159" Type="http://schemas.openxmlformats.org/officeDocument/2006/relationships/image" Target="../media/image400.png"/><Relationship Id="rId170" Type="http://schemas.openxmlformats.org/officeDocument/2006/relationships/customXml" Target="../ink/ink403.xml"/><Relationship Id="rId226" Type="http://schemas.openxmlformats.org/officeDocument/2006/relationships/customXml" Target="../ink/ink431.xml"/><Relationship Id="rId268" Type="http://schemas.openxmlformats.org/officeDocument/2006/relationships/customXml" Target="../ink/ink452.xml"/><Relationship Id="rId11" Type="http://schemas.openxmlformats.org/officeDocument/2006/relationships/image" Target="../media/image326.png"/><Relationship Id="rId32" Type="http://schemas.openxmlformats.org/officeDocument/2006/relationships/customXml" Target="../ink/ink334.xml"/><Relationship Id="rId53" Type="http://schemas.openxmlformats.org/officeDocument/2006/relationships/image" Target="../media/image347.png"/><Relationship Id="rId74" Type="http://schemas.openxmlformats.org/officeDocument/2006/relationships/customXml" Target="../ink/ink355.xml"/><Relationship Id="rId128" Type="http://schemas.openxmlformats.org/officeDocument/2006/relationships/customXml" Target="../ink/ink382.xml"/><Relationship Id="rId149" Type="http://schemas.openxmlformats.org/officeDocument/2006/relationships/image" Target="../media/image395.png"/><Relationship Id="rId5" Type="http://schemas.openxmlformats.org/officeDocument/2006/relationships/image" Target="../media/image323.png"/><Relationship Id="rId95" Type="http://schemas.openxmlformats.org/officeDocument/2006/relationships/image" Target="../media/image368.png"/><Relationship Id="rId160" Type="http://schemas.openxmlformats.org/officeDocument/2006/relationships/customXml" Target="../ink/ink398.xml"/><Relationship Id="rId181" Type="http://schemas.openxmlformats.org/officeDocument/2006/relationships/image" Target="../media/image411.png"/><Relationship Id="rId216" Type="http://schemas.openxmlformats.org/officeDocument/2006/relationships/customXml" Target="../ink/ink426.xml"/><Relationship Id="rId237" Type="http://schemas.openxmlformats.org/officeDocument/2006/relationships/image" Target="../media/image439.png"/><Relationship Id="rId258" Type="http://schemas.openxmlformats.org/officeDocument/2006/relationships/customXml" Target="../ink/ink447.xml"/><Relationship Id="rId22" Type="http://schemas.openxmlformats.org/officeDocument/2006/relationships/customXml" Target="../ink/ink329.xml"/><Relationship Id="rId43" Type="http://schemas.openxmlformats.org/officeDocument/2006/relationships/image" Target="../media/image342.png"/><Relationship Id="rId64" Type="http://schemas.openxmlformats.org/officeDocument/2006/relationships/customXml" Target="../ink/ink350.xml"/><Relationship Id="rId118" Type="http://schemas.openxmlformats.org/officeDocument/2006/relationships/customXml" Target="../ink/ink377.xml"/><Relationship Id="rId139" Type="http://schemas.openxmlformats.org/officeDocument/2006/relationships/image" Target="../media/image390.png"/><Relationship Id="rId85" Type="http://schemas.openxmlformats.org/officeDocument/2006/relationships/image" Target="../media/image363.png"/><Relationship Id="rId150" Type="http://schemas.openxmlformats.org/officeDocument/2006/relationships/customXml" Target="../ink/ink393.xml"/><Relationship Id="rId171" Type="http://schemas.openxmlformats.org/officeDocument/2006/relationships/image" Target="../media/image406.png"/><Relationship Id="rId192" Type="http://schemas.openxmlformats.org/officeDocument/2006/relationships/customXml" Target="../ink/ink414.xml"/><Relationship Id="rId206" Type="http://schemas.openxmlformats.org/officeDocument/2006/relationships/customXml" Target="../ink/ink421.xml"/><Relationship Id="rId227" Type="http://schemas.openxmlformats.org/officeDocument/2006/relationships/image" Target="../media/image434.png"/><Relationship Id="rId248" Type="http://schemas.openxmlformats.org/officeDocument/2006/relationships/customXml" Target="../ink/ink442.xml"/><Relationship Id="rId269" Type="http://schemas.openxmlformats.org/officeDocument/2006/relationships/image" Target="../media/image455.png"/><Relationship Id="rId12" Type="http://schemas.openxmlformats.org/officeDocument/2006/relationships/customXml" Target="../ink/ink324.xml"/><Relationship Id="rId33" Type="http://schemas.openxmlformats.org/officeDocument/2006/relationships/image" Target="../media/image337.png"/><Relationship Id="rId108" Type="http://schemas.openxmlformats.org/officeDocument/2006/relationships/customXml" Target="../ink/ink372.xml"/><Relationship Id="rId129" Type="http://schemas.openxmlformats.org/officeDocument/2006/relationships/image" Target="../media/image385.png"/><Relationship Id="rId54" Type="http://schemas.openxmlformats.org/officeDocument/2006/relationships/customXml" Target="../ink/ink345.xml"/><Relationship Id="rId75" Type="http://schemas.openxmlformats.org/officeDocument/2006/relationships/image" Target="../media/image358.png"/><Relationship Id="rId96" Type="http://schemas.openxmlformats.org/officeDocument/2006/relationships/customXml" Target="../ink/ink366.xml"/><Relationship Id="rId140" Type="http://schemas.openxmlformats.org/officeDocument/2006/relationships/customXml" Target="../ink/ink388.xml"/><Relationship Id="rId161" Type="http://schemas.openxmlformats.org/officeDocument/2006/relationships/image" Target="../media/image401.png"/><Relationship Id="rId182" Type="http://schemas.openxmlformats.org/officeDocument/2006/relationships/customXml" Target="../ink/ink409.xml"/><Relationship Id="rId217" Type="http://schemas.openxmlformats.org/officeDocument/2006/relationships/image" Target="../media/image429.png"/><Relationship Id="rId6" Type="http://schemas.openxmlformats.org/officeDocument/2006/relationships/customXml" Target="../ink/ink321.xml"/><Relationship Id="rId238" Type="http://schemas.openxmlformats.org/officeDocument/2006/relationships/customXml" Target="../ink/ink437.xml"/><Relationship Id="rId259" Type="http://schemas.openxmlformats.org/officeDocument/2006/relationships/image" Target="../media/image450.png"/><Relationship Id="rId23" Type="http://schemas.openxmlformats.org/officeDocument/2006/relationships/image" Target="../media/image332.png"/><Relationship Id="rId119" Type="http://schemas.openxmlformats.org/officeDocument/2006/relationships/image" Target="../media/image380.png"/><Relationship Id="rId270" Type="http://schemas.openxmlformats.org/officeDocument/2006/relationships/customXml" Target="../ink/ink453.xml"/><Relationship Id="rId44" Type="http://schemas.openxmlformats.org/officeDocument/2006/relationships/customXml" Target="../ink/ink340.xml"/><Relationship Id="rId65" Type="http://schemas.openxmlformats.org/officeDocument/2006/relationships/image" Target="../media/image353.png"/><Relationship Id="rId86" Type="http://schemas.openxmlformats.org/officeDocument/2006/relationships/customXml" Target="../ink/ink361.xml"/><Relationship Id="rId130" Type="http://schemas.openxmlformats.org/officeDocument/2006/relationships/customXml" Target="../ink/ink383.xml"/><Relationship Id="rId151" Type="http://schemas.openxmlformats.org/officeDocument/2006/relationships/image" Target="../media/image396.png"/><Relationship Id="rId172" Type="http://schemas.openxmlformats.org/officeDocument/2006/relationships/customXml" Target="../ink/ink404.xml"/><Relationship Id="rId193" Type="http://schemas.openxmlformats.org/officeDocument/2006/relationships/image" Target="../media/image417.png"/><Relationship Id="rId207" Type="http://schemas.openxmlformats.org/officeDocument/2006/relationships/image" Target="../media/image424.png"/><Relationship Id="rId228" Type="http://schemas.openxmlformats.org/officeDocument/2006/relationships/customXml" Target="../ink/ink432.xml"/><Relationship Id="rId249" Type="http://schemas.openxmlformats.org/officeDocument/2006/relationships/image" Target="../media/image445.png"/><Relationship Id="rId13" Type="http://schemas.openxmlformats.org/officeDocument/2006/relationships/image" Target="../media/image327.png"/><Relationship Id="rId109" Type="http://schemas.openxmlformats.org/officeDocument/2006/relationships/image" Target="../media/image375.png"/><Relationship Id="rId260" Type="http://schemas.openxmlformats.org/officeDocument/2006/relationships/customXml" Target="../ink/ink448.xml"/><Relationship Id="rId34" Type="http://schemas.openxmlformats.org/officeDocument/2006/relationships/customXml" Target="../ink/ink335.xml"/><Relationship Id="rId55" Type="http://schemas.openxmlformats.org/officeDocument/2006/relationships/image" Target="../media/image348.png"/><Relationship Id="rId76" Type="http://schemas.openxmlformats.org/officeDocument/2006/relationships/customXml" Target="../ink/ink356.xml"/><Relationship Id="rId97" Type="http://schemas.openxmlformats.org/officeDocument/2006/relationships/image" Target="../media/image369.png"/><Relationship Id="rId120" Type="http://schemas.openxmlformats.org/officeDocument/2006/relationships/customXml" Target="../ink/ink378.xml"/><Relationship Id="rId141" Type="http://schemas.openxmlformats.org/officeDocument/2006/relationships/image" Target="../media/image391.png"/><Relationship Id="rId7" Type="http://schemas.openxmlformats.org/officeDocument/2006/relationships/image" Target="../media/image324.png"/><Relationship Id="rId162" Type="http://schemas.openxmlformats.org/officeDocument/2006/relationships/customXml" Target="../ink/ink399.xml"/><Relationship Id="rId183" Type="http://schemas.openxmlformats.org/officeDocument/2006/relationships/image" Target="../media/image412.png"/><Relationship Id="rId218" Type="http://schemas.openxmlformats.org/officeDocument/2006/relationships/customXml" Target="../ink/ink427.xml"/><Relationship Id="rId239" Type="http://schemas.openxmlformats.org/officeDocument/2006/relationships/image" Target="../media/image440.png"/><Relationship Id="rId250" Type="http://schemas.openxmlformats.org/officeDocument/2006/relationships/customXml" Target="../ink/ink443.xml"/><Relationship Id="rId271" Type="http://schemas.openxmlformats.org/officeDocument/2006/relationships/image" Target="../media/image456.png"/><Relationship Id="rId24" Type="http://schemas.openxmlformats.org/officeDocument/2006/relationships/customXml" Target="../ink/ink330.xml"/><Relationship Id="rId45" Type="http://schemas.openxmlformats.org/officeDocument/2006/relationships/image" Target="../media/image343.png"/><Relationship Id="rId66" Type="http://schemas.openxmlformats.org/officeDocument/2006/relationships/customXml" Target="../ink/ink351.xml"/><Relationship Id="rId87" Type="http://schemas.openxmlformats.org/officeDocument/2006/relationships/image" Target="../media/image364.png"/><Relationship Id="rId110" Type="http://schemas.openxmlformats.org/officeDocument/2006/relationships/customXml" Target="../ink/ink373.xml"/><Relationship Id="rId131" Type="http://schemas.openxmlformats.org/officeDocument/2006/relationships/image" Target="../media/image386.png"/><Relationship Id="rId152" Type="http://schemas.openxmlformats.org/officeDocument/2006/relationships/customXml" Target="../ink/ink394.xml"/><Relationship Id="rId173" Type="http://schemas.openxmlformats.org/officeDocument/2006/relationships/image" Target="../media/image407.png"/><Relationship Id="rId194" Type="http://schemas.openxmlformats.org/officeDocument/2006/relationships/customXml" Target="../ink/ink415.xml"/><Relationship Id="rId208" Type="http://schemas.openxmlformats.org/officeDocument/2006/relationships/customXml" Target="../ink/ink422.xml"/><Relationship Id="rId229" Type="http://schemas.openxmlformats.org/officeDocument/2006/relationships/image" Target="../media/image435.png"/><Relationship Id="rId240" Type="http://schemas.openxmlformats.org/officeDocument/2006/relationships/customXml" Target="../ink/ink438.xml"/><Relationship Id="rId261" Type="http://schemas.openxmlformats.org/officeDocument/2006/relationships/image" Target="../media/image451.png"/><Relationship Id="rId14" Type="http://schemas.openxmlformats.org/officeDocument/2006/relationships/customXml" Target="../ink/ink325.xml"/><Relationship Id="rId35" Type="http://schemas.openxmlformats.org/officeDocument/2006/relationships/image" Target="../media/image338.png"/><Relationship Id="rId56" Type="http://schemas.openxmlformats.org/officeDocument/2006/relationships/customXml" Target="../ink/ink346.xml"/><Relationship Id="rId77" Type="http://schemas.openxmlformats.org/officeDocument/2006/relationships/image" Target="../media/image359.png"/><Relationship Id="rId100" Type="http://schemas.openxmlformats.org/officeDocument/2006/relationships/customXml" Target="../ink/ink368.xml"/><Relationship Id="rId8" Type="http://schemas.openxmlformats.org/officeDocument/2006/relationships/customXml" Target="../ink/ink322.xml"/><Relationship Id="rId98" Type="http://schemas.openxmlformats.org/officeDocument/2006/relationships/customXml" Target="../ink/ink367.xml"/><Relationship Id="rId121" Type="http://schemas.openxmlformats.org/officeDocument/2006/relationships/image" Target="../media/image381.png"/><Relationship Id="rId142" Type="http://schemas.openxmlformats.org/officeDocument/2006/relationships/customXml" Target="../ink/ink389.xml"/><Relationship Id="rId163" Type="http://schemas.openxmlformats.org/officeDocument/2006/relationships/image" Target="../media/image402.png"/><Relationship Id="rId184" Type="http://schemas.openxmlformats.org/officeDocument/2006/relationships/customXml" Target="../ink/ink410.xml"/><Relationship Id="rId219" Type="http://schemas.openxmlformats.org/officeDocument/2006/relationships/image" Target="../media/image430.png"/><Relationship Id="rId230" Type="http://schemas.openxmlformats.org/officeDocument/2006/relationships/customXml" Target="../ink/ink433.xml"/><Relationship Id="rId251" Type="http://schemas.openxmlformats.org/officeDocument/2006/relationships/image" Target="../media/image446.png"/><Relationship Id="rId25" Type="http://schemas.openxmlformats.org/officeDocument/2006/relationships/image" Target="../media/image333.png"/><Relationship Id="rId46" Type="http://schemas.openxmlformats.org/officeDocument/2006/relationships/customXml" Target="../ink/ink341.xml"/><Relationship Id="rId67" Type="http://schemas.openxmlformats.org/officeDocument/2006/relationships/image" Target="../media/image354.png"/><Relationship Id="rId88" Type="http://schemas.openxmlformats.org/officeDocument/2006/relationships/customXml" Target="../ink/ink362.xml"/><Relationship Id="rId111" Type="http://schemas.openxmlformats.org/officeDocument/2006/relationships/image" Target="../media/image376.png"/><Relationship Id="rId132" Type="http://schemas.openxmlformats.org/officeDocument/2006/relationships/customXml" Target="../ink/ink384.xml"/><Relationship Id="rId153" Type="http://schemas.openxmlformats.org/officeDocument/2006/relationships/image" Target="../media/image397.png"/><Relationship Id="rId174" Type="http://schemas.openxmlformats.org/officeDocument/2006/relationships/customXml" Target="../ink/ink405.xml"/><Relationship Id="rId195" Type="http://schemas.openxmlformats.org/officeDocument/2006/relationships/image" Target="../media/image418.png"/><Relationship Id="rId209" Type="http://schemas.openxmlformats.org/officeDocument/2006/relationships/image" Target="../media/image425.png"/><Relationship Id="rId220" Type="http://schemas.openxmlformats.org/officeDocument/2006/relationships/customXml" Target="../ink/ink428.xml"/><Relationship Id="rId241" Type="http://schemas.openxmlformats.org/officeDocument/2006/relationships/image" Target="../media/image441.png"/><Relationship Id="rId15" Type="http://schemas.openxmlformats.org/officeDocument/2006/relationships/image" Target="../media/image328.png"/><Relationship Id="rId36" Type="http://schemas.openxmlformats.org/officeDocument/2006/relationships/customXml" Target="../ink/ink336.xml"/><Relationship Id="rId57" Type="http://schemas.openxmlformats.org/officeDocument/2006/relationships/image" Target="../media/image349.png"/><Relationship Id="rId262" Type="http://schemas.openxmlformats.org/officeDocument/2006/relationships/customXml" Target="../ink/ink449.xml"/><Relationship Id="rId78" Type="http://schemas.openxmlformats.org/officeDocument/2006/relationships/customXml" Target="../ink/ink357.xml"/><Relationship Id="rId99" Type="http://schemas.openxmlformats.org/officeDocument/2006/relationships/image" Target="../media/image370.png"/><Relationship Id="rId101" Type="http://schemas.openxmlformats.org/officeDocument/2006/relationships/image" Target="../media/image371.png"/><Relationship Id="rId122" Type="http://schemas.openxmlformats.org/officeDocument/2006/relationships/customXml" Target="../ink/ink379.xml"/><Relationship Id="rId143" Type="http://schemas.openxmlformats.org/officeDocument/2006/relationships/image" Target="../media/image392.png"/><Relationship Id="rId164" Type="http://schemas.openxmlformats.org/officeDocument/2006/relationships/customXml" Target="../ink/ink400.xml"/><Relationship Id="rId185" Type="http://schemas.openxmlformats.org/officeDocument/2006/relationships/image" Target="../media/image413.png"/><Relationship Id="rId9" Type="http://schemas.openxmlformats.org/officeDocument/2006/relationships/image" Target="../media/image325.png"/><Relationship Id="rId210" Type="http://schemas.openxmlformats.org/officeDocument/2006/relationships/customXml" Target="../ink/ink423.xml"/><Relationship Id="rId26" Type="http://schemas.openxmlformats.org/officeDocument/2006/relationships/customXml" Target="../ink/ink331.xml"/><Relationship Id="rId231" Type="http://schemas.openxmlformats.org/officeDocument/2006/relationships/image" Target="../media/image436.png"/><Relationship Id="rId252" Type="http://schemas.openxmlformats.org/officeDocument/2006/relationships/customXml" Target="../ink/ink444.xml"/><Relationship Id="rId47" Type="http://schemas.openxmlformats.org/officeDocument/2006/relationships/image" Target="../media/image344.png"/><Relationship Id="rId68" Type="http://schemas.openxmlformats.org/officeDocument/2006/relationships/customXml" Target="../ink/ink352.xml"/><Relationship Id="rId89" Type="http://schemas.openxmlformats.org/officeDocument/2006/relationships/image" Target="../media/image365.png"/><Relationship Id="rId112" Type="http://schemas.openxmlformats.org/officeDocument/2006/relationships/customXml" Target="../ink/ink374.xml"/><Relationship Id="rId133" Type="http://schemas.openxmlformats.org/officeDocument/2006/relationships/image" Target="../media/image387.png"/><Relationship Id="rId154" Type="http://schemas.openxmlformats.org/officeDocument/2006/relationships/customXml" Target="../ink/ink395.xml"/><Relationship Id="rId175" Type="http://schemas.openxmlformats.org/officeDocument/2006/relationships/image" Target="../media/image408.png"/><Relationship Id="rId196" Type="http://schemas.openxmlformats.org/officeDocument/2006/relationships/customXml" Target="../ink/ink416.xml"/><Relationship Id="rId200" Type="http://schemas.openxmlformats.org/officeDocument/2006/relationships/customXml" Target="../ink/ink418.xml"/><Relationship Id="rId16" Type="http://schemas.openxmlformats.org/officeDocument/2006/relationships/customXml" Target="../ink/ink326.xml"/><Relationship Id="rId221" Type="http://schemas.openxmlformats.org/officeDocument/2006/relationships/image" Target="../media/image431.png"/><Relationship Id="rId242" Type="http://schemas.openxmlformats.org/officeDocument/2006/relationships/customXml" Target="../ink/ink439.xml"/><Relationship Id="rId263" Type="http://schemas.openxmlformats.org/officeDocument/2006/relationships/image" Target="../media/image452.png"/><Relationship Id="rId37" Type="http://schemas.openxmlformats.org/officeDocument/2006/relationships/image" Target="../media/image339.png"/><Relationship Id="rId58" Type="http://schemas.openxmlformats.org/officeDocument/2006/relationships/customXml" Target="../ink/ink347.xml"/><Relationship Id="rId79" Type="http://schemas.openxmlformats.org/officeDocument/2006/relationships/image" Target="../media/image360.png"/><Relationship Id="rId102" Type="http://schemas.openxmlformats.org/officeDocument/2006/relationships/customXml" Target="../ink/ink369.xml"/><Relationship Id="rId123" Type="http://schemas.openxmlformats.org/officeDocument/2006/relationships/image" Target="../media/image382.png"/><Relationship Id="rId144" Type="http://schemas.openxmlformats.org/officeDocument/2006/relationships/customXml" Target="../ink/ink390.xml"/><Relationship Id="rId90" Type="http://schemas.openxmlformats.org/officeDocument/2006/relationships/customXml" Target="../ink/ink363.xml"/><Relationship Id="rId165" Type="http://schemas.openxmlformats.org/officeDocument/2006/relationships/image" Target="../media/image403.png"/><Relationship Id="rId186" Type="http://schemas.openxmlformats.org/officeDocument/2006/relationships/customXml" Target="../ink/ink411.xml"/><Relationship Id="rId211" Type="http://schemas.openxmlformats.org/officeDocument/2006/relationships/image" Target="../media/image426.png"/><Relationship Id="rId232" Type="http://schemas.openxmlformats.org/officeDocument/2006/relationships/customXml" Target="../ink/ink434.xml"/><Relationship Id="rId253" Type="http://schemas.openxmlformats.org/officeDocument/2006/relationships/image" Target="../media/image447.png"/><Relationship Id="rId27" Type="http://schemas.openxmlformats.org/officeDocument/2006/relationships/image" Target="../media/image334.png"/><Relationship Id="rId48" Type="http://schemas.openxmlformats.org/officeDocument/2006/relationships/customXml" Target="../ink/ink342.xml"/><Relationship Id="rId69" Type="http://schemas.openxmlformats.org/officeDocument/2006/relationships/image" Target="../media/image355.png"/><Relationship Id="rId113" Type="http://schemas.openxmlformats.org/officeDocument/2006/relationships/image" Target="../media/image377.png"/><Relationship Id="rId134" Type="http://schemas.openxmlformats.org/officeDocument/2006/relationships/customXml" Target="../ink/ink385.xml"/><Relationship Id="rId80" Type="http://schemas.openxmlformats.org/officeDocument/2006/relationships/customXml" Target="../ink/ink358.xml"/><Relationship Id="rId155" Type="http://schemas.openxmlformats.org/officeDocument/2006/relationships/image" Target="../media/image398.png"/><Relationship Id="rId176" Type="http://schemas.openxmlformats.org/officeDocument/2006/relationships/customXml" Target="../ink/ink406.xml"/><Relationship Id="rId197" Type="http://schemas.openxmlformats.org/officeDocument/2006/relationships/image" Target="../media/image419.png"/><Relationship Id="rId201" Type="http://schemas.openxmlformats.org/officeDocument/2006/relationships/image" Target="../media/image421.png"/><Relationship Id="rId222" Type="http://schemas.openxmlformats.org/officeDocument/2006/relationships/customXml" Target="../ink/ink429.xml"/><Relationship Id="rId243" Type="http://schemas.openxmlformats.org/officeDocument/2006/relationships/image" Target="../media/image442.png"/><Relationship Id="rId264" Type="http://schemas.openxmlformats.org/officeDocument/2006/relationships/customXml" Target="../ink/ink450.xml"/><Relationship Id="rId17" Type="http://schemas.openxmlformats.org/officeDocument/2006/relationships/image" Target="../media/image329.png"/><Relationship Id="rId38" Type="http://schemas.openxmlformats.org/officeDocument/2006/relationships/customXml" Target="../ink/ink337.xml"/><Relationship Id="rId59" Type="http://schemas.openxmlformats.org/officeDocument/2006/relationships/image" Target="../media/image350.png"/><Relationship Id="rId103" Type="http://schemas.openxmlformats.org/officeDocument/2006/relationships/image" Target="../media/image372.png"/><Relationship Id="rId124" Type="http://schemas.openxmlformats.org/officeDocument/2006/relationships/customXml" Target="../ink/ink380.xml"/><Relationship Id="rId70" Type="http://schemas.openxmlformats.org/officeDocument/2006/relationships/customXml" Target="../ink/ink353.xml"/><Relationship Id="rId91" Type="http://schemas.openxmlformats.org/officeDocument/2006/relationships/image" Target="../media/image366.png"/><Relationship Id="rId145" Type="http://schemas.openxmlformats.org/officeDocument/2006/relationships/image" Target="../media/image393.png"/><Relationship Id="rId166" Type="http://schemas.openxmlformats.org/officeDocument/2006/relationships/customXml" Target="../ink/ink401.xml"/><Relationship Id="rId187" Type="http://schemas.openxmlformats.org/officeDocument/2006/relationships/image" Target="../media/image414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424.xml"/><Relationship Id="rId233" Type="http://schemas.openxmlformats.org/officeDocument/2006/relationships/image" Target="../media/image437.png"/><Relationship Id="rId254" Type="http://schemas.openxmlformats.org/officeDocument/2006/relationships/customXml" Target="../ink/ink445.xml"/><Relationship Id="rId28" Type="http://schemas.openxmlformats.org/officeDocument/2006/relationships/customXml" Target="../ink/ink332.xml"/><Relationship Id="rId49" Type="http://schemas.openxmlformats.org/officeDocument/2006/relationships/image" Target="../media/image345.png"/><Relationship Id="rId114" Type="http://schemas.openxmlformats.org/officeDocument/2006/relationships/customXml" Target="../ink/ink375.xml"/><Relationship Id="rId60" Type="http://schemas.openxmlformats.org/officeDocument/2006/relationships/customXml" Target="../ink/ink348.xml"/><Relationship Id="rId81" Type="http://schemas.openxmlformats.org/officeDocument/2006/relationships/image" Target="../media/image361.png"/><Relationship Id="rId135" Type="http://schemas.openxmlformats.org/officeDocument/2006/relationships/image" Target="../media/image388.png"/><Relationship Id="rId156" Type="http://schemas.openxmlformats.org/officeDocument/2006/relationships/customXml" Target="../ink/ink396.xml"/><Relationship Id="rId177" Type="http://schemas.openxmlformats.org/officeDocument/2006/relationships/image" Target="../media/image409.png"/><Relationship Id="rId198" Type="http://schemas.openxmlformats.org/officeDocument/2006/relationships/customXml" Target="../ink/ink417.xml"/><Relationship Id="rId202" Type="http://schemas.openxmlformats.org/officeDocument/2006/relationships/customXml" Target="../ink/ink419.xml"/><Relationship Id="rId223" Type="http://schemas.openxmlformats.org/officeDocument/2006/relationships/image" Target="../media/image432.png"/><Relationship Id="rId244" Type="http://schemas.openxmlformats.org/officeDocument/2006/relationships/customXml" Target="../ink/ink440.xml"/><Relationship Id="rId18" Type="http://schemas.openxmlformats.org/officeDocument/2006/relationships/customXml" Target="../ink/ink327.xml"/><Relationship Id="rId39" Type="http://schemas.openxmlformats.org/officeDocument/2006/relationships/image" Target="../media/image340.png"/><Relationship Id="rId265" Type="http://schemas.openxmlformats.org/officeDocument/2006/relationships/image" Target="../media/image453.png"/><Relationship Id="rId50" Type="http://schemas.openxmlformats.org/officeDocument/2006/relationships/customXml" Target="../ink/ink343.xml"/><Relationship Id="rId104" Type="http://schemas.openxmlformats.org/officeDocument/2006/relationships/customXml" Target="../ink/ink370.xml"/><Relationship Id="rId125" Type="http://schemas.openxmlformats.org/officeDocument/2006/relationships/image" Target="../media/image383.png"/><Relationship Id="rId146" Type="http://schemas.openxmlformats.org/officeDocument/2006/relationships/customXml" Target="../ink/ink391.xml"/><Relationship Id="rId167" Type="http://schemas.openxmlformats.org/officeDocument/2006/relationships/image" Target="../media/image404.png"/><Relationship Id="rId188" Type="http://schemas.openxmlformats.org/officeDocument/2006/relationships/customXml" Target="../ink/ink412.xml"/><Relationship Id="rId71" Type="http://schemas.openxmlformats.org/officeDocument/2006/relationships/image" Target="../media/image356.png"/><Relationship Id="rId92" Type="http://schemas.openxmlformats.org/officeDocument/2006/relationships/customXml" Target="../ink/ink364.xml"/><Relationship Id="rId213" Type="http://schemas.openxmlformats.org/officeDocument/2006/relationships/image" Target="../media/image427.png"/><Relationship Id="rId234" Type="http://schemas.openxmlformats.org/officeDocument/2006/relationships/customXml" Target="../ink/ink435.xml"/><Relationship Id="rId2" Type="http://schemas.openxmlformats.org/officeDocument/2006/relationships/customXml" Target="../ink/ink319.xml"/><Relationship Id="rId29" Type="http://schemas.openxmlformats.org/officeDocument/2006/relationships/image" Target="../media/image335.png"/><Relationship Id="rId255" Type="http://schemas.openxmlformats.org/officeDocument/2006/relationships/image" Target="../media/image448.png"/><Relationship Id="rId40" Type="http://schemas.openxmlformats.org/officeDocument/2006/relationships/customXml" Target="../ink/ink338.xml"/><Relationship Id="rId115" Type="http://schemas.openxmlformats.org/officeDocument/2006/relationships/image" Target="../media/image378.png"/><Relationship Id="rId136" Type="http://schemas.openxmlformats.org/officeDocument/2006/relationships/customXml" Target="../ink/ink386.xml"/><Relationship Id="rId157" Type="http://schemas.openxmlformats.org/officeDocument/2006/relationships/image" Target="../media/image399.png"/><Relationship Id="rId178" Type="http://schemas.openxmlformats.org/officeDocument/2006/relationships/customXml" Target="../ink/ink407.xml"/><Relationship Id="rId61" Type="http://schemas.openxmlformats.org/officeDocument/2006/relationships/image" Target="../media/image351.png"/><Relationship Id="rId82" Type="http://schemas.openxmlformats.org/officeDocument/2006/relationships/customXml" Target="../ink/ink359.xml"/><Relationship Id="rId199" Type="http://schemas.openxmlformats.org/officeDocument/2006/relationships/image" Target="../media/image420.png"/><Relationship Id="rId203" Type="http://schemas.openxmlformats.org/officeDocument/2006/relationships/image" Target="../media/image422.png"/><Relationship Id="rId19" Type="http://schemas.openxmlformats.org/officeDocument/2006/relationships/image" Target="../media/image330.png"/><Relationship Id="rId224" Type="http://schemas.openxmlformats.org/officeDocument/2006/relationships/customXml" Target="../ink/ink430.xml"/><Relationship Id="rId245" Type="http://schemas.openxmlformats.org/officeDocument/2006/relationships/image" Target="../media/image443.png"/><Relationship Id="rId266" Type="http://schemas.openxmlformats.org/officeDocument/2006/relationships/customXml" Target="../ink/ink451.xml"/><Relationship Id="rId30" Type="http://schemas.openxmlformats.org/officeDocument/2006/relationships/customXml" Target="../ink/ink333.xml"/><Relationship Id="rId105" Type="http://schemas.openxmlformats.org/officeDocument/2006/relationships/image" Target="../media/image373.png"/><Relationship Id="rId126" Type="http://schemas.openxmlformats.org/officeDocument/2006/relationships/customXml" Target="../ink/ink381.xml"/><Relationship Id="rId147" Type="http://schemas.openxmlformats.org/officeDocument/2006/relationships/image" Target="../media/image394.png"/><Relationship Id="rId168" Type="http://schemas.openxmlformats.org/officeDocument/2006/relationships/customXml" Target="../ink/ink402.xml"/><Relationship Id="rId51" Type="http://schemas.openxmlformats.org/officeDocument/2006/relationships/image" Target="../media/image346.png"/><Relationship Id="rId72" Type="http://schemas.openxmlformats.org/officeDocument/2006/relationships/customXml" Target="../ink/ink354.xml"/><Relationship Id="rId93" Type="http://schemas.openxmlformats.org/officeDocument/2006/relationships/image" Target="../media/image367.png"/><Relationship Id="rId189" Type="http://schemas.openxmlformats.org/officeDocument/2006/relationships/image" Target="../media/image415.png"/><Relationship Id="rId3" Type="http://schemas.openxmlformats.org/officeDocument/2006/relationships/image" Target="../media/image322.png"/><Relationship Id="rId214" Type="http://schemas.openxmlformats.org/officeDocument/2006/relationships/customXml" Target="../ink/ink425.xml"/><Relationship Id="rId235" Type="http://schemas.openxmlformats.org/officeDocument/2006/relationships/image" Target="../media/image438.png"/><Relationship Id="rId256" Type="http://schemas.openxmlformats.org/officeDocument/2006/relationships/customXml" Target="../ink/ink446.xml"/><Relationship Id="rId116" Type="http://schemas.openxmlformats.org/officeDocument/2006/relationships/customXml" Target="../ink/ink376.xml"/><Relationship Id="rId137" Type="http://schemas.openxmlformats.org/officeDocument/2006/relationships/image" Target="../media/image389.png"/><Relationship Id="rId158" Type="http://schemas.openxmlformats.org/officeDocument/2006/relationships/customXml" Target="../ink/ink397.xml"/><Relationship Id="rId20" Type="http://schemas.openxmlformats.org/officeDocument/2006/relationships/customXml" Target="../ink/ink328.xml"/><Relationship Id="rId41" Type="http://schemas.openxmlformats.org/officeDocument/2006/relationships/image" Target="../media/image341.png"/><Relationship Id="rId62" Type="http://schemas.openxmlformats.org/officeDocument/2006/relationships/customXml" Target="../ink/ink349.xml"/><Relationship Id="rId83" Type="http://schemas.openxmlformats.org/officeDocument/2006/relationships/image" Target="../media/image362.png"/><Relationship Id="rId179" Type="http://schemas.openxmlformats.org/officeDocument/2006/relationships/image" Target="../media/image410.png"/><Relationship Id="rId190" Type="http://schemas.openxmlformats.org/officeDocument/2006/relationships/customXml" Target="../ink/ink413.xml"/><Relationship Id="rId204" Type="http://schemas.openxmlformats.org/officeDocument/2006/relationships/customXml" Target="../ink/ink420.xml"/><Relationship Id="rId225" Type="http://schemas.openxmlformats.org/officeDocument/2006/relationships/image" Target="../media/image433.png"/><Relationship Id="rId246" Type="http://schemas.openxmlformats.org/officeDocument/2006/relationships/customXml" Target="../ink/ink441.xml"/><Relationship Id="rId267" Type="http://schemas.openxmlformats.org/officeDocument/2006/relationships/image" Target="../media/image454.png"/><Relationship Id="rId106" Type="http://schemas.openxmlformats.org/officeDocument/2006/relationships/customXml" Target="../ink/ink371.xml"/><Relationship Id="rId127" Type="http://schemas.openxmlformats.org/officeDocument/2006/relationships/image" Target="../media/image384.png"/><Relationship Id="rId10" Type="http://schemas.openxmlformats.org/officeDocument/2006/relationships/customXml" Target="../ink/ink323.xml"/><Relationship Id="rId31" Type="http://schemas.openxmlformats.org/officeDocument/2006/relationships/image" Target="../media/image336.png"/><Relationship Id="rId52" Type="http://schemas.openxmlformats.org/officeDocument/2006/relationships/customXml" Target="../ink/ink344.xml"/><Relationship Id="rId73" Type="http://schemas.openxmlformats.org/officeDocument/2006/relationships/image" Target="../media/image357.png"/><Relationship Id="rId94" Type="http://schemas.openxmlformats.org/officeDocument/2006/relationships/customXml" Target="../ink/ink365.xml"/><Relationship Id="rId148" Type="http://schemas.openxmlformats.org/officeDocument/2006/relationships/customXml" Target="../ink/ink392.xml"/><Relationship Id="rId169" Type="http://schemas.openxmlformats.org/officeDocument/2006/relationships/image" Target="../media/image405.png"/><Relationship Id="rId4" Type="http://schemas.openxmlformats.org/officeDocument/2006/relationships/customXml" Target="../ink/ink320.xml"/><Relationship Id="rId180" Type="http://schemas.openxmlformats.org/officeDocument/2006/relationships/customXml" Target="../ink/ink408.xml"/><Relationship Id="rId215" Type="http://schemas.openxmlformats.org/officeDocument/2006/relationships/image" Target="../media/image428.png"/><Relationship Id="rId236" Type="http://schemas.openxmlformats.org/officeDocument/2006/relationships/customXml" Target="../ink/ink436.xml"/><Relationship Id="rId257" Type="http://schemas.openxmlformats.org/officeDocument/2006/relationships/image" Target="../media/image449.png"/><Relationship Id="rId42" Type="http://schemas.openxmlformats.org/officeDocument/2006/relationships/customXml" Target="../ink/ink339.xml"/><Relationship Id="rId84" Type="http://schemas.openxmlformats.org/officeDocument/2006/relationships/customXml" Target="../ink/ink360.xml"/><Relationship Id="rId138" Type="http://schemas.openxmlformats.org/officeDocument/2006/relationships/customXml" Target="../ink/ink387.xml"/><Relationship Id="rId191" Type="http://schemas.openxmlformats.org/officeDocument/2006/relationships/image" Target="../media/image416.png"/><Relationship Id="rId205" Type="http://schemas.openxmlformats.org/officeDocument/2006/relationships/image" Target="../media/image423.png"/><Relationship Id="rId247" Type="http://schemas.openxmlformats.org/officeDocument/2006/relationships/image" Target="../media/image444.png"/><Relationship Id="rId107" Type="http://schemas.openxmlformats.org/officeDocument/2006/relationships/image" Target="../media/image374.png"/></Relationships>
</file>

<file path=ppt/slides/_rels/slide10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610.png"/><Relationship Id="rId21" Type="http://schemas.openxmlformats.org/officeDocument/2006/relationships/customXml" Target="../ink/ink463.xml"/><Relationship Id="rId42" Type="http://schemas.openxmlformats.org/officeDocument/2006/relationships/image" Target="../media/image460.png"/><Relationship Id="rId47" Type="http://schemas.openxmlformats.org/officeDocument/2006/relationships/customXml" Target="../ink/ink476.xml"/><Relationship Id="rId63" Type="http://schemas.openxmlformats.org/officeDocument/2006/relationships/customXml" Target="../ink/ink484.xml"/><Relationship Id="rId68" Type="http://schemas.openxmlformats.org/officeDocument/2006/relationships/image" Target="../media/image473.png"/><Relationship Id="rId84" Type="http://schemas.openxmlformats.org/officeDocument/2006/relationships/image" Target="../media/image481.png"/><Relationship Id="rId89" Type="http://schemas.openxmlformats.org/officeDocument/2006/relationships/customXml" Target="../ink/ink497.xml"/><Relationship Id="rId16" Type="http://schemas.openxmlformats.org/officeDocument/2006/relationships/image" Target="../media/image2110.png"/><Relationship Id="rId11" Type="http://schemas.openxmlformats.org/officeDocument/2006/relationships/customXml" Target="../ink/ink458.xml"/><Relationship Id="rId32" Type="http://schemas.openxmlformats.org/officeDocument/2006/relationships/image" Target="../media/image2910.png"/><Relationship Id="rId37" Type="http://schemas.openxmlformats.org/officeDocument/2006/relationships/customXml" Target="../ink/ink471.xml"/><Relationship Id="rId53" Type="http://schemas.openxmlformats.org/officeDocument/2006/relationships/customXml" Target="../ink/ink479.xml"/><Relationship Id="rId58" Type="http://schemas.openxmlformats.org/officeDocument/2006/relationships/image" Target="../media/image468.png"/><Relationship Id="rId74" Type="http://schemas.openxmlformats.org/officeDocument/2006/relationships/image" Target="../media/image476.png"/><Relationship Id="rId79" Type="http://schemas.openxmlformats.org/officeDocument/2006/relationships/customXml" Target="../ink/ink492.xml"/><Relationship Id="rId5" Type="http://schemas.openxmlformats.org/officeDocument/2006/relationships/customXml" Target="../ink/ink455.xml"/><Relationship Id="rId90" Type="http://schemas.openxmlformats.org/officeDocument/2006/relationships/image" Target="../media/image484.png"/><Relationship Id="rId14" Type="http://schemas.openxmlformats.org/officeDocument/2006/relationships/image" Target="../media/image2010.png"/><Relationship Id="rId22" Type="http://schemas.openxmlformats.org/officeDocument/2006/relationships/image" Target="../media/image2410.png"/><Relationship Id="rId27" Type="http://schemas.openxmlformats.org/officeDocument/2006/relationships/customXml" Target="../ink/ink466.xml"/><Relationship Id="rId30" Type="http://schemas.openxmlformats.org/officeDocument/2006/relationships/image" Target="../media/image2810.png"/><Relationship Id="rId35" Type="http://schemas.openxmlformats.org/officeDocument/2006/relationships/customXml" Target="../ink/ink470.xml"/><Relationship Id="rId43" Type="http://schemas.openxmlformats.org/officeDocument/2006/relationships/customXml" Target="../ink/ink474.xml"/><Relationship Id="rId48" Type="http://schemas.openxmlformats.org/officeDocument/2006/relationships/image" Target="../media/image463.png"/><Relationship Id="rId56" Type="http://schemas.openxmlformats.org/officeDocument/2006/relationships/image" Target="../media/image467.png"/><Relationship Id="rId64" Type="http://schemas.openxmlformats.org/officeDocument/2006/relationships/image" Target="../media/image471.png"/><Relationship Id="rId69" Type="http://schemas.openxmlformats.org/officeDocument/2006/relationships/customXml" Target="../ink/ink487.xml"/><Relationship Id="rId77" Type="http://schemas.openxmlformats.org/officeDocument/2006/relationships/customXml" Target="../ink/ink491.xml"/><Relationship Id="rId8" Type="http://schemas.openxmlformats.org/officeDocument/2006/relationships/image" Target="../media/image1710.png"/><Relationship Id="rId51" Type="http://schemas.openxmlformats.org/officeDocument/2006/relationships/customXml" Target="../ink/ink478.xml"/><Relationship Id="rId72" Type="http://schemas.openxmlformats.org/officeDocument/2006/relationships/image" Target="../media/image475.png"/><Relationship Id="rId80" Type="http://schemas.openxmlformats.org/officeDocument/2006/relationships/image" Target="../media/image479.png"/><Relationship Id="rId85" Type="http://schemas.openxmlformats.org/officeDocument/2006/relationships/customXml" Target="../ink/ink495.xml"/><Relationship Id="rId3" Type="http://schemas.openxmlformats.org/officeDocument/2006/relationships/customXml" Target="../ink/ink454.xml"/><Relationship Id="rId12" Type="http://schemas.openxmlformats.org/officeDocument/2006/relationships/image" Target="../media/image1910.png"/><Relationship Id="rId17" Type="http://schemas.openxmlformats.org/officeDocument/2006/relationships/customXml" Target="../ink/ink461.xml"/><Relationship Id="rId25" Type="http://schemas.openxmlformats.org/officeDocument/2006/relationships/customXml" Target="../ink/ink465.xml"/><Relationship Id="rId33" Type="http://schemas.openxmlformats.org/officeDocument/2006/relationships/customXml" Target="../ink/ink469.xml"/><Relationship Id="rId38" Type="http://schemas.openxmlformats.org/officeDocument/2006/relationships/image" Target="../media/image458.png"/><Relationship Id="rId46" Type="http://schemas.openxmlformats.org/officeDocument/2006/relationships/image" Target="../media/image462.png"/><Relationship Id="rId59" Type="http://schemas.openxmlformats.org/officeDocument/2006/relationships/customXml" Target="../ink/ink482.xml"/><Relationship Id="rId67" Type="http://schemas.openxmlformats.org/officeDocument/2006/relationships/customXml" Target="../ink/ink486.xml"/><Relationship Id="rId20" Type="http://schemas.openxmlformats.org/officeDocument/2006/relationships/image" Target="../media/image2310.png"/><Relationship Id="rId41" Type="http://schemas.openxmlformats.org/officeDocument/2006/relationships/customXml" Target="../ink/ink473.xml"/><Relationship Id="rId54" Type="http://schemas.openxmlformats.org/officeDocument/2006/relationships/image" Target="../media/image466.png"/><Relationship Id="rId62" Type="http://schemas.openxmlformats.org/officeDocument/2006/relationships/image" Target="../media/image470.png"/><Relationship Id="rId70" Type="http://schemas.openxmlformats.org/officeDocument/2006/relationships/image" Target="../media/image474.png"/><Relationship Id="rId75" Type="http://schemas.openxmlformats.org/officeDocument/2006/relationships/customXml" Target="../ink/ink490.xml"/><Relationship Id="rId83" Type="http://schemas.openxmlformats.org/officeDocument/2006/relationships/customXml" Target="../ink/ink494.xml"/><Relationship Id="rId88" Type="http://schemas.openxmlformats.org/officeDocument/2006/relationships/image" Target="../media/image483.png"/><Relationship Id="rId91" Type="http://schemas.openxmlformats.org/officeDocument/2006/relationships/customXml" Target="../ink/ink49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10.png"/><Relationship Id="rId15" Type="http://schemas.openxmlformats.org/officeDocument/2006/relationships/customXml" Target="../ink/ink460.xml"/><Relationship Id="rId23" Type="http://schemas.openxmlformats.org/officeDocument/2006/relationships/customXml" Target="../ink/ink464.xml"/><Relationship Id="rId28" Type="http://schemas.openxmlformats.org/officeDocument/2006/relationships/image" Target="../media/image2710.png"/><Relationship Id="rId36" Type="http://schemas.openxmlformats.org/officeDocument/2006/relationships/image" Target="../media/image3110.png"/><Relationship Id="rId49" Type="http://schemas.openxmlformats.org/officeDocument/2006/relationships/customXml" Target="../ink/ink477.xml"/><Relationship Id="rId57" Type="http://schemas.openxmlformats.org/officeDocument/2006/relationships/customXml" Target="../ink/ink481.xml"/><Relationship Id="rId10" Type="http://schemas.openxmlformats.org/officeDocument/2006/relationships/image" Target="../media/image1810.png"/><Relationship Id="rId31" Type="http://schemas.openxmlformats.org/officeDocument/2006/relationships/customXml" Target="../ink/ink468.xml"/><Relationship Id="rId44" Type="http://schemas.openxmlformats.org/officeDocument/2006/relationships/image" Target="../media/image461.png"/><Relationship Id="rId52" Type="http://schemas.openxmlformats.org/officeDocument/2006/relationships/image" Target="../media/image465.png"/><Relationship Id="rId60" Type="http://schemas.openxmlformats.org/officeDocument/2006/relationships/image" Target="../media/image469.png"/><Relationship Id="rId65" Type="http://schemas.openxmlformats.org/officeDocument/2006/relationships/customXml" Target="../ink/ink485.xml"/><Relationship Id="rId73" Type="http://schemas.openxmlformats.org/officeDocument/2006/relationships/customXml" Target="../ink/ink489.xml"/><Relationship Id="rId78" Type="http://schemas.openxmlformats.org/officeDocument/2006/relationships/image" Target="../media/image478.png"/><Relationship Id="rId81" Type="http://schemas.openxmlformats.org/officeDocument/2006/relationships/customXml" Target="../ink/ink493.xml"/><Relationship Id="rId86" Type="http://schemas.openxmlformats.org/officeDocument/2006/relationships/image" Target="../media/image482.png"/><Relationship Id="rId4" Type="http://schemas.openxmlformats.org/officeDocument/2006/relationships/image" Target="../media/image1510.png"/><Relationship Id="rId9" Type="http://schemas.openxmlformats.org/officeDocument/2006/relationships/customXml" Target="../ink/ink457.xml"/><Relationship Id="rId13" Type="http://schemas.openxmlformats.org/officeDocument/2006/relationships/customXml" Target="../ink/ink459.xml"/><Relationship Id="rId18" Type="http://schemas.openxmlformats.org/officeDocument/2006/relationships/image" Target="../media/image2210.png"/><Relationship Id="rId39" Type="http://schemas.openxmlformats.org/officeDocument/2006/relationships/customXml" Target="../ink/ink472.xml"/><Relationship Id="rId34" Type="http://schemas.openxmlformats.org/officeDocument/2006/relationships/image" Target="../media/image3010.png"/><Relationship Id="rId50" Type="http://schemas.openxmlformats.org/officeDocument/2006/relationships/image" Target="../media/image464.png"/><Relationship Id="rId55" Type="http://schemas.openxmlformats.org/officeDocument/2006/relationships/customXml" Target="../ink/ink480.xml"/><Relationship Id="rId76" Type="http://schemas.openxmlformats.org/officeDocument/2006/relationships/image" Target="../media/image477.png"/><Relationship Id="rId7" Type="http://schemas.openxmlformats.org/officeDocument/2006/relationships/customXml" Target="../ink/ink456.xml"/><Relationship Id="rId71" Type="http://schemas.openxmlformats.org/officeDocument/2006/relationships/customXml" Target="../ink/ink488.xml"/><Relationship Id="rId92" Type="http://schemas.openxmlformats.org/officeDocument/2006/relationships/image" Target="../media/image485.png"/><Relationship Id="rId2" Type="http://schemas.openxmlformats.org/officeDocument/2006/relationships/image" Target="../media/image457.png"/><Relationship Id="rId29" Type="http://schemas.openxmlformats.org/officeDocument/2006/relationships/customXml" Target="../ink/ink467.xml"/><Relationship Id="rId24" Type="http://schemas.openxmlformats.org/officeDocument/2006/relationships/image" Target="../media/image2510.png"/><Relationship Id="rId40" Type="http://schemas.openxmlformats.org/officeDocument/2006/relationships/image" Target="../media/image459.png"/><Relationship Id="rId45" Type="http://schemas.openxmlformats.org/officeDocument/2006/relationships/customXml" Target="../ink/ink475.xml"/><Relationship Id="rId66" Type="http://schemas.openxmlformats.org/officeDocument/2006/relationships/image" Target="../media/image472.png"/><Relationship Id="rId87" Type="http://schemas.openxmlformats.org/officeDocument/2006/relationships/customXml" Target="../ink/ink496.xml"/><Relationship Id="rId61" Type="http://schemas.openxmlformats.org/officeDocument/2006/relationships/customXml" Target="../ink/ink483.xml"/><Relationship Id="rId82" Type="http://schemas.openxmlformats.org/officeDocument/2006/relationships/image" Target="../media/image480.png"/><Relationship Id="rId19" Type="http://schemas.openxmlformats.org/officeDocument/2006/relationships/customXml" Target="../ink/ink462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56.xml"/><Relationship Id="rId21" Type="http://schemas.openxmlformats.org/officeDocument/2006/relationships/customXml" Target="../ink/ink508.xml"/><Relationship Id="rId42" Type="http://schemas.openxmlformats.org/officeDocument/2006/relationships/image" Target="../media/image5210.png"/><Relationship Id="rId63" Type="http://schemas.openxmlformats.org/officeDocument/2006/relationships/customXml" Target="../ink/ink529.xml"/><Relationship Id="rId84" Type="http://schemas.openxmlformats.org/officeDocument/2006/relationships/image" Target="../media/image7310.png"/><Relationship Id="rId138" Type="http://schemas.openxmlformats.org/officeDocument/2006/relationships/customXml" Target="../ink/ink567.xml"/><Relationship Id="rId159" Type="http://schemas.openxmlformats.org/officeDocument/2006/relationships/image" Target="../media/image487.png"/><Relationship Id="rId170" Type="http://schemas.openxmlformats.org/officeDocument/2006/relationships/customXml" Target="../ink/ink583.xml"/><Relationship Id="rId107" Type="http://schemas.openxmlformats.org/officeDocument/2006/relationships/customXml" Target="../ink/ink551.xml"/><Relationship Id="rId11" Type="http://schemas.openxmlformats.org/officeDocument/2006/relationships/customXml" Target="../ink/ink503.xml"/><Relationship Id="rId32" Type="http://schemas.openxmlformats.org/officeDocument/2006/relationships/image" Target="../media/image4710.png"/><Relationship Id="rId53" Type="http://schemas.openxmlformats.org/officeDocument/2006/relationships/customXml" Target="../ink/ink524.xml"/><Relationship Id="rId74" Type="http://schemas.openxmlformats.org/officeDocument/2006/relationships/image" Target="../media/image6810.png"/><Relationship Id="rId128" Type="http://schemas.openxmlformats.org/officeDocument/2006/relationships/customXml" Target="../ink/ink562.xml"/><Relationship Id="rId149" Type="http://schemas.openxmlformats.org/officeDocument/2006/relationships/image" Target="../media/image1050.png"/><Relationship Id="rId5" Type="http://schemas.openxmlformats.org/officeDocument/2006/relationships/customXml" Target="../ink/ink500.xml"/><Relationship Id="rId95" Type="http://schemas.openxmlformats.org/officeDocument/2006/relationships/customXml" Target="../ink/ink545.xml"/><Relationship Id="rId160" Type="http://schemas.openxmlformats.org/officeDocument/2006/relationships/customXml" Target="../ink/ink578.xml"/><Relationship Id="rId22" Type="http://schemas.openxmlformats.org/officeDocument/2006/relationships/image" Target="../media/image4210.png"/><Relationship Id="rId43" Type="http://schemas.openxmlformats.org/officeDocument/2006/relationships/customXml" Target="../ink/ink519.xml"/><Relationship Id="rId64" Type="http://schemas.openxmlformats.org/officeDocument/2006/relationships/image" Target="../media/image6310.png"/><Relationship Id="rId118" Type="http://schemas.openxmlformats.org/officeDocument/2006/relationships/image" Target="../media/image900.png"/><Relationship Id="rId139" Type="http://schemas.openxmlformats.org/officeDocument/2006/relationships/image" Target="../media/image1000.png"/><Relationship Id="rId85" Type="http://schemas.openxmlformats.org/officeDocument/2006/relationships/customXml" Target="../ink/ink540.xml"/><Relationship Id="rId150" Type="http://schemas.openxmlformats.org/officeDocument/2006/relationships/customXml" Target="../ink/ink573.xml"/><Relationship Id="rId171" Type="http://schemas.openxmlformats.org/officeDocument/2006/relationships/image" Target="../media/image493.png"/><Relationship Id="rId12" Type="http://schemas.openxmlformats.org/officeDocument/2006/relationships/image" Target="../media/image3710.png"/><Relationship Id="rId33" Type="http://schemas.openxmlformats.org/officeDocument/2006/relationships/customXml" Target="../ink/ink514.xml"/><Relationship Id="rId108" Type="http://schemas.openxmlformats.org/officeDocument/2006/relationships/image" Target="../media/image850.png"/><Relationship Id="rId129" Type="http://schemas.openxmlformats.org/officeDocument/2006/relationships/image" Target="../media/image950.png"/><Relationship Id="rId54" Type="http://schemas.openxmlformats.org/officeDocument/2006/relationships/image" Target="../media/image5810.png"/><Relationship Id="rId70" Type="http://schemas.openxmlformats.org/officeDocument/2006/relationships/image" Target="../media/image6610.png"/><Relationship Id="rId75" Type="http://schemas.openxmlformats.org/officeDocument/2006/relationships/customXml" Target="../ink/ink535.xml"/><Relationship Id="rId91" Type="http://schemas.openxmlformats.org/officeDocument/2006/relationships/customXml" Target="../ink/ink543.xml"/><Relationship Id="rId96" Type="http://schemas.openxmlformats.org/officeDocument/2006/relationships/image" Target="../media/image790.png"/><Relationship Id="rId140" Type="http://schemas.openxmlformats.org/officeDocument/2006/relationships/customXml" Target="../ink/ink568.xml"/><Relationship Id="rId145" Type="http://schemas.openxmlformats.org/officeDocument/2006/relationships/image" Target="../media/image1030.png"/><Relationship Id="rId161" Type="http://schemas.openxmlformats.org/officeDocument/2006/relationships/image" Target="../media/image488.png"/><Relationship Id="rId166" Type="http://schemas.openxmlformats.org/officeDocument/2006/relationships/customXml" Target="../ink/ink58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10.png"/><Relationship Id="rId23" Type="http://schemas.openxmlformats.org/officeDocument/2006/relationships/customXml" Target="../ink/ink509.xml"/><Relationship Id="rId28" Type="http://schemas.openxmlformats.org/officeDocument/2006/relationships/image" Target="../media/image4510.png"/><Relationship Id="rId49" Type="http://schemas.openxmlformats.org/officeDocument/2006/relationships/customXml" Target="../ink/ink522.xml"/><Relationship Id="rId114" Type="http://schemas.openxmlformats.org/officeDocument/2006/relationships/image" Target="../media/image880.png"/><Relationship Id="rId119" Type="http://schemas.openxmlformats.org/officeDocument/2006/relationships/customXml" Target="../ink/ink557.xml"/><Relationship Id="rId44" Type="http://schemas.openxmlformats.org/officeDocument/2006/relationships/image" Target="../media/image5310.png"/><Relationship Id="rId60" Type="http://schemas.openxmlformats.org/officeDocument/2006/relationships/image" Target="../media/image6110.png"/><Relationship Id="rId65" Type="http://schemas.openxmlformats.org/officeDocument/2006/relationships/customXml" Target="../ink/ink530.xml"/><Relationship Id="rId81" Type="http://schemas.openxmlformats.org/officeDocument/2006/relationships/customXml" Target="../ink/ink538.xml"/><Relationship Id="rId86" Type="http://schemas.openxmlformats.org/officeDocument/2006/relationships/image" Target="../media/image7410.png"/><Relationship Id="rId130" Type="http://schemas.openxmlformats.org/officeDocument/2006/relationships/customXml" Target="../ink/ink563.xml"/><Relationship Id="rId135" Type="http://schemas.openxmlformats.org/officeDocument/2006/relationships/image" Target="../media/image980.png"/><Relationship Id="rId151" Type="http://schemas.openxmlformats.org/officeDocument/2006/relationships/image" Target="../media/image1060.png"/><Relationship Id="rId156" Type="http://schemas.openxmlformats.org/officeDocument/2006/relationships/customXml" Target="../ink/ink576.xml"/><Relationship Id="rId13" Type="http://schemas.openxmlformats.org/officeDocument/2006/relationships/customXml" Target="../ink/ink504.xml"/><Relationship Id="rId18" Type="http://schemas.openxmlformats.org/officeDocument/2006/relationships/image" Target="../media/image4010.png"/><Relationship Id="rId39" Type="http://schemas.openxmlformats.org/officeDocument/2006/relationships/customXml" Target="../ink/ink517.xml"/><Relationship Id="rId109" Type="http://schemas.openxmlformats.org/officeDocument/2006/relationships/customXml" Target="../ink/ink552.xml"/><Relationship Id="rId34" Type="http://schemas.openxmlformats.org/officeDocument/2006/relationships/image" Target="../media/image4810.png"/><Relationship Id="rId50" Type="http://schemas.openxmlformats.org/officeDocument/2006/relationships/image" Target="../media/image5610.png"/><Relationship Id="rId55" Type="http://schemas.openxmlformats.org/officeDocument/2006/relationships/customXml" Target="../ink/ink525.xml"/><Relationship Id="rId76" Type="http://schemas.openxmlformats.org/officeDocument/2006/relationships/image" Target="../media/image6910.png"/><Relationship Id="rId97" Type="http://schemas.openxmlformats.org/officeDocument/2006/relationships/customXml" Target="../ink/ink546.xml"/><Relationship Id="rId104" Type="http://schemas.openxmlformats.org/officeDocument/2006/relationships/image" Target="../media/image830.png"/><Relationship Id="rId120" Type="http://schemas.openxmlformats.org/officeDocument/2006/relationships/image" Target="../media/image911.png"/><Relationship Id="rId125" Type="http://schemas.openxmlformats.org/officeDocument/2006/relationships/customXml" Target="../ink/ink560.xml"/><Relationship Id="rId141" Type="http://schemas.openxmlformats.org/officeDocument/2006/relationships/image" Target="../media/image1011.png"/><Relationship Id="rId146" Type="http://schemas.openxmlformats.org/officeDocument/2006/relationships/customXml" Target="../ink/ink571.xml"/><Relationship Id="rId167" Type="http://schemas.openxmlformats.org/officeDocument/2006/relationships/image" Target="../media/image491.png"/><Relationship Id="rId7" Type="http://schemas.openxmlformats.org/officeDocument/2006/relationships/customXml" Target="../ink/ink501.xml"/><Relationship Id="rId71" Type="http://schemas.openxmlformats.org/officeDocument/2006/relationships/customXml" Target="../ink/ink533.xml"/><Relationship Id="rId92" Type="http://schemas.openxmlformats.org/officeDocument/2006/relationships/image" Target="../media/image776.png"/><Relationship Id="rId162" Type="http://schemas.openxmlformats.org/officeDocument/2006/relationships/customXml" Target="../ink/ink579.xml"/><Relationship Id="rId2" Type="http://schemas.openxmlformats.org/officeDocument/2006/relationships/image" Target="../media/image486.png"/><Relationship Id="rId29" Type="http://schemas.openxmlformats.org/officeDocument/2006/relationships/customXml" Target="../ink/ink512.xml"/><Relationship Id="rId24" Type="http://schemas.openxmlformats.org/officeDocument/2006/relationships/image" Target="../media/image4310.png"/><Relationship Id="rId40" Type="http://schemas.openxmlformats.org/officeDocument/2006/relationships/image" Target="../media/image5110.png"/><Relationship Id="rId45" Type="http://schemas.openxmlformats.org/officeDocument/2006/relationships/customXml" Target="../ink/ink520.xml"/><Relationship Id="rId66" Type="http://schemas.openxmlformats.org/officeDocument/2006/relationships/image" Target="../media/image6410.png"/><Relationship Id="rId87" Type="http://schemas.openxmlformats.org/officeDocument/2006/relationships/customXml" Target="../ink/ink541.xml"/><Relationship Id="rId110" Type="http://schemas.openxmlformats.org/officeDocument/2006/relationships/image" Target="../media/image860.png"/><Relationship Id="rId115" Type="http://schemas.openxmlformats.org/officeDocument/2006/relationships/customXml" Target="../ink/ink555.xml"/><Relationship Id="rId131" Type="http://schemas.openxmlformats.org/officeDocument/2006/relationships/image" Target="../media/image960.png"/><Relationship Id="rId136" Type="http://schemas.openxmlformats.org/officeDocument/2006/relationships/customXml" Target="../ink/ink566.xml"/><Relationship Id="rId157" Type="http://schemas.openxmlformats.org/officeDocument/2006/relationships/image" Target="../media/image1090.png"/><Relationship Id="rId61" Type="http://schemas.openxmlformats.org/officeDocument/2006/relationships/customXml" Target="../ink/ink528.xml"/><Relationship Id="rId82" Type="http://schemas.openxmlformats.org/officeDocument/2006/relationships/image" Target="../media/image7210.png"/><Relationship Id="rId152" Type="http://schemas.openxmlformats.org/officeDocument/2006/relationships/customXml" Target="../ink/ink574.xml"/><Relationship Id="rId19" Type="http://schemas.openxmlformats.org/officeDocument/2006/relationships/customXml" Target="../ink/ink507.xml"/><Relationship Id="rId14" Type="http://schemas.openxmlformats.org/officeDocument/2006/relationships/image" Target="../media/image3810.png"/><Relationship Id="rId30" Type="http://schemas.openxmlformats.org/officeDocument/2006/relationships/image" Target="../media/image4610.png"/><Relationship Id="rId35" Type="http://schemas.openxmlformats.org/officeDocument/2006/relationships/customXml" Target="../ink/ink515.xml"/><Relationship Id="rId56" Type="http://schemas.openxmlformats.org/officeDocument/2006/relationships/image" Target="../media/image5910.png"/><Relationship Id="rId77" Type="http://schemas.openxmlformats.org/officeDocument/2006/relationships/customXml" Target="../ink/ink536.xml"/><Relationship Id="rId100" Type="http://schemas.openxmlformats.org/officeDocument/2006/relationships/image" Target="../media/image811.png"/><Relationship Id="rId105" Type="http://schemas.openxmlformats.org/officeDocument/2006/relationships/customXml" Target="../ink/ink550.xml"/><Relationship Id="rId126" Type="http://schemas.openxmlformats.org/officeDocument/2006/relationships/image" Target="../media/image940.png"/><Relationship Id="rId147" Type="http://schemas.openxmlformats.org/officeDocument/2006/relationships/image" Target="../media/image1040.png"/><Relationship Id="rId168" Type="http://schemas.openxmlformats.org/officeDocument/2006/relationships/customXml" Target="../ink/ink582.xml"/><Relationship Id="rId8" Type="http://schemas.openxmlformats.org/officeDocument/2006/relationships/image" Target="../media/image3510.png"/><Relationship Id="rId51" Type="http://schemas.openxmlformats.org/officeDocument/2006/relationships/customXml" Target="../ink/ink523.xml"/><Relationship Id="rId72" Type="http://schemas.openxmlformats.org/officeDocument/2006/relationships/image" Target="../media/image6710.png"/><Relationship Id="rId93" Type="http://schemas.openxmlformats.org/officeDocument/2006/relationships/customXml" Target="../ink/ink544.xml"/><Relationship Id="rId98" Type="http://schemas.openxmlformats.org/officeDocument/2006/relationships/image" Target="../media/image800.png"/><Relationship Id="rId121" Type="http://schemas.openxmlformats.org/officeDocument/2006/relationships/customXml" Target="../ink/ink558.xml"/><Relationship Id="rId142" Type="http://schemas.openxmlformats.org/officeDocument/2006/relationships/customXml" Target="../ink/ink569.xml"/><Relationship Id="rId163" Type="http://schemas.openxmlformats.org/officeDocument/2006/relationships/image" Target="../media/image489.png"/><Relationship Id="rId3" Type="http://schemas.openxmlformats.org/officeDocument/2006/relationships/customXml" Target="../ink/ink499.xml"/><Relationship Id="rId25" Type="http://schemas.openxmlformats.org/officeDocument/2006/relationships/customXml" Target="../ink/ink510.xml"/><Relationship Id="rId46" Type="http://schemas.openxmlformats.org/officeDocument/2006/relationships/image" Target="../media/image5410.png"/><Relationship Id="rId67" Type="http://schemas.openxmlformats.org/officeDocument/2006/relationships/customXml" Target="../ink/ink531.xml"/><Relationship Id="rId116" Type="http://schemas.openxmlformats.org/officeDocument/2006/relationships/image" Target="../media/image890.png"/><Relationship Id="rId137" Type="http://schemas.openxmlformats.org/officeDocument/2006/relationships/image" Target="../media/image990.png"/><Relationship Id="rId158" Type="http://schemas.openxmlformats.org/officeDocument/2006/relationships/customXml" Target="../ink/ink577.xml"/><Relationship Id="rId20" Type="http://schemas.openxmlformats.org/officeDocument/2006/relationships/image" Target="../media/image4110.png"/><Relationship Id="rId41" Type="http://schemas.openxmlformats.org/officeDocument/2006/relationships/customXml" Target="../ink/ink518.xml"/><Relationship Id="rId62" Type="http://schemas.openxmlformats.org/officeDocument/2006/relationships/image" Target="../media/image6210.png"/><Relationship Id="rId83" Type="http://schemas.openxmlformats.org/officeDocument/2006/relationships/customXml" Target="../ink/ink539.xml"/><Relationship Id="rId88" Type="http://schemas.openxmlformats.org/officeDocument/2006/relationships/image" Target="../media/image7510.png"/><Relationship Id="rId111" Type="http://schemas.openxmlformats.org/officeDocument/2006/relationships/customXml" Target="../ink/ink553.xml"/><Relationship Id="rId132" Type="http://schemas.openxmlformats.org/officeDocument/2006/relationships/customXml" Target="../ink/ink564.xml"/><Relationship Id="rId153" Type="http://schemas.openxmlformats.org/officeDocument/2006/relationships/image" Target="../media/image1070.png"/><Relationship Id="rId15" Type="http://schemas.openxmlformats.org/officeDocument/2006/relationships/customXml" Target="../ink/ink505.xml"/><Relationship Id="rId36" Type="http://schemas.openxmlformats.org/officeDocument/2006/relationships/image" Target="../media/image4910.png"/><Relationship Id="rId57" Type="http://schemas.openxmlformats.org/officeDocument/2006/relationships/customXml" Target="../ink/ink526.xml"/><Relationship Id="rId106" Type="http://schemas.openxmlformats.org/officeDocument/2006/relationships/image" Target="../media/image840.png"/><Relationship Id="rId127" Type="http://schemas.openxmlformats.org/officeDocument/2006/relationships/customXml" Target="../ink/ink561.xml"/><Relationship Id="rId10" Type="http://schemas.openxmlformats.org/officeDocument/2006/relationships/image" Target="../media/image3610.png"/><Relationship Id="rId31" Type="http://schemas.openxmlformats.org/officeDocument/2006/relationships/customXml" Target="../ink/ink513.xml"/><Relationship Id="rId52" Type="http://schemas.openxmlformats.org/officeDocument/2006/relationships/image" Target="../media/image5710.png"/><Relationship Id="rId73" Type="http://schemas.openxmlformats.org/officeDocument/2006/relationships/customXml" Target="../ink/ink534.xml"/><Relationship Id="rId78" Type="http://schemas.openxmlformats.org/officeDocument/2006/relationships/image" Target="../media/image7010.png"/><Relationship Id="rId94" Type="http://schemas.openxmlformats.org/officeDocument/2006/relationships/image" Target="../media/image780.png"/><Relationship Id="rId99" Type="http://schemas.openxmlformats.org/officeDocument/2006/relationships/customXml" Target="../ink/ink547.xml"/><Relationship Id="rId101" Type="http://schemas.openxmlformats.org/officeDocument/2006/relationships/customXml" Target="../ink/ink548.xml"/><Relationship Id="rId122" Type="http://schemas.openxmlformats.org/officeDocument/2006/relationships/image" Target="../media/image920.png"/><Relationship Id="rId143" Type="http://schemas.openxmlformats.org/officeDocument/2006/relationships/image" Target="../media/image1020.png"/><Relationship Id="rId148" Type="http://schemas.openxmlformats.org/officeDocument/2006/relationships/customXml" Target="../ink/ink572.xml"/><Relationship Id="rId164" Type="http://schemas.openxmlformats.org/officeDocument/2006/relationships/customXml" Target="../ink/ink580.xml"/><Relationship Id="rId169" Type="http://schemas.openxmlformats.org/officeDocument/2006/relationships/image" Target="../media/image492.png"/><Relationship Id="rId4" Type="http://schemas.openxmlformats.org/officeDocument/2006/relationships/image" Target="../media/image3310.png"/><Relationship Id="rId9" Type="http://schemas.openxmlformats.org/officeDocument/2006/relationships/customXml" Target="../ink/ink502.xml"/><Relationship Id="rId26" Type="http://schemas.openxmlformats.org/officeDocument/2006/relationships/image" Target="../media/image4410.png"/><Relationship Id="rId47" Type="http://schemas.openxmlformats.org/officeDocument/2006/relationships/customXml" Target="../ink/ink521.xml"/><Relationship Id="rId68" Type="http://schemas.openxmlformats.org/officeDocument/2006/relationships/image" Target="../media/image6510.png"/><Relationship Id="rId89" Type="http://schemas.openxmlformats.org/officeDocument/2006/relationships/customXml" Target="../ink/ink542.xml"/><Relationship Id="rId112" Type="http://schemas.openxmlformats.org/officeDocument/2006/relationships/image" Target="../media/image870.png"/><Relationship Id="rId133" Type="http://schemas.openxmlformats.org/officeDocument/2006/relationships/image" Target="../media/image970.png"/><Relationship Id="rId154" Type="http://schemas.openxmlformats.org/officeDocument/2006/relationships/customXml" Target="../ink/ink575.xml"/><Relationship Id="rId16" Type="http://schemas.openxmlformats.org/officeDocument/2006/relationships/image" Target="../media/image3910.png"/><Relationship Id="rId37" Type="http://schemas.openxmlformats.org/officeDocument/2006/relationships/customXml" Target="../ink/ink516.xml"/><Relationship Id="rId58" Type="http://schemas.openxmlformats.org/officeDocument/2006/relationships/image" Target="../media/image6010.png"/><Relationship Id="rId79" Type="http://schemas.openxmlformats.org/officeDocument/2006/relationships/customXml" Target="../ink/ink537.xml"/><Relationship Id="rId102" Type="http://schemas.openxmlformats.org/officeDocument/2006/relationships/image" Target="../media/image820.png"/><Relationship Id="rId123" Type="http://schemas.openxmlformats.org/officeDocument/2006/relationships/customXml" Target="../ink/ink559.xml"/><Relationship Id="rId144" Type="http://schemas.openxmlformats.org/officeDocument/2006/relationships/customXml" Target="../ink/ink570.xml"/><Relationship Id="rId90" Type="http://schemas.openxmlformats.org/officeDocument/2006/relationships/image" Target="../media/image7610.png"/><Relationship Id="rId165" Type="http://schemas.openxmlformats.org/officeDocument/2006/relationships/image" Target="../media/image490.png"/><Relationship Id="rId27" Type="http://schemas.openxmlformats.org/officeDocument/2006/relationships/customXml" Target="../ink/ink511.xml"/><Relationship Id="rId48" Type="http://schemas.openxmlformats.org/officeDocument/2006/relationships/image" Target="../media/image5510.png"/><Relationship Id="rId69" Type="http://schemas.openxmlformats.org/officeDocument/2006/relationships/customXml" Target="../ink/ink532.xml"/><Relationship Id="rId113" Type="http://schemas.openxmlformats.org/officeDocument/2006/relationships/customXml" Target="../ink/ink554.xml"/><Relationship Id="rId134" Type="http://schemas.openxmlformats.org/officeDocument/2006/relationships/customXml" Target="../ink/ink565.xml"/><Relationship Id="rId80" Type="http://schemas.openxmlformats.org/officeDocument/2006/relationships/image" Target="../media/image7110.png"/><Relationship Id="rId155" Type="http://schemas.openxmlformats.org/officeDocument/2006/relationships/image" Target="../media/image1080.png"/><Relationship Id="rId17" Type="http://schemas.openxmlformats.org/officeDocument/2006/relationships/customXml" Target="../ink/ink506.xml"/><Relationship Id="rId38" Type="http://schemas.openxmlformats.org/officeDocument/2006/relationships/image" Target="../media/image5010.png"/><Relationship Id="rId59" Type="http://schemas.openxmlformats.org/officeDocument/2006/relationships/customXml" Target="../ink/ink527.xml"/><Relationship Id="rId103" Type="http://schemas.openxmlformats.org/officeDocument/2006/relationships/customXml" Target="../ink/ink549.xml"/><Relationship Id="rId124" Type="http://schemas.openxmlformats.org/officeDocument/2006/relationships/image" Target="../media/image930.png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641.xml"/><Relationship Id="rId21" Type="http://schemas.openxmlformats.org/officeDocument/2006/relationships/customXml" Target="../ink/ink593.xml"/><Relationship Id="rId42" Type="http://schemas.openxmlformats.org/officeDocument/2006/relationships/image" Target="../media/image514.png"/><Relationship Id="rId63" Type="http://schemas.openxmlformats.org/officeDocument/2006/relationships/customXml" Target="../ink/ink614.xml"/><Relationship Id="rId84" Type="http://schemas.openxmlformats.org/officeDocument/2006/relationships/image" Target="../media/image535.png"/><Relationship Id="rId138" Type="http://schemas.openxmlformats.org/officeDocument/2006/relationships/image" Target="../media/image562.png"/><Relationship Id="rId107" Type="http://schemas.openxmlformats.org/officeDocument/2006/relationships/customXml" Target="../ink/ink636.xml"/><Relationship Id="rId11" Type="http://schemas.openxmlformats.org/officeDocument/2006/relationships/customXml" Target="../ink/ink588.xml"/><Relationship Id="rId32" Type="http://schemas.openxmlformats.org/officeDocument/2006/relationships/image" Target="../media/image509.png"/><Relationship Id="rId53" Type="http://schemas.openxmlformats.org/officeDocument/2006/relationships/customXml" Target="../ink/ink609.xml"/><Relationship Id="rId74" Type="http://schemas.openxmlformats.org/officeDocument/2006/relationships/image" Target="../media/image530.png"/><Relationship Id="rId128" Type="http://schemas.openxmlformats.org/officeDocument/2006/relationships/image" Target="../media/image557.png"/><Relationship Id="rId5" Type="http://schemas.openxmlformats.org/officeDocument/2006/relationships/customXml" Target="../ink/ink585.xml"/><Relationship Id="rId90" Type="http://schemas.openxmlformats.org/officeDocument/2006/relationships/image" Target="../media/image538.png"/><Relationship Id="rId95" Type="http://schemas.openxmlformats.org/officeDocument/2006/relationships/customXml" Target="../ink/ink630.xml"/><Relationship Id="rId22" Type="http://schemas.openxmlformats.org/officeDocument/2006/relationships/image" Target="../media/image504.png"/><Relationship Id="rId27" Type="http://schemas.openxmlformats.org/officeDocument/2006/relationships/customXml" Target="../ink/ink596.xml"/><Relationship Id="rId43" Type="http://schemas.openxmlformats.org/officeDocument/2006/relationships/customXml" Target="../ink/ink604.xml"/><Relationship Id="rId48" Type="http://schemas.openxmlformats.org/officeDocument/2006/relationships/image" Target="../media/image517.png"/><Relationship Id="rId64" Type="http://schemas.openxmlformats.org/officeDocument/2006/relationships/image" Target="../media/image525.png"/><Relationship Id="rId69" Type="http://schemas.openxmlformats.org/officeDocument/2006/relationships/customXml" Target="../ink/ink617.xml"/><Relationship Id="rId113" Type="http://schemas.openxmlformats.org/officeDocument/2006/relationships/customXml" Target="../ink/ink639.xml"/><Relationship Id="rId118" Type="http://schemas.openxmlformats.org/officeDocument/2006/relationships/image" Target="../media/image552.png"/><Relationship Id="rId134" Type="http://schemas.openxmlformats.org/officeDocument/2006/relationships/image" Target="../media/image560.png"/><Relationship Id="rId139" Type="http://schemas.openxmlformats.org/officeDocument/2006/relationships/customXml" Target="../ink/ink652.xml"/><Relationship Id="rId80" Type="http://schemas.openxmlformats.org/officeDocument/2006/relationships/image" Target="../media/image533.png"/><Relationship Id="rId85" Type="http://schemas.openxmlformats.org/officeDocument/2006/relationships/customXml" Target="../ink/ink625.xml"/><Relationship Id="rId12" Type="http://schemas.openxmlformats.org/officeDocument/2006/relationships/image" Target="../media/image499.png"/><Relationship Id="rId17" Type="http://schemas.openxmlformats.org/officeDocument/2006/relationships/customXml" Target="../ink/ink591.xml"/><Relationship Id="rId33" Type="http://schemas.openxmlformats.org/officeDocument/2006/relationships/customXml" Target="../ink/ink599.xml"/><Relationship Id="rId38" Type="http://schemas.openxmlformats.org/officeDocument/2006/relationships/image" Target="../media/image512.png"/><Relationship Id="rId59" Type="http://schemas.openxmlformats.org/officeDocument/2006/relationships/customXml" Target="../ink/ink612.xml"/><Relationship Id="rId103" Type="http://schemas.openxmlformats.org/officeDocument/2006/relationships/customXml" Target="../ink/ink634.xml"/><Relationship Id="rId108" Type="http://schemas.openxmlformats.org/officeDocument/2006/relationships/image" Target="../media/image547.png"/><Relationship Id="rId124" Type="http://schemas.openxmlformats.org/officeDocument/2006/relationships/image" Target="../media/image555.png"/><Relationship Id="rId129" Type="http://schemas.openxmlformats.org/officeDocument/2006/relationships/customXml" Target="../ink/ink647.xml"/><Relationship Id="rId54" Type="http://schemas.openxmlformats.org/officeDocument/2006/relationships/image" Target="../media/image520.png"/><Relationship Id="rId70" Type="http://schemas.openxmlformats.org/officeDocument/2006/relationships/image" Target="../media/image528.png"/><Relationship Id="rId75" Type="http://schemas.openxmlformats.org/officeDocument/2006/relationships/customXml" Target="../ink/ink620.xml"/><Relationship Id="rId91" Type="http://schemas.openxmlformats.org/officeDocument/2006/relationships/customXml" Target="../ink/ink628.xml"/><Relationship Id="rId96" Type="http://schemas.openxmlformats.org/officeDocument/2006/relationships/image" Target="../media/image541.png"/><Relationship Id="rId140" Type="http://schemas.openxmlformats.org/officeDocument/2006/relationships/image" Target="../media/image563.png"/><Relationship Id="rId145" Type="http://schemas.openxmlformats.org/officeDocument/2006/relationships/customXml" Target="../ink/ink6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6.png"/><Relationship Id="rId23" Type="http://schemas.openxmlformats.org/officeDocument/2006/relationships/customXml" Target="../ink/ink594.xml"/><Relationship Id="rId28" Type="http://schemas.openxmlformats.org/officeDocument/2006/relationships/image" Target="../media/image507.png"/><Relationship Id="rId49" Type="http://schemas.openxmlformats.org/officeDocument/2006/relationships/customXml" Target="../ink/ink607.xml"/><Relationship Id="rId114" Type="http://schemas.openxmlformats.org/officeDocument/2006/relationships/image" Target="../media/image550.png"/><Relationship Id="rId119" Type="http://schemas.openxmlformats.org/officeDocument/2006/relationships/customXml" Target="../ink/ink642.xml"/><Relationship Id="rId44" Type="http://schemas.openxmlformats.org/officeDocument/2006/relationships/image" Target="../media/image515.png"/><Relationship Id="rId60" Type="http://schemas.openxmlformats.org/officeDocument/2006/relationships/image" Target="../media/image523.png"/><Relationship Id="rId65" Type="http://schemas.openxmlformats.org/officeDocument/2006/relationships/customXml" Target="../ink/ink615.xml"/><Relationship Id="rId81" Type="http://schemas.openxmlformats.org/officeDocument/2006/relationships/customXml" Target="../ink/ink623.xml"/><Relationship Id="rId86" Type="http://schemas.openxmlformats.org/officeDocument/2006/relationships/image" Target="../media/image536.png"/><Relationship Id="rId130" Type="http://schemas.openxmlformats.org/officeDocument/2006/relationships/image" Target="../media/image558.png"/><Relationship Id="rId135" Type="http://schemas.openxmlformats.org/officeDocument/2006/relationships/customXml" Target="../ink/ink650.xml"/><Relationship Id="rId13" Type="http://schemas.openxmlformats.org/officeDocument/2006/relationships/customXml" Target="../ink/ink589.xml"/><Relationship Id="rId18" Type="http://schemas.openxmlformats.org/officeDocument/2006/relationships/image" Target="../media/image502.png"/><Relationship Id="rId39" Type="http://schemas.openxmlformats.org/officeDocument/2006/relationships/customXml" Target="../ink/ink602.xml"/><Relationship Id="rId109" Type="http://schemas.openxmlformats.org/officeDocument/2006/relationships/customXml" Target="../ink/ink637.xml"/><Relationship Id="rId34" Type="http://schemas.openxmlformats.org/officeDocument/2006/relationships/image" Target="../media/image510.png"/><Relationship Id="rId50" Type="http://schemas.openxmlformats.org/officeDocument/2006/relationships/image" Target="../media/image518.png"/><Relationship Id="rId55" Type="http://schemas.openxmlformats.org/officeDocument/2006/relationships/customXml" Target="../ink/ink610.xml"/><Relationship Id="rId76" Type="http://schemas.openxmlformats.org/officeDocument/2006/relationships/image" Target="../media/image531.png"/><Relationship Id="rId97" Type="http://schemas.openxmlformats.org/officeDocument/2006/relationships/customXml" Target="../ink/ink631.xml"/><Relationship Id="rId104" Type="http://schemas.openxmlformats.org/officeDocument/2006/relationships/image" Target="../media/image545.png"/><Relationship Id="rId120" Type="http://schemas.openxmlformats.org/officeDocument/2006/relationships/image" Target="../media/image553.png"/><Relationship Id="rId125" Type="http://schemas.openxmlformats.org/officeDocument/2006/relationships/customXml" Target="../ink/ink645.xml"/><Relationship Id="rId141" Type="http://schemas.openxmlformats.org/officeDocument/2006/relationships/customXml" Target="../ink/ink653.xml"/><Relationship Id="rId146" Type="http://schemas.openxmlformats.org/officeDocument/2006/relationships/image" Target="../media/image566.png"/><Relationship Id="rId7" Type="http://schemas.openxmlformats.org/officeDocument/2006/relationships/customXml" Target="../ink/ink586.xml"/><Relationship Id="rId71" Type="http://schemas.openxmlformats.org/officeDocument/2006/relationships/customXml" Target="../ink/ink618.xml"/><Relationship Id="rId92" Type="http://schemas.openxmlformats.org/officeDocument/2006/relationships/image" Target="../media/image539.png"/><Relationship Id="rId2" Type="http://schemas.openxmlformats.org/officeDocument/2006/relationships/image" Target="../media/image494.png"/><Relationship Id="rId29" Type="http://schemas.openxmlformats.org/officeDocument/2006/relationships/customXml" Target="../ink/ink597.xml"/><Relationship Id="rId24" Type="http://schemas.openxmlformats.org/officeDocument/2006/relationships/image" Target="../media/image505.png"/><Relationship Id="rId40" Type="http://schemas.openxmlformats.org/officeDocument/2006/relationships/image" Target="../media/image513.png"/><Relationship Id="rId45" Type="http://schemas.openxmlformats.org/officeDocument/2006/relationships/customXml" Target="../ink/ink605.xml"/><Relationship Id="rId66" Type="http://schemas.openxmlformats.org/officeDocument/2006/relationships/image" Target="../media/image526.png"/><Relationship Id="rId87" Type="http://schemas.openxmlformats.org/officeDocument/2006/relationships/customXml" Target="../ink/ink626.xml"/><Relationship Id="rId110" Type="http://schemas.openxmlformats.org/officeDocument/2006/relationships/image" Target="../media/image548.png"/><Relationship Id="rId115" Type="http://schemas.openxmlformats.org/officeDocument/2006/relationships/customXml" Target="../ink/ink640.xml"/><Relationship Id="rId131" Type="http://schemas.openxmlformats.org/officeDocument/2006/relationships/customXml" Target="../ink/ink648.xml"/><Relationship Id="rId136" Type="http://schemas.openxmlformats.org/officeDocument/2006/relationships/image" Target="../media/image561.png"/><Relationship Id="rId61" Type="http://schemas.openxmlformats.org/officeDocument/2006/relationships/customXml" Target="../ink/ink613.xml"/><Relationship Id="rId82" Type="http://schemas.openxmlformats.org/officeDocument/2006/relationships/image" Target="../media/image534.png"/><Relationship Id="rId19" Type="http://schemas.openxmlformats.org/officeDocument/2006/relationships/customXml" Target="../ink/ink592.xml"/><Relationship Id="rId14" Type="http://schemas.openxmlformats.org/officeDocument/2006/relationships/image" Target="../media/image500.png"/><Relationship Id="rId30" Type="http://schemas.openxmlformats.org/officeDocument/2006/relationships/image" Target="../media/image508.png"/><Relationship Id="rId35" Type="http://schemas.openxmlformats.org/officeDocument/2006/relationships/customXml" Target="../ink/ink600.xml"/><Relationship Id="rId56" Type="http://schemas.openxmlformats.org/officeDocument/2006/relationships/image" Target="../media/image521.png"/><Relationship Id="rId77" Type="http://schemas.openxmlformats.org/officeDocument/2006/relationships/customXml" Target="../ink/ink621.xml"/><Relationship Id="rId100" Type="http://schemas.openxmlformats.org/officeDocument/2006/relationships/image" Target="../media/image543.png"/><Relationship Id="rId105" Type="http://schemas.openxmlformats.org/officeDocument/2006/relationships/customXml" Target="../ink/ink635.xml"/><Relationship Id="rId126" Type="http://schemas.openxmlformats.org/officeDocument/2006/relationships/image" Target="../media/image556.png"/><Relationship Id="rId8" Type="http://schemas.openxmlformats.org/officeDocument/2006/relationships/image" Target="../media/image497.png"/><Relationship Id="rId51" Type="http://schemas.openxmlformats.org/officeDocument/2006/relationships/customXml" Target="../ink/ink608.xml"/><Relationship Id="rId72" Type="http://schemas.openxmlformats.org/officeDocument/2006/relationships/image" Target="../media/image529.png"/><Relationship Id="rId93" Type="http://schemas.openxmlformats.org/officeDocument/2006/relationships/customXml" Target="../ink/ink629.xml"/><Relationship Id="rId98" Type="http://schemas.openxmlformats.org/officeDocument/2006/relationships/image" Target="../media/image542.png"/><Relationship Id="rId121" Type="http://schemas.openxmlformats.org/officeDocument/2006/relationships/customXml" Target="../ink/ink643.xml"/><Relationship Id="rId142" Type="http://schemas.openxmlformats.org/officeDocument/2006/relationships/image" Target="../media/image564.png"/><Relationship Id="rId3" Type="http://schemas.openxmlformats.org/officeDocument/2006/relationships/customXml" Target="../ink/ink584.xml"/><Relationship Id="rId25" Type="http://schemas.openxmlformats.org/officeDocument/2006/relationships/customXml" Target="../ink/ink595.xml"/><Relationship Id="rId46" Type="http://schemas.openxmlformats.org/officeDocument/2006/relationships/image" Target="../media/image516.png"/><Relationship Id="rId67" Type="http://schemas.openxmlformats.org/officeDocument/2006/relationships/customXml" Target="../ink/ink616.xml"/><Relationship Id="rId116" Type="http://schemas.openxmlformats.org/officeDocument/2006/relationships/image" Target="../media/image551.png"/><Relationship Id="rId137" Type="http://schemas.openxmlformats.org/officeDocument/2006/relationships/customXml" Target="../ink/ink651.xml"/><Relationship Id="rId20" Type="http://schemas.openxmlformats.org/officeDocument/2006/relationships/image" Target="../media/image503.png"/><Relationship Id="rId41" Type="http://schemas.openxmlformats.org/officeDocument/2006/relationships/customXml" Target="../ink/ink603.xml"/><Relationship Id="rId62" Type="http://schemas.openxmlformats.org/officeDocument/2006/relationships/image" Target="../media/image524.png"/><Relationship Id="rId83" Type="http://schemas.openxmlformats.org/officeDocument/2006/relationships/customXml" Target="../ink/ink624.xml"/><Relationship Id="rId88" Type="http://schemas.openxmlformats.org/officeDocument/2006/relationships/image" Target="../media/image537.png"/><Relationship Id="rId111" Type="http://schemas.openxmlformats.org/officeDocument/2006/relationships/customXml" Target="../ink/ink638.xml"/><Relationship Id="rId132" Type="http://schemas.openxmlformats.org/officeDocument/2006/relationships/image" Target="../media/image559.png"/><Relationship Id="rId15" Type="http://schemas.openxmlformats.org/officeDocument/2006/relationships/customXml" Target="../ink/ink590.xml"/><Relationship Id="rId36" Type="http://schemas.openxmlformats.org/officeDocument/2006/relationships/image" Target="../media/image511.png"/><Relationship Id="rId57" Type="http://schemas.openxmlformats.org/officeDocument/2006/relationships/customXml" Target="../ink/ink611.xml"/><Relationship Id="rId106" Type="http://schemas.openxmlformats.org/officeDocument/2006/relationships/image" Target="../media/image546.png"/><Relationship Id="rId127" Type="http://schemas.openxmlformats.org/officeDocument/2006/relationships/customXml" Target="../ink/ink646.xml"/><Relationship Id="rId10" Type="http://schemas.openxmlformats.org/officeDocument/2006/relationships/image" Target="../media/image498.png"/><Relationship Id="rId31" Type="http://schemas.openxmlformats.org/officeDocument/2006/relationships/customXml" Target="../ink/ink598.xml"/><Relationship Id="rId52" Type="http://schemas.openxmlformats.org/officeDocument/2006/relationships/image" Target="../media/image519.png"/><Relationship Id="rId73" Type="http://schemas.openxmlformats.org/officeDocument/2006/relationships/customXml" Target="../ink/ink619.xml"/><Relationship Id="rId78" Type="http://schemas.openxmlformats.org/officeDocument/2006/relationships/image" Target="../media/image532.png"/><Relationship Id="rId94" Type="http://schemas.openxmlformats.org/officeDocument/2006/relationships/image" Target="../media/image540.png"/><Relationship Id="rId99" Type="http://schemas.openxmlformats.org/officeDocument/2006/relationships/customXml" Target="../ink/ink632.xml"/><Relationship Id="rId101" Type="http://schemas.openxmlformats.org/officeDocument/2006/relationships/customXml" Target="../ink/ink633.xml"/><Relationship Id="rId122" Type="http://schemas.openxmlformats.org/officeDocument/2006/relationships/image" Target="../media/image554.png"/><Relationship Id="rId143" Type="http://schemas.openxmlformats.org/officeDocument/2006/relationships/customXml" Target="../ink/ink654.xml"/><Relationship Id="rId4" Type="http://schemas.openxmlformats.org/officeDocument/2006/relationships/image" Target="../media/image495.png"/><Relationship Id="rId9" Type="http://schemas.openxmlformats.org/officeDocument/2006/relationships/customXml" Target="../ink/ink587.xml"/><Relationship Id="rId26" Type="http://schemas.openxmlformats.org/officeDocument/2006/relationships/image" Target="../media/image506.png"/><Relationship Id="rId47" Type="http://schemas.openxmlformats.org/officeDocument/2006/relationships/customXml" Target="../ink/ink606.xml"/><Relationship Id="rId68" Type="http://schemas.openxmlformats.org/officeDocument/2006/relationships/image" Target="../media/image527.png"/><Relationship Id="rId89" Type="http://schemas.openxmlformats.org/officeDocument/2006/relationships/customXml" Target="../ink/ink627.xml"/><Relationship Id="rId112" Type="http://schemas.openxmlformats.org/officeDocument/2006/relationships/image" Target="../media/image549.png"/><Relationship Id="rId133" Type="http://schemas.openxmlformats.org/officeDocument/2006/relationships/customXml" Target="../ink/ink649.xml"/><Relationship Id="rId16" Type="http://schemas.openxmlformats.org/officeDocument/2006/relationships/image" Target="../media/image501.png"/><Relationship Id="rId37" Type="http://schemas.openxmlformats.org/officeDocument/2006/relationships/customXml" Target="../ink/ink601.xml"/><Relationship Id="rId58" Type="http://schemas.openxmlformats.org/officeDocument/2006/relationships/image" Target="../media/image522.png"/><Relationship Id="rId79" Type="http://schemas.openxmlformats.org/officeDocument/2006/relationships/customXml" Target="../ink/ink622.xml"/><Relationship Id="rId102" Type="http://schemas.openxmlformats.org/officeDocument/2006/relationships/image" Target="../media/image544.png"/><Relationship Id="rId123" Type="http://schemas.openxmlformats.org/officeDocument/2006/relationships/customXml" Target="../ink/ink644.xml"/><Relationship Id="rId144" Type="http://schemas.openxmlformats.org/officeDocument/2006/relationships/image" Target="../media/image565.png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713.xml"/><Relationship Id="rId21" Type="http://schemas.openxmlformats.org/officeDocument/2006/relationships/customXml" Target="../ink/ink665.xml"/><Relationship Id="rId42" Type="http://schemas.openxmlformats.org/officeDocument/2006/relationships/image" Target="../media/image1310.png"/><Relationship Id="rId63" Type="http://schemas.openxmlformats.org/officeDocument/2006/relationships/customXml" Target="../ink/ink686.xml"/><Relationship Id="rId84" Type="http://schemas.openxmlformats.org/officeDocument/2006/relationships/image" Target="../media/image582.png"/><Relationship Id="rId138" Type="http://schemas.openxmlformats.org/officeDocument/2006/relationships/image" Target="../media/image609.png"/><Relationship Id="rId159" Type="http://schemas.openxmlformats.org/officeDocument/2006/relationships/customXml" Target="../ink/ink734.xml"/><Relationship Id="rId107" Type="http://schemas.openxmlformats.org/officeDocument/2006/relationships/customXml" Target="../ink/ink708.xml"/><Relationship Id="rId11" Type="http://schemas.openxmlformats.org/officeDocument/2006/relationships/customXml" Target="../ink/ink660.xml"/><Relationship Id="rId32" Type="http://schemas.openxmlformats.org/officeDocument/2006/relationships/image" Target="../media/image1260.png"/><Relationship Id="rId53" Type="http://schemas.openxmlformats.org/officeDocument/2006/relationships/customXml" Target="../ink/ink681.xml"/><Relationship Id="rId74" Type="http://schemas.openxmlformats.org/officeDocument/2006/relationships/image" Target="../media/image577.png"/><Relationship Id="rId128" Type="http://schemas.openxmlformats.org/officeDocument/2006/relationships/image" Target="../media/image604.png"/><Relationship Id="rId149" Type="http://schemas.openxmlformats.org/officeDocument/2006/relationships/customXml" Target="../ink/ink729.xml"/><Relationship Id="rId5" Type="http://schemas.openxmlformats.org/officeDocument/2006/relationships/customXml" Target="../ink/ink657.xml"/><Relationship Id="rId95" Type="http://schemas.openxmlformats.org/officeDocument/2006/relationships/customXml" Target="../ink/ink702.xml"/><Relationship Id="rId160" Type="http://schemas.openxmlformats.org/officeDocument/2006/relationships/image" Target="../media/image620.png"/><Relationship Id="rId22" Type="http://schemas.openxmlformats.org/officeDocument/2006/relationships/image" Target="../media/image1211.png"/><Relationship Id="rId43" Type="http://schemas.openxmlformats.org/officeDocument/2006/relationships/customXml" Target="../ink/ink676.xml"/><Relationship Id="rId64" Type="http://schemas.openxmlformats.org/officeDocument/2006/relationships/image" Target="../media/image572.png"/><Relationship Id="rId118" Type="http://schemas.openxmlformats.org/officeDocument/2006/relationships/image" Target="../media/image599.png"/><Relationship Id="rId139" Type="http://schemas.openxmlformats.org/officeDocument/2006/relationships/customXml" Target="../ink/ink724.xml"/><Relationship Id="rId85" Type="http://schemas.openxmlformats.org/officeDocument/2006/relationships/customXml" Target="../ink/ink697.xml"/><Relationship Id="rId150" Type="http://schemas.openxmlformats.org/officeDocument/2006/relationships/image" Target="../media/image615.png"/><Relationship Id="rId12" Type="http://schemas.openxmlformats.org/officeDocument/2006/relationships/image" Target="../media/image1160.png"/><Relationship Id="rId17" Type="http://schemas.openxmlformats.org/officeDocument/2006/relationships/customXml" Target="../ink/ink663.xml"/><Relationship Id="rId33" Type="http://schemas.openxmlformats.org/officeDocument/2006/relationships/customXml" Target="../ink/ink671.xml"/><Relationship Id="rId38" Type="http://schemas.openxmlformats.org/officeDocument/2006/relationships/image" Target="../media/image1290.png"/><Relationship Id="rId59" Type="http://schemas.openxmlformats.org/officeDocument/2006/relationships/customXml" Target="../ink/ink684.xml"/><Relationship Id="rId103" Type="http://schemas.openxmlformats.org/officeDocument/2006/relationships/customXml" Target="../ink/ink706.xml"/><Relationship Id="rId108" Type="http://schemas.openxmlformats.org/officeDocument/2006/relationships/image" Target="../media/image594.png"/><Relationship Id="rId124" Type="http://schemas.openxmlformats.org/officeDocument/2006/relationships/image" Target="../media/image602.png"/><Relationship Id="rId129" Type="http://schemas.openxmlformats.org/officeDocument/2006/relationships/customXml" Target="../ink/ink719.xml"/><Relationship Id="rId54" Type="http://schemas.openxmlformats.org/officeDocument/2006/relationships/image" Target="../media/image1370.png"/><Relationship Id="rId70" Type="http://schemas.openxmlformats.org/officeDocument/2006/relationships/image" Target="../media/image575.png"/><Relationship Id="rId75" Type="http://schemas.openxmlformats.org/officeDocument/2006/relationships/customXml" Target="../ink/ink692.xml"/><Relationship Id="rId91" Type="http://schemas.openxmlformats.org/officeDocument/2006/relationships/customXml" Target="../ink/ink700.xml"/><Relationship Id="rId96" Type="http://schemas.openxmlformats.org/officeDocument/2006/relationships/image" Target="../media/image588.png"/><Relationship Id="rId140" Type="http://schemas.openxmlformats.org/officeDocument/2006/relationships/image" Target="../media/image610.png"/><Relationship Id="rId145" Type="http://schemas.openxmlformats.org/officeDocument/2006/relationships/customXml" Target="../ink/ink727.xml"/><Relationship Id="rId161" Type="http://schemas.openxmlformats.org/officeDocument/2006/relationships/customXml" Target="../ink/ink7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30.png"/><Relationship Id="rId23" Type="http://schemas.openxmlformats.org/officeDocument/2006/relationships/customXml" Target="../ink/ink666.xml"/><Relationship Id="rId28" Type="http://schemas.openxmlformats.org/officeDocument/2006/relationships/image" Target="../media/image1240.png"/><Relationship Id="rId49" Type="http://schemas.openxmlformats.org/officeDocument/2006/relationships/customXml" Target="../ink/ink679.xml"/><Relationship Id="rId114" Type="http://schemas.openxmlformats.org/officeDocument/2006/relationships/image" Target="../media/image597.png"/><Relationship Id="rId119" Type="http://schemas.openxmlformats.org/officeDocument/2006/relationships/customXml" Target="../ink/ink714.xml"/><Relationship Id="rId44" Type="http://schemas.openxmlformats.org/officeDocument/2006/relationships/image" Target="../media/image1320.png"/><Relationship Id="rId60" Type="http://schemas.openxmlformats.org/officeDocument/2006/relationships/image" Target="../media/image570.png"/><Relationship Id="rId65" Type="http://schemas.openxmlformats.org/officeDocument/2006/relationships/customXml" Target="../ink/ink687.xml"/><Relationship Id="rId81" Type="http://schemas.openxmlformats.org/officeDocument/2006/relationships/customXml" Target="../ink/ink695.xml"/><Relationship Id="rId86" Type="http://schemas.openxmlformats.org/officeDocument/2006/relationships/image" Target="../media/image583.png"/><Relationship Id="rId130" Type="http://schemas.openxmlformats.org/officeDocument/2006/relationships/image" Target="../media/image605.png"/><Relationship Id="rId135" Type="http://schemas.openxmlformats.org/officeDocument/2006/relationships/customXml" Target="../ink/ink722.xml"/><Relationship Id="rId151" Type="http://schemas.openxmlformats.org/officeDocument/2006/relationships/customXml" Target="../ink/ink730.xml"/><Relationship Id="rId156" Type="http://schemas.openxmlformats.org/officeDocument/2006/relationships/image" Target="../media/image618.png"/><Relationship Id="rId13" Type="http://schemas.openxmlformats.org/officeDocument/2006/relationships/customXml" Target="../ink/ink661.xml"/><Relationship Id="rId18" Type="http://schemas.openxmlformats.org/officeDocument/2006/relationships/image" Target="../media/image1190.png"/><Relationship Id="rId39" Type="http://schemas.openxmlformats.org/officeDocument/2006/relationships/customXml" Target="../ink/ink674.xml"/><Relationship Id="rId109" Type="http://schemas.openxmlformats.org/officeDocument/2006/relationships/customXml" Target="../ink/ink709.xml"/><Relationship Id="rId34" Type="http://schemas.openxmlformats.org/officeDocument/2006/relationships/image" Target="../media/image1270.png"/><Relationship Id="rId50" Type="http://schemas.openxmlformats.org/officeDocument/2006/relationships/image" Target="../media/image1350.png"/><Relationship Id="rId55" Type="http://schemas.openxmlformats.org/officeDocument/2006/relationships/customXml" Target="../ink/ink682.xml"/><Relationship Id="rId76" Type="http://schemas.openxmlformats.org/officeDocument/2006/relationships/image" Target="../media/image578.png"/><Relationship Id="rId97" Type="http://schemas.openxmlformats.org/officeDocument/2006/relationships/customXml" Target="../ink/ink703.xml"/><Relationship Id="rId104" Type="http://schemas.openxmlformats.org/officeDocument/2006/relationships/image" Target="../media/image592.png"/><Relationship Id="rId120" Type="http://schemas.openxmlformats.org/officeDocument/2006/relationships/image" Target="../media/image600.png"/><Relationship Id="rId125" Type="http://schemas.openxmlformats.org/officeDocument/2006/relationships/customXml" Target="../ink/ink717.xml"/><Relationship Id="rId141" Type="http://schemas.openxmlformats.org/officeDocument/2006/relationships/customXml" Target="../ink/ink725.xml"/><Relationship Id="rId146" Type="http://schemas.openxmlformats.org/officeDocument/2006/relationships/image" Target="../media/image613.png"/><Relationship Id="rId7" Type="http://schemas.openxmlformats.org/officeDocument/2006/relationships/customXml" Target="../ink/ink658.xml"/><Relationship Id="rId71" Type="http://schemas.openxmlformats.org/officeDocument/2006/relationships/customXml" Target="../ink/ink690.xml"/><Relationship Id="rId92" Type="http://schemas.openxmlformats.org/officeDocument/2006/relationships/image" Target="../media/image586.png"/><Relationship Id="rId162" Type="http://schemas.openxmlformats.org/officeDocument/2006/relationships/image" Target="../media/image621.png"/><Relationship Id="rId2" Type="http://schemas.openxmlformats.org/officeDocument/2006/relationships/image" Target="../media/image567.png"/><Relationship Id="rId29" Type="http://schemas.openxmlformats.org/officeDocument/2006/relationships/customXml" Target="../ink/ink669.xml"/><Relationship Id="rId24" Type="http://schemas.openxmlformats.org/officeDocument/2006/relationships/image" Target="../media/image1220.png"/><Relationship Id="rId40" Type="http://schemas.openxmlformats.org/officeDocument/2006/relationships/image" Target="../media/image1300.png"/><Relationship Id="rId45" Type="http://schemas.openxmlformats.org/officeDocument/2006/relationships/customXml" Target="../ink/ink677.xml"/><Relationship Id="rId66" Type="http://schemas.openxmlformats.org/officeDocument/2006/relationships/image" Target="../media/image573.png"/><Relationship Id="rId87" Type="http://schemas.openxmlformats.org/officeDocument/2006/relationships/customXml" Target="../ink/ink698.xml"/><Relationship Id="rId110" Type="http://schemas.openxmlformats.org/officeDocument/2006/relationships/image" Target="../media/image595.png"/><Relationship Id="rId115" Type="http://schemas.openxmlformats.org/officeDocument/2006/relationships/customXml" Target="../ink/ink712.xml"/><Relationship Id="rId131" Type="http://schemas.openxmlformats.org/officeDocument/2006/relationships/customXml" Target="../ink/ink720.xml"/><Relationship Id="rId136" Type="http://schemas.openxmlformats.org/officeDocument/2006/relationships/image" Target="../media/image608.png"/><Relationship Id="rId157" Type="http://schemas.openxmlformats.org/officeDocument/2006/relationships/customXml" Target="../ink/ink733.xml"/><Relationship Id="rId61" Type="http://schemas.openxmlformats.org/officeDocument/2006/relationships/customXml" Target="../ink/ink685.xml"/><Relationship Id="rId82" Type="http://schemas.openxmlformats.org/officeDocument/2006/relationships/image" Target="../media/image581.png"/><Relationship Id="rId152" Type="http://schemas.openxmlformats.org/officeDocument/2006/relationships/image" Target="../media/image616.png"/><Relationship Id="rId19" Type="http://schemas.openxmlformats.org/officeDocument/2006/relationships/customXml" Target="../ink/ink664.xml"/><Relationship Id="rId14" Type="http://schemas.openxmlformats.org/officeDocument/2006/relationships/image" Target="../media/image1170.png"/><Relationship Id="rId30" Type="http://schemas.openxmlformats.org/officeDocument/2006/relationships/image" Target="../media/image1250.png"/><Relationship Id="rId35" Type="http://schemas.openxmlformats.org/officeDocument/2006/relationships/customXml" Target="../ink/ink672.xml"/><Relationship Id="rId56" Type="http://schemas.openxmlformats.org/officeDocument/2006/relationships/image" Target="../media/image568.png"/><Relationship Id="rId77" Type="http://schemas.openxmlformats.org/officeDocument/2006/relationships/customXml" Target="../ink/ink693.xml"/><Relationship Id="rId100" Type="http://schemas.openxmlformats.org/officeDocument/2006/relationships/image" Target="../media/image590.png"/><Relationship Id="rId105" Type="http://schemas.openxmlformats.org/officeDocument/2006/relationships/customXml" Target="../ink/ink707.xml"/><Relationship Id="rId126" Type="http://schemas.openxmlformats.org/officeDocument/2006/relationships/image" Target="../media/image603.png"/><Relationship Id="rId147" Type="http://schemas.openxmlformats.org/officeDocument/2006/relationships/customXml" Target="../ink/ink728.xml"/><Relationship Id="rId8" Type="http://schemas.openxmlformats.org/officeDocument/2006/relationships/image" Target="../media/image1140.png"/><Relationship Id="rId51" Type="http://schemas.openxmlformats.org/officeDocument/2006/relationships/customXml" Target="../ink/ink680.xml"/><Relationship Id="rId72" Type="http://schemas.openxmlformats.org/officeDocument/2006/relationships/image" Target="../media/image576.png"/><Relationship Id="rId93" Type="http://schemas.openxmlformats.org/officeDocument/2006/relationships/customXml" Target="../ink/ink701.xml"/><Relationship Id="rId98" Type="http://schemas.openxmlformats.org/officeDocument/2006/relationships/image" Target="../media/image589.png"/><Relationship Id="rId121" Type="http://schemas.openxmlformats.org/officeDocument/2006/relationships/customXml" Target="../ink/ink715.xml"/><Relationship Id="rId142" Type="http://schemas.openxmlformats.org/officeDocument/2006/relationships/image" Target="../media/image611.png"/><Relationship Id="rId3" Type="http://schemas.openxmlformats.org/officeDocument/2006/relationships/customXml" Target="../ink/ink656.xml"/><Relationship Id="rId25" Type="http://schemas.openxmlformats.org/officeDocument/2006/relationships/customXml" Target="../ink/ink667.xml"/><Relationship Id="rId46" Type="http://schemas.openxmlformats.org/officeDocument/2006/relationships/image" Target="../media/image1330.png"/><Relationship Id="rId67" Type="http://schemas.openxmlformats.org/officeDocument/2006/relationships/customXml" Target="../ink/ink688.xml"/><Relationship Id="rId116" Type="http://schemas.openxmlformats.org/officeDocument/2006/relationships/image" Target="../media/image598.png"/><Relationship Id="rId137" Type="http://schemas.openxmlformats.org/officeDocument/2006/relationships/customXml" Target="../ink/ink723.xml"/><Relationship Id="rId158" Type="http://schemas.openxmlformats.org/officeDocument/2006/relationships/image" Target="../media/image619.png"/><Relationship Id="rId20" Type="http://schemas.openxmlformats.org/officeDocument/2006/relationships/image" Target="../media/image1200.png"/><Relationship Id="rId41" Type="http://schemas.openxmlformats.org/officeDocument/2006/relationships/customXml" Target="../ink/ink675.xml"/><Relationship Id="rId62" Type="http://schemas.openxmlformats.org/officeDocument/2006/relationships/image" Target="../media/image571.png"/><Relationship Id="rId83" Type="http://schemas.openxmlformats.org/officeDocument/2006/relationships/customXml" Target="../ink/ink696.xml"/><Relationship Id="rId88" Type="http://schemas.openxmlformats.org/officeDocument/2006/relationships/image" Target="../media/image584.png"/><Relationship Id="rId111" Type="http://schemas.openxmlformats.org/officeDocument/2006/relationships/customXml" Target="../ink/ink710.xml"/><Relationship Id="rId132" Type="http://schemas.openxmlformats.org/officeDocument/2006/relationships/image" Target="../media/image606.png"/><Relationship Id="rId153" Type="http://schemas.openxmlformats.org/officeDocument/2006/relationships/customXml" Target="../ink/ink731.xml"/><Relationship Id="rId15" Type="http://schemas.openxmlformats.org/officeDocument/2006/relationships/customXml" Target="../ink/ink662.xml"/><Relationship Id="rId36" Type="http://schemas.openxmlformats.org/officeDocument/2006/relationships/image" Target="../media/image1280.png"/><Relationship Id="rId57" Type="http://schemas.openxmlformats.org/officeDocument/2006/relationships/customXml" Target="../ink/ink683.xml"/><Relationship Id="rId106" Type="http://schemas.openxmlformats.org/officeDocument/2006/relationships/image" Target="../media/image593.png"/><Relationship Id="rId127" Type="http://schemas.openxmlformats.org/officeDocument/2006/relationships/customXml" Target="../ink/ink718.xml"/><Relationship Id="rId10" Type="http://schemas.openxmlformats.org/officeDocument/2006/relationships/image" Target="../media/image1150.png"/><Relationship Id="rId31" Type="http://schemas.openxmlformats.org/officeDocument/2006/relationships/customXml" Target="../ink/ink670.xml"/><Relationship Id="rId52" Type="http://schemas.openxmlformats.org/officeDocument/2006/relationships/image" Target="../media/image1360.png"/><Relationship Id="rId73" Type="http://schemas.openxmlformats.org/officeDocument/2006/relationships/customXml" Target="../ink/ink691.xml"/><Relationship Id="rId78" Type="http://schemas.openxmlformats.org/officeDocument/2006/relationships/image" Target="../media/image579.png"/><Relationship Id="rId94" Type="http://schemas.openxmlformats.org/officeDocument/2006/relationships/image" Target="../media/image587.png"/><Relationship Id="rId99" Type="http://schemas.openxmlformats.org/officeDocument/2006/relationships/customXml" Target="../ink/ink704.xml"/><Relationship Id="rId101" Type="http://schemas.openxmlformats.org/officeDocument/2006/relationships/customXml" Target="../ink/ink705.xml"/><Relationship Id="rId122" Type="http://schemas.openxmlformats.org/officeDocument/2006/relationships/image" Target="../media/image601.png"/><Relationship Id="rId143" Type="http://schemas.openxmlformats.org/officeDocument/2006/relationships/customXml" Target="../ink/ink726.xml"/><Relationship Id="rId148" Type="http://schemas.openxmlformats.org/officeDocument/2006/relationships/image" Target="../media/image614.png"/><Relationship Id="rId4" Type="http://schemas.openxmlformats.org/officeDocument/2006/relationships/image" Target="../media/image1120.png"/><Relationship Id="rId9" Type="http://schemas.openxmlformats.org/officeDocument/2006/relationships/customXml" Target="../ink/ink659.xml"/><Relationship Id="rId26" Type="http://schemas.openxmlformats.org/officeDocument/2006/relationships/image" Target="../media/image1230.png"/><Relationship Id="rId47" Type="http://schemas.openxmlformats.org/officeDocument/2006/relationships/customXml" Target="../ink/ink678.xml"/><Relationship Id="rId68" Type="http://schemas.openxmlformats.org/officeDocument/2006/relationships/image" Target="../media/image574.png"/><Relationship Id="rId89" Type="http://schemas.openxmlformats.org/officeDocument/2006/relationships/customXml" Target="../ink/ink699.xml"/><Relationship Id="rId112" Type="http://schemas.openxmlformats.org/officeDocument/2006/relationships/image" Target="../media/image596.png"/><Relationship Id="rId133" Type="http://schemas.openxmlformats.org/officeDocument/2006/relationships/customXml" Target="../ink/ink721.xml"/><Relationship Id="rId154" Type="http://schemas.openxmlformats.org/officeDocument/2006/relationships/image" Target="../media/image617.png"/><Relationship Id="rId16" Type="http://schemas.openxmlformats.org/officeDocument/2006/relationships/image" Target="../media/image1180.png"/><Relationship Id="rId37" Type="http://schemas.openxmlformats.org/officeDocument/2006/relationships/customXml" Target="../ink/ink673.xml"/><Relationship Id="rId58" Type="http://schemas.openxmlformats.org/officeDocument/2006/relationships/image" Target="../media/image569.png"/><Relationship Id="rId79" Type="http://schemas.openxmlformats.org/officeDocument/2006/relationships/customXml" Target="../ink/ink694.xml"/><Relationship Id="rId102" Type="http://schemas.openxmlformats.org/officeDocument/2006/relationships/image" Target="../media/image591.png"/><Relationship Id="rId123" Type="http://schemas.openxmlformats.org/officeDocument/2006/relationships/customXml" Target="../ink/ink716.xml"/><Relationship Id="rId144" Type="http://schemas.openxmlformats.org/officeDocument/2006/relationships/image" Target="../media/image612.png"/><Relationship Id="rId90" Type="http://schemas.openxmlformats.org/officeDocument/2006/relationships/image" Target="../media/image585.png"/><Relationship Id="rId27" Type="http://schemas.openxmlformats.org/officeDocument/2006/relationships/customXml" Target="../ink/ink668.xml"/><Relationship Id="rId48" Type="http://schemas.openxmlformats.org/officeDocument/2006/relationships/image" Target="../media/image1340.png"/><Relationship Id="rId69" Type="http://schemas.openxmlformats.org/officeDocument/2006/relationships/customXml" Target="../ink/ink689.xml"/><Relationship Id="rId113" Type="http://schemas.openxmlformats.org/officeDocument/2006/relationships/customXml" Target="../ink/ink711.xml"/><Relationship Id="rId134" Type="http://schemas.openxmlformats.org/officeDocument/2006/relationships/image" Target="../media/image607.png"/><Relationship Id="rId80" Type="http://schemas.openxmlformats.org/officeDocument/2006/relationships/image" Target="../media/image580.png"/><Relationship Id="rId155" Type="http://schemas.openxmlformats.org/officeDocument/2006/relationships/customXml" Target="../ink/ink732.xml"/></Relationships>
</file>

<file path=ppt/slides/_rels/slide1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748.xml"/><Relationship Id="rId117" Type="http://schemas.openxmlformats.org/officeDocument/2006/relationships/image" Target="../media/image679.png"/><Relationship Id="rId21" Type="http://schemas.openxmlformats.org/officeDocument/2006/relationships/image" Target="../media/image631.png"/><Relationship Id="rId42" Type="http://schemas.openxmlformats.org/officeDocument/2006/relationships/customXml" Target="../ink/ink756.xml"/><Relationship Id="rId47" Type="http://schemas.openxmlformats.org/officeDocument/2006/relationships/image" Target="../media/image644.png"/><Relationship Id="rId63" Type="http://schemas.openxmlformats.org/officeDocument/2006/relationships/image" Target="../media/image652.png"/><Relationship Id="rId68" Type="http://schemas.openxmlformats.org/officeDocument/2006/relationships/customXml" Target="../ink/ink769.xml"/><Relationship Id="rId84" Type="http://schemas.openxmlformats.org/officeDocument/2006/relationships/customXml" Target="../ink/ink777.xml"/><Relationship Id="rId89" Type="http://schemas.openxmlformats.org/officeDocument/2006/relationships/image" Target="../media/image665.png"/><Relationship Id="rId112" Type="http://schemas.openxmlformats.org/officeDocument/2006/relationships/customXml" Target="../ink/ink791.xml"/><Relationship Id="rId16" Type="http://schemas.openxmlformats.org/officeDocument/2006/relationships/customXml" Target="../ink/ink743.xml"/><Relationship Id="rId107" Type="http://schemas.openxmlformats.org/officeDocument/2006/relationships/image" Target="../media/image674.png"/><Relationship Id="rId11" Type="http://schemas.openxmlformats.org/officeDocument/2006/relationships/image" Target="../media/image626.png"/><Relationship Id="rId32" Type="http://schemas.openxmlformats.org/officeDocument/2006/relationships/customXml" Target="../ink/ink751.xml"/><Relationship Id="rId37" Type="http://schemas.openxmlformats.org/officeDocument/2006/relationships/image" Target="../media/image639.png"/><Relationship Id="rId53" Type="http://schemas.openxmlformats.org/officeDocument/2006/relationships/image" Target="../media/image647.png"/><Relationship Id="rId58" Type="http://schemas.openxmlformats.org/officeDocument/2006/relationships/customXml" Target="../ink/ink764.xml"/><Relationship Id="rId74" Type="http://schemas.openxmlformats.org/officeDocument/2006/relationships/customXml" Target="../ink/ink772.xml"/><Relationship Id="rId79" Type="http://schemas.openxmlformats.org/officeDocument/2006/relationships/image" Target="../media/image660.png"/><Relationship Id="rId102" Type="http://schemas.openxmlformats.org/officeDocument/2006/relationships/customXml" Target="../ink/ink786.xml"/><Relationship Id="rId123" Type="http://schemas.openxmlformats.org/officeDocument/2006/relationships/image" Target="../media/image682.png"/><Relationship Id="rId5" Type="http://schemas.openxmlformats.org/officeDocument/2006/relationships/image" Target="../media/image623.png"/><Relationship Id="rId90" Type="http://schemas.openxmlformats.org/officeDocument/2006/relationships/customXml" Target="../ink/ink780.xml"/><Relationship Id="rId95" Type="http://schemas.openxmlformats.org/officeDocument/2006/relationships/image" Target="../media/image668.png"/><Relationship Id="rId22" Type="http://schemas.openxmlformats.org/officeDocument/2006/relationships/customXml" Target="../ink/ink746.xml"/><Relationship Id="rId27" Type="http://schemas.openxmlformats.org/officeDocument/2006/relationships/image" Target="../media/image634.png"/><Relationship Id="rId43" Type="http://schemas.openxmlformats.org/officeDocument/2006/relationships/image" Target="../media/image642.png"/><Relationship Id="rId48" Type="http://schemas.openxmlformats.org/officeDocument/2006/relationships/customXml" Target="../ink/ink759.xml"/><Relationship Id="rId64" Type="http://schemas.openxmlformats.org/officeDocument/2006/relationships/customXml" Target="../ink/ink767.xml"/><Relationship Id="rId69" Type="http://schemas.openxmlformats.org/officeDocument/2006/relationships/image" Target="../media/image655.png"/><Relationship Id="rId113" Type="http://schemas.openxmlformats.org/officeDocument/2006/relationships/image" Target="../media/image677.png"/><Relationship Id="rId118" Type="http://schemas.openxmlformats.org/officeDocument/2006/relationships/customXml" Target="../ink/ink794.xml"/><Relationship Id="rId80" Type="http://schemas.openxmlformats.org/officeDocument/2006/relationships/customXml" Target="../ink/ink775.xml"/><Relationship Id="rId85" Type="http://schemas.openxmlformats.org/officeDocument/2006/relationships/image" Target="../media/image663.png"/><Relationship Id="rId12" Type="http://schemas.openxmlformats.org/officeDocument/2006/relationships/customXml" Target="../ink/ink741.xml"/><Relationship Id="rId17" Type="http://schemas.openxmlformats.org/officeDocument/2006/relationships/image" Target="../media/image629.png"/><Relationship Id="rId33" Type="http://schemas.openxmlformats.org/officeDocument/2006/relationships/image" Target="../media/image637.png"/><Relationship Id="rId38" Type="http://schemas.openxmlformats.org/officeDocument/2006/relationships/customXml" Target="../ink/ink754.xml"/><Relationship Id="rId59" Type="http://schemas.openxmlformats.org/officeDocument/2006/relationships/image" Target="../media/image650.png"/><Relationship Id="rId103" Type="http://schemas.openxmlformats.org/officeDocument/2006/relationships/image" Target="../media/image672.png"/><Relationship Id="rId108" Type="http://schemas.openxmlformats.org/officeDocument/2006/relationships/customXml" Target="../ink/ink789.xml"/><Relationship Id="rId124" Type="http://schemas.openxmlformats.org/officeDocument/2006/relationships/customXml" Target="../ink/ink797.xml"/><Relationship Id="rId54" Type="http://schemas.openxmlformats.org/officeDocument/2006/relationships/customXml" Target="../ink/ink762.xml"/><Relationship Id="rId70" Type="http://schemas.openxmlformats.org/officeDocument/2006/relationships/customXml" Target="../ink/ink770.xml"/><Relationship Id="rId75" Type="http://schemas.openxmlformats.org/officeDocument/2006/relationships/image" Target="../media/image658.png"/><Relationship Id="rId91" Type="http://schemas.openxmlformats.org/officeDocument/2006/relationships/image" Target="../media/image666.png"/><Relationship Id="rId96" Type="http://schemas.openxmlformats.org/officeDocument/2006/relationships/customXml" Target="../ink/ink78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738.xml"/><Relationship Id="rId23" Type="http://schemas.openxmlformats.org/officeDocument/2006/relationships/image" Target="../media/image632.png"/><Relationship Id="rId28" Type="http://schemas.openxmlformats.org/officeDocument/2006/relationships/customXml" Target="../ink/ink749.xml"/><Relationship Id="rId49" Type="http://schemas.openxmlformats.org/officeDocument/2006/relationships/image" Target="../media/image645.png"/><Relationship Id="rId114" Type="http://schemas.openxmlformats.org/officeDocument/2006/relationships/customXml" Target="../ink/ink792.xml"/><Relationship Id="rId119" Type="http://schemas.openxmlformats.org/officeDocument/2006/relationships/image" Target="../media/image680.png"/><Relationship Id="rId44" Type="http://schemas.openxmlformats.org/officeDocument/2006/relationships/customXml" Target="../ink/ink757.xml"/><Relationship Id="rId60" Type="http://schemas.openxmlformats.org/officeDocument/2006/relationships/customXml" Target="../ink/ink765.xml"/><Relationship Id="rId65" Type="http://schemas.openxmlformats.org/officeDocument/2006/relationships/image" Target="../media/image653.png"/><Relationship Id="rId81" Type="http://schemas.openxmlformats.org/officeDocument/2006/relationships/image" Target="../media/image661.png"/><Relationship Id="rId86" Type="http://schemas.openxmlformats.org/officeDocument/2006/relationships/customXml" Target="../ink/ink778.xml"/><Relationship Id="rId13" Type="http://schemas.openxmlformats.org/officeDocument/2006/relationships/image" Target="../media/image627.png"/><Relationship Id="rId18" Type="http://schemas.openxmlformats.org/officeDocument/2006/relationships/customXml" Target="../ink/ink744.xml"/><Relationship Id="rId39" Type="http://schemas.openxmlformats.org/officeDocument/2006/relationships/image" Target="../media/image640.png"/><Relationship Id="rId109" Type="http://schemas.openxmlformats.org/officeDocument/2006/relationships/image" Target="../media/image675.png"/><Relationship Id="rId34" Type="http://schemas.openxmlformats.org/officeDocument/2006/relationships/customXml" Target="../ink/ink752.xml"/><Relationship Id="rId50" Type="http://schemas.openxmlformats.org/officeDocument/2006/relationships/customXml" Target="../ink/ink760.xml"/><Relationship Id="rId55" Type="http://schemas.openxmlformats.org/officeDocument/2006/relationships/image" Target="../media/image648.png"/><Relationship Id="rId76" Type="http://schemas.openxmlformats.org/officeDocument/2006/relationships/customXml" Target="../ink/ink773.xml"/><Relationship Id="rId97" Type="http://schemas.openxmlformats.org/officeDocument/2006/relationships/image" Target="../media/image669.png"/><Relationship Id="rId104" Type="http://schemas.openxmlformats.org/officeDocument/2006/relationships/customXml" Target="../ink/ink787.xml"/><Relationship Id="rId120" Type="http://schemas.openxmlformats.org/officeDocument/2006/relationships/customXml" Target="../ink/ink795.xml"/><Relationship Id="rId125" Type="http://schemas.openxmlformats.org/officeDocument/2006/relationships/image" Target="../media/image683.png"/><Relationship Id="rId7" Type="http://schemas.openxmlformats.org/officeDocument/2006/relationships/image" Target="../media/image624.png"/><Relationship Id="rId71" Type="http://schemas.openxmlformats.org/officeDocument/2006/relationships/image" Target="../media/image656.png"/><Relationship Id="rId92" Type="http://schemas.openxmlformats.org/officeDocument/2006/relationships/customXml" Target="../ink/ink781.xml"/><Relationship Id="rId2" Type="http://schemas.openxmlformats.org/officeDocument/2006/relationships/customXml" Target="../ink/ink736.xml"/><Relationship Id="rId29" Type="http://schemas.openxmlformats.org/officeDocument/2006/relationships/image" Target="../media/image635.png"/><Relationship Id="rId24" Type="http://schemas.openxmlformats.org/officeDocument/2006/relationships/customXml" Target="../ink/ink747.xml"/><Relationship Id="rId40" Type="http://schemas.openxmlformats.org/officeDocument/2006/relationships/customXml" Target="../ink/ink755.xml"/><Relationship Id="rId45" Type="http://schemas.openxmlformats.org/officeDocument/2006/relationships/image" Target="../media/image643.png"/><Relationship Id="rId66" Type="http://schemas.openxmlformats.org/officeDocument/2006/relationships/customXml" Target="../ink/ink768.xml"/><Relationship Id="rId87" Type="http://schemas.openxmlformats.org/officeDocument/2006/relationships/image" Target="../media/image664.png"/><Relationship Id="rId110" Type="http://schemas.openxmlformats.org/officeDocument/2006/relationships/customXml" Target="../ink/ink790.xml"/><Relationship Id="rId115" Type="http://schemas.openxmlformats.org/officeDocument/2006/relationships/image" Target="../media/image678.png"/><Relationship Id="rId61" Type="http://schemas.openxmlformats.org/officeDocument/2006/relationships/image" Target="../media/image651.png"/><Relationship Id="rId82" Type="http://schemas.openxmlformats.org/officeDocument/2006/relationships/customXml" Target="../ink/ink776.xml"/><Relationship Id="rId19" Type="http://schemas.openxmlformats.org/officeDocument/2006/relationships/image" Target="../media/image630.png"/><Relationship Id="rId14" Type="http://schemas.openxmlformats.org/officeDocument/2006/relationships/customXml" Target="../ink/ink742.xml"/><Relationship Id="rId30" Type="http://schemas.openxmlformats.org/officeDocument/2006/relationships/customXml" Target="../ink/ink750.xml"/><Relationship Id="rId35" Type="http://schemas.openxmlformats.org/officeDocument/2006/relationships/image" Target="../media/image638.png"/><Relationship Id="rId56" Type="http://schemas.openxmlformats.org/officeDocument/2006/relationships/customXml" Target="../ink/ink763.xml"/><Relationship Id="rId77" Type="http://schemas.openxmlformats.org/officeDocument/2006/relationships/image" Target="../media/image659.png"/><Relationship Id="rId100" Type="http://schemas.openxmlformats.org/officeDocument/2006/relationships/customXml" Target="../ink/ink785.xml"/><Relationship Id="rId105" Type="http://schemas.openxmlformats.org/officeDocument/2006/relationships/image" Target="../media/image673.png"/><Relationship Id="rId8" Type="http://schemas.openxmlformats.org/officeDocument/2006/relationships/customXml" Target="../ink/ink739.xml"/><Relationship Id="rId51" Type="http://schemas.openxmlformats.org/officeDocument/2006/relationships/image" Target="../media/image646.png"/><Relationship Id="rId72" Type="http://schemas.openxmlformats.org/officeDocument/2006/relationships/customXml" Target="../ink/ink771.xml"/><Relationship Id="rId93" Type="http://schemas.openxmlformats.org/officeDocument/2006/relationships/image" Target="../media/image667.png"/><Relationship Id="rId98" Type="http://schemas.openxmlformats.org/officeDocument/2006/relationships/customXml" Target="../ink/ink784.xml"/><Relationship Id="rId121" Type="http://schemas.openxmlformats.org/officeDocument/2006/relationships/image" Target="../media/image681.png"/><Relationship Id="rId3" Type="http://schemas.openxmlformats.org/officeDocument/2006/relationships/image" Target="../media/image622.png"/><Relationship Id="rId25" Type="http://schemas.openxmlformats.org/officeDocument/2006/relationships/image" Target="../media/image633.png"/><Relationship Id="rId46" Type="http://schemas.openxmlformats.org/officeDocument/2006/relationships/customXml" Target="../ink/ink758.xml"/><Relationship Id="rId67" Type="http://schemas.openxmlformats.org/officeDocument/2006/relationships/image" Target="../media/image654.png"/><Relationship Id="rId116" Type="http://schemas.openxmlformats.org/officeDocument/2006/relationships/customXml" Target="../ink/ink793.xml"/><Relationship Id="rId20" Type="http://schemas.openxmlformats.org/officeDocument/2006/relationships/customXml" Target="../ink/ink745.xml"/><Relationship Id="rId41" Type="http://schemas.openxmlformats.org/officeDocument/2006/relationships/image" Target="../media/image641.png"/><Relationship Id="rId62" Type="http://schemas.openxmlformats.org/officeDocument/2006/relationships/customXml" Target="../ink/ink766.xml"/><Relationship Id="rId83" Type="http://schemas.openxmlformats.org/officeDocument/2006/relationships/image" Target="../media/image662.png"/><Relationship Id="rId88" Type="http://schemas.openxmlformats.org/officeDocument/2006/relationships/customXml" Target="../ink/ink779.xml"/><Relationship Id="rId111" Type="http://schemas.openxmlformats.org/officeDocument/2006/relationships/image" Target="../media/image676.png"/><Relationship Id="rId15" Type="http://schemas.openxmlformats.org/officeDocument/2006/relationships/image" Target="../media/image628.png"/><Relationship Id="rId36" Type="http://schemas.openxmlformats.org/officeDocument/2006/relationships/customXml" Target="../ink/ink753.xml"/><Relationship Id="rId57" Type="http://schemas.openxmlformats.org/officeDocument/2006/relationships/image" Target="../media/image649.png"/><Relationship Id="rId106" Type="http://schemas.openxmlformats.org/officeDocument/2006/relationships/customXml" Target="../ink/ink788.xml"/><Relationship Id="rId10" Type="http://schemas.openxmlformats.org/officeDocument/2006/relationships/customXml" Target="../ink/ink740.xml"/><Relationship Id="rId31" Type="http://schemas.openxmlformats.org/officeDocument/2006/relationships/image" Target="../media/image636.png"/><Relationship Id="rId52" Type="http://schemas.openxmlformats.org/officeDocument/2006/relationships/customXml" Target="../ink/ink761.xml"/><Relationship Id="rId73" Type="http://schemas.openxmlformats.org/officeDocument/2006/relationships/image" Target="../media/image657.png"/><Relationship Id="rId78" Type="http://schemas.openxmlformats.org/officeDocument/2006/relationships/customXml" Target="../ink/ink774.xml"/><Relationship Id="rId94" Type="http://schemas.openxmlformats.org/officeDocument/2006/relationships/customXml" Target="../ink/ink782.xml"/><Relationship Id="rId99" Type="http://schemas.openxmlformats.org/officeDocument/2006/relationships/image" Target="../media/image670.png"/><Relationship Id="rId101" Type="http://schemas.openxmlformats.org/officeDocument/2006/relationships/image" Target="../media/image671.png"/><Relationship Id="rId122" Type="http://schemas.openxmlformats.org/officeDocument/2006/relationships/customXml" Target="../ink/ink796.xml"/><Relationship Id="rId4" Type="http://schemas.openxmlformats.org/officeDocument/2006/relationships/customXml" Target="../ink/ink737.xml"/><Relationship Id="rId9" Type="http://schemas.openxmlformats.org/officeDocument/2006/relationships/image" Target="../media/image62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7.png"/><Relationship Id="rId13" Type="http://schemas.openxmlformats.org/officeDocument/2006/relationships/customXml" Target="../ink/ink803.xml"/><Relationship Id="rId18" Type="http://schemas.openxmlformats.org/officeDocument/2006/relationships/image" Target="../media/image692.png"/><Relationship Id="rId3" Type="http://schemas.openxmlformats.org/officeDocument/2006/relationships/customXml" Target="../ink/ink798.xml"/><Relationship Id="rId7" Type="http://schemas.openxmlformats.org/officeDocument/2006/relationships/customXml" Target="../ink/ink800.xml"/><Relationship Id="rId12" Type="http://schemas.openxmlformats.org/officeDocument/2006/relationships/image" Target="../media/image689.png"/><Relationship Id="rId17" Type="http://schemas.openxmlformats.org/officeDocument/2006/relationships/customXml" Target="../ink/ink805.xml"/><Relationship Id="rId2" Type="http://schemas.openxmlformats.org/officeDocument/2006/relationships/image" Target="../media/image684.png"/><Relationship Id="rId16" Type="http://schemas.openxmlformats.org/officeDocument/2006/relationships/image" Target="../media/image691.png"/><Relationship Id="rId20" Type="http://schemas.openxmlformats.org/officeDocument/2006/relationships/image" Target="../media/image69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6.png"/><Relationship Id="rId11" Type="http://schemas.openxmlformats.org/officeDocument/2006/relationships/customXml" Target="../ink/ink802.xml"/><Relationship Id="rId5" Type="http://schemas.openxmlformats.org/officeDocument/2006/relationships/customXml" Target="../ink/ink799.xml"/><Relationship Id="rId15" Type="http://schemas.openxmlformats.org/officeDocument/2006/relationships/customXml" Target="../ink/ink804.xml"/><Relationship Id="rId10" Type="http://schemas.openxmlformats.org/officeDocument/2006/relationships/image" Target="../media/image688.png"/><Relationship Id="rId19" Type="http://schemas.openxmlformats.org/officeDocument/2006/relationships/customXml" Target="../ink/ink806.xml"/><Relationship Id="rId4" Type="http://schemas.openxmlformats.org/officeDocument/2006/relationships/image" Target="../media/image685.png"/><Relationship Id="rId9" Type="http://schemas.openxmlformats.org/officeDocument/2006/relationships/customXml" Target="../ink/ink801.xml"/><Relationship Id="rId14" Type="http://schemas.openxmlformats.org/officeDocument/2006/relationships/image" Target="../media/image690.png"/></Relationships>
</file>

<file path=ppt/slides/_rels/slide1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706.png"/><Relationship Id="rId21" Type="http://schemas.openxmlformats.org/officeDocument/2006/relationships/customXml" Target="../ink/ink816.xml"/><Relationship Id="rId42" Type="http://schemas.openxmlformats.org/officeDocument/2006/relationships/image" Target="../media/image714.png"/><Relationship Id="rId47" Type="http://schemas.openxmlformats.org/officeDocument/2006/relationships/customXml" Target="../ink/ink829.xml"/><Relationship Id="rId63" Type="http://schemas.openxmlformats.org/officeDocument/2006/relationships/customXml" Target="../ink/ink837.xml"/><Relationship Id="rId68" Type="http://schemas.openxmlformats.org/officeDocument/2006/relationships/image" Target="../media/image727.png"/><Relationship Id="rId84" Type="http://schemas.openxmlformats.org/officeDocument/2006/relationships/image" Target="../media/image735.png"/><Relationship Id="rId89" Type="http://schemas.openxmlformats.org/officeDocument/2006/relationships/customXml" Target="../ink/ink850.xml"/><Relationship Id="rId16" Type="http://schemas.openxmlformats.org/officeDocument/2006/relationships/image" Target="../media/image701.png"/><Relationship Id="rId11" Type="http://schemas.openxmlformats.org/officeDocument/2006/relationships/customXml" Target="../ink/ink811.xml"/><Relationship Id="rId32" Type="http://schemas.openxmlformats.org/officeDocument/2006/relationships/image" Target="../media/image709.png"/><Relationship Id="rId37" Type="http://schemas.openxmlformats.org/officeDocument/2006/relationships/customXml" Target="../ink/ink824.xml"/><Relationship Id="rId53" Type="http://schemas.openxmlformats.org/officeDocument/2006/relationships/customXml" Target="../ink/ink832.xml"/><Relationship Id="rId58" Type="http://schemas.openxmlformats.org/officeDocument/2006/relationships/image" Target="../media/image722.png"/><Relationship Id="rId74" Type="http://schemas.openxmlformats.org/officeDocument/2006/relationships/image" Target="../media/image730.png"/><Relationship Id="rId79" Type="http://schemas.openxmlformats.org/officeDocument/2006/relationships/customXml" Target="../ink/ink845.xml"/><Relationship Id="rId5" Type="http://schemas.openxmlformats.org/officeDocument/2006/relationships/customXml" Target="../ink/ink808.xml"/><Relationship Id="rId90" Type="http://schemas.openxmlformats.org/officeDocument/2006/relationships/image" Target="../media/image738.png"/><Relationship Id="rId14" Type="http://schemas.openxmlformats.org/officeDocument/2006/relationships/image" Target="../media/image700.png"/><Relationship Id="rId22" Type="http://schemas.openxmlformats.org/officeDocument/2006/relationships/image" Target="../media/image704.png"/><Relationship Id="rId27" Type="http://schemas.openxmlformats.org/officeDocument/2006/relationships/customXml" Target="../ink/ink819.xml"/><Relationship Id="rId30" Type="http://schemas.openxmlformats.org/officeDocument/2006/relationships/image" Target="../media/image708.png"/><Relationship Id="rId35" Type="http://schemas.openxmlformats.org/officeDocument/2006/relationships/customXml" Target="../ink/ink823.xml"/><Relationship Id="rId43" Type="http://schemas.openxmlformats.org/officeDocument/2006/relationships/customXml" Target="../ink/ink827.xml"/><Relationship Id="rId48" Type="http://schemas.openxmlformats.org/officeDocument/2006/relationships/image" Target="../media/image717.png"/><Relationship Id="rId56" Type="http://schemas.openxmlformats.org/officeDocument/2006/relationships/image" Target="../media/image721.png"/><Relationship Id="rId64" Type="http://schemas.openxmlformats.org/officeDocument/2006/relationships/image" Target="../media/image725.png"/><Relationship Id="rId69" Type="http://schemas.openxmlformats.org/officeDocument/2006/relationships/customXml" Target="../ink/ink840.xml"/><Relationship Id="rId77" Type="http://schemas.openxmlformats.org/officeDocument/2006/relationships/customXml" Target="../ink/ink844.xml"/><Relationship Id="rId8" Type="http://schemas.openxmlformats.org/officeDocument/2006/relationships/image" Target="../media/image697.png"/><Relationship Id="rId51" Type="http://schemas.openxmlformats.org/officeDocument/2006/relationships/customXml" Target="../ink/ink831.xml"/><Relationship Id="rId72" Type="http://schemas.openxmlformats.org/officeDocument/2006/relationships/image" Target="../media/image729.png"/><Relationship Id="rId80" Type="http://schemas.openxmlformats.org/officeDocument/2006/relationships/image" Target="../media/image733.png"/><Relationship Id="rId85" Type="http://schemas.openxmlformats.org/officeDocument/2006/relationships/customXml" Target="../ink/ink848.xml"/><Relationship Id="rId3" Type="http://schemas.openxmlformats.org/officeDocument/2006/relationships/customXml" Target="../ink/ink807.xml"/><Relationship Id="rId12" Type="http://schemas.openxmlformats.org/officeDocument/2006/relationships/image" Target="../media/image699.png"/><Relationship Id="rId17" Type="http://schemas.openxmlformats.org/officeDocument/2006/relationships/customXml" Target="../ink/ink814.xml"/><Relationship Id="rId25" Type="http://schemas.openxmlformats.org/officeDocument/2006/relationships/customXml" Target="../ink/ink818.xml"/><Relationship Id="rId33" Type="http://schemas.openxmlformats.org/officeDocument/2006/relationships/customXml" Target="../ink/ink822.xml"/><Relationship Id="rId38" Type="http://schemas.openxmlformats.org/officeDocument/2006/relationships/image" Target="../media/image712.png"/><Relationship Id="rId46" Type="http://schemas.openxmlformats.org/officeDocument/2006/relationships/image" Target="../media/image716.png"/><Relationship Id="rId59" Type="http://schemas.openxmlformats.org/officeDocument/2006/relationships/customXml" Target="../ink/ink835.xml"/><Relationship Id="rId67" Type="http://schemas.openxmlformats.org/officeDocument/2006/relationships/customXml" Target="../ink/ink839.xml"/><Relationship Id="rId20" Type="http://schemas.openxmlformats.org/officeDocument/2006/relationships/image" Target="../media/image703.png"/><Relationship Id="rId41" Type="http://schemas.openxmlformats.org/officeDocument/2006/relationships/customXml" Target="../ink/ink826.xml"/><Relationship Id="rId54" Type="http://schemas.openxmlformats.org/officeDocument/2006/relationships/image" Target="../media/image720.png"/><Relationship Id="rId62" Type="http://schemas.openxmlformats.org/officeDocument/2006/relationships/image" Target="../media/image724.png"/><Relationship Id="rId70" Type="http://schemas.openxmlformats.org/officeDocument/2006/relationships/image" Target="../media/image728.png"/><Relationship Id="rId75" Type="http://schemas.openxmlformats.org/officeDocument/2006/relationships/customXml" Target="../ink/ink843.xml"/><Relationship Id="rId83" Type="http://schemas.openxmlformats.org/officeDocument/2006/relationships/customXml" Target="../ink/ink847.xml"/><Relationship Id="rId88" Type="http://schemas.openxmlformats.org/officeDocument/2006/relationships/image" Target="../media/image7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6.png"/><Relationship Id="rId15" Type="http://schemas.openxmlformats.org/officeDocument/2006/relationships/customXml" Target="../ink/ink813.xml"/><Relationship Id="rId23" Type="http://schemas.openxmlformats.org/officeDocument/2006/relationships/customXml" Target="../ink/ink817.xml"/><Relationship Id="rId28" Type="http://schemas.openxmlformats.org/officeDocument/2006/relationships/image" Target="../media/image707.png"/><Relationship Id="rId36" Type="http://schemas.openxmlformats.org/officeDocument/2006/relationships/image" Target="../media/image711.png"/><Relationship Id="rId49" Type="http://schemas.openxmlformats.org/officeDocument/2006/relationships/customXml" Target="../ink/ink830.xml"/><Relationship Id="rId57" Type="http://schemas.openxmlformats.org/officeDocument/2006/relationships/customXml" Target="../ink/ink834.xml"/><Relationship Id="rId10" Type="http://schemas.openxmlformats.org/officeDocument/2006/relationships/image" Target="../media/image698.png"/><Relationship Id="rId31" Type="http://schemas.openxmlformats.org/officeDocument/2006/relationships/customXml" Target="../ink/ink821.xml"/><Relationship Id="rId44" Type="http://schemas.openxmlformats.org/officeDocument/2006/relationships/image" Target="../media/image715.png"/><Relationship Id="rId52" Type="http://schemas.openxmlformats.org/officeDocument/2006/relationships/image" Target="../media/image719.png"/><Relationship Id="rId60" Type="http://schemas.openxmlformats.org/officeDocument/2006/relationships/image" Target="../media/image723.png"/><Relationship Id="rId65" Type="http://schemas.openxmlformats.org/officeDocument/2006/relationships/customXml" Target="../ink/ink838.xml"/><Relationship Id="rId73" Type="http://schemas.openxmlformats.org/officeDocument/2006/relationships/customXml" Target="../ink/ink842.xml"/><Relationship Id="rId78" Type="http://schemas.openxmlformats.org/officeDocument/2006/relationships/image" Target="../media/image732.png"/><Relationship Id="rId81" Type="http://schemas.openxmlformats.org/officeDocument/2006/relationships/customXml" Target="../ink/ink846.xml"/><Relationship Id="rId86" Type="http://schemas.openxmlformats.org/officeDocument/2006/relationships/image" Target="../media/image736.png"/><Relationship Id="rId4" Type="http://schemas.openxmlformats.org/officeDocument/2006/relationships/image" Target="../media/image695.png"/><Relationship Id="rId9" Type="http://schemas.openxmlformats.org/officeDocument/2006/relationships/customXml" Target="../ink/ink810.xml"/><Relationship Id="rId13" Type="http://schemas.openxmlformats.org/officeDocument/2006/relationships/customXml" Target="../ink/ink812.xml"/><Relationship Id="rId18" Type="http://schemas.openxmlformats.org/officeDocument/2006/relationships/image" Target="../media/image702.png"/><Relationship Id="rId39" Type="http://schemas.openxmlformats.org/officeDocument/2006/relationships/customXml" Target="../ink/ink825.xml"/><Relationship Id="rId34" Type="http://schemas.openxmlformats.org/officeDocument/2006/relationships/image" Target="../media/image710.png"/><Relationship Id="rId50" Type="http://schemas.openxmlformats.org/officeDocument/2006/relationships/image" Target="../media/image718.png"/><Relationship Id="rId55" Type="http://schemas.openxmlformats.org/officeDocument/2006/relationships/customXml" Target="../ink/ink833.xml"/><Relationship Id="rId76" Type="http://schemas.openxmlformats.org/officeDocument/2006/relationships/image" Target="../media/image731.png"/><Relationship Id="rId7" Type="http://schemas.openxmlformats.org/officeDocument/2006/relationships/customXml" Target="../ink/ink809.xml"/><Relationship Id="rId71" Type="http://schemas.openxmlformats.org/officeDocument/2006/relationships/customXml" Target="../ink/ink841.xml"/><Relationship Id="rId2" Type="http://schemas.openxmlformats.org/officeDocument/2006/relationships/image" Target="../media/image694.png"/><Relationship Id="rId29" Type="http://schemas.openxmlformats.org/officeDocument/2006/relationships/customXml" Target="../ink/ink820.xml"/><Relationship Id="rId24" Type="http://schemas.openxmlformats.org/officeDocument/2006/relationships/image" Target="../media/image705.png"/><Relationship Id="rId40" Type="http://schemas.openxmlformats.org/officeDocument/2006/relationships/image" Target="../media/image713.png"/><Relationship Id="rId45" Type="http://schemas.openxmlformats.org/officeDocument/2006/relationships/customXml" Target="../ink/ink828.xml"/><Relationship Id="rId66" Type="http://schemas.openxmlformats.org/officeDocument/2006/relationships/image" Target="../media/image726.png"/><Relationship Id="rId87" Type="http://schemas.openxmlformats.org/officeDocument/2006/relationships/customXml" Target="../ink/ink849.xml"/><Relationship Id="rId61" Type="http://schemas.openxmlformats.org/officeDocument/2006/relationships/customXml" Target="../ink/ink836.xml"/><Relationship Id="rId82" Type="http://schemas.openxmlformats.org/officeDocument/2006/relationships/image" Target="../media/image734.png"/><Relationship Id="rId19" Type="http://schemas.openxmlformats.org/officeDocument/2006/relationships/customXml" Target="../ink/ink8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4.png"/><Relationship Id="rId2" Type="http://schemas.openxmlformats.org/officeDocument/2006/relationships/image" Target="../media/image74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11.png"/><Relationship Id="rId3" Type="http://schemas.openxmlformats.org/officeDocument/2006/relationships/customXml" Target="../ink/ink851.xml"/><Relationship Id="rId7" Type="http://schemas.openxmlformats.org/officeDocument/2006/relationships/customXml" Target="../ink/ink853.xml"/><Relationship Id="rId2" Type="http://schemas.openxmlformats.org/officeDocument/2006/relationships/image" Target="../media/image7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00.png"/><Relationship Id="rId5" Type="http://schemas.openxmlformats.org/officeDocument/2006/relationships/customXml" Target="../ink/ink852.xml"/><Relationship Id="rId10" Type="http://schemas.openxmlformats.org/officeDocument/2006/relationships/image" Target="../media/image1720.png"/><Relationship Id="rId4" Type="http://schemas.openxmlformats.org/officeDocument/2006/relationships/image" Target="../media/image1690.png"/><Relationship Id="rId9" Type="http://schemas.openxmlformats.org/officeDocument/2006/relationships/customXml" Target="../ink/ink854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60.png"/><Relationship Id="rId13" Type="http://schemas.openxmlformats.org/officeDocument/2006/relationships/customXml" Target="../ink/ink860.xml"/><Relationship Id="rId3" Type="http://schemas.openxmlformats.org/officeDocument/2006/relationships/customXml" Target="../ink/ink855.xml"/><Relationship Id="rId7" Type="http://schemas.openxmlformats.org/officeDocument/2006/relationships/customXml" Target="../ink/ink857.xml"/><Relationship Id="rId12" Type="http://schemas.openxmlformats.org/officeDocument/2006/relationships/image" Target="../media/image1780.png"/><Relationship Id="rId2" Type="http://schemas.openxmlformats.org/officeDocument/2006/relationships/image" Target="../media/image7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50.png"/><Relationship Id="rId11" Type="http://schemas.openxmlformats.org/officeDocument/2006/relationships/customXml" Target="../ink/ink859.xml"/><Relationship Id="rId5" Type="http://schemas.openxmlformats.org/officeDocument/2006/relationships/customXml" Target="../ink/ink856.xml"/><Relationship Id="rId10" Type="http://schemas.openxmlformats.org/officeDocument/2006/relationships/image" Target="../media/image1770.png"/><Relationship Id="rId4" Type="http://schemas.openxmlformats.org/officeDocument/2006/relationships/image" Target="../media/image1740.png"/><Relationship Id="rId9" Type="http://schemas.openxmlformats.org/officeDocument/2006/relationships/customXml" Target="../ink/ink858.xml"/><Relationship Id="rId14" Type="http://schemas.openxmlformats.org/officeDocument/2006/relationships/image" Target="../media/image179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30.png"/><Relationship Id="rId13" Type="http://schemas.openxmlformats.org/officeDocument/2006/relationships/customXml" Target="../ink/ink866.xml"/><Relationship Id="rId3" Type="http://schemas.openxmlformats.org/officeDocument/2006/relationships/customXml" Target="../ink/ink861.xml"/><Relationship Id="rId7" Type="http://schemas.openxmlformats.org/officeDocument/2006/relationships/customXml" Target="../ink/ink863.xml"/><Relationship Id="rId12" Type="http://schemas.openxmlformats.org/officeDocument/2006/relationships/image" Target="../media/image1850.png"/><Relationship Id="rId2" Type="http://schemas.openxmlformats.org/officeDocument/2006/relationships/image" Target="../media/image7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20.png"/><Relationship Id="rId11" Type="http://schemas.openxmlformats.org/officeDocument/2006/relationships/customXml" Target="../ink/ink865.xml"/><Relationship Id="rId5" Type="http://schemas.openxmlformats.org/officeDocument/2006/relationships/customXml" Target="../ink/ink862.xml"/><Relationship Id="rId10" Type="http://schemas.openxmlformats.org/officeDocument/2006/relationships/image" Target="../media/image1840.png"/><Relationship Id="rId4" Type="http://schemas.openxmlformats.org/officeDocument/2006/relationships/image" Target="../media/image1811.png"/><Relationship Id="rId9" Type="http://schemas.openxmlformats.org/officeDocument/2006/relationships/customXml" Target="../ink/ink864.xml"/><Relationship Id="rId14" Type="http://schemas.openxmlformats.org/officeDocument/2006/relationships/image" Target="../media/image186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20.png"/><Relationship Id="rId13" Type="http://schemas.openxmlformats.org/officeDocument/2006/relationships/customXml" Target="../ink/ink872.xml"/><Relationship Id="rId18" Type="http://schemas.openxmlformats.org/officeDocument/2006/relationships/image" Target="../media/image1970.png"/><Relationship Id="rId3" Type="http://schemas.openxmlformats.org/officeDocument/2006/relationships/customXml" Target="../ink/ink867.xml"/><Relationship Id="rId7" Type="http://schemas.openxmlformats.org/officeDocument/2006/relationships/customXml" Target="../ink/ink869.xml"/><Relationship Id="rId12" Type="http://schemas.openxmlformats.org/officeDocument/2006/relationships/image" Target="../media/image1940.png"/><Relationship Id="rId17" Type="http://schemas.openxmlformats.org/officeDocument/2006/relationships/customXml" Target="../ink/ink874.xml"/><Relationship Id="rId2" Type="http://schemas.openxmlformats.org/officeDocument/2006/relationships/image" Target="../media/image757.png"/><Relationship Id="rId16" Type="http://schemas.openxmlformats.org/officeDocument/2006/relationships/image" Target="../media/image19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11.png"/><Relationship Id="rId11" Type="http://schemas.openxmlformats.org/officeDocument/2006/relationships/customXml" Target="../ink/ink871.xml"/><Relationship Id="rId5" Type="http://schemas.openxmlformats.org/officeDocument/2006/relationships/customXml" Target="../ink/ink868.xml"/><Relationship Id="rId15" Type="http://schemas.openxmlformats.org/officeDocument/2006/relationships/customXml" Target="../ink/ink873.xml"/><Relationship Id="rId10" Type="http://schemas.openxmlformats.org/officeDocument/2006/relationships/image" Target="../media/image1930.png"/><Relationship Id="rId4" Type="http://schemas.openxmlformats.org/officeDocument/2006/relationships/image" Target="../media/image1900.png"/><Relationship Id="rId9" Type="http://schemas.openxmlformats.org/officeDocument/2006/relationships/customXml" Target="../ink/ink870.xml"/><Relationship Id="rId14" Type="http://schemas.openxmlformats.org/officeDocument/2006/relationships/image" Target="../media/image195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20.png"/><Relationship Id="rId13" Type="http://schemas.openxmlformats.org/officeDocument/2006/relationships/customXml" Target="../ink/ink880.xml"/><Relationship Id="rId18" Type="http://schemas.openxmlformats.org/officeDocument/2006/relationships/image" Target="../media/image2070.png"/><Relationship Id="rId3" Type="http://schemas.openxmlformats.org/officeDocument/2006/relationships/customXml" Target="../ink/ink875.xml"/><Relationship Id="rId7" Type="http://schemas.openxmlformats.org/officeDocument/2006/relationships/customXml" Target="../ink/ink877.xml"/><Relationship Id="rId12" Type="http://schemas.openxmlformats.org/officeDocument/2006/relationships/image" Target="../media/image2040.png"/><Relationship Id="rId17" Type="http://schemas.openxmlformats.org/officeDocument/2006/relationships/customXml" Target="../ink/ink882.xml"/><Relationship Id="rId2" Type="http://schemas.openxmlformats.org/officeDocument/2006/relationships/image" Target="../media/image759.png"/><Relationship Id="rId16" Type="http://schemas.openxmlformats.org/officeDocument/2006/relationships/image" Target="../media/image20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11.png"/><Relationship Id="rId11" Type="http://schemas.openxmlformats.org/officeDocument/2006/relationships/customXml" Target="../ink/ink879.xml"/><Relationship Id="rId5" Type="http://schemas.openxmlformats.org/officeDocument/2006/relationships/customXml" Target="../ink/ink876.xml"/><Relationship Id="rId15" Type="http://schemas.openxmlformats.org/officeDocument/2006/relationships/customXml" Target="../ink/ink881.xml"/><Relationship Id="rId10" Type="http://schemas.openxmlformats.org/officeDocument/2006/relationships/image" Target="../media/image2030.png"/><Relationship Id="rId4" Type="http://schemas.openxmlformats.org/officeDocument/2006/relationships/image" Target="../media/image2000.png"/><Relationship Id="rId9" Type="http://schemas.openxmlformats.org/officeDocument/2006/relationships/customXml" Target="../ink/ink878.xml"/><Relationship Id="rId14" Type="http://schemas.openxmlformats.org/officeDocument/2006/relationships/image" Target="../media/image2050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11.png"/><Relationship Id="rId13" Type="http://schemas.openxmlformats.org/officeDocument/2006/relationships/customXml" Target="../ink/ink888.xml"/><Relationship Id="rId18" Type="http://schemas.openxmlformats.org/officeDocument/2006/relationships/image" Target="../media/image2160.png"/><Relationship Id="rId3" Type="http://schemas.openxmlformats.org/officeDocument/2006/relationships/customXml" Target="../ink/ink883.xml"/><Relationship Id="rId21" Type="http://schemas.openxmlformats.org/officeDocument/2006/relationships/customXml" Target="../ink/ink892.xml"/><Relationship Id="rId7" Type="http://schemas.openxmlformats.org/officeDocument/2006/relationships/customXml" Target="../ink/ink885.xml"/><Relationship Id="rId12" Type="http://schemas.openxmlformats.org/officeDocument/2006/relationships/image" Target="../media/image2130.png"/><Relationship Id="rId17" Type="http://schemas.openxmlformats.org/officeDocument/2006/relationships/customXml" Target="../ink/ink890.xml"/><Relationship Id="rId2" Type="http://schemas.openxmlformats.org/officeDocument/2006/relationships/image" Target="../media/image760.png"/><Relationship Id="rId16" Type="http://schemas.openxmlformats.org/officeDocument/2006/relationships/image" Target="../media/image2150.png"/><Relationship Id="rId20" Type="http://schemas.openxmlformats.org/officeDocument/2006/relationships/image" Target="../media/image21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00.png"/><Relationship Id="rId11" Type="http://schemas.openxmlformats.org/officeDocument/2006/relationships/customXml" Target="../ink/ink887.xml"/><Relationship Id="rId24" Type="http://schemas.openxmlformats.org/officeDocument/2006/relationships/image" Target="../media/image2190.png"/><Relationship Id="rId5" Type="http://schemas.openxmlformats.org/officeDocument/2006/relationships/customXml" Target="../ink/ink884.xml"/><Relationship Id="rId15" Type="http://schemas.openxmlformats.org/officeDocument/2006/relationships/customXml" Target="../ink/ink889.xml"/><Relationship Id="rId23" Type="http://schemas.openxmlformats.org/officeDocument/2006/relationships/customXml" Target="../ink/ink893.xml"/><Relationship Id="rId10" Type="http://schemas.openxmlformats.org/officeDocument/2006/relationships/image" Target="../media/image2120.png"/><Relationship Id="rId19" Type="http://schemas.openxmlformats.org/officeDocument/2006/relationships/customXml" Target="../ink/ink891.xml"/><Relationship Id="rId4" Type="http://schemas.openxmlformats.org/officeDocument/2006/relationships/image" Target="../media/image2090.png"/><Relationship Id="rId9" Type="http://schemas.openxmlformats.org/officeDocument/2006/relationships/customXml" Target="../ink/ink886.xml"/><Relationship Id="rId14" Type="http://schemas.openxmlformats.org/officeDocument/2006/relationships/image" Target="../media/image2140.png"/><Relationship Id="rId22" Type="http://schemas.openxmlformats.org/officeDocument/2006/relationships/image" Target="../media/image2180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customXml" Target="../ink/ink894.xml"/><Relationship Id="rId2" Type="http://schemas.openxmlformats.org/officeDocument/2006/relationships/image" Target="../media/image76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80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17</a:t>
            </a:r>
          </a:p>
          <a:p>
            <a:r>
              <a:rPr lang="en-US" sz="2800" dirty="0">
                <a:latin typeface="PT Sans" panose="020B0503020203020204" pitchFamily="34" charset="0"/>
              </a:rPr>
              <a:t>Intro to hardware ML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333A4-7AAC-812A-A77E-8F8742469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use NN when your can hardcode? </a:t>
            </a:r>
          </a:p>
        </p:txBody>
      </p:sp>
      <p:pic>
        <p:nvPicPr>
          <p:cNvPr id="6" name="Content Placeholder 5" descr="A collage of different types of electronics&#10;&#10;Description automatically generated">
            <a:extLst>
              <a:ext uri="{FF2B5EF4-FFF2-40B4-BE49-F238E27FC236}">
                <a16:creationId xmlns:a16="http://schemas.microsoft.com/office/drawing/2014/main" id="{495EEF60-3B86-29F7-DE47-B32BAC7061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0336" y="1253331"/>
            <a:ext cx="7991327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11730-AA5D-AA17-4CC4-04FD7BD44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B59B75-9F0E-F61A-E7CE-9A8FD4416734}"/>
              </a:ext>
            </a:extLst>
          </p:cNvPr>
          <p:cNvSpPr txBox="1"/>
          <p:nvPr/>
        </p:nvSpPr>
        <p:spPr>
          <a:xfrm>
            <a:off x="10010693" y="1916265"/>
            <a:ext cx="20037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PT Sans" panose="020B0503020203020204" pitchFamily="34" charset="0"/>
              </a:rPr>
              <a:t>Temperature measurement is absolute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CC6623-416D-BDCD-485B-78170FC03095}"/>
              </a:ext>
            </a:extLst>
          </p:cNvPr>
          <p:cNvSpPr txBox="1"/>
          <p:nvPr/>
        </p:nvSpPr>
        <p:spPr>
          <a:xfrm>
            <a:off x="10277062" y="4237481"/>
            <a:ext cx="1470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PT Sans" panose="020B0503020203020204" pitchFamily="34" charset="0"/>
              </a:rPr>
              <a:t>Voice can vary</a:t>
            </a:r>
          </a:p>
        </p:txBody>
      </p:sp>
    </p:spTree>
    <p:extLst>
      <p:ext uri="{BB962C8B-B14F-4D97-AF65-F5344CB8AC3E}">
        <p14:creationId xmlns:p14="http://schemas.microsoft.com/office/powerpoint/2010/main" val="27647834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2E595-2C8E-D6DC-CFCE-59FCE2C5C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Self-driving car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462258-8D12-DA3A-0BE8-BE6BD70C4E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A diagram of a car with text&#10;&#10;Description automatically generated">
            <a:extLst>
              <a:ext uri="{FF2B5EF4-FFF2-40B4-BE49-F238E27FC236}">
                <a16:creationId xmlns:a16="http://schemas.microsoft.com/office/drawing/2014/main" id="{130895E1-D5A5-B417-8B49-E8F169C789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8421" y="843971"/>
            <a:ext cx="6513491" cy="5593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2742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A3499-100E-A9A7-0054-27DC4A24F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077237"/>
          </a:xfrm>
        </p:spPr>
        <p:txBody>
          <a:bodyPr>
            <a:normAutofit/>
          </a:bodyPr>
          <a:lstStyle/>
          <a:p>
            <a:r>
              <a:rPr lang="en-US" dirty="0"/>
              <a:t>On-device machine learning applications in the single </a:t>
            </a:r>
            <a:r>
              <a:rPr lang="en-US" dirty="0" err="1"/>
              <a:t>mW</a:t>
            </a:r>
            <a:r>
              <a:rPr lang="en-US" dirty="0"/>
              <a:t> and below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064E35-E509-DE8C-0EDD-FBEEC9FBA2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collage of images of people&#10;&#10;Description automatically generated">
            <a:extLst>
              <a:ext uri="{FF2B5EF4-FFF2-40B4-BE49-F238E27FC236}">
                <a16:creationId xmlns:a16="http://schemas.microsoft.com/office/drawing/2014/main" id="{9DC3DB93-2B87-0436-2708-59816F201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79" y="1277655"/>
            <a:ext cx="11468442" cy="4726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249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804D0-FB24-AF60-2E15-E5EDC96C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CA7A79-32AF-EE95-D827-1C4EF6B9E1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69513E3-D24A-0E79-A5F6-66CFE94958A9}"/>
              </a:ext>
            </a:extLst>
          </p:cNvPr>
          <p:cNvGrpSpPr/>
          <p:nvPr/>
        </p:nvGrpSpPr>
        <p:grpSpPr>
          <a:xfrm>
            <a:off x="1704497" y="1615472"/>
            <a:ext cx="2229480" cy="1100520"/>
            <a:chOff x="1704497" y="1615472"/>
            <a:chExt cx="2229480" cy="110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4465455-E3AC-13A7-7C7E-B100DBA2DCF1}"/>
                    </a:ext>
                  </a:extLst>
                </p14:cNvPr>
                <p14:cNvContentPartPr/>
                <p14:nvPr/>
              </p14:nvContentPartPr>
              <p14:xfrm>
                <a:off x="2079617" y="1906712"/>
                <a:ext cx="189720" cy="3945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4465455-E3AC-13A7-7C7E-B100DBA2DCF1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061977" y="1888712"/>
                  <a:ext cx="22536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1B510C1-1CA9-04F9-5000-DCC97542DC1A}"/>
                    </a:ext>
                  </a:extLst>
                </p14:cNvPr>
                <p14:cNvContentPartPr/>
                <p14:nvPr/>
              </p14:nvContentPartPr>
              <p14:xfrm>
                <a:off x="2361857" y="2046392"/>
                <a:ext cx="331920" cy="1803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1B510C1-1CA9-04F9-5000-DCC97542DC1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343857" y="2028752"/>
                  <a:ext cx="3675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CA3DDCB-DCAA-EE99-4069-21C0ECC0C67D}"/>
                    </a:ext>
                  </a:extLst>
                </p14:cNvPr>
                <p14:cNvContentPartPr/>
                <p14:nvPr/>
              </p14:nvContentPartPr>
              <p14:xfrm>
                <a:off x="2856497" y="2008952"/>
                <a:ext cx="52200" cy="1659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CA3DDCB-DCAA-EE99-4069-21C0ECC0C67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838497" y="1991312"/>
                  <a:ext cx="878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E8F91F3-893B-E3B4-890F-19B56CAA64DF}"/>
                    </a:ext>
                  </a:extLst>
                </p14:cNvPr>
                <p14:cNvContentPartPr/>
                <p14:nvPr/>
              </p14:nvContentPartPr>
              <p14:xfrm>
                <a:off x="2989337" y="2093192"/>
                <a:ext cx="97560" cy="1058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E8F91F3-893B-E3B4-890F-19B56CAA64D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971697" y="2075192"/>
                  <a:ext cx="1332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7BDEC66-4D60-110D-0BA7-52FB9EAE21DE}"/>
                    </a:ext>
                  </a:extLst>
                </p14:cNvPr>
                <p14:cNvContentPartPr/>
                <p14:nvPr/>
              </p14:nvContentPartPr>
              <p14:xfrm>
                <a:off x="3225137" y="2063672"/>
                <a:ext cx="46440" cy="846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7BDEC66-4D60-110D-0BA7-52FB9EAE21D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207137" y="2046032"/>
                  <a:ext cx="8208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D21F918-83EB-1AFD-81F3-B6D4FDC1E4B3}"/>
                    </a:ext>
                  </a:extLst>
                </p14:cNvPr>
                <p14:cNvContentPartPr/>
                <p14:nvPr/>
              </p14:nvContentPartPr>
              <p14:xfrm>
                <a:off x="3420617" y="2044592"/>
                <a:ext cx="69480" cy="1396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D21F918-83EB-1AFD-81F3-B6D4FDC1E4B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402617" y="2026592"/>
                  <a:ext cx="1051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9614BFB-CE8C-7B02-69BD-B1D070631401}"/>
                    </a:ext>
                  </a:extLst>
                </p14:cNvPr>
                <p14:cNvContentPartPr/>
                <p14:nvPr/>
              </p14:nvContentPartPr>
              <p14:xfrm>
                <a:off x="1849937" y="1656512"/>
                <a:ext cx="1850400" cy="504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9614BFB-CE8C-7B02-69BD-B1D07063140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831937" y="1638872"/>
                  <a:ext cx="188604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3A8796F-4AE2-53B6-256E-B606D0B04C20}"/>
                    </a:ext>
                  </a:extLst>
                </p14:cNvPr>
                <p14:cNvContentPartPr/>
                <p14:nvPr/>
              </p14:nvContentPartPr>
              <p14:xfrm>
                <a:off x="2064497" y="1615472"/>
                <a:ext cx="1869480" cy="10803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3A8796F-4AE2-53B6-256E-B606D0B04C2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046857" y="1597832"/>
                  <a:ext cx="1905120" cy="11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2198B5E-EEEC-84FB-724E-5C70D7264C0D}"/>
                    </a:ext>
                  </a:extLst>
                </p14:cNvPr>
                <p14:cNvContentPartPr/>
                <p14:nvPr/>
              </p14:nvContentPartPr>
              <p14:xfrm>
                <a:off x="1704497" y="1845152"/>
                <a:ext cx="173880" cy="8708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2198B5E-EEEC-84FB-724E-5C70D7264C0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686857" y="1827152"/>
                  <a:ext cx="209520" cy="90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0E370FF2-BC49-E2DA-E30E-2DD4E41BD93C}"/>
              </a:ext>
            </a:extLst>
          </p:cNvPr>
          <p:cNvGrpSpPr/>
          <p:nvPr/>
        </p:nvGrpSpPr>
        <p:grpSpPr>
          <a:xfrm>
            <a:off x="4376777" y="944432"/>
            <a:ext cx="7233120" cy="2533680"/>
            <a:chOff x="4376777" y="944432"/>
            <a:chExt cx="7233120" cy="253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DECD7C0-49B6-9618-7865-0EE34E55F618}"/>
                    </a:ext>
                  </a:extLst>
                </p14:cNvPr>
                <p14:cNvContentPartPr/>
                <p14:nvPr/>
              </p14:nvContentPartPr>
              <p14:xfrm>
                <a:off x="4404857" y="1371752"/>
                <a:ext cx="886680" cy="5706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DECD7C0-49B6-9618-7865-0EE34E55F61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86857" y="1353752"/>
                  <a:ext cx="922320" cy="60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D515F6F-5D24-7010-C9EA-8156A55FECDA}"/>
                    </a:ext>
                  </a:extLst>
                </p14:cNvPr>
                <p14:cNvContentPartPr/>
                <p14:nvPr/>
              </p14:nvContentPartPr>
              <p14:xfrm>
                <a:off x="4376777" y="1744712"/>
                <a:ext cx="268560" cy="2862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D515F6F-5D24-7010-C9EA-8156A55FECD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358777" y="1726712"/>
                  <a:ext cx="30420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34EEB54-A939-8FAF-E409-F2C1620B385C}"/>
                    </a:ext>
                  </a:extLst>
                </p14:cNvPr>
                <p14:cNvContentPartPr/>
                <p14:nvPr/>
              </p14:nvContentPartPr>
              <p14:xfrm>
                <a:off x="5069417" y="1347272"/>
                <a:ext cx="247320" cy="1630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34EEB54-A939-8FAF-E409-F2C1620B385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051417" y="1329632"/>
                  <a:ext cx="2829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8A13F96-4023-5C65-5C42-4D6159BF9A6F}"/>
                    </a:ext>
                  </a:extLst>
                </p14:cNvPr>
                <p14:cNvContentPartPr/>
                <p14:nvPr/>
              </p14:nvContentPartPr>
              <p14:xfrm>
                <a:off x="5335817" y="961712"/>
                <a:ext cx="72360" cy="6224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8A13F96-4023-5C65-5C42-4D6159BF9A6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318177" y="944072"/>
                  <a:ext cx="108000" cy="65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60EAAF7-1984-6A3D-CA49-EB965298F717}"/>
                    </a:ext>
                  </a:extLst>
                </p14:cNvPr>
                <p14:cNvContentPartPr/>
                <p14:nvPr/>
              </p14:nvContentPartPr>
              <p14:xfrm>
                <a:off x="5392697" y="944432"/>
                <a:ext cx="1890720" cy="8769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60EAAF7-1984-6A3D-CA49-EB965298F71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375057" y="926792"/>
                  <a:ext cx="1926360" cy="9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3A792CF-B5DB-C584-3A57-E83690483D64}"/>
                    </a:ext>
                  </a:extLst>
                </p14:cNvPr>
                <p14:cNvContentPartPr/>
                <p14:nvPr/>
              </p14:nvContentPartPr>
              <p14:xfrm>
                <a:off x="5682497" y="1194992"/>
                <a:ext cx="81360" cy="3502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3A792CF-B5DB-C584-3A57-E83690483D6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664497" y="1176992"/>
                  <a:ext cx="11700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7F13BEA-82F9-63D2-A3C5-625C49E51320}"/>
                    </a:ext>
                  </a:extLst>
                </p14:cNvPr>
                <p14:cNvContentPartPr/>
                <p14:nvPr/>
              </p14:nvContentPartPr>
              <p14:xfrm>
                <a:off x="5677097" y="1232072"/>
                <a:ext cx="158040" cy="1864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7F13BEA-82F9-63D2-A3C5-625C49E5132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659097" y="1214072"/>
                  <a:ext cx="1936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C169D36-6588-FC4F-C939-A6329D293673}"/>
                    </a:ext>
                  </a:extLst>
                </p14:cNvPr>
                <p14:cNvContentPartPr/>
                <p14:nvPr/>
              </p14:nvContentPartPr>
              <p14:xfrm>
                <a:off x="5921537" y="1259792"/>
                <a:ext cx="160560" cy="2113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C169D36-6588-FC4F-C939-A6329D29367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903537" y="1242152"/>
                  <a:ext cx="19620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10FB38A-E8D9-EC4D-6B3C-24D051155185}"/>
                    </a:ext>
                  </a:extLst>
                </p14:cNvPr>
                <p14:cNvContentPartPr/>
                <p14:nvPr/>
              </p14:nvContentPartPr>
              <p14:xfrm>
                <a:off x="6213857" y="1337912"/>
                <a:ext cx="101520" cy="1141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10FB38A-E8D9-EC4D-6B3C-24D05115518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195857" y="1319912"/>
                  <a:ext cx="13716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E14DB69-9A41-BEAD-75F5-A048F904AB0A}"/>
                    </a:ext>
                  </a:extLst>
                </p14:cNvPr>
                <p14:cNvContentPartPr/>
                <p14:nvPr/>
              </p14:nvContentPartPr>
              <p14:xfrm>
                <a:off x="6353897" y="1322792"/>
                <a:ext cx="234720" cy="1897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E14DB69-9A41-BEAD-75F5-A048F904AB0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336257" y="1304792"/>
                  <a:ext cx="2703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03394FC-1EE8-B214-91FE-A7D4BCDD4072}"/>
                    </a:ext>
                  </a:extLst>
                </p14:cNvPr>
                <p14:cNvContentPartPr/>
                <p14:nvPr/>
              </p14:nvContentPartPr>
              <p14:xfrm>
                <a:off x="6626777" y="1335032"/>
                <a:ext cx="180360" cy="1933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03394FC-1EE8-B214-91FE-A7D4BCDD407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609137" y="1317032"/>
                  <a:ext cx="21600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194C3EC-FE16-BD89-6224-F227E607E4B2}"/>
                    </a:ext>
                  </a:extLst>
                </p14:cNvPr>
                <p14:cNvContentPartPr/>
                <p14:nvPr/>
              </p14:nvContentPartPr>
              <p14:xfrm>
                <a:off x="7568897" y="1316672"/>
                <a:ext cx="1087200" cy="388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194C3EC-FE16-BD89-6224-F227E607E4B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550897" y="1299032"/>
                  <a:ext cx="112284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755FF3F-60F1-6649-0EAB-0DD552BC5FC7}"/>
                    </a:ext>
                  </a:extLst>
                </p14:cNvPr>
                <p14:cNvContentPartPr/>
                <p14:nvPr/>
              </p14:nvContentPartPr>
              <p14:xfrm>
                <a:off x="7534337" y="1266992"/>
                <a:ext cx="125280" cy="1638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755FF3F-60F1-6649-0EAB-0DD552BC5FC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516697" y="1248992"/>
                  <a:ext cx="1609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6B5E198-B280-84C6-C607-30B314A7D970}"/>
                    </a:ext>
                  </a:extLst>
                </p14:cNvPr>
                <p14:cNvContentPartPr/>
                <p14:nvPr/>
              </p14:nvContentPartPr>
              <p14:xfrm>
                <a:off x="8518577" y="1191032"/>
                <a:ext cx="190080" cy="3466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6B5E198-B280-84C6-C607-30B314A7D97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500577" y="1173392"/>
                  <a:ext cx="22572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8BB11CB-84F7-9064-2CBA-1C085DE4F157}"/>
                    </a:ext>
                  </a:extLst>
                </p14:cNvPr>
                <p14:cNvContentPartPr/>
                <p14:nvPr/>
              </p14:nvContentPartPr>
              <p14:xfrm>
                <a:off x="9131297" y="1153592"/>
                <a:ext cx="93240" cy="3906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8BB11CB-84F7-9064-2CBA-1C085DE4F15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113297" y="1135592"/>
                  <a:ext cx="128880" cy="42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8BA9AD3-DE03-65DB-F35B-7DD9C15AEEA2}"/>
                    </a:ext>
                  </a:extLst>
                </p14:cNvPr>
                <p14:cNvContentPartPr/>
                <p14:nvPr/>
              </p14:nvContentPartPr>
              <p14:xfrm>
                <a:off x="9157217" y="1152152"/>
                <a:ext cx="193320" cy="3456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8BA9AD3-DE03-65DB-F35B-7DD9C15AEEA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139577" y="1134152"/>
                  <a:ext cx="228960" cy="38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3CDB103-121F-C191-84CB-93EB593FD227}"/>
                    </a:ext>
                  </a:extLst>
                </p14:cNvPr>
                <p14:cNvContentPartPr/>
                <p14:nvPr/>
              </p14:nvContentPartPr>
              <p14:xfrm>
                <a:off x="9180617" y="1374632"/>
                <a:ext cx="106920" cy="525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3CDB103-121F-C191-84CB-93EB593FD22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162617" y="1356632"/>
                  <a:ext cx="1425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B93B4DA-BB35-CC97-C473-F406585424C1}"/>
                    </a:ext>
                  </a:extLst>
                </p14:cNvPr>
                <p14:cNvContentPartPr/>
                <p14:nvPr/>
              </p14:nvContentPartPr>
              <p14:xfrm>
                <a:off x="9419297" y="1217672"/>
                <a:ext cx="329760" cy="2340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B93B4DA-BB35-CC97-C473-F406585424C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401297" y="1199672"/>
                  <a:ext cx="36540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38AE5A1-F7C6-0F8B-736D-F97D66497700}"/>
                    </a:ext>
                  </a:extLst>
                </p14:cNvPr>
                <p14:cNvContentPartPr/>
                <p14:nvPr/>
              </p14:nvContentPartPr>
              <p14:xfrm>
                <a:off x="9846617" y="1238552"/>
                <a:ext cx="141480" cy="2894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38AE5A1-F7C6-0F8B-736D-F97D6649770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828617" y="1220552"/>
                  <a:ext cx="17712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D403E56-D319-3DD8-079C-4DE04772BF1A}"/>
                    </a:ext>
                  </a:extLst>
                </p14:cNvPr>
                <p14:cNvContentPartPr/>
                <p14:nvPr/>
              </p14:nvContentPartPr>
              <p14:xfrm>
                <a:off x="8696057" y="981872"/>
                <a:ext cx="1484280" cy="986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D403E56-D319-3DD8-079C-4DE04772BF1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678057" y="964232"/>
                  <a:ext cx="15199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2B90676-9CAF-BC37-D03E-F910E0A2D8AB}"/>
                    </a:ext>
                  </a:extLst>
                </p14:cNvPr>
                <p14:cNvContentPartPr/>
                <p14:nvPr/>
              </p14:nvContentPartPr>
              <p14:xfrm>
                <a:off x="8654297" y="987272"/>
                <a:ext cx="1647360" cy="8899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2B90676-9CAF-BC37-D03E-F910E0A2D8A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636297" y="969632"/>
                  <a:ext cx="1683000" cy="9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EEA522D-D14E-A1A5-3A74-DE82F27F12D4}"/>
                    </a:ext>
                  </a:extLst>
                </p14:cNvPr>
                <p14:cNvContentPartPr/>
                <p14:nvPr/>
              </p14:nvContentPartPr>
              <p14:xfrm>
                <a:off x="8752937" y="1076192"/>
                <a:ext cx="140400" cy="7441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EEA522D-D14E-A1A5-3A74-DE82F27F12D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734937" y="1058192"/>
                  <a:ext cx="176040" cy="77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7A79B37-1970-654D-4067-8DB8EB82B6BB}"/>
                    </a:ext>
                  </a:extLst>
                </p14:cNvPr>
                <p14:cNvContentPartPr/>
                <p14:nvPr/>
              </p14:nvContentPartPr>
              <p14:xfrm>
                <a:off x="10489577" y="1223432"/>
                <a:ext cx="1120320" cy="13528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7A79B37-1970-654D-4067-8DB8EB82B6B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471577" y="1205792"/>
                  <a:ext cx="1155960" cy="138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6D2556B-DE5F-AAA8-C89D-38AFA5498663}"/>
                    </a:ext>
                  </a:extLst>
                </p14:cNvPr>
                <p14:cNvContentPartPr/>
                <p14:nvPr/>
              </p14:nvContentPartPr>
              <p14:xfrm>
                <a:off x="11132537" y="2398112"/>
                <a:ext cx="172800" cy="2635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6D2556B-DE5F-AAA8-C89D-38AFA549866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1114537" y="2380472"/>
                  <a:ext cx="20844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8BE4658-4860-DBE7-5DB5-379DFE1D109D}"/>
                    </a:ext>
                  </a:extLst>
                </p14:cNvPr>
                <p14:cNvContentPartPr/>
                <p14:nvPr/>
              </p14:nvContentPartPr>
              <p14:xfrm>
                <a:off x="9884057" y="2824712"/>
                <a:ext cx="55800" cy="2559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8BE4658-4860-DBE7-5DB5-379DFE1D109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866057" y="2807072"/>
                  <a:ext cx="9144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D0FDF6F-B183-3510-59E3-5A5153DF405A}"/>
                    </a:ext>
                  </a:extLst>
                </p14:cNvPr>
                <p14:cNvContentPartPr/>
                <p14:nvPr/>
              </p14:nvContentPartPr>
              <p14:xfrm>
                <a:off x="9842297" y="2794832"/>
                <a:ext cx="255600" cy="2152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D0FDF6F-B183-3510-59E3-5A5153DF405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824657" y="2776832"/>
                  <a:ext cx="29124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1E32CC4-8B3C-8D3E-8D46-006BB49AB376}"/>
                    </a:ext>
                  </a:extLst>
                </p14:cNvPr>
                <p14:cNvContentPartPr/>
                <p14:nvPr/>
              </p14:nvContentPartPr>
              <p14:xfrm>
                <a:off x="10136057" y="2893832"/>
                <a:ext cx="150840" cy="1947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1E32CC4-8B3C-8D3E-8D46-006BB49AB37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118417" y="2875832"/>
                  <a:ext cx="1864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7B23963-6B44-AC51-377E-600A317737AD}"/>
                    </a:ext>
                  </a:extLst>
                </p14:cNvPr>
                <p14:cNvContentPartPr/>
                <p14:nvPr/>
              </p14:nvContentPartPr>
              <p14:xfrm>
                <a:off x="10382297" y="2912552"/>
                <a:ext cx="81720" cy="2059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7B23963-6B44-AC51-377E-600A317737A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364297" y="2894912"/>
                  <a:ext cx="1173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76BC079-8795-FDF0-CA96-721C1DF10D37}"/>
                    </a:ext>
                  </a:extLst>
                </p14:cNvPr>
                <p14:cNvContentPartPr/>
                <p14:nvPr/>
              </p14:nvContentPartPr>
              <p14:xfrm>
                <a:off x="10510457" y="2976272"/>
                <a:ext cx="136080" cy="986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76BC079-8795-FDF0-CA96-721C1DF10D3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492817" y="2958632"/>
                  <a:ext cx="1717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67D4567-5224-C537-1084-089651E44BA6}"/>
                    </a:ext>
                  </a:extLst>
                </p14:cNvPr>
                <p14:cNvContentPartPr/>
                <p14:nvPr/>
              </p14:nvContentPartPr>
              <p14:xfrm>
                <a:off x="10769297" y="2826152"/>
                <a:ext cx="20520" cy="2098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67D4567-5224-C537-1084-089651E44BA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751657" y="2808512"/>
                  <a:ext cx="561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766E195-0DE4-A583-D0F9-EB60A14909F3}"/>
                    </a:ext>
                  </a:extLst>
                </p14:cNvPr>
                <p14:cNvContentPartPr/>
                <p14:nvPr/>
              </p14:nvContentPartPr>
              <p14:xfrm>
                <a:off x="10932737" y="2834432"/>
                <a:ext cx="21600" cy="1807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766E195-0DE4-A583-D0F9-EB60A14909F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914737" y="2816792"/>
                  <a:ext cx="5724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215328A-3E0E-38B7-48B0-83201E69583C}"/>
                    </a:ext>
                  </a:extLst>
                </p14:cNvPr>
                <p14:cNvContentPartPr/>
                <p14:nvPr/>
              </p14:nvContentPartPr>
              <p14:xfrm>
                <a:off x="10921217" y="2916152"/>
                <a:ext cx="126360" cy="435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215328A-3E0E-38B7-48B0-83201E69583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903577" y="2898512"/>
                  <a:ext cx="1620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68C8064-DAED-CE8F-5127-A039C3692A86}"/>
                    </a:ext>
                  </a:extLst>
                </p14:cNvPr>
                <p14:cNvContentPartPr/>
                <p14:nvPr/>
              </p14:nvContentPartPr>
              <p14:xfrm>
                <a:off x="9620177" y="2527712"/>
                <a:ext cx="1470960" cy="874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68C8064-DAED-CE8F-5127-A039C3692A8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602537" y="2509712"/>
                  <a:ext cx="15066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5181176-1479-28AF-AF98-F8EC9E545065}"/>
                    </a:ext>
                  </a:extLst>
                </p14:cNvPr>
                <p14:cNvContentPartPr/>
                <p14:nvPr/>
              </p14:nvContentPartPr>
              <p14:xfrm>
                <a:off x="9875417" y="2658392"/>
                <a:ext cx="1447200" cy="8197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5181176-1479-28AF-AF98-F8EC9E54506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857777" y="2640752"/>
                  <a:ext cx="1482840" cy="85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8DEAFC0-E139-2FEB-8415-15049D0B63B6}"/>
                    </a:ext>
                  </a:extLst>
                </p14:cNvPr>
                <p14:cNvContentPartPr/>
                <p14:nvPr/>
              </p14:nvContentPartPr>
              <p14:xfrm>
                <a:off x="9526217" y="2572712"/>
                <a:ext cx="138960" cy="7866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8DEAFC0-E139-2FEB-8415-15049D0B63B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508577" y="2555072"/>
                  <a:ext cx="174600" cy="82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27F572E-10D3-9D37-BDE8-7C97273D80DE}"/>
                    </a:ext>
                  </a:extLst>
                </p14:cNvPr>
                <p14:cNvContentPartPr/>
                <p14:nvPr/>
              </p14:nvContentPartPr>
              <p14:xfrm>
                <a:off x="7214657" y="1999952"/>
                <a:ext cx="2308680" cy="9810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27F572E-10D3-9D37-BDE8-7C97273D80D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197017" y="1981952"/>
                  <a:ext cx="2344320" cy="10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0497461-BBC4-E60D-C957-9904ED3C3760}"/>
                    </a:ext>
                  </a:extLst>
                </p14:cNvPr>
                <p14:cNvContentPartPr/>
                <p14:nvPr/>
              </p14:nvContentPartPr>
              <p14:xfrm>
                <a:off x="7171097" y="1911032"/>
                <a:ext cx="272160" cy="3470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0497461-BBC4-E60D-C957-9904ED3C376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153097" y="1893032"/>
                  <a:ext cx="307800" cy="38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5689556-4AB6-20FE-982D-313EA43B40BC}"/>
              </a:ext>
            </a:extLst>
          </p:cNvPr>
          <p:cNvGrpSpPr/>
          <p:nvPr/>
        </p:nvGrpSpPr>
        <p:grpSpPr>
          <a:xfrm>
            <a:off x="3805457" y="454112"/>
            <a:ext cx="1065240" cy="1122480"/>
            <a:chOff x="3805457" y="454112"/>
            <a:chExt cx="1065240" cy="112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1CD25F2-3781-1497-8599-CCF3777419B4}"/>
                    </a:ext>
                  </a:extLst>
                </p14:cNvPr>
                <p14:cNvContentPartPr/>
                <p14:nvPr/>
              </p14:nvContentPartPr>
              <p14:xfrm>
                <a:off x="3805457" y="798272"/>
                <a:ext cx="1065240" cy="7783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1CD25F2-3781-1497-8599-CCF3777419B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787817" y="780632"/>
                  <a:ext cx="1100880" cy="81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09836D5-C0E0-961E-F6FF-DC79B2534FE7}"/>
                    </a:ext>
                  </a:extLst>
                </p14:cNvPr>
                <p14:cNvContentPartPr/>
                <p14:nvPr/>
              </p14:nvContentPartPr>
              <p14:xfrm>
                <a:off x="4698617" y="706832"/>
                <a:ext cx="147600" cy="3704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09836D5-C0E0-961E-F6FF-DC79B2534FE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680977" y="689192"/>
                  <a:ext cx="183240" cy="4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93A03CA-0890-FD95-A301-09EB5805DB6F}"/>
                    </a:ext>
                  </a:extLst>
                </p14:cNvPr>
                <p14:cNvContentPartPr/>
                <p14:nvPr/>
              </p14:nvContentPartPr>
              <p14:xfrm>
                <a:off x="4265177" y="529712"/>
                <a:ext cx="44640" cy="2538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93A03CA-0890-FD95-A301-09EB5805DB6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247177" y="512072"/>
                  <a:ext cx="8028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3D191A2-D9B6-03BE-3C86-35807B5FC42E}"/>
                    </a:ext>
                  </a:extLst>
                </p14:cNvPr>
                <p14:cNvContentPartPr/>
                <p14:nvPr/>
              </p14:nvContentPartPr>
              <p14:xfrm>
                <a:off x="4081577" y="454112"/>
                <a:ext cx="366480" cy="4485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3D191A2-D9B6-03BE-3C86-35807B5FC42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063577" y="436112"/>
                  <a:ext cx="402120" cy="48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043CD6AA-33ED-326B-06CE-94ACAF51338E}"/>
              </a:ext>
            </a:extLst>
          </p:cNvPr>
          <p:cNvGrpSpPr/>
          <p:nvPr/>
        </p:nvGrpSpPr>
        <p:grpSpPr>
          <a:xfrm>
            <a:off x="7065977" y="65312"/>
            <a:ext cx="1528920" cy="752760"/>
            <a:chOff x="7065977" y="65312"/>
            <a:chExt cx="1528920" cy="75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4F6279F-9891-6F4F-4AB9-5390C56C9621}"/>
                    </a:ext>
                  </a:extLst>
                </p14:cNvPr>
                <p14:cNvContentPartPr/>
                <p14:nvPr/>
              </p14:nvContentPartPr>
              <p14:xfrm>
                <a:off x="7065977" y="471752"/>
                <a:ext cx="1485360" cy="3463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4F6279F-9891-6F4F-4AB9-5390C56C962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047977" y="454112"/>
                  <a:ext cx="152100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32BF8E6-FDC3-3AC0-BB4A-37E8C06B4E32}"/>
                    </a:ext>
                  </a:extLst>
                </p14:cNvPr>
                <p14:cNvContentPartPr/>
                <p14:nvPr/>
              </p14:nvContentPartPr>
              <p14:xfrm>
                <a:off x="8439017" y="455552"/>
                <a:ext cx="155880" cy="3531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32BF8E6-FDC3-3AC0-BB4A-37E8C06B4E3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421377" y="437912"/>
                  <a:ext cx="19152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90611B7-971D-518B-9D74-D39580E7881A}"/>
                    </a:ext>
                  </a:extLst>
                </p14:cNvPr>
                <p14:cNvContentPartPr/>
                <p14:nvPr/>
              </p14:nvContentPartPr>
              <p14:xfrm>
                <a:off x="8060297" y="175832"/>
                <a:ext cx="24480" cy="122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90611B7-971D-518B-9D74-D39580E7881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042297" y="157832"/>
                  <a:ext cx="6012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F559AF8-B189-B859-2D6C-4BF83E40136E}"/>
                    </a:ext>
                  </a:extLst>
                </p14:cNvPr>
                <p14:cNvContentPartPr/>
                <p14:nvPr/>
              </p14:nvContentPartPr>
              <p14:xfrm>
                <a:off x="7951217" y="158552"/>
                <a:ext cx="239760" cy="1828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F559AF8-B189-B859-2D6C-4BF83E40136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933577" y="140552"/>
                  <a:ext cx="2754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58857F7-A4E9-D47B-A1AE-E7AFDAA25619}"/>
                    </a:ext>
                  </a:extLst>
                </p14:cNvPr>
                <p14:cNvContentPartPr/>
                <p14:nvPr/>
              </p14:nvContentPartPr>
              <p14:xfrm>
                <a:off x="7797137" y="65312"/>
                <a:ext cx="479520" cy="3913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58857F7-A4E9-D47B-A1AE-E7AFDAA25619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779497" y="47312"/>
                  <a:ext cx="515160" cy="42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C0A7A85-75EE-8EFE-98A9-F6446B9C282D}"/>
              </a:ext>
            </a:extLst>
          </p:cNvPr>
          <p:cNvGrpSpPr/>
          <p:nvPr/>
        </p:nvGrpSpPr>
        <p:grpSpPr>
          <a:xfrm>
            <a:off x="10501817" y="813032"/>
            <a:ext cx="1378440" cy="1798560"/>
            <a:chOff x="10501817" y="813032"/>
            <a:chExt cx="1378440" cy="1798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C50DC90-895C-679A-1C34-C3BB17291CFF}"/>
                    </a:ext>
                  </a:extLst>
                </p14:cNvPr>
                <p14:cNvContentPartPr/>
                <p14:nvPr/>
              </p14:nvContentPartPr>
              <p14:xfrm>
                <a:off x="10501817" y="813032"/>
                <a:ext cx="1378440" cy="17985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C50DC90-895C-679A-1C34-C3BB17291CF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483817" y="795032"/>
                  <a:ext cx="1414080" cy="18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A15E7E4-575D-606A-3D5F-DF2423085483}"/>
                    </a:ext>
                  </a:extLst>
                </p14:cNvPr>
                <p14:cNvContentPartPr/>
                <p14:nvPr/>
              </p14:nvContentPartPr>
              <p14:xfrm>
                <a:off x="11387417" y="2364632"/>
                <a:ext cx="236880" cy="2120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A15E7E4-575D-606A-3D5F-DF242308548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1369417" y="2346992"/>
                  <a:ext cx="27252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EF13133-0B3E-1E7D-4CA5-E6F383A08549}"/>
                    </a:ext>
                  </a:extLst>
                </p14:cNvPr>
                <p14:cNvContentPartPr/>
                <p14:nvPr/>
              </p14:nvContentPartPr>
              <p14:xfrm>
                <a:off x="10929497" y="1912832"/>
                <a:ext cx="197640" cy="3376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EF13133-0B3E-1E7D-4CA5-E6F383A0854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911857" y="1895192"/>
                  <a:ext cx="23328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0B5ABC9-23F3-25D7-2BC4-FA57DDC7805F}"/>
                    </a:ext>
                  </a:extLst>
                </p14:cNvPr>
                <p14:cNvContentPartPr/>
                <p14:nvPr/>
              </p14:nvContentPartPr>
              <p14:xfrm>
                <a:off x="10822217" y="1809512"/>
                <a:ext cx="503280" cy="4442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0B5ABC9-23F3-25D7-2BC4-FA57DDC7805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804217" y="1791512"/>
                  <a:ext cx="538920" cy="47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E9F1D583-883A-9E5C-D95F-3BD84615A5C5}"/>
              </a:ext>
            </a:extLst>
          </p:cNvPr>
          <p:cNvGrpSpPr/>
          <p:nvPr/>
        </p:nvGrpSpPr>
        <p:grpSpPr>
          <a:xfrm>
            <a:off x="6589337" y="2379392"/>
            <a:ext cx="2725200" cy="1239480"/>
            <a:chOff x="6589337" y="2379392"/>
            <a:chExt cx="2725200" cy="123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5F1B318-B67E-C724-ADF4-4BB184CB16ED}"/>
                    </a:ext>
                  </a:extLst>
                </p14:cNvPr>
                <p14:cNvContentPartPr/>
                <p14:nvPr/>
              </p14:nvContentPartPr>
              <p14:xfrm>
                <a:off x="6653777" y="2484152"/>
                <a:ext cx="2660760" cy="11347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5F1B318-B67E-C724-ADF4-4BB184CB16E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636137" y="2466512"/>
                  <a:ext cx="2696400" cy="11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DA58E5F-123C-6BD4-3CBE-E4E99E5F4A95}"/>
                    </a:ext>
                  </a:extLst>
                </p14:cNvPr>
                <p14:cNvContentPartPr/>
                <p14:nvPr/>
              </p14:nvContentPartPr>
              <p14:xfrm>
                <a:off x="6589337" y="2379392"/>
                <a:ext cx="204480" cy="1735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DA58E5F-123C-6BD4-3CBE-E4E99E5F4A95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571697" y="2361752"/>
                  <a:ext cx="2401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92843F4-4907-B8DE-116D-71F11AA9D97D}"/>
                    </a:ext>
                  </a:extLst>
                </p14:cNvPr>
                <p14:cNvContentPartPr/>
                <p14:nvPr/>
              </p14:nvContentPartPr>
              <p14:xfrm>
                <a:off x="7674377" y="2859992"/>
                <a:ext cx="226800" cy="2563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92843F4-4907-B8DE-116D-71F11AA9D97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656377" y="2842352"/>
                  <a:ext cx="26244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7717544-21A2-F602-7BA9-88BC366CDDCD}"/>
                    </a:ext>
                  </a:extLst>
                </p14:cNvPr>
                <p14:cNvContentPartPr/>
                <p14:nvPr/>
              </p14:nvContentPartPr>
              <p14:xfrm>
                <a:off x="7838537" y="2979512"/>
                <a:ext cx="17640" cy="2602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7717544-21A2-F602-7BA9-88BC366CDDC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820537" y="2961872"/>
                  <a:ext cx="5328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9FBFEEC-F163-FDA3-2C86-05FBD7E72AA4}"/>
                    </a:ext>
                  </a:extLst>
                </p14:cNvPr>
                <p14:cNvContentPartPr/>
                <p14:nvPr/>
              </p14:nvContentPartPr>
              <p14:xfrm>
                <a:off x="7433897" y="2769272"/>
                <a:ext cx="671760" cy="5792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9FBFEEC-F163-FDA3-2C86-05FBD7E72AA4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415897" y="2751632"/>
                  <a:ext cx="707400" cy="61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052DA7C6-B350-446B-3456-A74BD6E9D3D3}"/>
              </a:ext>
            </a:extLst>
          </p:cNvPr>
          <p:cNvGrpSpPr/>
          <p:nvPr/>
        </p:nvGrpSpPr>
        <p:grpSpPr>
          <a:xfrm>
            <a:off x="62537" y="3657752"/>
            <a:ext cx="11447640" cy="1758240"/>
            <a:chOff x="62537" y="3657752"/>
            <a:chExt cx="11447640" cy="1758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BEBF2AF-84DA-1482-33B9-FB4AAF963B08}"/>
                    </a:ext>
                  </a:extLst>
                </p14:cNvPr>
                <p14:cNvContentPartPr/>
                <p14:nvPr/>
              </p14:nvContentPartPr>
              <p14:xfrm>
                <a:off x="1876937" y="4055192"/>
                <a:ext cx="272160" cy="4140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BEBF2AF-84DA-1482-33B9-FB4AAF963B08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859297" y="4037192"/>
                  <a:ext cx="307800" cy="44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6232C16-EFA4-B00A-5BAB-36FCF015F3AE}"/>
                    </a:ext>
                  </a:extLst>
                </p14:cNvPr>
                <p14:cNvContentPartPr/>
                <p14:nvPr/>
              </p14:nvContentPartPr>
              <p14:xfrm>
                <a:off x="2361857" y="4238432"/>
                <a:ext cx="153360" cy="1443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6232C16-EFA4-B00A-5BAB-36FCF015F3A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343857" y="4220792"/>
                  <a:ext cx="1890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BEC4C4F-D620-CF27-AB18-D8AF94E20773}"/>
                    </a:ext>
                  </a:extLst>
                </p14:cNvPr>
                <p14:cNvContentPartPr/>
                <p14:nvPr/>
              </p14:nvContentPartPr>
              <p14:xfrm>
                <a:off x="2671817" y="4242752"/>
                <a:ext cx="116640" cy="252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BEC4C4F-D620-CF27-AB18-D8AF94E2077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654177" y="4225112"/>
                  <a:ext cx="15228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56E6B66-DE99-A6AB-AA9F-7DB13A7208BA}"/>
                    </a:ext>
                  </a:extLst>
                </p14:cNvPr>
                <p14:cNvContentPartPr/>
                <p14:nvPr/>
              </p14:nvContentPartPr>
              <p14:xfrm>
                <a:off x="2981057" y="4064552"/>
                <a:ext cx="214920" cy="3218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56E6B66-DE99-A6AB-AA9F-7DB13A7208B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963417" y="4046912"/>
                  <a:ext cx="25056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1ACD6EE-F402-9128-044F-B1A488076D4B}"/>
                    </a:ext>
                  </a:extLst>
                </p14:cNvPr>
                <p14:cNvContentPartPr/>
                <p14:nvPr/>
              </p14:nvContentPartPr>
              <p14:xfrm>
                <a:off x="3247097" y="4221152"/>
                <a:ext cx="138960" cy="1850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1ACD6EE-F402-9128-044F-B1A488076D4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229457" y="4203152"/>
                  <a:ext cx="17460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865C4B9-FA9E-E53C-E1B7-A879B6363C5F}"/>
                    </a:ext>
                  </a:extLst>
                </p14:cNvPr>
                <p14:cNvContentPartPr/>
                <p14:nvPr/>
              </p14:nvContentPartPr>
              <p14:xfrm>
                <a:off x="3489377" y="4259672"/>
                <a:ext cx="106200" cy="536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865C4B9-FA9E-E53C-E1B7-A879B6363C5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471377" y="4242032"/>
                  <a:ext cx="1418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3D75B95-EC61-5370-BBFF-391BCA2D19BE}"/>
                    </a:ext>
                  </a:extLst>
                </p14:cNvPr>
                <p14:cNvContentPartPr/>
                <p14:nvPr/>
              </p14:nvContentPartPr>
              <p14:xfrm>
                <a:off x="3702857" y="4188392"/>
                <a:ext cx="32760" cy="1407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3D75B95-EC61-5370-BBFF-391BCA2D19BE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684857" y="4170392"/>
                  <a:ext cx="684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83FD606C-B016-89C2-A6B8-02A0CBD6DAE9}"/>
                    </a:ext>
                  </a:extLst>
                </p14:cNvPr>
                <p14:cNvContentPartPr/>
                <p14:nvPr/>
              </p14:nvContentPartPr>
              <p14:xfrm>
                <a:off x="3712577" y="4035752"/>
                <a:ext cx="8280" cy="241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83FD606C-B016-89C2-A6B8-02A0CBD6DAE9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3694937" y="4018112"/>
                  <a:ext cx="4392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D2AC221-129E-129C-56A6-E313C7AF86AF}"/>
                    </a:ext>
                  </a:extLst>
                </p14:cNvPr>
                <p14:cNvContentPartPr/>
                <p14:nvPr/>
              </p14:nvContentPartPr>
              <p14:xfrm>
                <a:off x="3874217" y="4120352"/>
                <a:ext cx="104400" cy="1958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D2AC221-129E-129C-56A6-E313C7AF86AF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856217" y="4102352"/>
                  <a:ext cx="1400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9F7D426-4691-0992-0C15-FFAF515B6BE5}"/>
                    </a:ext>
                  </a:extLst>
                </p14:cNvPr>
                <p14:cNvContentPartPr/>
                <p14:nvPr/>
              </p14:nvContentPartPr>
              <p14:xfrm>
                <a:off x="4069337" y="4132232"/>
                <a:ext cx="163080" cy="1512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9F7D426-4691-0992-0C15-FFAF515B6BE5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051337" y="4114592"/>
                  <a:ext cx="1987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64F0531-0F49-A6BF-7D57-FB4D7F2C7C63}"/>
                    </a:ext>
                  </a:extLst>
                </p14:cNvPr>
                <p14:cNvContentPartPr/>
                <p14:nvPr/>
              </p14:nvContentPartPr>
              <p14:xfrm>
                <a:off x="2557697" y="4708952"/>
                <a:ext cx="8640" cy="3128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64F0531-0F49-A6BF-7D57-FB4D7F2C7C6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539697" y="4690952"/>
                  <a:ext cx="4428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32965F5-0366-2166-C568-16D2725A8CA4}"/>
                    </a:ext>
                  </a:extLst>
                </p14:cNvPr>
                <p14:cNvContentPartPr/>
                <p14:nvPr/>
              </p14:nvContentPartPr>
              <p14:xfrm>
                <a:off x="2524937" y="4728032"/>
                <a:ext cx="344160" cy="1659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32965F5-0366-2166-C568-16D2725A8CA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507297" y="4710392"/>
                  <a:ext cx="3798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7818142-61DC-42D6-4387-91CF8941D2BE}"/>
                    </a:ext>
                  </a:extLst>
                </p14:cNvPr>
                <p14:cNvContentPartPr/>
                <p14:nvPr/>
              </p14:nvContentPartPr>
              <p14:xfrm>
                <a:off x="3027857" y="4677992"/>
                <a:ext cx="195120" cy="2383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7818142-61DC-42D6-4387-91CF8941D2B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010217" y="4660352"/>
                  <a:ext cx="23076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7ECA72E-9C70-09A0-9665-AA6111528CAA}"/>
                    </a:ext>
                  </a:extLst>
                </p14:cNvPr>
                <p14:cNvContentPartPr/>
                <p14:nvPr/>
              </p14:nvContentPartPr>
              <p14:xfrm>
                <a:off x="1518017" y="3763592"/>
                <a:ext cx="2970000" cy="14724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7ECA72E-9C70-09A0-9665-AA6111528CA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500377" y="3745592"/>
                  <a:ext cx="3005640" cy="150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8C169F2-7F59-8213-030F-2268739B5CE6}"/>
                    </a:ext>
                  </a:extLst>
                </p14:cNvPr>
                <p14:cNvContentPartPr/>
                <p14:nvPr/>
              </p14:nvContentPartPr>
              <p14:xfrm>
                <a:off x="1659137" y="4232672"/>
                <a:ext cx="83880" cy="11833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8C169F2-7F59-8213-030F-2268739B5CE6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641497" y="4214672"/>
                  <a:ext cx="119520" cy="12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17245002-0A0A-3E76-7052-48E95772D727}"/>
                    </a:ext>
                  </a:extLst>
                </p14:cNvPr>
                <p14:cNvContentPartPr/>
                <p14:nvPr/>
              </p14:nvContentPartPr>
              <p14:xfrm>
                <a:off x="62537" y="3657752"/>
                <a:ext cx="11447640" cy="31572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17245002-0A0A-3E76-7052-48E95772D72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4897" y="3640112"/>
                  <a:ext cx="11483280" cy="35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C8D9EA78-559E-476B-31E6-52D5FCC3AE98}"/>
              </a:ext>
            </a:extLst>
          </p:cNvPr>
          <p:cNvGrpSpPr/>
          <p:nvPr/>
        </p:nvGrpSpPr>
        <p:grpSpPr>
          <a:xfrm>
            <a:off x="4461017" y="4501232"/>
            <a:ext cx="5279760" cy="2010960"/>
            <a:chOff x="4461017" y="4501232"/>
            <a:chExt cx="5279760" cy="201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76B1C0A-83A1-D2D3-6D4E-7957A357771D}"/>
                    </a:ext>
                  </a:extLst>
                </p14:cNvPr>
                <p14:cNvContentPartPr/>
                <p14:nvPr/>
              </p14:nvContentPartPr>
              <p14:xfrm>
                <a:off x="4754417" y="5481152"/>
                <a:ext cx="158040" cy="4136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76B1C0A-83A1-D2D3-6D4E-7957A357771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736777" y="5463512"/>
                  <a:ext cx="193680" cy="44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4F1CD2DD-316E-12AC-6B72-A70B5E7A88B8}"/>
                    </a:ext>
                  </a:extLst>
                </p14:cNvPr>
                <p14:cNvContentPartPr/>
                <p14:nvPr/>
              </p14:nvContentPartPr>
              <p14:xfrm>
                <a:off x="4940537" y="5621192"/>
                <a:ext cx="361440" cy="1674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4F1CD2DD-316E-12AC-6B72-A70B5E7A88B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922537" y="5603192"/>
                  <a:ext cx="39708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198D424-7C4B-9AB0-5F10-110A9EA67204}"/>
                    </a:ext>
                  </a:extLst>
                </p14:cNvPr>
                <p14:cNvContentPartPr/>
                <p14:nvPr/>
              </p14:nvContentPartPr>
              <p14:xfrm>
                <a:off x="5421497" y="5592752"/>
                <a:ext cx="94320" cy="24732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198D424-7C4B-9AB0-5F10-110A9EA6720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403857" y="5574752"/>
                  <a:ext cx="12996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BBDC92E0-FE5A-A785-8474-F77B152F2012}"/>
                    </a:ext>
                  </a:extLst>
                </p14:cNvPr>
                <p14:cNvContentPartPr/>
                <p14:nvPr/>
              </p14:nvContentPartPr>
              <p14:xfrm>
                <a:off x="5615537" y="5661872"/>
                <a:ext cx="138240" cy="1555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BBDC92E0-FE5A-A785-8474-F77B152F201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597897" y="5644232"/>
                  <a:ext cx="17388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7EC2E25-1918-C68B-15A8-E6FD50B6C063}"/>
                    </a:ext>
                  </a:extLst>
                </p14:cNvPr>
                <p14:cNvContentPartPr/>
                <p14:nvPr/>
              </p14:nvContentPartPr>
              <p14:xfrm>
                <a:off x="5774657" y="5596712"/>
                <a:ext cx="162000" cy="1951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7EC2E25-1918-C68B-15A8-E6FD50B6C063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757017" y="5579072"/>
                  <a:ext cx="19764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394D31CF-4BE5-1DAB-0603-981CC800D932}"/>
                    </a:ext>
                  </a:extLst>
                </p14:cNvPr>
                <p14:cNvContentPartPr/>
                <p14:nvPr/>
              </p14:nvContentPartPr>
              <p14:xfrm>
                <a:off x="6084617" y="5606072"/>
                <a:ext cx="107280" cy="1980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394D31CF-4BE5-1DAB-0603-981CC800D93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066977" y="5588432"/>
                  <a:ext cx="14292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DA34A21-060A-4E5E-77EB-7A48725AB5D9}"/>
                    </a:ext>
                  </a:extLst>
                </p14:cNvPr>
                <p14:cNvContentPartPr/>
                <p14:nvPr/>
              </p14:nvContentPartPr>
              <p14:xfrm>
                <a:off x="4517537" y="5149592"/>
                <a:ext cx="1940040" cy="1558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DA34A21-060A-4E5E-77EB-7A48725AB5D9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4499537" y="5131592"/>
                  <a:ext cx="19756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6D79D305-0785-F4A2-0D55-17317BE328FF}"/>
                    </a:ext>
                  </a:extLst>
                </p14:cNvPr>
                <p14:cNvContentPartPr/>
                <p14:nvPr/>
              </p14:nvContentPartPr>
              <p14:xfrm>
                <a:off x="4923617" y="5142032"/>
                <a:ext cx="1659240" cy="12153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6D79D305-0785-F4A2-0D55-17317BE328FF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905977" y="5124392"/>
                  <a:ext cx="1694880" cy="12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23036DC-068D-B812-D175-97893F2DC2A0}"/>
                    </a:ext>
                  </a:extLst>
                </p14:cNvPr>
                <p14:cNvContentPartPr/>
                <p14:nvPr/>
              </p14:nvContentPartPr>
              <p14:xfrm>
                <a:off x="4461017" y="5323472"/>
                <a:ext cx="131400" cy="9165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23036DC-068D-B812-D175-97893F2DC2A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4443377" y="5305472"/>
                  <a:ext cx="167040" cy="9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463194B-226F-6033-1B86-EFE4B5825BE6}"/>
                    </a:ext>
                  </a:extLst>
                </p14:cNvPr>
                <p14:cNvContentPartPr/>
                <p14:nvPr/>
              </p14:nvContentPartPr>
              <p14:xfrm>
                <a:off x="6744497" y="5066072"/>
                <a:ext cx="1050120" cy="4093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463194B-226F-6033-1B86-EFE4B5825BE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726497" y="5048072"/>
                  <a:ext cx="1085760" cy="4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6764773-188E-BF11-A653-B6BE5133E9E1}"/>
                    </a:ext>
                  </a:extLst>
                </p14:cNvPr>
                <p14:cNvContentPartPr/>
                <p14:nvPr/>
              </p14:nvContentPartPr>
              <p14:xfrm>
                <a:off x="6645137" y="5211152"/>
                <a:ext cx="254880" cy="4186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6764773-188E-BF11-A653-B6BE5133E9E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627137" y="5193512"/>
                  <a:ext cx="290520" cy="45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5BAEC3AE-9400-543A-2829-539F65F2E527}"/>
                    </a:ext>
                  </a:extLst>
                </p14:cNvPr>
                <p14:cNvContentPartPr/>
                <p14:nvPr/>
              </p14:nvContentPartPr>
              <p14:xfrm>
                <a:off x="7634417" y="5001632"/>
                <a:ext cx="185400" cy="1962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5BAEC3AE-9400-543A-2829-539F65F2E527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616777" y="4983632"/>
                  <a:ext cx="2210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75BF741-A7C2-EAD8-03C4-B65F1FEA0AA8}"/>
                    </a:ext>
                  </a:extLst>
                </p14:cNvPr>
                <p14:cNvContentPartPr/>
                <p14:nvPr/>
              </p14:nvContentPartPr>
              <p14:xfrm>
                <a:off x="7870217" y="4713272"/>
                <a:ext cx="154800" cy="10760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75BF741-A7C2-EAD8-03C4-B65F1FEA0AA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852217" y="4695632"/>
                  <a:ext cx="190440" cy="11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B7D9A27-5A3A-BB60-D12B-1F0A978F8B4E}"/>
                    </a:ext>
                  </a:extLst>
                </p14:cNvPr>
                <p14:cNvContentPartPr/>
                <p14:nvPr/>
              </p14:nvContentPartPr>
              <p14:xfrm>
                <a:off x="7881017" y="4508792"/>
                <a:ext cx="1636920" cy="810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B7D9A27-5A3A-BB60-D12B-1F0A978F8B4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863017" y="4490792"/>
                  <a:ext cx="16725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F546666-946E-633D-67A6-C4842423263C}"/>
                    </a:ext>
                  </a:extLst>
                </p14:cNvPr>
                <p14:cNvContentPartPr/>
                <p14:nvPr/>
              </p14:nvContentPartPr>
              <p14:xfrm>
                <a:off x="8059937" y="4501232"/>
                <a:ext cx="1680840" cy="11512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F546666-946E-633D-67A6-C4842423263C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041937" y="4483232"/>
                  <a:ext cx="1716480" cy="11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D91C54B5-BEF8-AF19-CFBB-06EBA842BA8A}"/>
                    </a:ext>
                  </a:extLst>
                </p14:cNvPr>
                <p14:cNvContentPartPr/>
                <p14:nvPr/>
              </p14:nvContentPartPr>
              <p14:xfrm>
                <a:off x="8139857" y="4858712"/>
                <a:ext cx="42840" cy="3589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D91C54B5-BEF8-AF19-CFBB-06EBA842BA8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122217" y="4841072"/>
                  <a:ext cx="7848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AB7BD4F5-4709-E7A5-819A-96C7DF606ACB}"/>
                    </a:ext>
                  </a:extLst>
                </p14:cNvPr>
                <p14:cNvContentPartPr/>
                <p14:nvPr/>
              </p14:nvContentPartPr>
              <p14:xfrm>
                <a:off x="8205737" y="4816952"/>
                <a:ext cx="78840" cy="1368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AB7BD4F5-4709-E7A5-819A-96C7DF606AC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8188097" y="4799312"/>
                  <a:ext cx="1144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BE0348A-4629-E1E4-A2FD-DB4E64E06882}"/>
                    </a:ext>
                  </a:extLst>
                </p14:cNvPr>
                <p14:cNvContentPartPr/>
                <p14:nvPr/>
              </p14:nvContentPartPr>
              <p14:xfrm>
                <a:off x="8427137" y="4857992"/>
                <a:ext cx="218880" cy="2163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BE0348A-4629-E1E4-A2FD-DB4E64E0688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409497" y="4839992"/>
                  <a:ext cx="25452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532030EE-01F8-DDFA-8EFE-C1638C42C270}"/>
                    </a:ext>
                  </a:extLst>
                </p14:cNvPr>
                <p14:cNvContentPartPr/>
                <p14:nvPr/>
              </p14:nvContentPartPr>
              <p14:xfrm>
                <a:off x="8758697" y="4953752"/>
                <a:ext cx="108000" cy="13896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532030EE-01F8-DDFA-8EFE-C1638C42C27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741057" y="4936112"/>
                  <a:ext cx="1436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7864018D-F30D-BC46-D5D1-03147423620A}"/>
                    </a:ext>
                  </a:extLst>
                </p14:cNvPr>
                <p14:cNvContentPartPr/>
                <p14:nvPr/>
              </p14:nvContentPartPr>
              <p14:xfrm>
                <a:off x="8931857" y="4931072"/>
                <a:ext cx="264240" cy="1576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7864018D-F30D-BC46-D5D1-03147423620A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8914217" y="4913072"/>
                  <a:ext cx="29988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A01145AE-D75A-3179-72F4-EDE910175213}"/>
                    </a:ext>
                  </a:extLst>
                </p14:cNvPr>
                <p14:cNvContentPartPr/>
                <p14:nvPr/>
              </p14:nvContentPartPr>
              <p14:xfrm>
                <a:off x="9272057" y="4927472"/>
                <a:ext cx="105480" cy="1630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A01145AE-D75A-3179-72F4-EDE91017521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254057" y="4909832"/>
                  <a:ext cx="14112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4E12399-82AC-F95D-E543-E9A1F2652BEE}"/>
                    </a:ext>
                  </a:extLst>
                </p14:cNvPr>
                <p14:cNvContentPartPr/>
                <p14:nvPr/>
              </p14:nvContentPartPr>
              <p14:xfrm>
                <a:off x="8494097" y="5734952"/>
                <a:ext cx="75240" cy="2919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4E12399-82AC-F95D-E543-E9A1F2652BE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8476457" y="5717312"/>
                  <a:ext cx="1108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19BB3A21-816E-714B-A3D6-8EF03214FFEE}"/>
                    </a:ext>
                  </a:extLst>
                </p14:cNvPr>
                <p14:cNvContentPartPr/>
                <p14:nvPr/>
              </p14:nvContentPartPr>
              <p14:xfrm>
                <a:off x="8674817" y="5888312"/>
                <a:ext cx="107640" cy="10440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19BB3A21-816E-714B-A3D6-8EF03214FFEE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8656817" y="5870672"/>
                  <a:ext cx="1432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08A2930-06CA-0CDB-9581-0C223B2E5007}"/>
                    </a:ext>
                  </a:extLst>
                </p14:cNvPr>
                <p14:cNvContentPartPr/>
                <p14:nvPr/>
              </p14:nvContentPartPr>
              <p14:xfrm>
                <a:off x="8922857" y="5863472"/>
                <a:ext cx="69480" cy="1440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08A2930-06CA-0CDB-9581-0C223B2E500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8904857" y="5845472"/>
                  <a:ext cx="1051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DA78D76-B6AF-A0D2-06EE-54030ED9F520}"/>
                    </a:ext>
                  </a:extLst>
                </p14:cNvPr>
                <p14:cNvContentPartPr/>
                <p14:nvPr/>
              </p14:nvContentPartPr>
              <p14:xfrm>
                <a:off x="9097457" y="5731352"/>
                <a:ext cx="353520" cy="2959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DA78D76-B6AF-A0D2-06EE-54030ED9F52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079457" y="5713352"/>
                  <a:ext cx="38916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4FCF138-1EC0-797B-C653-F8FA4433EC81}"/>
                    </a:ext>
                  </a:extLst>
                </p14:cNvPr>
                <p14:cNvContentPartPr/>
                <p14:nvPr/>
              </p14:nvContentPartPr>
              <p14:xfrm>
                <a:off x="8713337" y="6334352"/>
                <a:ext cx="290880" cy="1778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4FCF138-1EC0-797B-C653-F8FA4433EC81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8695697" y="6316712"/>
                  <a:ext cx="32652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D3B169AE-BBF5-E59D-C23D-E5D6D3CC0AA2}"/>
                    </a:ext>
                  </a:extLst>
                </p14:cNvPr>
                <p14:cNvContentPartPr/>
                <p14:nvPr/>
              </p14:nvContentPartPr>
              <p14:xfrm>
                <a:off x="9187457" y="6262712"/>
                <a:ext cx="189000" cy="20844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D3B169AE-BBF5-E59D-C23D-E5D6D3CC0AA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169817" y="6245072"/>
                  <a:ext cx="22464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6C15CA11-549D-54EE-A875-CC6B8BD6FD21}"/>
                    </a:ext>
                  </a:extLst>
                </p14:cNvPr>
                <p14:cNvContentPartPr/>
                <p14:nvPr/>
              </p14:nvContentPartPr>
              <p14:xfrm>
                <a:off x="6995057" y="5637392"/>
                <a:ext cx="892800" cy="71172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6C15CA11-549D-54EE-A875-CC6B8BD6FD21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977417" y="5619752"/>
                  <a:ext cx="928440" cy="74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4E9B93B-B975-0827-A0C6-F66E1D5D04E7}"/>
                    </a:ext>
                  </a:extLst>
                </p14:cNvPr>
                <p14:cNvContentPartPr/>
                <p14:nvPr/>
              </p14:nvContentPartPr>
              <p14:xfrm>
                <a:off x="6956537" y="6140312"/>
                <a:ext cx="172800" cy="21348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4E9B93B-B975-0827-A0C6-F66E1D5D04E7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938897" y="6122312"/>
                  <a:ext cx="208440" cy="24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AF450EE1-CDB6-1475-E0B5-57CDD264DA04}"/>
              </a:ext>
            </a:extLst>
          </p:cNvPr>
          <p:cNvGrpSpPr/>
          <p:nvPr/>
        </p:nvGrpSpPr>
        <p:grpSpPr>
          <a:xfrm>
            <a:off x="1524137" y="5646032"/>
            <a:ext cx="2647800" cy="916560"/>
            <a:chOff x="1524137" y="5646032"/>
            <a:chExt cx="2647800" cy="91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4E423E39-FA50-0217-5237-801811B090D8}"/>
                    </a:ext>
                  </a:extLst>
                </p14:cNvPr>
                <p14:cNvContentPartPr/>
                <p14:nvPr/>
              </p14:nvContentPartPr>
              <p14:xfrm>
                <a:off x="1534217" y="5814512"/>
                <a:ext cx="19440" cy="3553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4E423E39-FA50-0217-5237-801811B090D8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516577" y="5796872"/>
                  <a:ext cx="55080" cy="39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0F6014C6-A936-BA17-2941-10B963892AAC}"/>
                    </a:ext>
                  </a:extLst>
                </p14:cNvPr>
                <p14:cNvContentPartPr/>
                <p14:nvPr/>
              </p14:nvContentPartPr>
              <p14:xfrm>
                <a:off x="1524137" y="5819552"/>
                <a:ext cx="278640" cy="22032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0F6014C6-A936-BA17-2941-10B963892AAC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506497" y="5801912"/>
                  <a:ext cx="31428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4C190F68-149C-7CA0-6A1A-7175030A925B}"/>
                    </a:ext>
                  </a:extLst>
                </p14:cNvPr>
                <p14:cNvContentPartPr/>
                <p14:nvPr/>
              </p14:nvContentPartPr>
              <p14:xfrm>
                <a:off x="1873337" y="5876432"/>
                <a:ext cx="142560" cy="1854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4C190F68-149C-7CA0-6A1A-7175030A925B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855337" y="5858792"/>
                  <a:ext cx="17820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FCB88796-6618-6872-22F0-AF3583AF4040}"/>
                    </a:ext>
                  </a:extLst>
                </p14:cNvPr>
                <p14:cNvContentPartPr/>
                <p14:nvPr/>
              </p14:nvContentPartPr>
              <p14:xfrm>
                <a:off x="2063057" y="5915312"/>
                <a:ext cx="227160" cy="12168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FCB88796-6618-6872-22F0-AF3583AF4040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045417" y="5897672"/>
                  <a:ext cx="2628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AA20F38F-7FC0-B7F8-F354-8D5F81F796D7}"/>
                    </a:ext>
                  </a:extLst>
                </p14:cNvPr>
                <p14:cNvContentPartPr/>
                <p14:nvPr/>
              </p14:nvContentPartPr>
              <p14:xfrm>
                <a:off x="2371577" y="5871752"/>
                <a:ext cx="53280" cy="1144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AA20F38F-7FC0-B7F8-F354-8D5F81F796D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353577" y="5853752"/>
                  <a:ext cx="889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5CFF883E-DF77-40D2-30DB-F5EC553A7C3C}"/>
                    </a:ext>
                  </a:extLst>
                </p14:cNvPr>
                <p14:cNvContentPartPr/>
                <p14:nvPr/>
              </p14:nvContentPartPr>
              <p14:xfrm>
                <a:off x="2469137" y="5796512"/>
                <a:ext cx="95760" cy="14040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5CFF883E-DF77-40D2-30DB-F5EC553A7C3C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2451137" y="5778512"/>
                  <a:ext cx="1314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146922C1-1D24-02B4-184E-4F54E1CF6FB8}"/>
                    </a:ext>
                  </a:extLst>
                </p14:cNvPr>
                <p14:cNvContentPartPr/>
                <p14:nvPr/>
              </p14:nvContentPartPr>
              <p14:xfrm>
                <a:off x="2706377" y="5774192"/>
                <a:ext cx="147960" cy="30168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146922C1-1D24-02B4-184E-4F54E1CF6FB8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2688377" y="5756552"/>
                  <a:ext cx="18360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7D75E31C-691B-42A0-21BB-F6D005FAA937}"/>
                    </a:ext>
                  </a:extLst>
                </p14:cNvPr>
                <p14:cNvContentPartPr/>
                <p14:nvPr/>
              </p14:nvContentPartPr>
              <p14:xfrm>
                <a:off x="3163217" y="5780672"/>
                <a:ext cx="15120" cy="1202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7D75E31C-691B-42A0-21BB-F6D005FAA937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145217" y="5763032"/>
                  <a:ext cx="507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DE5C93F2-7175-F93A-C9AA-93D2CB73EBBA}"/>
                    </a:ext>
                  </a:extLst>
                </p14:cNvPr>
                <p14:cNvContentPartPr/>
                <p14:nvPr/>
              </p14:nvContentPartPr>
              <p14:xfrm>
                <a:off x="3104537" y="5646032"/>
                <a:ext cx="26280" cy="486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DE5C93F2-7175-F93A-C9AA-93D2CB73EBBA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086897" y="5628032"/>
                  <a:ext cx="6192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AF6E0184-D9D3-8842-875F-6A3BBF17C873}"/>
                    </a:ext>
                  </a:extLst>
                </p14:cNvPr>
                <p14:cNvContentPartPr/>
                <p14:nvPr/>
              </p14:nvContentPartPr>
              <p14:xfrm>
                <a:off x="3309737" y="5709032"/>
                <a:ext cx="82440" cy="23652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AF6E0184-D9D3-8842-875F-6A3BBF17C873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291737" y="5691392"/>
                  <a:ext cx="11808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FA660EA-65F0-3A83-DE57-DA8F0B8B2DF3}"/>
                    </a:ext>
                  </a:extLst>
                </p14:cNvPr>
                <p14:cNvContentPartPr/>
                <p14:nvPr/>
              </p14:nvContentPartPr>
              <p14:xfrm>
                <a:off x="2035697" y="6399512"/>
                <a:ext cx="219600" cy="16308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FA660EA-65F0-3A83-DE57-DA8F0B8B2DF3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2018057" y="6381872"/>
                  <a:ext cx="2552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51EE2A2-6BB9-3AD7-FA24-8DB37D196045}"/>
                    </a:ext>
                  </a:extLst>
                </p14:cNvPr>
                <p14:cNvContentPartPr/>
                <p14:nvPr/>
              </p14:nvContentPartPr>
              <p14:xfrm>
                <a:off x="2342057" y="6295472"/>
                <a:ext cx="151560" cy="25092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51EE2A2-6BB9-3AD7-FA24-8DB37D196045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2324417" y="6277832"/>
                  <a:ext cx="1872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FF50E3C-A39A-CC9A-4232-1EB6FAC2C7E8}"/>
                    </a:ext>
                  </a:extLst>
                </p14:cNvPr>
                <p14:cNvContentPartPr/>
                <p14:nvPr/>
              </p14:nvContentPartPr>
              <p14:xfrm>
                <a:off x="2427377" y="6298352"/>
                <a:ext cx="89640" cy="1339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FF50E3C-A39A-CC9A-4232-1EB6FAC2C7E8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2409377" y="6280712"/>
                  <a:ext cx="12528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9831D72E-817A-3124-3778-7A3611529BD7}"/>
                    </a:ext>
                  </a:extLst>
                </p14:cNvPr>
                <p14:cNvContentPartPr/>
                <p14:nvPr/>
              </p14:nvContentPartPr>
              <p14:xfrm>
                <a:off x="2558057" y="6243632"/>
                <a:ext cx="136080" cy="17244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9831D72E-817A-3124-3778-7A3611529BD7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2540417" y="6225632"/>
                  <a:ext cx="1717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1E07D5A8-6B42-CC8B-6401-F6ED1E2B2E99}"/>
                    </a:ext>
                  </a:extLst>
                </p14:cNvPr>
                <p14:cNvContentPartPr/>
                <p14:nvPr/>
              </p14:nvContentPartPr>
              <p14:xfrm>
                <a:off x="2786297" y="6220592"/>
                <a:ext cx="177120" cy="11808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1E07D5A8-6B42-CC8B-6401-F6ED1E2B2E9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2768657" y="6202592"/>
                  <a:ext cx="2127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015C6C24-55B2-B447-8ED2-8751859D62D7}"/>
                    </a:ext>
                  </a:extLst>
                </p14:cNvPr>
                <p14:cNvContentPartPr/>
                <p14:nvPr/>
              </p14:nvContentPartPr>
              <p14:xfrm>
                <a:off x="3071417" y="6122672"/>
                <a:ext cx="90720" cy="13284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015C6C24-55B2-B447-8ED2-8751859D62D7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3053777" y="6104672"/>
                  <a:ext cx="1263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61F38313-5CAE-DD3A-1008-67C664F82F73}"/>
                    </a:ext>
                  </a:extLst>
                </p14:cNvPr>
                <p14:cNvContentPartPr/>
                <p14:nvPr/>
              </p14:nvContentPartPr>
              <p14:xfrm>
                <a:off x="3267977" y="6089552"/>
                <a:ext cx="91800" cy="20484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61F38313-5CAE-DD3A-1008-67C664F82F73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3250337" y="6071552"/>
                  <a:ext cx="12744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0BB3E96B-E349-0671-9467-B5B6A482373C}"/>
                    </a:ext>
                  </a:extLst>
                </p14:cNvPr>
                <p14:cNvContentPartPr/>
                <p14:nvPr/>
              </p14:nvContentPartPr>
              <p14:xfrm>
                <a:off x="3415577" y="6035912"/>
                <a:ext cx="500040" cy="21996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0BB3E96B-E349-0671-9467-B5B6A482373C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3397577" y="6017912"/>
                  <a:ext cx="53568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B1F7F387-2D33-246E-DF2B-CB43CE2A15AD}"/>
                    </a:ext>
                  </a:extLst>
                </p14:cNvPr>
                <p14:cNvContentPartPr/>
                <p14:nvPr/>
              </p14:nvContentPartPr>
              <p14:xfrm>
                <a:off x="4034057" y="5840792"/>
                <a:ext cx="83880" cy="28008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B1F7F387-2D33-246E-DF2B-CB43CE2A15AD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016057" y="5823152"/>
                  <a:ext cx="11952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DCD2BE06-96D9-ABB5-E91E-7CB9602BBC92}"/>
                    </a:ext>
                  </a:extLst>
                </p14:cNvPr>
                <p14:cNvContentPartPr/>
                <p14:nvPr/>
              </p14:nvContentPartPr>
              <p14:xfrm>
                <a:off x="4166177" y="6295832"/>
                <a:ext cx="5760" cy="140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DCD2BE06-96D9-ABB5-E91E-7CB9602BBC92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148177" y="6277832"/>
                  <a:ext cx="41400" cy="49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67072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EE3B8-2A85-6BCC-B2D1-C8563DF14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Sub-</a:t>
            </a:r>
            <a:r>
              <a:rPr lang="en-US" dirty="0" err="1"/>
              <a:t>mW</a:t>
            </a:r>
            <a:r>
              <a:rPr lang="en-US" dirty="0"/>
              <a:t> computing vs 100s of </a:t>
            </a:r>
            <a:r>
              <a:rPr lang="en-US" dirty="0" err="1"/>
              <a:t>mW</a:t>
            </a:r>
            <a:r>
              <a:rPr lang="en-US" dirty="0"/>
              <a:t> computing</a:t>
            </a:r>
          </a:p>
        </p:txBody>
      </p:sp>
      <p:pic>
        <p:nvPicPr>
          <p:cNvPr id="6" name="Content Placeholder 5" descr="A close-up of a computer chip&#10;&#10;Description automatically generated">
            <a:extLst>
              <a:ext uri="{FF2B5EF4-FFF2-40B4-BE49-F238E27FC236}">
                <a16:creationId xmlns:a16="http://schemas.microsoft.com/office/drawing/2014/main" id="{1BDC843A-FF75-AEC8-AA2B-91EB88814D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5746" y="1340595"/>
            <a:ext cx="7640507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F22D8-B60A-6961-A6C6-F032B2341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F42915C-21CD-6522-BE28-7707467A11A5}"/>
              </a:ext>
            </a:extLst>
          </p:cNvPr>
          <p:cNvGrpSpPr/>
          <p:nvPr/>
        </p:nvGrpSpPr>
        <p:grpSpPr>
          <a:xfrm>
            <a:off x="846977" y="4436792"/>
            <a:ext cx="1434240" cy="1029960"/>
            <a:chOff x="846977" y="4436792"/>
            <a:chExt cx="1434240" cy="1029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4C9DEEB-C500-A611-7379-0CE5130178D8}"/>
                    </a:ext>
                  </a:extLst>
                </p14:cNvPr>
                <p14:cNvContentPartPr/>
                <p14:nvPr/>
              </p14:nvContentPartPr>
              <p14:xfrm>
                <a:off x="1081697" y="4796072"/>
                <a:ext cx="303120" cy="2163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4C9DEEB-C500-A611-7379-0CE5130178D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063697" y="4778432"/>
                  <a:ext cx="33876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3DE33C3-B2D9-FDE8-F4B8-EB831D6C48CC}"/>
                    </a:ext>
                  </a:extLst>
                </p14:cNvPr>
                <p14:cNvContentPartPr/>
                <p14:nvPr/>
              </p14:nvContentPartPr>
              <p14:xfrm>
                <a:off x="1454657" y="4537232"/>
                <a:ext cx="364320" cy="3398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3DE33C3-B2D9-FDE8-F4B8-EB831D6C48C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437017" y="4519232"/>
                  <a:ext cx="39996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136BE93-E590-2590-A621-1D92DF1F7C88}"/>
                    </a:ext>
                  </a:extLst>
                </p14:cNvPr>
                <p14:cNvContentPartPr/>
                <p14:nvPr/>
              </p14:nvContentPartPr>
              <p14:xfrm>
                <a:off x="846977" y="4436792"/>
                <a:ext cx="1434240" cy="8841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136BE93-E590-2590-A621-1D92DF1F7C8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28977" y="4418792"/>
                  <a:ext cx="1469880" cy="9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6473C63-ECDF-3332-79E8-2A6A64FEB139}"/>
                    </a:ext>
                  </a:extLst>
                </p14:cNvPr>
                <p14:cNvContentPartPr/>
                <p14:nvPr/>
              </p14:nvContentPartPr>
              <p14:xfrm>
                <a:off x="868217" y="4784552"/>
                <a:ext cx="170280" cy="6822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6473C63-ECDF-3332-79E8-2A6A64FEB13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50217" y="4766912"/>
                  <a:ext cx="205920" cy="71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62AFF2C-53C3-AF52-9E01-6F46EB20EA6B}"/>
              </a:ext>
            </a:extLst>
          </p:cNvPr>
          <p:cNvGrpSpPr/>
          <p:nvPr/>
        </p:nvGrpSpPr>
        <p:grpSpPr>
          <a:xfrm>
            <a:off x="920417" y="1521512"/>
            <a:ext cx="2023200" cy="1130400"/>
            <a:chOff x="920417" y="1521512"/>
            <a:chExt cx="2023200" cy="1130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43DB4A9-6DCD-D495-CC7F-43653D72A8E6}"/>
                    </a:ext>
                  </a:extLst>
                </p14:cNvPr>
                <p14:cNvContentPartPr/>
                <p14:nvPr/>
              </p14:nvContentPartPr>
              <p14:xfrm>
                <a:off x="920417" y="1677032"/>
                <a:ext cx="77760" cy="4255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43DB4A9-6DCD-D495-CC7F-43653D72A8E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02777" y="1659032"/>
                  <a:ext cx="11340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B14292F-C20A-14F2-28D7-43F3D6EBFA80}"/>
                    </a:ext>
                  </a:extLst>
                </p14:cNvPr>
                <p14:cNvContentPartPr/>
                <p14:nvPr/>
              </p14:nvContentPartPr>
              <p14:xfrm>
                <a:off x="1027697" y="1702232"/>
                <a:ext cx="214200" cy="2530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B14292F-C20A-14F2-28D7-43F3D6EBFA8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10057" y="1684232"/>
                  <a:ext cx="24984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CB7C6F6-E0B6-1FEC-2E7F-BB29AB6355CF}"/>
                    </a:ext>
                  </a:extLst>
                </p14:cNvPr>
                <p14:cNvContentPartPr/>
                <p14:nvPr/>
              </p14:nvContentPartPr>
              <p14:xfrm>
                <a:off x="1301297" y="1706192"/>
                <a:ext cx="113760" cy="1684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CB7C6F6-E0B6-1FEC-2E7F-BB29AB6355C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283297" y="1688192"/>
                  <a:ext cx="1494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B540432-06C1-8E44-9D23-5DA5484C4AAC}"/>
                    </a:ext>
                  </a:extLst>
                </p14:cNvPr>
                <p14:cNvContentPartPr/>
                <p14:nvPr/>
              </p14:nvContentPartPr>
              <p14:xfrm>
                <a:off x="1595417" y="1730312"/>
                <a:ext cx="123120" cy="2242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B540432-06C1-8E44-9D23-5DA5484C4AA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577777" y="1712312"/>
                  <a:ext cx="15876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49EFDFB-7F75-431E-3881-2FA98C2195E1}"/>
                    </a:ext>
                  </a:extLst>
                </p14:cNvPr>
                <p14:cNvContentPartPr/>
                <p14:nvPr/>
              </p14:nvContentPartPr>
              <p14:xfrm>
                <a:off x="1958657" y="1521512"/>
                <a:ext cx="75960" cy="2466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49EFDFB-7F75-431E-3881-2FA98C2195E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940657" y="1503512"/>
                  <a:ext cx="11160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D71C216-4152-472F-ACD6-E77BB1094FC5}"/>
                    </a:ext>
                  </a:extLst>
                </p14:cNvPr>
                <p14:cNvContentPartPr/>
                <p14:nvPr/>
              </p14:nvContentPartPr>
              <p14:xfrm>
                <a:off x="1983497" y="1570832"/>
                <a:ext cx="199080" cy="1450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D71C216-4152-472F-ACD6-E77BB1094FC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965497" y="1552832"/>
                  <a:ext cx="23472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FF257F9-48C5-F7BB-AEDC-4668D47BB540}"/>
                    </a:ext>
                  </a:extLst>
                </p14:cNvPr>
                <p14:cNvContentPartPr/>
                <p14:nvPr/>
              </p14:nvContentPartPr>
              <p14:xfrm>
                <a:off x="1126697" y="2344832"/>
                <a:ext cx="209160" cy="3070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FF257F9-48C5-F7BB-AEDC-4668D47BB540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108697" y="2327192"/>
                  <a:ext cx="24480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8C1CB4E-CB0A-934A-C38B-3D9746F4C886}"/>
                    </a:ext>
                  </a:extLst>
                </p14:cNvPr>
                <p14:cNvContentPartPr/>
                <p14:nvPr/>
              </p14:nvContentPartPr>
              <p14:xfrm>
                <a:off x="1306337" y="2211632"/>
                <a:ext cx="244080" cy="3096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8C1CB4E-CB0A-934A-C38B-3D9746F4C886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288697" y="2193992"/>
                  <a:ext cx="27972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FBD4682-A4A4-9F4D-F842-D618AE3D6FC7}"/>
                    </a:ext>
                  </a:extLst>
                </p14:cNvPr>
                <p14:cNvContentPartPr/>
                <p14:nvPr/>
              </p14:nvContentPartPr>
              <p14:xfrm>
                <a:off x="1716017" y="2310272"/>
                <a:ext cx="98280" cy="2235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FBD4682-A4A4-9F4D-F842-D618AE3D6FC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698377" y="2292632"/>
                  <a:ext cx="13392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72BCDA6-B05D-B8D6-72E7-A9719B00979A}"/>
                    </a:ext>
                  </a:extLst>
                </p14:cNvPr>
                <p14:cNvContentPartPr/>
                <p14:nvPr/>
              </p14:nvContentPartPr>
              <p14:xfrm>
                <a:off x="2032817" y="2242232"/>
                <a:ext cx="124200" cy="2260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72BCDA6-B05D-B8D6-72E7-A9719B00979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014817" y="2224592"/>
                  <a:ext cx="15984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5384BB9-A1E1-60F5-FB7E-9583C7D01E7C}"/>
                    </a:ext>
                  </a:extLst>
                </p14:cNvPr>
                <p14:cNvContentPartPr/>
                <p14:nvPr/>
              </p14:nvContentPartPr>
              <p14:xfrm>
                <a:off x="2059457" y="2163032"/>
                <a:ext cx="81720" cy="1278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5384BB9-A1E1-60F5-FB7E-9583C7D01E7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041817" y="2145032"/>
                  <a:ext cx="1173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FEB3C13-5020-4005-CE2B-68C30751A90F}"/>
                    </a:ext>
                  </a:extLst>
                </p14:cNvPr>
                <p14:cNvContentPartPr/>
                <p14:nvPr/>
              </p14:nvContentPartPr>
              <p14:xfrm>
                <a:off x="2197337" y="2097152"/>
                <a:ext cx="113760" cy="1580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FEB3C13-5020-4005-CE2B-68C30751A90F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179697" y="2079512"/>
                  <a:ext cx="14940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579DBA4-7171-FEFC-62DD-1A0940250103}"/>
                    </a:ext>
                  </a:extLst>
                </p14:cNvPr>
                <p14:cNvContentPartPr/>
                <p14:nvPr/>
              </p14:nvContentPartPr>
              <p14:xfrm>
                <a:off x="2394257" y="1989152"/>
                <a:ext cx="213120" cy="1569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579DBA4-7171-FEFC-62DD-1A0940250103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376257" y="1971512"/>
                  <a:ext cx="24876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CEA58ED-25C2-38A7-F7AA-8502A8B6D15A}"/>
                    </a:ext>
                  </a:extLst>
                </p14:cNvPr>
                <p14:cNvContentPartPr/>
                <p14:nvPr/>
              </p14:nvContentPartPr>
              <p14:xfrm>
                <a:off x="2679017" y="1804112"/>
                <a:ext cx="264600" cy="2926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CEA58ED-25C2-38A7-F7AA-8502A8B6D15A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661377" y="1786112"/>
                  <a:ext cx="300240" cy="328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128924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20C92-2513-EDF0-8F3C-B9863290A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Cortex-M series microcontrollers are becoming powerful</a:t>
            </a:r>
          </a:p>
        </p:txBody>
      </p:sp>
      <p:pic>
        <p:nvPicPr>
          <p:cNvPr id="6" name="Content Placeholder 5" descr="A graph of energy efficiency&#10;&#10;Description automatically generated">
            <a:extLst>
              <a:ext uri="{FF2B5EF4-FFF2-40B4-BE49-F238E27FC236}">
                <a16:creationId xmlns:a16="http://schemas.microsoft.com/office/drawing/2014/main" id="{207819DC-A7B7-53FF-153D-245A48384C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752" y="1154636"/>
            <a:ext cx="4254555" cy="286544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E5490-F23B-8DCE-148E-1231CF75FC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screen shot of a diagram&#10;&#10;Description automatically generated">
            <a:extLst>
              <a:ext uri="{FF2B5EF4-FFF2-40B4-BE49-F238E27FC236}">
                <a16:creationId xmlns:a16="http://schemas.microsoft.com/office/drawing/2014/main" id="{6536B6E3-E2E3-2266-631D-E6C821B449B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32"/>
          <a:stretch/>
        </p:blipFill>
        <p:spPr>
          <a:xfrm>
            <a:off x="2817641" y="2587359"/>
            <a:ext cx="8881607" cy="408807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0F5F7F-DA41-C819-30AA-8DC90D5A3C5D}"/>
              </a:ext>
            </a:extLst>
          </p:cNvPr>
          <p:cNvSpPr txBox="1"/>
          <p:nvPr/>
        </p:nvSpPr>
        <p:spPr>
          <a:xfrm>
            <a:off x="5486439" y="1262614"/>
            <a:ext cx="61900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PT Sans" panose="020B0503020203020204" pitchFamily="34" charset="0"/>
              </a:rPr>
              <a:t>nRF52840 is built around the 32-bit ARM® Cortex™-M4 CPU with floating point unit running at 64 </a:t>
            </a:r>
            <a:r>
              <a:rPr lang="en-US" dirty="0" err="1">
                <a:latin typeface="PT Sans" panose="020B0503020203020204" pitchFamily="34" charset="0"/>
              </a:rPr>
              <a:t>MHz.</a:t>
            </a:r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140C458-1F69-ED35-E47D-36C902CBAF0F}"/>
              </a:ext>
            </a:extLst>
          </p:cNvPr>
          <p:cNvGrpSpPr/>
          <p:nvPr/>
        </p:nvGrpSpPr>
        <p:grpSpPr>
          <a:xfrm>
            <a:off x="767057" y="3932314"/>
            <a:ext cx="1401840" cy="322560"/>
            <a:chOff x="767057" y="3932314"/>
            <a:chExt cx="1401840" cy="32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03DBBE8-5030-B4E8-9390-C53017010DBC}"/>
                    </a:ext>
                  </a:extLst>
                </p14:cNvPr>
                <p14:cNvContentPartPr/>
                <p14:nvPr/>
              </p14:nvContentPartPr>
              <p14:xfrm>
                <a:off x="767057" y="3949954"/>
                <a:ext cx="165600" cy="304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03DBBE8-5030-B4E8-9390-C53017010DB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49057" y="3932314"/>
                  <a:ext cx="20124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D6D88E5-B36E-F7A1-B25E-59B772675006}"/>
                    </a:ext>
                  </a:extLst>
                </p14:cNvPr>
                <p14:cNvContentPartPr/>
                <p14:nvPr/>
              </p14:nvContentPartPr>
              <p14:xfrm>
                <a:off x="829337" y="3932314"/>
                <a:ext cx="228600" cy="1706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D6D88E5-B36E-F7A1-B25E-59B77267500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11697" y="3914314"/>
                  <a:ext cx="26424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D336E4D-42C8-385B-2063-EA3D8CD32B98}"/>
                    </a:ext>
                  </a:extLst>
                </p14:cNvPr>
                <p14:cNvContentPartPr/>
                <p14:nvPr/>
              </p14:nvContentPartPr>
              <p14:xfrm>
                <a:off x="1090697" y="3949954"/>
                <a:ext cx="150840" cy="1468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D336E4D-42C8-385B-2063-EA3D8CD32B9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72697" y="3931954"/>
                  <a:ext cx="18648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63E05D9-23A6-DA20-C2A5-53AD73122DD7}"/>
                    </a:ext>
                  </a:extLst>
                </p14:cNvPr>
                <p14:cNvContentPartPr/>
                <p14:nvPr/>
              </p14:nvContentPartPr>
              <p14:xfrm>
                <a:off x="1454657" y="4023034"/>
                <a:ext cx="642240" cy="22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63E05D9-23A6-DA20-C2A5-53AD73122DD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437017" y="4005034"/>
                  <a:ext cx="67788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C6F4CF2-F75C-42F1-C426-B889DDD6AE27}"/>
                    </a:ext>
                  </a:extLst>
                </p14:cNvPr>
                <p14:cNvContentPartPr/>
                <p14:nvPr/>
              </p14:nvContentPartPr>
              <p14:xfrm>
                <a:off x="2041457" y="3946714"/>
                <a:ext cx="127440" cy="171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C6F4CF2-F75C-42F1-C426-B889DDD6AE2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023457" y="3929074"/>
                  <a:ext cx="163080" cy="206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63A65526-AD37-7B34-4CA1-91A8C7DA2930}"/>
                  </a:ext>
                </a:extLst>
              </p14:cNvPr>
              <p14:cNvContentPartPr/>
              <p14:nvPr/>
            </p14:nvContentPartPr>
            <p14:xfrm>
              <a:off x="5387297" y="1558952"/>
              <a:ext cx="1272600" cy="8640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63A65526-AD37-7B34-4CA1-91A8C7DA293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369297" y="1540952"/>
                <a:ext cx="130824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C3294796-EE30-3658-313E-AADD8E65A09E}"/>
                  </a:ext>
                </a:extLst>
              </p14:cNvPr>
              <p14:cNvContentPartPr/>
              <p14:nvPr/>
            </p14:nvContentPartPr>
            <p14:xfrm>
              <a:off x="8393657" y="1561472"/>
              <a:ext cx="3266280" cy="5688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C3294796-EE30-3658-313E-AADD8E65A09E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375657" y="1543832"/>
                <a:ext cx="3301920" cy="9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FBECDB32-E8E2-688C-772B-2AEFCB49F10D}"/>
                  </a:ext>
                </a:extLst>
              </p14:cNvPr>
              <p14:cNvContentPartPr/>
              <p14:nvPr/>
            </p14:nvContentPartPr>
            <p14:xfrm>
              <a:off x="8984057" y="1945232"/>
              <a:ext cx="838440" cy="2520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FBECDB32-E8E2-688C-772B-2AEFCB49F10D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966417" y="1927592"/>
                <a:ext cx="874080" cy="60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5B080990-F30C-40E1-4E83-1F550EC0D5C7}"/>
              </a:ext>
            </a:extLst>
          </p:cNvPr>
          <p:cNvGrpSpPr/>
          <p:nvPr/>
        </p:nvGrpSpPr>
        <p:grpSpPr>
          <a:xfrm>
            <a:off x="5322497" y="2241152"/>
            <a:ext cx="1535040" cy="388080"/>
            <a:chOff x="5322497" y="2241152"/>
            <a:chExt cx="1535040" cy="388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D5B0EFE-66F1-9889-159C-331DEDD44FA7}"/>
                    </a:ext>
                  </a:extLst>
                </p14:cNvPr>
                <p14:cNvContentPartPr/>
                <p14:nvPr/>
              </p14:nvContentPartPr>
              <p14:xfrm>
                <a:off x="5322497" y="2241152"/>
                <a:ext cx="188640" cy="3880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D5B0EFE-66F1-9889-159C-331DEDD44FA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304497" y="2223512"/>
                  <a:ext cx="224280" cy="4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875FBA2-8C50-AD10-BDFE-F0F5F2822521}"/>
                    </a:ext>
                  </a:extLst>
                </p14:cNvPr>
                <p14:cNvContentPartPr/>
                <p14:nvPr/>
              </p14:nvContentPartPr>
              <p14:xfrm>
                <a:off x="5586377" y="2454632"/>
                <a:ext cx="105480" cy="939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875FBA2-8C50-AD10-BDFE-F0F5F282252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568377" y="2436632"/>
                  <a:ext cx="1411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A82D77C-F6C0-4662-42FB-1E939C89420E}"/>
                    </a:ext>
                  </a:extLst>
                </p14:cNvPr>
                <p14:cNvContentPartPr/>
                <p14:nvPr/>
              </p14:nvContentPartPr>
              <p14:xfrm>
                <a:off x="5718857" y="2431952"/>
                <a:ext cx="277200" cy="1029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A82D77C-F6C0-4662-42FB-1E939C89420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700857" y="2414312"/>
                  <a:ext cx="3128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29A0C29-21A6-7FE3-9FDF-F81F78EEF9A7}"/>
                    </a:ext>
                  </a:extLst>
                </p14:cNvPr>
                <p14:cNvContentPartPr/>
                <p14:nvPr/>
              </p14:nvContentPartPr>
              <p14:xfrm>
                <a:off x="6120977" y="2402792"/>
                <a:ext cx="33480" cy="1749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29A0C29-21A6-7FE3-9FDF-F81F78EEF9A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103337" y="2384792"/>
                  <a:ext cx="691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CFEC8F5-4FEE-A840-E03E-0CE8F9D129C6}"/>
                    </a:ext>
                  </a:extLst>
                </p14:cNvPr>
                <p14:cNvContentPartPr/>
                <p14:nvPr/>
              </p14:nvContentPartPr>
              <p14:xfrm>
                <a:off x="6155177" y="2382992"/>
                <a:ext cx="37800" cy="997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CFEC8F5-4FEE-A840-E03E-0CE8F9D129C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137177" y="2365352"/>
                  <a:ext cx="734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8332678-FFC1-D26A-33FF-D4264780377D}"/>
                    </a:ext>
                  </a:extLst>
                </p14:cNvPr>
                <p14:cNvContentPartPr/>
                <p14:nvPr/>
              </p14:nvContentPartPr>
              <p14:xfrm>
                <a:off x="6280097" y="2387312"/>
                <a:ext cx="138240" cy="1101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8332678-FFC1-D26A-33FF-D4264780377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262097" y="2369672"/>
                  <a:ext cx="1738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0C967A1-1A2D-B67A-5386-7D8C858F5E29}"/>
                    </a:ext>
                  </a:extLst>
                </p14:cNvPr>
                <p14:cNvContentPartPr/>
                <p14:nvPr/>
              </p14:nvContentPartPr>
              <p14:xfrm>
                <a:off x="6516617" y="2259512"/>
                <a:ext cx="66240" cy="2527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0C967A1-1A2D-B67A-5386-7D8C858F5E2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498617" y="2241512"/>
                  <a:ext cx="10188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B6FA279-8E03-5222-FDE7-C903692461BF}"/>
                    </a:ext>
                  </a:extLst>
                </p14:cNvPr>
                <p14:cNvContentPartPr/>
                <p14:nvPr/>
              </p14:nvContentPartPr>
              <p14:xfrm>
                <a:off x="6515537" y="2333312"/>
                <a:ext cx="96120" cy="633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B6FA279-8E03-5222-FDE7-C903692461B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497897" y="2315312"/>
                  <a:ext cx="13176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8AFC357-F0C6-A0B9-4E70-554EAE3FFDB8}"/>
                    </a:ext>
                  </a:extLst>
                </p14:cNvPr>
                <p14:cNvContentPartPr/>
                <p14:nvPr/>
              </p14:nvContentPartPr>
              <p14:xfrm>
                <a:off x="6648017" y="2358512"/>
                <a:ext cx="209520" cy="1450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8AFC357-F0C6-A0B9-4E70-554EAE3FFDB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630017" y="2340512"/>
                  <a:ext cx="245160" cy="180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3D85C3CD-5244-891C-C482-A6E25C372BED}"/>
                  </a:ext>
                </a:extLst>
              </p14:cNvPr>
              <p14:cNvContentPartPr/>
              <p14:nvPr/>
            </p14:nvContentPartPr>
            <p14:xfrm>
              <a:off x="7173617" y="2332952"/>
              <a:ext cx="135720" cy="17532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3D85C3CD-5244-891C-C482-A6E25C372BED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7155977" y="2315312"/>
                <a:ext cx="171360" cy="21096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E7B35E2C-7DE3-93C5-5EE5-DE80DF3135DD}"/>
              </a:ext>
            </a:extLst>
          </p:cNvPr>
          <p:cNvGrpSpPr/>
          <p:nvPr/>
        </p:nvGrpSpPr>
        <p:grpSpPr>
          <a:xfrm>
            <a:off x="7782377" y="2273912"/>
            <a:ext cx="1169640" cy="262080"/>
            <a:chOff x="7782377" y="2273912"/>
            <a:chExt cx="1169640" cy="262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6E9059A-44F7-2BD3-2EC0-CBF72A3A69BA}"/>
                    </a:ext>
                  </a:extLst>
                </p14:cNvPr>
                <p14:cNvContentPartPr/>
                <p14:nvPr/>
              </p14:nvContentPartPr>
              <p14:xfrm>
                <a:off x="7782377" y="2361392"/>
                <a:ext cx="67320" cy="1746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6E9059A-44F7-2BD3-2EC0-CBF72A3A69B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764377" y="2343392"/>
                  <a:ext cx="10296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408F621-01F5-0E88-F34F-FD726ADC4F0B}"/>
                    </a:ext>
                  </a:extLst>
                </p14:cNvPr>
                <p14:cNvContentPartPr/>
                <p14:nvPr/>
              </p14:nvContentPartPr>
              <p14:xfrm>
                <a:off x="7937897" y="2393792"/>
                <a:ext cx="124560" cy="1328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408F621-01F5-0E88-F34F-FD726ADC4F0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919897" y="2376152"/>
                  <a:ext cx="16020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4507A4D-8262-240E-3F4D-BD13CF30F27F}"/>
                    </a:ext>
                  </a:extLst>
                </p14:cNvPr>
                <p14:cNvContentPartPr/>
                <p14:nvPr/>
              </p14:nvContentPartPr>
              <p14:xfrm>
                <a:off x="8102417" y="2408912"/>
                <a:ext cx="126720" cy="939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4507A4D-8262-240E-3F4D-BD13CF30F27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084777" y="2391272"/>
                  <a:ext cx="16236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B1BE1A1-43BC-EC08-8F22-17592836A4C6}"/>
                    </a:ext>
                  </a:extLst>
                </p14:cNvPr>
                <p14:cNvContentPartPr/>
                <p14:nvPr/>
              </p14:nvContentPartPr>
              <p14:xfrm>
                <a:off x="8326337" y="2276432"/>
                <a:ext cx="66240" cy="1980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B1BE1A1-43BC-EC08-8F22-17592836A4C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308697" y="2258432"/>
                  <a:ext cx="1018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695CFAD-9729-249D-36C2-8D1F3D977FF7}"/>
                    </a:ext>
                  </a:extLst>
                </p14:cNvPr>
                <p14:cNvContentPartPr/>
                <p14:nvPr/>
              </p14:nvContentPartPr>
              <p14:xfrm>
                <a:off x="8345417" y="2401352"/>
                <a:ext cx="63720" cy="244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695CFAD-9729-249D-36C2-8D1F3D977FF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327777" y="2383352"/>
                  <a:ext cx="9936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C1C47DD-A558-F59C-94A4-184D5F35EE0A}"/>
                    </a:ext>
                  </a:extLst>
                </p14:cNvPr>
                <p14:cNvContentPartPr/>
                <p14:nvPr/>
              </p14:nvContentPartPr>
              <p14:xfrm>
                <a:off x="8503457" y="2397752"/>
                <a:ext cx="111960" cy="1047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C1C47DD-A558-F59C-94A4-184D5F35EE0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485817" y="2380112"/>
                  <a:ext cx="1476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F4FA82E-0B20-9554-E914-F419EB8A62E2}"/>
                    </a:ext>
                  </a:extLst>
                </p14:cNvPr>
                <p14:cNvContentPartPr/>
                <p14:nvPr/>
              </p14:nvContentPartPr>
              <p14:xfrm>
                <a:off x="8705417" y="2373632"/>
                <a:ext cx="94320" cy="1306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F4FA82E-0B20-9554-E914-F419EB8A62E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687777" y="2355992"/>
                  <a:ext cx="12996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9C98D09-41D6-6D12-2631-43BF4C22A231}"/>
                    </a:ext>
                  </a:extLst>
                </p14:cNvPr>
                <p14:cNvContentPartPr/>
                <p14:nvPr/>
              </p14:nvContentPartPr>
              <p14:xfrm>
                <a:off x="8909537" y="2273912"/>
                <a:ext cx="42480" cy="2340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9C98D09-41D6-6D12-2631-43BF4C22A23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891897" y="2255912"/>
                  <a:ext cx="78120" cy="26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6387861-205D-261F-7777-5E49A5EE7AAE}"/>
              </a:ext>
            </a:extLst>
          </p:cNvPr>
          <p:cNvGrpSpPr/>
          <p:nvPr/>
        </p:nvGrpSpPr>
        <p:grpSpPr>
          <a:xfrm>
            <a:off x="9350177" y="2282552"/>
            <a:ext cx="672480" cy="250200"/>
            <a:chOff x="9350177" y="2282552"/>
            <a:chExt cx="672480" cy="25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D8B5600-DD7E-BCDC-361E-F56867EA4963}"/>
                    </a:ext>
                  </a:extLst>
                </p14:cNvPr>
                <p14:cNvContentPartPr/>
                <p14:nvPr/>
              </p14:nvContentPartPr>
              <p14:xfrm>
                <a:off x="9380777" y="2282552"/>
                <a:ext cx="79560" cy="2372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D8B5600-DD7E-BCDC-361E-F56867EA496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363137" y="2264552"/>
                  <a:ext cx="11520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A2CAA2D-626B-D3E5-C5E0-7D881ADBB207}"/>
                    </a:ext>
                  </a:extLst>
                </p14:cNvPr>
                <p14:cNvContentPartPr/>
                <p14:nvPr/>
              </p14:nvContentPartPr>
              <p14:xfrm>
                <a:off x="9350177" y="2304872"/>
                <a:ext cx="266760" cy="2278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A2CAA2D-626B-D3E5-C5E0-7D881ADBB20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332537" y="2287232"/>
                  <a:ext cx="30240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0841326-DB7D-43E8-84ED-54184368FA1A}"/>
                    </a:ext>
                  </a:extLst>
                </p14:cNvPr>
                <p14:cNvContentPartPr/>
                <p14:nvPr/>
              </p14:nvContentPartPr>
              <p14:xfrm>
                <a:off x="9709457" y="2326472"/>
                <a:ext cx="313200" cy="1573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0841326-DB7D-43E8-84ED-54184368FA1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691457" y="2308832"/>
                  <a:ext cx="348840" cy="19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FC2F802-E7EC-33CF-2C97-FB3726843D30}"/>
              </a:ext>
            </a:extLst>
          </p:cNvPr>
          <p:cNvGrpSpPr/>
          <p:nvPr/>
        </p:nvGrpSpPr>
        <p:grpSpPr>
          <a:xfrm>
            <a:off x="5516177" y="2951432"/>
            <a:ext cx="819720" cy="298080"/>
            <a:chOff x="5516177" y="2951432"/>
            <a:chExt cx="819720" cy="298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16F4FD2-6BCA-2F1D-9487-E7C9138AC9F6}"/>
                    </a:ext>
                  </a:extLst>
                </p14:cNvPr>
                <p14:cNvContentPartPr/>
                <p14:nvPr/>
              </p14:nvContentPartPr>
              <p14:xfrm>
                <a:off x="5610137" y="2957912"/>
                <a:ext cx="21960" cy="2916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16F4FD2-6BCA-2F1D-9487-E7C9138AC9F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592137" y="2939912"/>
                  <a:ext cx="5760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2343150-CFB3-82B7-0233-1240A9E0914C}"/>
                    </a:ext>
                  </a:extLst>
                </p14:cNvPr>
                <p14:cNvContentPartPr/>
                <p14:nvPr/>
              </p14:nvContentPartPr>
              <p14:xfrm>
                <a:off x="5516177" y="3060872"/>
                <a:ext cx="370800" cy="1504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2343150-CFB3-82B7-0233-1240A9E0914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98177" y="3043232"/>
                  <a:ext cx="4064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B5DC4E4-753D-C2CB-FD88-1F0D77851B7B}"/>
                    </a:ext>
                  </a:extLst>
                </p14:cNvPr>
                <p14:cNvContentPartPr/>
                <p14:nvPr/>
              </p14:nvContentPartPr>
              <p14:xfrm>
                <a:off x="5969057" y="3096512"/>
                <a:ext cx="126720" cy="1076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B5DC4E4-753D-C2CB-FD88-1F0D77851B7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951417" y="3078872"/>
                  <a:ext cx="16236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D595751-AB79-0AA0-580F-A9BE28041C34}"/>
                    </a:ext>
                  </a:extLst>
                </p14:cNvPr>
                <p14:cNvContentPartPr/>
                <p14:nvPr/>
              </p14:nvContentPartPr>
              <p14:xfrm>
                <a:off x="6198737" y="2951432"/>
                <a:ext cx="106200" cy="2340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D595751-AB79-0AA0-580F-A9BE28041C3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181097" y="2933432"/>
                  <a:ext cx="14184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06B2901-7C51-5043-C674-D6386159848F}"/>
                    </a:ext>
                  </a:extLst>
                </p14:cNvPr>
                <p14:cNvContentPartPr/>
                <p14:nvPr/>
              </p14:nvContentPartPr>
              <p14:xfrm>
                <a:off x="6240137" y="3051152"/>
                <a:ext cx="95760" cy="590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06B2901-7C51-5043-C674-D6386159848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222137" y="3033512"/>
                  <a:ext cx="131400" cy="9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8EAF56AB-4657-1C6A-CE4E-F65D9CAF7489}"/>
              </a:ext>
            </a:extLst>
          </p:cNvPr>
          <p:cNvGrpSpPr/>
          <p:nvPr/>
        </p:nvGrpSpPr>
        <p:grpSpPr>
          <a:xfrm>
            <a:off x="6767537" y="2994992"/>
            <a:ext cx="773280" cy="168840"/>
            <a:chOff x="6767537" y="2994992"/>
            <a:chExt cx="773280" cy="16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D989C64-BF84-52D3-8F16-8E6548506F09}"/>
                    </a:ext>
                  </a:extLst>
                </p14:cNvPr>
                <p14:cNvContentPartPr/>
                <p14:nvPr/>
              </p14:nvContentPartPr>
              <p14:xfrm>
                <a:off x="6767537" y="2994992"/>
                <a:ext cx="104040" cy="1688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D989C64-BF84-52D3-8F16-8E6548506F0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749897" y="2977352"/>
                  <a:ext cx="1396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9A14723-1CE5-7B67-97B1-EAD3518AAD53}"/>
                    </a:ext>
                  </a:extLst>
                </p14:cNvPr>
                <p14:cNvContentPartPr/>
                <p14:nvPr/>
              </p14:nvContentPartPr>
              <p14:xfrm>
                <a:off x="6993617" y="3030632"/>
                <a:ext cx="342000" cy="1000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9A14723-1CE5-7B67-97B1-EAD3518AAD5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975617" y="3012632"/>
                  <a:ext cx="3776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F6F50D1-9628-F71C-0E88-11C928503603}"/>
                    </a:ext>
                  </a:extLst>
                </p14:cNvPr>
                <p14:cNvContentPartPr/>
                <p14:nvPr/>
              </p14:nvContentPartPr>
              <p14:xfrm>
                <a:off x="7457657" y="3017312"/>
                <a:ext cx="83160" cy="1335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F6F50D1-9628-F71C-0E88-11C92850360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439657" y="2999672"/>
                  <a:ext cx="11880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BB80548C-19C4-C214-3972-A551C804732E}"/>
              </a:ext>
            </a:extLst>
          </p:cNvPr>
          <p:cNvGrpSpPr/>
          <p:nvPr/>
        </p:nvGrpSpPr>
        <p:grpSpPr>
          <a:xfrm>
            <a:off x="7937897" y="2772152"/>
            <a:ext cx="887760" cy="413640"/>
            <a:chOff x="7937897" y="2772152"/>
            <a:chExt cx="887760" cy="413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6841C18-76B6-D50F-AFDA-77D070F5432F}"/>
                    </a:ext>
                  </a:extLst>
                </p14:cNvPr>
                <p14:cNvContentPartPr/>
                <p14:nvPr/>
              </p14:nvContentPartPr>
              <p14:xfrm>
                <a:off x="7937897" y="2974832"/>
                <a:ext cx="246240" cy="1346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6841C18-76B6-D50F-AFDA-77D070F5432F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919897" y="2956832"/>
                  <a:ext cx="2818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212DAD7-EADA-FCD9-08FE-3B6CBA3C9D67}"/>
                    </a:ext>
                  </a:extLst>
                </p14:cNvPr>
                <p14:cNvContentPartPr/>
                <p14:nvPr/>
              </p14:nvContentPartPr>
              <p14:xfrm>
                <a:off x="8242097" y="2897072"/>
                <a:ext cx="319320" cy="1558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212DAD7-EADA-FCD9-08FE-3B6CBA3C9D6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224457" y="2879432"/>
                  <a:ext cx="3549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ECF0F4E-FB95-C6C4-E336-36913989D09C}"/>
                    </a:ext>
                  </a:extLst>
                </p14:cNvPr>
                <p14:cNvContentPartPr/>
                <p14:nvPr/>
              </p14:nvContentPartPr>
              <p14:xfrm>
                <a:off x="8709737" y="2772152"/>
                <a:ext cx="115920" cy="3142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ECF0F4E-FB95-C6C4-E336-36913989D09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691737" y="2754512"/>
                  <a:ext cx="15156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2856632-4311-E43B-D582-D578ECD077A8}"/>
                    </a:ext>
                  </a:extLst>
                </p14:cNvPr>
                <p14:cNvContentPartPr/>
                <p14:nvPr/>
              </p14:nvContentPartPr>
              <p14:xfrm>
                <a:off x="8725217" y="2884112"/>
                <a:ext cx="74160" cy="3016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2856632-4311-E43B-D582-D578ECD077A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707577" y="2866112"/>
                  <a:ext cx="109800" cy="33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9575E6A-C3CE-E551-D1ED-7CCDAC2BCC82}"/>
              </a:ext>
            </a:extLst>
          </p:cNvPr>
          <p:cNvGrpSpPr/>
          <p:nvPr/>
        </p:nvGrpSpPr>
        <p:grpSpPr>
          <a:xfrm>
            <a:off x="5557937" y="3605552"/>
            <a:ext cx="1096200" cy="245160"/>
            <a:chOff x="5557937" y="3605552"/>
            <a:chExt cx="1096200" cy="245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6F10C40-C1DB-914E-A410-EFC44A096468}"/>
                    </a:ext>
                  </a:extLst>
                </p14:cNvPr>
                <p14:cNvContentPartPr/>
                <p14:nvPr/>
              </p14:nvContentPartPr>
              <p14:xfrm>
                <a:off x="5557937" y="3607352"/>
                <a:ext cx="32040" cy="2433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6F10C40-C1DB-914E-A410-EFC44A09646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539937" y="3589712"/>
                  <a:ext cx="6768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47730B4-4182-A8BC-E12A-4E6A8BBDE609}"/>
                    </a:ext>
                  </a:extLst>
                </p14:cNvPr>
                <p14:cNvContentPartPr/>
                <p14:nvPr/>
              </p14:nvContentPartPr>
              <p14:xfrm>
                <a:off x="5744777" y="3614552"/>
                <a:ext cx="108360" cy="1717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47730B4-4182-A8BC-E12A-4E6A8BBDE60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726777" y="3596912"/>
                  <a:ext cx="14400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1ED610E-3E7F-4CC9-84A7-D02205752A53}"/>
                    </a:ext>
                  </a:extLst>
                </p14:cNvPr>
                <p14:cNvContentPartPr/>
                <p14:nvPr/>
              </p14:nvContentPartPr>
              <p14:xfrm>
                <a:off x="5912537" y="3605552"/>
                <a:ext cx="120600" cy="1962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1ED610E-3E7F-4CC9-84A7-D02205752A5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894897" y="3587552"/>
                  <a:ext cx="1562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87F3578-46DE-E711-6DCF-FD6A7E98E14E}"/>
                    </a:ext>
                  </a:extLst>
                </p14:cNvPr>
                <p14:cNvContentPartPr/>
                <p14:nvPr/>
              </p14:nvContentPartPr>
              <p14:xfrm>
                <a:off x="6159137" y="3697712"/>
                <a:ext cx="290520" cy="1184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87F3578-46DE-E711-6DCF-FD6A7E98E14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141137" y="3679712"/>
                  <a:ext cx="3261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DFF37BA-3DBC-7E34-273F-EBD3AA97B21C}"/>
                    </a:ext>
                  </a:extLst>
                </p14:cNvPr>
                <p14:cNvContentPartPr/>
                <p14:nvPr/>
              </p14:nvContentPartPr>
              <p14:xfrm>
                <a:off x="6576017" y="3643712"/>
                <a:ext cx="78120" cy="1958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DFF37BA-3DBC-7E34-273F-EBD3AA97B21C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558377" y="3626072"/>
                  <a:ext cx="113760" cy="23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1F37348A-6915-C120-EC43-27F916D337A8}"/>
              </a:ext>
            </a:extLst>
          </p:cNvPr>
          <p:cNvGrpSpPr/>
          <p:nvPr/>
        </p:nvGrpSpPr>
        <p:grpSpPr>
          <a:xfrm>
            <a:off x="10605857" y="1897352"/>
            <a:ext cx="1464840" cy="1755720"/>
            <a:chOff x="10605857" y="1897352"/>
            <a:chExt cx="1464840" cy="1755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4AF884D-8F78-7492-2DBF-FEFA69B1D05E}"/>
                    </a:ext>
                  </a:extLst>
                </p14:cNvPr>
                <p14:cNvContentPartPr/>
                <p14:nvPr/>
              </p14:nvContentPartPr>
              <p14:xfrm>
                <a:off x="10676057" y="2104352"/>
                <a:ext cx="66600" cy="3139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4AF884D-8F78-7492-2DBF-FEFA69B1D05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658057" y="2086352"/>
                  <a:ext cx="10224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06E8207-CABE-BBEC-6848-7F81A892D921}"/>
                    </a:ext>
                  </a:extLst>
                </p14:cNvPr>
                <p14:cNvContentPartPr/>
                <p14:nvPr/>
              </p14:nvContentPartPr>
              <p14:xfrm>
                <a:off x="10605857" y="2246192"/>
                <a:ext cx="159120" cy="687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06E8207-CABE-BBEC-6848-7F81A892D92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588217" y="2228552"/>
                  <a:ext cx="19476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92BAC4F-078B-FFE9-40BD-1E3020A0F5F1}"/>
                    </a:ext>
                  </a:extLst>
                </p14:cNvPr>
                <p14:cNvContentPartPr/>
                <p14:nvPr/>
              </p14:nvContentPartPr>
              <p14:xfrm>
                <a:off x="10907177" y="2265272"/>
                <a:ext cx="66240" cy="176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92BAC4F-078B-FFE9-40BD-1E3020A0F5F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889177" y="2247632"/>
                  <a:ext cx="1018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3956FF1-A5FB-E2A9-55BA-94C6773EF53D}"/>
                    </a:ext>
                  </a:extLst>
                </p14:cNvPr>
                <p14:cNvContentPartPr/>
                <p14:nvPr/>
              </p14:nvContentPartPr>
              <p14:xfrm>
                <a:off x="10935257" y="2325752"/>
                <a:ext cx="104040" cy="295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3956FF1-A5FB-E2A9-55BA-94C6773EF53D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917257" y="2308112"/>
                  <a:ext cx="13968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6BB4C11-7B4C-BA18-C6CD-6E14B7C339A1}"/>
                    </a:ext>
                  </a:extLst>
                </p14:cNvPr>
                <p14:cNvContentPartPr/>
                <p14:nvPr/>
              </p14:nvContentPartPr>
              <p14:xfrm>
                <a:off x="11272577" y="1897352"/>
                <a:ext cx="71640" cy="2934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6BB4C11-7B4C-BA18-C6CD-6E14B7C339A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1254577" y="1879352"/>
                  <a:ext cx="10728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F9604AA-8855-800B-29D4-FED1C58BBD28}"/>
                    </a:ext>
                  </a:extLst>
                </p14:cNvPr>
                <p14:cNvContentPartPr/>
                <p14:nvPr/>
              </p14:nvContentPartPr>
              <p14:xfrm>
                <a:off x="11110937" y="2164112"/>
                <a:ext cx="549720" cy="1155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F9604AA-8855-800B-29D4-FED1C58BBD2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093297" y="2146112"/>
                  <a:ext cx="5853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283FAA6-F60C-B4F6-1D82-AA43B1C229DF}"/>
                    </a:ext>
                  </a:extLst>
                </p14:cNvPr>
                <p14:cNvContentPartPr/>
                <p14:nvPr/>
              </p14:nvContentPartPr>
              <p14:xfrm>
                <a:off x="11338097" y="2406032"/>
                <a:ext cx="223560" cy="558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283FAA6-F60C-B4F6-1D82-AA43B1C229D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1320457" y="2388392"/>
                  <a:ext cx="25920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D743B8E-E96C-3E1A-E481-04C5A5511C68}"/>
                    </a:ext>
                  </a:extLst>
                </p14:cNvPr>
                <p14:cNvContentPartPr/>
                <p14:nvPr/>
              </p14:nvContentPartPr>
              <p14:xfrm>
                <a:off x="11473817" y="2454632"/>
                <a:ext cx="23040" cy="2516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D743B8E-E96C-3E1A-E481-04C5A5511C6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1455817" y="2436632"/>
                  <a:ext cx="5868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1E90975-B0AB-8115-D400-E1DCF2E3837A}"/>
                    </a:ext>
                  </a:extLst>
                </p14:cNvPr>
                <p14:cNvContentPartPr/>
                <p14:nvPr/>
              </p14:nvContentPartPr>
              <p14:xfrm>
                <a:off x="10693697" y="3310352"/>
                <a:ext cx="72720" cy="525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1E90975-B0AB-8115-D400-E1DCF2E3837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676057" y="3292352"/>
                  <a:ext cx="1083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463BF6E-3648-116F-41DB-AF3B1C1FFCD4}"/>
                    </a:ext>
                  </a:extLst>
                </p14:cNvPr>
                <p14:cNvContentPartPr/>
                <p14:nvPr/>
              </p14:nvContentPartPr>
              <p14:xfrm>
                <a:off x="10738697" y="3361112"/>
                <a:ext cx="95040" cy="396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463BF6E-3648-116F-41DB-AF3B1C1FFCD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720697" y="3343112"/>
                  <a:ext cx="13068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181D0E4-2D96-064C-50C9-780472877778}"/>
                    </a:ext>
                  </a:extLst>
                </p14:cNvPr>
                <p14:cNvContentPartPr/>
                <p14:nvPr/>
              </p14:nvContentPartPr>
              <p14:xfrm>
                <a:off x="11260337" y="2774312"/>
                <a:ext cx="42120" cy="3902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181D0E4-2D96-064C-50C9-78047287777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1242337" y="2756672"/>
                  <a:ext cx="77760" cy="42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E85C980-FDBC-EA72-CB21-944310F9054D}"/>
                    </a:ext>
                  </a:extLst>
                </p14:cNvPr>
                <p14:cNvContentPartPr/>
                <p14:nvPr/>
              </p14:nvContentPartPr>
              <p14:xfrm>
                <a:off x="11015537" y="3115592"/>
                <a:ext cx="658080" cy="1627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E85C980-FDBC-EA72-CB21-944310F9054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997897" y="3097592"/>
                  <a:ext cx="6937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50A3E17-73D8-B7E0-E1B8-BE2A9FCCFCD8}"/>
                    </a:ext>
                  </a:extLst>
                </p14:cNvPr>
                <p14:cNvContentPartPr/>
                <p14:nvPr/>
              </p14:nvContentPartPr>
              <p14:xfrm>
                <a:off x="11145137" y="3444632"/>
                <a:ext cx="20520" cy="2084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50A3E17-73D8-B7E0-E1B8-BE2A9FCCFCD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127137" y="3426632"/>
                  <a:ext cx="5616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D9BEEB9-1371-4564-60EB-EF51A3D9C202}"/>
                    </a:ext>
                  </a:extLst>
                </p14:cNvPr>
                <p14:cNvContentPartPr/>
                <p14:nvPr/>
              </p14:nvContentPartPr>
              <p14:xfrm>
                <a:off x="11313257" y="3422672"/>
                <a:ext cx="261000" cy="1940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D9BEEB9-1371-4564-60EB-EF51A3D9C20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295257" y="3404672"/>
                  <a:ext cx="2966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E7AEA10-7F23-CAB7-2260-2A6B647CEB30}"/>
                    </a:ext>
                  </a:extLst>
                </p14:cNvPr>
                <p14:cNvContentPartPr/>
                <p14:nvPr/>
              </p14:nvContentPartPr>
              <p14:xfrm>
                <a:off x="11729417" y="3329792"/>
                <a:ext cx="2880" cy="21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E7AEA10-7F23-CAB7-2260-2A6B647CEB3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711777" y="3312152"/>
                  <a:ext cx="385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F46D1CA0-1EAB-882C-7588-040C0C680BD0}"/>
                    </a:ext>
                  </a:extLst>
                </p14:cNvPr>
                <p14:cNvContentPartPr/>
                <p14:nvPr/>
              </p14:nvContentPartPr>
              <p14:xfrm>
                <a:off x="11671457" y="3347072"/>
                <a:ext cx="249120" cy="1396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F46D1CA0-1EAB-882C-7588-040C0C680BD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653817" y="3329432"/>
                  <a:ext cx="28476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50E9DDCA-AF29-CFB2-6423-AFCD2012311D}"/>
                    </a:ext>
                  </a:extLst>
                </p14:cNvPr>
                <p14:cNvContentPartPr/>
                <p14:nvPr/>
              </p14:nvContentPartPr>
              <p14:xfrm>
                <a:off x="11987897" y="3235472"/>
                <a:ext cx="82800" cy="2235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50E9DDCA-AF29-CFB2-6423-AFCD2012311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1969897" y="3217832"/>
                  <a:ext cx="118440" cy="25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C5B8AD7D-1EC2-4894-C602-518B663C0E19}"/>
              </a:ext>
            </a:extLst>
          </p:cNvPr>
          <p:cNvGrpSpPr/>
          <p:nvPr/>
        </p:nvGrpSpPr>
        <p:grpSpPr>
          <a:xfrm>
            <a:off x="10748777" y="4083272"/>
            <a:ext cx="1408680" cy="332640"/>
            <a:chOff x="10748777" y="4083272"/>
            <a:chExt cx="1408680" cy="33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D5A94BF-C248-D062-2DBF-FFDD9186E253}"/>
                    </a:ext>
                  </a:extLst>
                </p14:cNvPr>
                <p14:cNvContentPartPr/>
                <p14:nvPr/>
              </p14:nvContentPartPr>
              <p14:xfrm>
                <a:off x="10748777" y="4309352"/>
                <a:ext cx="51840" cy="205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D5A94BF-C248-D062-2DBF-FFDD9186E253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730777" y="4291712"/>
                  <a:ext cx="8748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E388899-9974-0D83-4DD7-766FE40E4234}"/>
                    </a:ext>
                  </a:extLst>
                </p14:cNvPr>
                <p14:cNvContentPartPr/>
                <p14:nvPr/>
              </p14:nvContentPartPr>
              <p14:xfrm>
                <a:off x="10808177" y="4363352"/>
                <a:ext cx="62280" cy="396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E388899-9974-0D83-4DD7-766FE40E423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790177" y="4345712"/>
                  <a:ext cx="9792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F6C03B0-4488-FFCE-16C0-679C64985726}"/>
                    </a:ext>
                  </a:extLst>
                </p14:cNvPr>
                <p14:cNvContentPartPr/>
                <p14:nvPr/>
              </p14:nvContentPartPr>
              <p14:xfrm>
                <a:off x="10982057" y="4233032"/>
                <a:ext cx="10440" cy="93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F6C03B0-4488-FFCE-16C0-679C6498572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964417" y="4215392"/>
                  <a:ext cx="460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5E60452-8DFE-B952-B180-898694FD77F6}"/>
                    </a:ext>
                  </a:extLst>
                </p14:cNvPr>
                <p14:cNvContentPartPr/>
                <p14:nvPr/>
              </p14:nvContentPartPr>
              <p14:xfrm>
                <a:off x="11153417" y="4191992"/>
                <a:ext cx="90360" cy="2214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5E60452-8DFE-B952-B180-898694FD77F6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1135777" y="4174352"/>
                  <a:ext cx="12600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30A43E4-B4B4-B37D-CDD8-C7A84B008387}"/>
                    </a:ext>
                  </a:extLst>
                </p14:cNvPr>
                <p14:cNvContentPartPr/>
                <p14:nvPr/>
              </p14:nvContentPartPr>
              <p14:xfrm>
                <a:off x="11382377" y="4184072"/>
                <a:ext cx="31680" cy="2005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30A43E4-B4B4-B37D-CDD8-C7A84B00838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364377" y="4166072"/>
                  <a:ext cx="6732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90D2E51-BEF6-6E23-E81C-2BF9AF5A42B9}"/>
                    </a:ext>
                  </a:extLst>
                </p14:cNvPr>
                <p14:cNvContentPartPr/>
                <p14:nvPr/>
              </p14:nvContentPartPr>
              <p14:xfrm>
                <a:off x="11581817" y="4096952"/>
                <a:ext cx="28440" cy="3189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90D2E51-BEF6-6E23-E81C-2BF9AF5A42B9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564177" y="4079312"/>
                  <a:ext cx="6408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466F97D-64A1-E22D-AAC2-EECA219540A7}"/>
                    </a:ext>
                  </a:extLst>
                </p14:cNvPr>
                <p14:cNvContentPartPr/>
                <p14:nvPr/>
              </p14:nvContentPartPr>
              <p14:xfrm>
                <a:off x="11635817" y="4151312"/>
                <a:ext cx="73080" cy="1332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466F97D-64A1-E22D-AAC2-EECA219540A7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1617817" y="4133672"/>
                  <a:ext cx="10872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5DCBDF0-DE65-375A-C5FE-8AE5B84EC02F}"/>
                    </a:ext>
                  </a:extLst>
                </p14:cNvPr>
                <p14:cNvContentPartPr/>
                <p14:nvPr/>
              </p14:nvContentPartPr>
              <p14:xfrm>
                <a:off x="11833457" y="4156352"/>
                <a:ext cx="8280" cy="1756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5DCBDF0-DE65-375A-C5FE-8AE5B84EC02F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815457" y="4138712"/>
                  <a:ext cx="439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E0C9DDD-0936-374E-0CA7-EF8D3F8BE624}"/>
                    </a:ext>
                  </a:extLst>
                </p14:cNvPr>
                <p14:cNvContentPartPr/>
                <p14:nvPr/>
              </p14:nvContentPartPr>
              <p14:xfrm>
                <a:off x="11900777" y="4083272"/>
                <a:ext cx="94680" cy="1792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E0C9DDD-0936-374E-0CA7-EF8D3F8BE62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1882777" y="4065272"/>
                  <a:ext cx="13032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19B67AD-D298-2787-8143-6CCCDAF3605A}"/>
                    </a:ext>
                  </a:extLst>
                </p14:cNvPr>
                <p14:cNvContentPartPr/>
                <p14:nvPr/>
              </p14:nvContentPartPr>
              <p14:xfrm>
                <a:off x="11894657" y="4202072"/>
                <a:ext cx="25560" cy="327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19B67AD-D298-2787-8143-6CCCDAF3605A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877017" y="4184432"/>
                  <a:ext cx="6120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98AB6D8-9D9F-ECC4-C0C0-CF5155572F1D}"/>
                    </a:ext>
                  </a:extLst>
                </p14:cNvPr>
                <p14:cNvContentPartPr/>
                <p14:nvPr/>
              </p14:nvContentPartPr>
              <p14:xfrm>
                <a:off x="12030737" y="4141232"/>
                <a:ext cx="126720" cy="1094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98AB6D8-9D9F-ECC4-C0C0-CF5155572F1D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2012737" y="4123232"/>
                  <a:ext cx="1623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D3717885-8C0D-338C-DE1E-8D4EC7E23AC0}"/>
                    </a:ext>
                  </a:extLst>
                </p14:cNvPr>
                <p14:cNvContentPartPr/>
                <p14:nvPr/>
              </p14:nvContentPartPr>
              <p14:xfrm>
                <a:off x="12052697" y="4195952"/>
                <a:ext cx="44640" cy="144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D3717885-8C0D-338C-DE1E-8D4EC7E23AC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2035057" y="4178312"/>
                  <a:ext cx="80280" cy="5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D5AA9D61-3717-0A9C-78FD-A2C6720B6114}"/>
              </a:ext>
            </a:extLst>
          </p:cNvPr>
          <p:cNvGrpSpPr/>
          <p:nvPr/>
        </p:nvGrpSpPr>
        <p:grpSpPr>
          <a:xfrm>
            <a:off x="10315697" y="4137272"/>
            <a:ext cx="173520" cy="417960"/>
            <a:chOff x="10315697" y="4137272"/>
            <a:chExt cx="173520" cy="41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551D846-0F27-C863-FEF2-7409474526F4}"/>
                    </a:ext>
                  </a:extLst>
                </p14:cNvPr>
                <p14:cNvContentPartPr/>
                <p14:nvPr/>
              </p14:nvContentPartPr>
              <p14:xfrm>
                <a:off x="10377257" y="4137272"/>
                <a:ext cx="77760" cy="4179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551D846-0F27-C863-FEF2-7409474526F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359257" y="4119272"/>
                  <a:ext cx="11340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DD37259-F48D-4038-6D9E-931D0FBE1D78}"/>
                    </a:ext>
                  </a:extLst>
                </p14:cNvPr>
                <p14:cNvContentPartPr/>
                <p14:nvPr/>
              </p14:nvContentPartPr>
              <p14:xfrm>
                <a:off x="10315697" y="4349672"/>
                <a:ext cx="173520" cy="730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DD37259-F48D-4038-6D9E-931D0FBE1D78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298057" y="4332032"/>
                  <a:ext cx="209160" cy="10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183F74E-05D1-D417-95BE-D427C5B63747}"/>
              </a:ext>
            </a:extLst>
          </p:cNvPr>
          <p:cNvGrpSpPr/>
          <p:nvPr/>
        </p:nvGrpSpPr>
        <p:grpSpPr>
          <a:xfrm>
            <a:off x="1130297" y="5081912"/>
            <a:ext cx="1060200" cy="419400"/>
            <a:chOff x="1130297" y="5081912"/>
            <a:chExt cx="1060200" cy="41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E3D54290-259E-A644-7E16-6DE431610F1A}"/>
                    </a:ext>
                  </a:extLst>
                </p14:cNvPr>
                <p14:cNvContentPartPr/>
                <p14:nvPr/>
              </p14:nvContentPartPr>
              <p14:xfrm>
                <a:off x="1130297" y="5081912"/>
                <a:ext cx="211680" cy="4114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E3D54290-259E-A644-7E16-6DE431610F1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112657" y="5063912"/>
                  <a:ext cx="247320" cy="44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29FF144-FCB9-58FF-8409-0A2644AABA43}"/>
                    </a:ext>
                  </a:extLst>
                </p14:cNvPr>
                <p14:cNvContentPartPr/>
                <p14:nvPr/>
              </p14:nvContentPartPr>
              <p14:xfrm>
                <a:off x="1512257" y="5162912"/>
                <a:ext cx="203760" cy="1728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E29FF144-FCB9-58FF-8409-0A2644AABA4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494257" y="5144912"/>
                  <a:ext cx="2394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17625BC-5322-89E2-FF5E-FFE7E810749B}"/>
                    </a:ext>
                  </a:extLst>
                </p14:cNvPr>
                <p14:cNvContentPartPr/>
                <p14:nvPr/>
              </p14:nvContentPartPr>
              <p14:xfrm>
                <a:off x="1654457" y="5239952"/>
                <a:ext cx="49680" cy="2613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17625BC-5322-89E2-FF5E-FFE7E810749B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636817" y="5221952"/>
                  <a:ext cx="8532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7D207CF8-E7F1-183B-1086-159B804E3F00}"/>
                    </a:ext>
                  </a:extLst>
                </p14:cNvPr>
                <p14:cNvContentPartPr/>
                <p14:nvPr/>
              </p14:nvContentPartPr>
              <p14:xfrm>
                <a:off x="1889177" y="5128352"/>
                <a:ext cx="23040" cy="2448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7D207CF8-E7F1-183B-1086-159B804E3F00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871537" y="5110712"/>
                  <a:ext cx="5868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9AAF2A7-CFFD-6A66-82D4-DFE9EF714F82}"/>
                    </a:ext>
                  </a:extLst>
                </p14:cNvPr>
                <p14:cNvContentPartPr/>
                <p14:nvPr/>
              </p14:nvContentPartPr>
              <p14:xfrm>
                <a:off x="1890977" y="5108192"/>
                <a:ext cx="299520" cy="2646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9AAF2A7-CFFD-6A66-82D4-DFE9EF714F8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873337" y="5090192"/>
                  <a:ext cx="335160" cy="30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E68B23E4-AD8D-B04E-E3ED-8DBAC2CA45EF}"/>
              </a:ext>
            </a:extLst>
          </p:cNvPr>
          <p:cNvGrpSpPr/>
          <p:nvPr/>
        </p:nvGrpSpPr>
        <p:grpSpPr>
          <a:xfrm>
            <a:off x="2397857" y="5076152"/>
            <a:ext cx="443880" cy="396360"/>
            <a:chOff x="2397857" y="5076152"/>
            <a:chExt cx="443880" cy="396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7F58FF9-641A-3D7C-2A4C-EECC843E7331}"/>
                    </a:ext>
                  </a:extLst>
                </p14:cNvPr>
                <p14:cNvContentPartPr/>
                <p14:nvPr/>
              </p14:nvContentPartPr>
              <p14:xfrm>
                <a:off x="2397857" y="5076152"/>
                <a:ext cx="28800" cy="3628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7F58FF9-641A-3D7C-2A4C-EECC843E7331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379857" y="5058152"/>
                  <a:ext cx="64440" cy="39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E791E6EC-2454-3A09-BBBB-74D3D3BB7E57}"/>
                    </a:ext>
                  </a:extLst>
                </p14:cNvPr>
                <p14:cNvContentPartPr/>
                <p14:nvPr/>
              </p14:nvContentPartPr>
              <p14:xfrm>
                <a:off x="2470937" y="5112512"/>
                <a:ext cx="122040" cy="2995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E791E6EC-2454-3A09-BBBB-74D3D3BB7E5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453297" y="5094872"/>
                  <a:ext cx="15768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B6FBAA6-4E71-751E-22B7-962A6120910F}"/>
                    </a:ext>
                  </a:extLst>
                </p14:cNvPr>
                <p14:cNvContentPartPr/>
                <p14:nvPr/>
              </p14:nvContentPartPr>
              <p14:xfrm>
                <a:off x="2468777" y="5254352"/>
                <a:ext cx="102960" cy="554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B6FBAA6-4E71-751E-22B7-962A6120910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451137" y="5236712"/>
                  <a:ext cx="13860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6314E1A-2E28-5884-7ADC-D5935BB99D36}"/>
                    </a:ext>
                  </a:extLst>
                </p14:cNvPr>
                <p14:cNvContentPartPr/>
                <p14:nvPr/>
              </p14:nvContentPartPr>
              <p14:xfrm>
                <a:off x="2698817" y="5243192"/>
                <a:ext cx="142920" cy="2293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6314E1A-2E28-5884-7ADC-D5935BB99D3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681177" y="5225192"/>
                  <a:ext cx="1785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5430596-BD3B-EF7B-5753-5866EE04F9FD}"/>
                    </a:ext>
                  </a:extLst>
                </p14:cNvPr>
                <p14:cNvContentPartPr/>
                <p14:nvPr/>
              </p14:nvContentPartPr>
              <p14:xfrm>
                <a:off x="2670737" y="5368112"/>
                <a:ext cx="87480" cy="316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5430596-BD3B-EF7B-5753-5866EE04F9FD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652737" y="5350112"/>
                  <a:ext cx="123120" cy="6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FB23D330-BF01-CA5D-2E7C-8A626A49A51D}"/>
              </a:ext>
            </a:extLst>
          </p:cNvPr>
          <p:cNvGrpSpPr/>
          <p:nvPr/>
        </p:nvGrpSpPr>
        <p:grpSpPr>
          <a:xfrm>
            <a:off x="3183377" y="4948352"/>
            <a:ext cx="475560" cy="301680"/>
            <a:chOff x="3183377" y="4948352"/>
            <a:chExt cx="475560" cy="301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4A918B33-4429-459C-6C18-21DA392068F3}"/>
                    </a:ext>
                  </a:extLst>
                </p14:cNvPr>
                <p14:cNvContentPartPr/>
                <p14:nvPr/>
              </p14:nvContentPartPr>
              <p14:xfrm>
                <a:off x="3183377" y="4948352"/>
                <a:ext cx="177840" cy="2397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4A918B33-4429-459C-6C18-21DA392068F3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165737" y="4930712"/>
                  <a:ext cx="21348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1435AF4C-33F2-A3CD-A1E5-2E8A6FC651E5}"/>
                    </a:ext>
                  </a:extLst>
                </p14:cNvPr>
                <p14:cNvContentPartPr/>
                <p14:nvPr/>
              </p14:nvContentPartPr>
              <p14:xfrm>
                <a:off x="3505937" y="4971752"/>
                <a:ext cx="153000" cy="2782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1435AF4C-33F2-A3CD-A1E5-2E8A6FC651E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488297" y="4954112"/>
                  <a:ext cx="188640" cy="31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1CB41328-5208-FE3A-C1E8-5203CFFF36F0}"/>
              </a:ext>
            </a:extLst>
          </p:cNvPr>
          <p:cNvGrpSpPr/>
          <p:nvPr/>
        </p:nvGrpSpPr>
        <p:grpSpPr>
          <a:xfrm>
            <a:off x="3964937" y="4623992"/>
            <a:ext cx="903600" cy="473040"/>
            <a:chOff x="3964937" y="4623992"/>
            <a:chExt cx="903600" cy="47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3CA67C5-27F7-345F-0DF6-51C3F73E33FD}"/>
                    </a:ext>
                  </a:extLst>
                </p14:cNvPr>
                <p14:cNvContentPartPr/>
                <p14:nvPr/>
              </p14:nvContentPartPr>
              <p14:xfrm>
                <a:off x="3964937" y="4921352"/>
                <a:ext cx="232560" cy="17568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3CA67C5-27F7-345F-0DF6-51C3F73E33F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946937" y="4903352"/>
                  <a:ext cx="2682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9143D60B-CD33-8616-4A11-26E2292CEACB}"/>
                    </a:ext>
                  </a:extLst>
                </p14:cNvPr>
                <p14:cNvContentPartPr/>
                <p14:nvPr/>
              </p14:nvContentPartPr>
              <p14:xfrm>
                <a:off x="4255817" y="4863032"/>
                <a:ext cx="95760" cy="2001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9143D60B-CD33-8616-4A11-26E2292CEACB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237817" y="4845392"/>
                  <a:ext cx="13140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A453A3A-2E14-DFA2-AE27-2CA1E6028105}"/>
                    </a:ext>
                  </a:extLst>
                </p14:cNvPr>
                <p14:cNvContentPartPr/>
                <p14:nvPr/>
              </p14:nvContentPartPr>
              <p14:xfrm>
                <a:off x="4467497" y="4832792"/>
                <a:ext cx="65880" cy="1756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A453A3A-2E14-DFA2-AE27-2CA1E6028105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4449857" y="4815152"/>
                  <a:ext cx="1015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6A67F448-8BC2-3B34-449F-D856A4F42A99}"/>
                    </a:ext>
                  </a:extLst>
                </p14:cNvPr>
                <p14:cNvContentPartPr/>
                <p14:nvPr/>
              </p14:nvContentPartPr>
              <p14:xfrm>
                <a:off x="4688897" y="4623992"/>
                <a:ext cx="179640" cy="39096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6A67F448-8BC2-3B34-449F-D856A4F42A9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670897" y="4606352"/>
                  <a:ext cx="215280" cy="42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EA4E2E8A-DD2B-F45B-6956-0B41389F939F}"/>
              </a:ext>
            </a:extLst>
          </p:cNvPr>
          <p:cNvGrpSpPr/>
          <p:nvPr/>
        </p:nvGrpSpPr>
        <p:grpSpPr>
          <a:xfrm>
            <a:off x="5401337" y="4392152"/>
            <a:ext cx="1548720" cy="406080"/>
            <a:chOff x="5401337" y="4392152"/>
            <a:chExt cx="1548720" cy="40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4C1974A7-3524-D0CC-EA00-E08095C0B632}"/>
                    </a:ext>
                  </a:extLst>
                </p14:cNvPr>
                <p14:cNvContentPartPr/>
                <p14:nvPr/>
              </p14:nvContentPartPr>
              <p14:xfrm>
                <a:off x="5401337" y="4648832"/>
                <a:ext cx="17640" cy="151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4C1974A7-3524-D0CC-EA00-E08095C0B63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383697" y="4630832"/>
                  <a:ext cx="5328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11D41B57-AE3D-5F4A-9FB4-82C5ABF79AA5}"/>
                    </a:ext>
                  </a:extLst>
                </p14:cNvPr>
                <p14:cNvContentPartPr/>
                <p14:nvPr/>
              </p14:nvContentPartPr>
              <p14:xfrm>
                <a:off x="5525537" y="4525712"/>
                <a:ext cx="189360" cy="27252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11D41B57-AE3D-5F4A-9FB4-82C5ABF79AA5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507897" y="4508072"/>
                  <a:ext cx="2250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EB84C9D9-F10E-4E61-E70D-859DC40699C5}"/>
                    </a:ext>
                  </a:extLst>
                </p14:cNvPr>
                <p14:cNvContentPartPr/>
                <p14:nvPr/>
              </p14:nvContentPartPr>
              <p14:xfrm>
                <a:off x="5808497" y="4488632"/>
                <a:ext cx="61200" cy="30564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EB84C9D9-F10E-4E61-E70D-859DC40699C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790497" y="4470992"/>
                  <a:ext cx="9684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CC2A2CF-E10D-75AE-7D69-83C315D9FD8C}"/>
                    </a:ext>
                  </a:extLst>
                </p14:cNvPr>
                <p14:cNvContentPartPr/>
                <p14:nvPr/>
              </p14:nvContentPartPr>
              <p14:xfrm>
                <a:off x="6038537" y="4469192"/>
                <a:ext cx="56160" cy="29520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CC2A2CF-E10D-75AE-7D69-83C315D9FD8C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020897" y="4451552"/>
                  <a:ext cx="9180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6AE0971-CED3-F269-BFE1-E88AE91A6A54}"/>
                    </a:ext>
                  </a:extLst>
                </p14:cNvPr>
                <p14:cNvContentPartPr/>
                <p14:nvPr/>
              </p14:nvContentPartPr>
              <p14:xfrm>
                <a:off x="6101897" y="4547312"/>
                <a:ext cx="133200" cy="1620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6AE0971-CED3-F269-BFE1-E88AE91A6A54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084257" y="4529672"/>
                  <a:ext cx="1688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27487DD-5C31-0697-73C4-DCCD1DDB92D0}"/>
                    </a:ext>
                  </a:extLst>
                </p14:cNvPr>
                <p14:cNvContentPartPr/>
                <p14:nvPr/>
              </p14:nvContentPartPr>
              <p14:xfrm>
                <a:off x="6338417" y="4398272"/>
                <a:ext cx="69840" cy="3214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27487DD-5C31-0697-73C4-DCCD1DDB92D0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320777" y="4380632"/>
                  <a:ext cx="10548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9093E85-A4ED-FD28-4258-0CD50B474738}"/>
                    </a:ext>
                  </a:extLst>
                </p14:cNvPr>
                <p14:cNvContentPartPr/>
                <p14:nvPr/>
              </p14:nvContentPartPr>
              <p14:xfrm>
                <a:off x="6478817" y="4392152"/>
                <a:ext cx="108360" cy="2815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9093E85-A4ED-FD28-4258-0CD50B47473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460817" y="4374152"/>
                  <a:ext cx="14400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2CFEAA6-1326-740F-2005-28679C7953F7}"/>
                    </a:ext>
                  </a:extLst>
                </p14:cNvPr>
                <p14:cNvContentPartPr/>
                <p14:nvPr/>
              </p14:nvContentPartPr>
              <p14:xfrm>
                <a:off x="6378737" y="4560632"/>
                <a:ext cx="138600" cy="381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2CFEAA6-1326-740F-2005-28679C7953F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361097" y="4542992"/>
                  <a:ext cx="1742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65728DC-5F8A-F9EA-76FB-F336CE89E108}"/>
                    </a:ext>
                  </a:extLst>
                </p14:cNvPr>
                <p14:cNvContentPartPr/>
                <p14:nvPr/>
              </p14:nvContentPartPr>
              <p14:xfrm>
                <a:off x="6658817" y="4535792"/>
                <a:ext cx="165240" cy="1782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65728DC-5F8A-F9EA-76FB-F336CE89E108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640817" y="4517792"/>
                  <a:ext cx="20088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29027FC-090B-17A2-C7FC-E4FE2E63DE37}"/>
                    </a:ext>
                  </a:extLst>
                </p14:cNvPr>
                <p14:cNvContentPartPr/>
                <p14:nvPr/>
              </p14:nvContentPartPr>
              <p14:xfrm>
                <a:off x="6645137" y="4584032"/>
                <a:ext cx="304920" cy="532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29027FC-090B-17A2-C7FC-E4FE2E63DE3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627137" y="4566032"/>
                  <a:ext cx="340560" cy="8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D0A45B-EFEF-3163-5F22-AEFB26C11ED8}"/>
              </a:ext>
            </a:extLst>
          </p:cNvPr>
          <p:cNvGrpSpPr/>
          <p:nvPr/>
        </p:nvGrpSpPr>
        <p:grpSpPr>
          <a:xfrm>
            <a:off x="8907017" y="5151392"/>
            <a:ext cx="574560" cy="317160"/>
            <a:chOff x="8907017" y="5151392"/>
            <a:chExt cx="574560" cy="317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060474B-8945-FB57-9B21-F3D3C9E83DDF}"/>
                    </a:ext>
                  </a:extLst>
                </p14:cNvPr>
                <p14:cNvContentPartPr/>
                <p14:nvPr/>
              </p14:nvContentPartPr>
              <p14:xfrm>
                <a:off x="8907017" y="5151392"/>
                <a:ext cx="29880" cy="2973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060474B-8945-FB57-9B21-F3D3C9E83DDF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889017" y="5133752"/>
                  <a:ext cx="6552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8022F879-322A-F1F1-2319-1D2B07705B82}"/>
                    </a:ext>
                  </a:extLst>
                </p14:cNvPr>
                <p14:cNvContentPartPr/>
                <p14:nvPr/>
              </p14:nvContentPartPr>
              <p14:xfrm>
                <a:off x="9033377" y="5280992"/>
                <a:ext cx="222840" cy="15084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8022F879-322A-F1F1-2319-1D2B07705B82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015377" y="5263352"/>
                  <a:ext cx="2584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AABDFF59-65D8-DB80-3FC4-32ADF249A92F}"/>
                    </a:ext>
                  </a:extLst>
                </p14:cNvPr>
                <p14:cNvContentPartPr/>
                <p14:nvPr/>
              </p14:nvContentPartPr>
              <p14:xfrm>
                <a:off x="9365297" y="5260832"/>
                <a:ext cx="116280" cy="20772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AABDFF59-65D8-DB80-3FC4-32ADF249A92F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347657" y="5242832"/>
                  <a:ext cx="151920" cy="24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7768DD66-63A7-5B2F-79D5-D5620A4610A9}"/>
              </a:ext>
            </a:extLst>
          </p:cNvPr>
          <p:cNvGrpSpPr/>
          <p:nvPr/>
        </p:nvGrpSpPr>
        <p:grpSpPr>
          <a:xfrm>
            <a:off x="9731777" y="5331752"/>
            <a:ext cx="138960" cy="88920"/>
            <a:chOff x="9731777" y="5331752"/>
            <a:chExt cx="138960" cy="8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EF43572F-5659-A15B-10B0-5502485D7658}"/>
                    </a:ext>
                  </a:extLst>
                </p14:cNvPr>
                <p14:cNvContentPartPr/>
                <p14:nvPr/>
              </p14:nvContentPartPr>
              <p14:xfrm>
                <a:off x="9731777" y="5331752"/>
                <a:ext cx="96840" cy="93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EF43572F-5659-A15B-10B0-5502485D7658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714137" y="5314112"/>
                  <a:ext cx="1324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28134B93-8493-D997-23B3-C104EB0F2E5A}"/>
                    </a:ext>
                  </a:extLst>
                </p14:cNvPr>
                <p14:cNvContentPartPr/>
                <p14:nvPr/>
              </p14:nvContentPartPr>
              <p14:xfrm>
                <a:off x="9816377" y="5406272"/>
                <a:ext cx="54360" cy="1440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28134B93-8493-D997-23B3-C104EB0F2E5A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9798737" y="5388632"/>
                  <a:ext cx="90000" cy="5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20E6B9D4-5CBF-1745-61FF-00E369E50EB4}"/>
              </a:ext>
            </a:extLst>
          </p:cNvPr>
          <p:cNvGrpSpPr/>
          <p:nvPr/>
        </p:nvGrpSpPr>
        <p:grpSpPr>
          <a:xfrm>
            <a:off x="10231457" y="5049512"/>
            <a:ext cx="150120" cy="362160"/>
            <a:chOff x="10231457" y="5049512"/>
            <a:chExt cx="150120" cy="36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A4C89717-E78A-C9C0-E618-ACE8044F7D8C}"/>
                    </a:ext>
                  </a:extLst>
                </p14:cNvPr>
                <p14:cNvContentPartPr/>
                <p14:nvPr/>
              </p14:nvContentPartPr>
              <p14:xfrm>
                <a:off x="10273217" y="5049512"/>
                <a:ext cx="72360" cy="3621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A4C89717-E78A-C9C0-E618-ACE8044F7D8C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255577" y="5031512"/>
                  <a:ext cx="10800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5C952A90-04F0-3FEF-8453-55AD7838B54B}"/>
                    </a:ext>
                  </a:extLst>
                </p14:cNvPr>
                <p14:cNvContentPartPr/>
                <p14:nvPr/>
              </p14:nvContentPartPr>
              <p14:xfrm>
                <a:off x="10231457" y="5251472"/>
                <a:ext cx="150120" cy="853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5C952A90-04F0-3FEF-8453-55AD7838B54B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213817" y="5233472"/>
                  <a:ext cx="185760" cy="12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9B639EEA-C120-DED0-4ADE-D2AE2CF7F932}"/>
              </a:ext>
            </a:extLst>
          </p:cNvPr>
          <p:cNvGrpSpPr/>
          <p:nvPr/>
        </p:nvGrpSpPr>
        <p:grpSpPr>
          <a:xfrm>
            <a:off x="10622057" y="5215832"/>
            <a:ext cx="126000" cy="76680"/>
            <a:chOff x="10622057" y="5215832"/>
            <a:chExt cx="126000" cy="7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271F5C4-520A-02B2-88C7-648561218227}"/>
                    </a:ext>
                  </a:extLst>
                </p14:cNvPr>
                <p14:cNvContentPartPr/>
                <p14:nvPr/>
              </p14:nvContentPartPr>
              <p14:xfrm>
                <a:off x="10622057" y="5215832"/>
                <a:ext cx="70560" cy="252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271F5C4-520A-02B2-88C7-648561218227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604417" y="5198192"/>
                  <a:ext cx="1062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1434BAC-25FD-7643-63A8-1AB677266C0C}"/>
                    </a:ext>
                  </a:extLst>
                </p14:cNvPr>
                <p14:cNvContentPartPr/>
                <p14:nvPr/>
              </p14:nvContentPartPr>
              <p14:xfrm>
                <a:off x="10698377" y="5264792"/>
                <a:ext cx="49680" cy="2772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1434BAC-25FD-7643-63A8-1AB677266C0C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680737" y="5246792"/>
                  <a:ext cx="85320" cy="6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580BA54D-646C-1897-D49F-21EC08B6A438}"/>
              </a:ext>
            </a:extLst>
          </p:cNvPr>
          <p:cNvGrpSpPr/>
          <p:nvPr/>
        </p:nvGrpSpPr>
        <p:grpSpPr>
          <a:xfrm>
            <a:off x="11131457" y="5364872"/>
            <a:ext cx="532800" cy="216720"/>
            <a:chOff x="11131457" y="5364872"/>
            <a:chExt cx="532800" cy="21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EA477DE-4079-E52F-197C-A5FC62A899EC}"/>
                    </a:ext>
                  </a:extLst>
                </p14:cNvPr>
                <p14:cNvContentPartPr/>
                <p14:nvPr/>
              </p14:nvContentPartPr>
              <p14:xfrm>
                <a:off x="11131457" y="5408432"/>
                <a:ext cx="55440" cy="17316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EA477DE-4079-E52F-197C-A5FC62A899EC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1113457" y="5390432"/>
                  <a:ext cx="910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965298C7-F7EF-07D3-B5EC-2B7CB0DEAD63}"/>
                    </a:ext>
                  </a:extLst>
                </p14:cNvPr>
                <p14:cNvContentPartPr/>
                <p14:nvPr/>
              </p14:nvContentPartPr>
              <p14:xfrm>
                <a:off x="11271137" y="5424632"/>
                <a:ext cx="196560" cy="8784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965298C7-F7EF-07D3-B5EC-2B7CB0DEAD63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1253137" y="5406992"/>
                  <a:ext cx="2322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ABEFFEE-1252-2002-E16C-96CB3A0489A2}"/>
                    </a:ext>
                  </a:extLst>
                </p14:cNvPr>
                <p14:cNvContentPartPr/>
                <p14:nvPr/>
              </p14:nvContentPartPr>
              <p14:xfrm>
                <a:off x="11610617" y="5364872"/>
                <a:ext cx="53640" cy="15264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ABEFFEE-1252-2002-E16C-96CB3A0489A2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592617" y="5346872"/>
                  <a:ext cx="89280" cy="18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98B2FBED-4DA8-61A9-13DC-4E66FE6EECE8}"/>
              </a:ext>
            </a:extLst>
          </p:cNvPr>
          <p:cNvGrpSpPr/>
          <p:nvPr/>
        </p:nvGrpSpPr>
        <p:grpSpPr>
          <a:xfrm>
            <a:off x="10987097" y="4806152"/>
            <a:ext cx="1576440" cy="400680"/>
            <a:chOff x="10987097" y="4806152"/>
            <a:chExt cx="1576440" cy="40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59603F3-9FB2-B4B5-6C16-04D49E5988A7}"/>
                    </a:ext>
                  </a:extLst>
                </p14:cNvPr>
                <p14:cNvContentPartPr/>
                <p14:nvPr/>
              </p14:nvContentPartPr>
              <p14:xfrm>
                <a:off x="11171777" y="4806152"/>
                <a:ext cx="78120" cy="2754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59603F3-9FB2-B4B5-6C16-04D49E5988A7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1153777" y="4788512"/>
                  <a:ext cx="11376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65A5D6CD-3FA6-05A1-00C7-F05357ED61EF}"/>
                    </a:ext>
                  </a:extLst>
                </p14:cNvPr>
                <p14:cNvContentPartPr/>
                <p14:nvPr/>
              </p14:nvContentPartPr>
              <p14:xfrm>
                <a:off x="10987097" y="5122952"/>
                <a:ext cx="503280" cy="838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65A5D6CD-3FA6-05A1-00C7-F05357ED61EF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0969097" y="5104952"/>
                  <a:ext cx="5389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3B60F6FE-C4B1-8D94-4F4F-B9F3934F694C}"/>
                    </a:ext>
                  </a:extLst>
                </p14:cNvPr>
                <p14:cNvContentPartPr/>
                <p14:nvPr/>
              </p14:nvContentPartPr>
              <p14:xfrm>
                <a:off x="11726177" y="5053832"/>
                <a:ext cx="50400" cy="309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3B60F6FE-C4B1-8D94-4F4F-B9F3934F694C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1708177" y="5035832"/>
                  <a:ext cx="860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5B238AE5-7629-0973-50A8-68FC38DBFF4D}"/>
                    </a:ext>
                  </a:extLst>
                </p14:cNvPr>
                <p14:cNvContentPartPr/>
                <p14:nvPr/>
              </p14:nvContentPartPr>
              <p14:xfrm>
                <a:off x="11693417" y="5145632"/>
                <a:ext cx="99360" cy="277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5B238AE5-7629-0973-50A8-68FC38DBFF4D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1675777" y="5127992"/>
                  <a:ext cx="1350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363C52E8-95DC-ABCA-62EE-0E34B279DC6F}"/>
                    </a:ext>
                  </a:extLst>
                </p14:cNvPr>
                <p14:cNvContentPartPr/>
                <p14:nvPr/>
              </p14:nvContentPartPr>
              <p14:xfrm>
                <a:off x="11877377" y="4904072"/>
                <a:ext cx="42480" cy="2746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363C52E8-95DC-ABCA-62EE-0E34B279DC6F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1859377" y="4886432"/>
                  <a:ext cx="7812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528B3749-C668-0E3D-7A3A-11FC4E8850A0}"/>
                    </a:ext>
                  </a:extLst>
                </p14:cNvPr>
                <p14:cNvContentPartPr/>
                <p14:nvPr/>
              </p14:nvContentPartPr>
              <p14:xfrm>
                <a:off x="12012377" y="4870592"/>
                <a:ext cx="130320" cy="22068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528B3749-C668-0E3D-7A3A-11FC4E8850A0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994377" y="4852952"/>
                  <a:ext cx="16596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4BC19892-D83E-3459-726D-6B077E4E1E27}"/>
                    </a:ext>
                  </a:extLst>
                </p14:cNvPr>
                <p14:cNvContentPartPr/>
                <p14:nvPr/>
              </p14:nvContentPartPr>
              <p14:xfrm>
                <a:off x="12246017" y="4894712"/>
                <a:ext cx="32760" cy="20232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4BC19892-D83E-3459-726D-6B077E4E1E27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2228377" y="4877072"/>
                  <a:ext cx="6840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C690CDD-D57B-91D3-584E-22E4F48E7E55}"/>
                    </a:ext>
                  </a:extLst>
                </p14:cNvPr>
                <p14:cNvContentPartPr/>
                <p14:nvPr/>
              </p14:nvContentPartPr>
              <p14:xfrm>
                <a:off x="12353657" y="4897592"/>
                <a:ext cx="69120" cy="17604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C690CDD-D57B-91D3-584E-22E4F48E7E55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2336017" y="4879952"/>
                  <a:ext cx="10476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1590D5AC-FAF6-E5A8-D21E-2829E0328981}"/>
                    </a:ext>
                  </a:extLst>
                </p14:cNvPr>
                <p14:cNvContentPartPr/>
                <p14:nvPr/>
              </p14:nvContentPartPr>
              <p14:xfrm>
                <a:off x="12270497" y="4963472"/>
                <a:ext cx="124200" cy="6840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1590D5AC-FAF6-E5A8-D21E-2829E0328981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2252857" y="4945832"/>
                  <a:ext cx="15984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2191F5DF-E033-A22C-0D3F-EB886C0AEF29}"/>
                    </a:ext>
                  </a:extLst>
                </p14:cNvPr>
                <p14:cNvContentPartPr/>
                <p14:nvPr/>
              </p14:nvContentPartPr>
              <p14:xfrm>
                <a:off x="12491177" y="4932512"/>
                <a:ext cx="69480" cy="17172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2191F5DF-E033-A22C-0D3F-EB886C0AEF29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2473177" y="4914872"/>
                  <a:ext cx="1051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2DFF56F6-6294-AEB9-77CF-D46CAECFDD62}"/>
                    </a:ext>
                  </a:extLst>
                </p14:cNvPr>
                <p14:cNvContentPartPr/>
                <p14:nvPr/>
              </p14:nvContentPartPr>
              <p14:xfrm>
                <a:off x="12460217" y="5004872"/>
                <a:ext cx="103320" cy="244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2DFF56F6-6294-AEB9-77CF-D46CAECFDD62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2442577" y="4987232"/>
                  <a:ext cx="138960" cy="60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6">
            <p14:nvContentPartPr>
              <p14:cNvPr id="159" name="Ink 158">
                <a:extLst>
                  <a:ext uri="{FF2B5EF4-FFF2-40B4-BE49-F238E27FC236}">
                    <a16:creationId xmlns:a16="http://schemas.microsoft.com/office/drawing/2014/main" id="{AAA09896-1883-DBBE-7A05-B2ECD4A7BCC9}"/>
                  </a:ext>
                </a:extLst>
              </p14:cNvPr>
              <p14:cNvContentPartPr/>
              <p14:nvPr/>
            </p14:nvContentPartPr>
            <p14:xfrm>
              <a:off x="8876057" y="1586312"/>
              <a:ext cx="74880" cy="457920"/>
            </p14:xfrm>
          </p:contentPart>
        </mc:Choice>
        <mc:Fallback>
          <p:pic>
            <p:nvPicPr>
              <p:cNvPr id="159" name="Ink 158">
                <a:extLst>
                  <a:ext uri="{FF2B5EF4-FFF2-40B4-BE49-F238E27FC236}">
                    <a16:creationId xmlns:a16="http://schemas.microsoft.com/office/drawing/2014/main" id="{AAA09896-1883-DBBE-7A05-B2ECD4A7BCC9}"/>
                  </a:ext>
                </a:extLst>
              </p:cNvPr>
              <p:cNvPicPr/>
              <p:nvPr/>
            </p:nvPicPr>
            <p:blipFill>
              <a:blip r:embed="rId257"/>
              <a:stretch>
                <a:fillRect/>
              </a:stretch>
            </p:blipFill>
            <p:spPr>
              <a:xfrm>
                <a:off x="8858417" y="1568672"/>
                <a:ext cx="110520" cy="49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8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465E3AE3-CD06-3F75-4382-6EEF107E55E0}"/>
                  </a:ext>
                </a:extLst>
              </p14:cNvPr>
              <p14:cNvContentPartPr/>
              <p14:nvPr/>
            </p14:nvContentPartPr>
            <p14:xfrm>
              <a:off x="9810617" y="1593512"/>
              <a:ext cx="88200" cy="400320"/>
            </p14:xfrm>
          </p:contentPart>
        </mc:Choice>
        <mc:Fallback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465E3AE3-CD06-3F75-4382-6EEF107E55E0}"/>
                  </a:ext>
                </a:extLst>
              </p:cNvPr>
              <p:cNvPicPr/>
              <p:nvPr/>
            </p:nvPicPr>
            <p:blipFill>
              <a:blip r:embed="rId259"/>
              <a:stretch>
                <a:fillRect/>
              </a:stretch>
            </p:blipFill>
            <p:spPr>
              <a:xfrm>
                <a:off x="9792977" y="1575512"/>
                <a:ext cx="123840" cy="435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7" name="Group 166">
            <a:extLst>
              <a:ext uri="{FF2B5EF4-FFF2-40B4-BE49-F238E27FC236}">
                <a16:creationId xmlns:a16="http://schemas.microsoft.com/office/drawing/2014/main" id="{1C606883-343E-8F2C-449D-E048B832A1D6}"/>
              </a:ext>
            </a:extLst>
          </p:cNvPr>
          <p:cNvGrpSpPr/>
          <p:nvPr/>
        </p:nvGrpSpPr>
        <p:grpSpPr>
          <a:xfrm>
            <a:off x="2720057" y="690272"/>
            <a:ext cx="1060560" cy="330480"/>
            <a:chOff x="2720057" y="690272"/>
            <a:chExt cx="1060560" cy="33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604756EC-0322-3A43-25F2-33EBF8D7D132}"/>
                    </a:ext>
                  </a:extLst>
                </p14:cNvPr>
                <p14:cNvContentPartPr/>
                <p14:nvPr/>
              </p14:nvContentPartPr>
              <p14:xfrm>
                <a:off x="2720057" y="756512"/>
                <a:ext cx="217440" cy="2062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604756EC-0322-3A43-25F2-33EBF8D7D132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2702057" y="738512"/>
                  <a:ext cx="2530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5D06C71-DE02-4C3C-14F8-9C06957FCB12}"/>
                    </a:ext>
                  </a:extLst>
                </p14:cNvPr>
                <p14:cNvContentPartPr/>
                <p14:nvPr/>
              </p14:nvContentPartPr>
              <p14:xfrm>
                <a:off x="2979617" y="756512"/>
                <a:ext cx="149760" cy="18972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5D06C71-DE02-4C3C-14F8-9C06957FCB12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2961617" y="738872"/>
                  <a:ext cx="1854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D9C22FCB-0E10-C7C0-744E-CB23C36EAE11}"/>
                    </a:ext>
                  </a:extLst>
                </p14:cNvPr>
                <p14:cNvContentPartPr/>
                <p14:nvPr/>
              </p14:nvContentPartPr>
              <p14:xfrm>
                <a:off x="3212537" y="746792"/>
                <a:ext cx="27720" cy="1926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D9C22FCB-0E10-C7C0-744E-CB23C36EAE11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3194537" y="729152"/>
                  <a:ext cx="633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3EAA721E-AEFB-3C91-3D47-29FAADCADCF6}"/>
                    </a:ext>
                  </a:extLst>
                </p14:cNvPr>
                <p14:cNvContentPartPr/>
                <p14:nvPr/>
              </p14:nvContentPartPr>
              <p14:xfrm>
                <a:off x="3242777" y="738872"/>
                <a:ext cx="209880" cy="1486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3EAA721E-AEFB-3C91-3D47-29FAADCADCF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3225137" y="721232"/>
                  <a:ext cx="2455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DFE39A9-9C31-BAE1-5C5A-B0175355D2D9}"/>
                    </a:ext>
                  </a:extLst>
                </p14:cNvPr>
                <p14:cNvContentPartPr/>
                <p14:nvPr/>
              </p14:nvContentPartPr>
              <p14:xfrm>
                <a:off x="3586577" y="690272"/>
                <a:ext cx="39600" cy="23400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DFE39A9-9C31-BAE1-5C5A-B0175355D2D9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3568937" y="672272"/>
                  <a:ext cx="7524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F6783F2B-7A13-4000-4F5B-7B604AB15524}"/>
                    </a:ext>
                  </a:extLst>
                </p14:cNvPr>
                <p14:cNvContentPartPr/>
                <p14:nvPr/>
              </p14:nvContentPartPr>
              <p14:xfrm>
                <a:off x="3504857" y="712232"/>
                <a:ext cx="275760" cy="30852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F6783F2B-7A13-4000-4F5B-7B604AB15524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3487217" y="694592"/>
                  <a:ext cx="311400" cy="34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8A392E4C-4E4D-430B-EC4A-BD5B51933CC8}"/>
              </a:ext>
            </a:extLst>
          </p:cNvPr>
          <p:cNvGrpSpPr/>
          <p:nvPr/>
        </p:nvGrpSpPr>
        <p:grpSpPr>
          <a:xfrm>
            <a:off x="2959097" y="1121192"/>
            <a:ext cx="989280" cy="396720"/>
            <a:chOff x="2959097" y="1121192"/>
            <a:chExt cx="989280" cy="39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13660DEC-A9F5-2288-1742-9E5B1D585C73}"/>
                    </a:ext>
                  </a:extLst>
                </p14:cNvPr>
                <p14:cNvContentPartPr/>
                <p14:nvPr/>
              </p14:nvContentPartPr>
              <p14:xfrm>
                <a:off x="2959097" y="1177352"/>
                <a:ext cx="121320" cy="34056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13660DEC-A9F5-2288-1742-9E5B1D585C73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2941097" y="1159712"/>
                  <a:ext cx="15696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987F6AED-A6FB-43FA-AFEE-54AD7E757CE1}"/>
                    </a:ext>
                  </a:extLst>
                </p14:cNvPr>
                <p14:cNvContentPartPr/>
                <p14:nvPr/>
              </p14:nvContentPartPr>
              <p14:xfrm>
                <a:off x="3193097" y="1197152"/>
                <a:ext cx="25560" cy="17892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987F6AED-A6FB-43FA-AFEE-54AD7E757CE1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3175457" y="1179152"/>
                  <a:ext cx="6120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CA67ACB1-2073-9E01-D561-0C556959DE48}"/>
                    </a:ext>
                  </a:extLst>
                </p14:cNvPr>
                <p14:cNvContentPartPr/>
                <p14:nvPr/>
              </p14:nvContentPartPr>
              <p14:xfrm>
                <a:off x="3187697" y="1140632"/>
                <a:ext cx="317520" cy="1990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CA67ACB1-2073-9E01-D561-0C556959DE48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3169697" y="1122632"/>
                  <a:ext cx="35316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422F6B2-AE34-BB53-AB50-462AD89B45E9}"/>
                    </a:ext>
                  </a:extLst>
                </p14:cNvPr>
                <p14:cNvContentPartPr/>
                <p14:nvPr/>
              </p14:nvContentPartPr>
              <p14:xfrm>
                <a:off x="3628337" y="1171952"/>
                <a:ext cx="153720" cy="2005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422F6B2-AE34-BB53-AB50-462AD89B45E9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3610697" y="1153952"/>
                  <a:ext cx="18936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90E3BA4D-1F54-AC10-971E-DDD83BAE480A}"/>
                    </a:ext>
                  </a:extLst>
                </p14:cNvPr>
                <p14:cNvContentPartPr/>
                <p14:nvPr/>
              </p14:nvContentPartPr>
              <p14:xfrm>
                <a:off x="3766577" y="1121192"/>
                <a:ext cx="181800" cy="29952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90E3BA4D-1F54-AC10-971E-DDD83BAE480A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3748937" y="1103192"/>
                  <a:ext cx="217440" cy="335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662675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F30C9-294E-D113-DFF8-60F426A0D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ML in microcontrollers </a:t>
            </a:r>
            <a:r>
              <a:rPr lang="en-US" dirty="0" err="1"/>
              <a:t>TinyML</a:t>
            </a:r>
            <a:endParaRPr lang="en-US" dirty="0"/>
          </a:p>
        </p:txBody>
      </p:sp>
      <p:pic>
        <p:nvPicPr>
          <p:cNvPr id="6" name="Content Placeholder 5" descr="A diagram of a model&#10;&#10;Description automatically generated">
            <a:extLst>
              <a:ext uri="{FF2B5EF4-FFF2-40B4-BE49-F238E27FC236}">
                <a16:creationId xmlns:a16="http://schemas.microsoft.com/office/drawing/2014/main" id="{2F1A8B92-6ACA-E63A-4995-30CD1D9AB7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34740"/>
            <a:ext cx="10515600" cy="417895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1A1596-E185-AB6D-B054-4EA69778A0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7A7833E-2E0E-5DE9-EA1F-C3B3F53D2E1F}"/>
              </a:ext>
            </a:extLst>
          </p:cNvPr>
          <p:cNvGrpSpPr/>
          <p:nvPr/>
        </p:nvGrpSpPr>
        <p:grpSpPr>
          <a:xfrm>
            <a:off x="1314977" y="1174472"/>
            <a:ext cx="1350720" cy="643320"/>
            <a:chOff x="1314977" y="1174472"/>
            <a:chExt cx="1350720" cy="643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805F56A-04BB-C902-2D7A-849FE9C1DFCC}"/>
                    </a:ext>
                  </a:extLst>
                </p14:cNvPr>
                <p14:cNvContentPartPr/>
                <p14:nvPr/>
              </p14:nvContentPartPr>
              <p14:xfrm>
                <a:off x="1314977" y="1526192"/>
                <a:ext cx="145080" cy="2916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805F56A-04BB-C902-2D7A-849FE9C1DFC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296977" y="1508192"/>
                  <a:ext cx="18072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8E010C9-CBA0-006E-57A7-9BD0502758DB}"/>
                    </a:ext>
                  </a:extLst>
                </p14:cNvPr>
                <p14:cNvContentPartPr/>
                <p14:nvPr/>
              </p14:nvContentPartPr>
              <p14:xfrm>
                <a:off x="1489577" y="1532672"/>
                <a:ext cx="305640" cy="1994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8E010C9-CBA0-006E-57A7-9BD0502758D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471577" y="1514672"/>
                  <a:ext cx="3412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3A28746-6836-0CB3-A295-E950A7904342}"/>
                    </a:ext>
                  </a:extLst>
                </p14:cNvPr>
                <p14:cNvContentPartPr/>
                <p14:nvPr/>
              </p14:nvContentPartPr>
              <p14:xfrm>
                <a:off x="1831577" y="1444832"/>
                <a:ext cx="105120" cy="1933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3A28746-6836-0CB3-A295-E950A790434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813937" y="1427192"/>
                  <a:ext cx="14076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2C1B092-41C7-EDD9-ABCB-098882605BD8}"/>
                    </a:ext>
                  </a:extLst>
                </p14:cNvPr>
                <p14:cNvContentPartPr/>
                <p14:nvPr/>
              </p14:nvContentPartPr>
              <p14:xfrm>
                <a:off x="2001497" y="1429712"/>
                <a:ext cx="90720" cy="1425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2C1B092-41C7-EDD9-ABCB-098882605BD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983857" y="1411712"/>
                  <a:ext cx="12636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E2DCC7B-22C9-B5CB-AE2E-CBC578008032}"/>
                    </a:ext>
                  </a:extLst>
                </p14:cNvPr>
                <p14:cNvContentPartPr/>
                <p14:nvPr/>
              </p14:nvContentPartPr>
              <p14:xfrm>
                <a:off x="2131457" y="1285352"/>
                <a:ext cx="101880" cy="1893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E2DCC7B-22C9-B5CB-AE2E-CBC57800803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113817" y="1267712"/>
                  <a:ext cx="13752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2E11BC8-52A2-E886-B632-D13FE2341718}"/>
                    </a:ext>
                  </a:extLst>
                </p14:cNvPr>
                <p14:cNvContentPartPr/>
                <p14:nvPr/>
              </p14:nvContentPartPr>
              <p14:xfrm>
                <a:off x="2341697" y="1326752"/>
                <a:ext cx="255960" cy="172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2E11BC8-52A2-E886-B632-D13FE234171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24057" y="1309112"/>
                  <a:ext cx="29160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EF2E5D7-ADCC-77FE-0960-CC607537F309}"/>
                    </a:ext>
                  </a:extLst>
                </p14:cNvPr>
                <p14:cNvContentPartPr/>
                <p14:nvPr/>
              </p14:nvContentPartPr>
              <p14:xfrm>
                <a:off x="2524937" y="1174472"/>
                <a:ext cx="140760" cy="2811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EF2E5D7-ADCC-77FE-0960-CC607537F30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506937" y="1156832"/>
                  <a:ext cx="176400" cy="31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A1A0D7E-5337-9C54-AF70-78DDFB1CE52C}"/>
              </a:ext>
            </a:extLst>
          </p:cNvPr>
          <p:cNvGrpSpPr/>
          <p:nvPr/>
        </p:nvGrpSpPr>
        <p:grpSpPr>
          <a:xfrm>
            <a:off x="2901857" y="990512"/>
            <a:ext cx="3989520" cy="1439280"/>
            <a:chOff x="2901857" y="990512"/>
            <a:chExt cx="3989520" cy="1439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721E6DC-4D84-D21C-BE3F-2B6B8FC8994D}"/>
                    </a:ext>
                  </a:extLst>
                </p14:cNvPr>
                <p14:cNvContentPartPr/>
                <p14:nvPr/>
              </p14:nvContentPartPr>
              <p14:xfrm>
                <a:off x="2901857" y="1096712"/>
                <a:ext cx="187920" cy="3589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721E6DC-4D84-D21C-BE3F-2B6B8FC8994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884217" y="1078712"/>
                  <a:ext cx="22356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1234AE0-9A5A-6A91-A78F-E8B04D6E5E4A}"/>
                    </a:ext>
                  </a:extLst>
                </p14:cNvPr>
                <p14:cNvContentPartPr/>
                <p14:nvPr/>
              </p14:nvContentPartPr>
              <p14:xfrm>
                <a:off x="3145217" y="1259792"/>
                <a:ext cx="176760" cy="1648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1234AE0-9A5A-6A91-A78F-E8B04D6E5E4A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127577" y="1241792"/>
                  <a:ext cx="2124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EC9A75E-2D74-AF4D-8AC2-3F8C74A7BAAB}"/>
                    </a:ext>
                  </a:extLst>
                </p14:cNvPr>
                <p14:cNvContentPartPr/>
                <p14:nvPr/>
              </p14:nvContentPartPr>
              <p14:xfrm>
                <a:off x="3367697" y="1088792"/>
                <a:ext cx="60480" cy="2559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EC9A75E-2D74-AF4D-8AC2-3F8C74A7BAA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350057" y="1071152"/>
                  <a:ext cx="9612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1907F82-FAF4-2DD9-9FE8-DE8F346D69DE}"/>
                    </a:ext>
                  </a:extLst>
                </p14:cNvPr>
                <p14:cNvContentPartPr/>
                <p14:nvPr/>
              </p14:nvContentPartPr>
              <p14:xfrm>
                <a:off x="3316577" y="1240712"/>
                <a:ext cx="93960" cy="565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1907F82-FAF4-2DD9-9FE8-DE8F346D69D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298577" y="1223072"/>
                  <a:ext cx="12960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3BB6FE2-7474-0BC8-0783-8AC0C6A7AE3B}"/>
                    </a:ext>
                  </a:extLst>
                </p14:cNvPr>
                <p14:cNvContentPartPr/>
                <p14:nvPr/>
              </p14:nvContentPartPr>
              <p14:xfrm>
                <a:off x="3496937" y="1217672"/>
                <a:ext cx="208080" cy="1414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3BB6FE2-7474-0BC8-0783-8AC0C6A7AE3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478937" y="1199672"/>
                  <a:ext cx="24372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EE946AB-49E1-A7AC-CF65-6F67476488AA}"/>
                    </a:ext>
                  </a:extLst>
                </p14:cNvPr>
                <p14:cNvContentPartPr/>
                <p14:nvPr/>
              </p14:nvContentPartPr>
              <p14:xfrm>
                <a:off x="3722297" y="1184192"/>
                <a:ext cx="288720" cy="277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EE946AB-49E1-A7AC-CF65-6F67476488AA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704297" y="1166192"/>
                  <a:ext cx="32436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66938FD-E895-6C83-4B35-1229ADCD987A}"/>
                    </a:ext>
                  </a:extLst>
                </p14:cNvPr>
                <p14:cNvContentPartPr/>
                <p14:nvPr/>
              </p14:nvContentPartPr>
              <p14:xfrm>
                <a:off x="3920657" y="1093832"/>
                <a:ext cx="135720" cy="2696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66938FD-E895-6C83-4B35-1229ADCD987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903017" y="1076192"/>
                  <a:ext cx="17136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AE87FA3-E2B2-596A-121D-6831EE3560D0}"/>
                    </a:ext>
                  </a:extLst>
                </p14:cNvPr>
                <p14:cNvContentPartPr/>
                <p14:nvPr/>
              </p14:nvContentPartPr>
              <p14:xfrm>
                <a:off x="4210097" y="1134512"/>
                <a:ext cx="59760" cy="1933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AE87FA3-E2B2-596A-121D-6831EE3560D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192097" y="1116512"/>
                  <a:ext cx="9540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21AE1E5-CA34-6174-7F9B-BD1CC90E5DEB}"/>
                    </a:ext>
                  </a:extLst>
                </p14:cNvPr>
                <p14:cNvContentPartPr/>
                <p14:nvPr/>
              </p14:nvContentPartPr>
              <p14:xfrm>
                <a:off x="4194257" y="1111832"/>
                <a:ext cx="105840" cy="1652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21AE1E5-CA34-6174-7F9B-BD1CC90E5DE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176617" y="1094192"/>
                  <a:ext cx="14148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05AEDEE-9A63-3837-BF63-2ADE15471E35}"/>
                    </a:ext>
                  </a:extLst>
                </p14:cNvPr>
                <p14:cNvContentPartPr/>
                <p14:nvPr/>
              </p14:nvContentPartPr>
              <p14:xfrm>
                <a:off x="4322777" y="1135592"/>
                <a:ext cx="100080" cy="1166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05AEDEE-9A63-3837-BF63-2ADE15471E3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304777" y="1117592"/>
                  <a:ext cx="13572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1829AE4-2449-F060-B75C-F55A0B4E20A6}"/>
                    </a:ext>
                  </a:extLst>
                </p14:cNvPr>
                <p14:cNvContentPartPr/>
                <p14:nvPr/>
              </p14:nvContentPartPr>
              <p14:xfrm>
                <a:off x="4453817" y="1145672"/>
                <a:ext cx="132840" cy="1029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1829AE4-2449-F060-B75C-F55A0B4E20A6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436177" y="1128032"/>
                  <a:ext cx="1684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0ADAEEE-F130-194C-6AE6-BA53074A26C2}"/>
                    </a:ext>
                  </a:extLst>
                </p14:cNvPr>
                <p14:cNvContentPartPr/>
                <p14:nvPr/>
              </p14:nvContentPartPr>
              <p14:xfrm>
                <a:off x="4725617" y="1120832"/>
                <a:ext cx="32040" cy="1987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0ADAEEE-F130-194C-6AE6-BA53074A26C2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707617" y="1103192"/>
                  <a:ext cx="6768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9AB1F99-58F7-9649-377B-CC1759723AA2}"/>
                    </a:ext>
                  </a:extLst>
                </p14:cNvPr>
                <p14:cNvContentPartPr/>
                <p14:nvPr/>
              </p14:nvContentPartPr>
              <p14:xfrm>
                <a:off x="4736417" y="1080152"/>
                <a:ext cx="82440" cy="1756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9AB1F99-58F7-9649-377B-CC1759723AA2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718417" y="1062152"/>
                  <a:ext cx="11808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4E67D57-D71E-D37E-BF40-BF5AD5677670}"/>
                    </a:ext>
                  </a:extLst>
                </p14:cNvPr>
                <p14:cNvContentPartPr/>
                <p14:nvPr/>
              </p14:nvContentPartPr>
              <p14:xfrm>
                <a:off x="4813097" y="1135952"/>
                <a:ext cx="91440" cy="640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4E67D57-D71E-D37E-BF40-BF5AD567767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795097" y="1117952"/>
                  <a:ext cx="12708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FE6C1A0-7517-602D-1D3D-6DE6B4741252}"/>
                    </a:ext>
                  </a:extLst>
                </p14:cNvPr>
                <p14:cNvContentPartPr/>
                <p14:nvPr/>
              </p14:nvContentPartPr>
              <p14:xfrm>
                <a:off x="4993817" y="1122992"/>
                <a:ext cx="87120" cy="997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FE6C1A0-7517-602D-1D3D-6DE6B4741252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975817" y="1104992"/>
                  <a:ext cx="1227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ED3B511-70E9-00A0-CA78-3D96BB64DC08}"/>
                    </a:ext>
                  </a:extLst>
                </p14:cNvPr>
                <p14:cNvContentPartPr/>
                <p14:nvPr/>
              </p14:nvContentPartPr>
              <p14:xfrm>
                <a:off x="5227097" y="1068632"/>
                <a:ext cx="100440" cy="1252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ED3B511-70E9-00A0-CA78-3D96BB64DC0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5209457" y="1050632"/>
                  <a:ext cx="1360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1F5D348-4031-47BC-134E-038E0AA76BDE}"/>
                    </a:ext>
                  </a:extLst>
                </p14:cNvPr>
                <p14:cNvContentPartPr/>
                <p14:nvPr/>
              </p14:nvContentPartPr>
              <p14:xfrm>
                <a:off x="5329697" y="1068632"/>
                <a:ext cx="104040" cy="124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1F5D348-4031-47BC-134E-038E0AA76BDE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311697" y="1050632"/>
                  <a:ext cx="1396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972DD2B-135C-F77C-6119-4BD0F6500FE0}"/>
                    </a:ext>
                  </a:extLst>
                </p14:cNvPr>
                <p14:cNvContentPartPr/>
                <p14:nvPr/>
              </p14:nvContentPartPr>
              <p14:xfrm>
                <a:off x="5488817" y="1055672"/>
                <a:ext cx="80280" cy="1688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972DD2B-135C-F77C-6119-4BD0F6500FE0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470817" y="1037672"/>
                  <a:ext cx="1159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11031A5-F329-8D33-550F-2FF1E8F00E7A}"/>
                    </a:ext>
                  </a:extLst>
                </p14:cNvPr>
                <p14:cNvContentPartPr/>
                <p14:nvPr/>
              </p14:nvContentPartPr>
              <p14:xfrm>
                <a:off x="5636777" y="1069712"/>
                <a:ext cx="84240" cy="1771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11031A5-F329-8D33-550F-2FF1E8F00E7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618777" y="1051712"/>
                  <a:ext cx="1198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BE0F7B0-B41E-D945-2413-39A5069502AB}"/>
                    </a:ext>
                  </a:extLst>
                </p14:cNvPr>
                <p14:cNvContentPartPr/>
                <p14:nvPr/>
              </p14:nvContentPartPr>
              <p14:xfrm>
                <a:off x="5813177" y="1106072"/>
                <a:ext cx="18360" cy="1288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BE0F7B0-B41E-D945-2413-39A5069502AB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795177" y="1088072"/>
                  <a:ext cx="540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68A6247-AF48-018E-6DA4-6576D8FACBA3}"/>
                    </a:ext>
                  </a:extLst>
                </p14:cNvPr>
                <p14:cNvContentPartPr/>
                <p14:nvPr/>
              </p14:nvContentPartPr>
              <p14:xfrm>
                <a:off x="5833697" y="990512"/>
                <a:ext cx="3960" cy="259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68A6247-AF48-018E-6DA4-6576D8FACBA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816057" y="972512"/>
                  <a:ext cx="396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188EE11-1747-4D44-0004-CD8B1ABBF4C2}"/>
                    </a:ext>
                  </a:extLst>
                </p14:cNvPr>
                <p14:cNvContentPartPr/>
                <p14:nvPr/>
              </p14:nvContentPartPr>
              <p14:xfrm>
                <a:off x="5905697" y="1106432"/>
                <a:ext cx="165600" cy="1335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188EE11-1747-4D44-0004-CD8B1ABBF4C2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887697" y="1088792"/>
                  <a:ext cx="2012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0F3BD42-0E76-F4D9-785B-F983B809CBF8}"/>
                    </a:ext>
                  </a:extLst>
                </p14:cNvPr>
                <p14:cNvContentPartPr/>
                <p14:nvPr/>
              </p14:nvContentPartPr>
              <p14:xfrm>
                <a:off x="6135377" y="1115432"/>
                <a:ext cx="155160" cy="2664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0F3BD42-0E76-F4D9-785B-F983B809CBF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117737" y="1097792"/>
                  <a:ext cx="19080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E98815A-DE3A-1B73-BF1A-6F45B1F85BCE}"/>
                    </a:ext>
                  </a:extLst>
                </p14:cNvPr>
                <p14:cNvContentPartPr/>
                <p14:nvPr/>
              </p14:nvContentPartPr>
              <p14:xfrm>
                <a:off x="5035577" y="1221992"/>
                <a:ext cx="1855800" cy="11458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E98815A-DE3A-1B73-BF1A-6F45B1F85BCE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017577" y="1203992"/>
                  <a:ext cx="1891440" cy="11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C6B49B5-B3C1-58F8-4B05-56CCAEBD6CAD}"/>
                    </a:ext>
                  </a:extLst>
                </p14:cNvPr>
                <p14:cNvContentPartPr/>
                <p14:nvPr/>
              </p14:nvContentPartPr>
              <p14:xfrm>
                <a:off x="5022617" y="2152592"/>
                <a:ext cx="192240" cy="2772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C6B49B5-B3C1-58F8-4B05-56CCAEBD6CAD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004977" y="2134952"/>
                  <a:ext cx="227880" cy="312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250256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3FBD4-BD64-717B-A278-7527C90D7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128ED7-ED4B-46E0-9EC1-A063FB60EC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9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FDBA9ECA-A362-3076-4487-705D34BE07B7}"/>
              </a:ext>
            </a:extLst>
          </p:cNvPr>
          <p:cNvGrpSpPr/>
          <p:nvPr/>
        </p:nvGrpSpPr>
        <p:grpSpPr>
          <a:xfrm>
            <a:off x="758777" y="1032272"/>
            <a:ext cx="5180400" cy="4022640"/>
            <a:chOff x="758777" y="1032272"/>
            <a:chExt cx="5180400" cy="402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512C746-A6DF-054D-E528-48BF7ED057A1}"/>
                    </a:ext>
                  </a:extLst>
                </p14:cNvPr>
                <p14:cNvContentPartPr/>
                <p14:nvPr/>
              </p14:nvContentPartPr>
              <p14:xfrm>
                <a:off x="1452137" y="1723472"/>
                <a:ext cx="38520" cy="30754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512C746-A6DF-054D-E528-48BF7ED057A1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434497" y="1705472"/>
                  <a:ext cx="74160" cy="31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C58E173-F275-394D-C832-EB6F8908D8F8}"/>
                    </a:ext>
                  </a:extLst>
                </p14:cNvPr>
                <p14:cNvContentPartPr/>
                <p14:nvPr/>
              </p14:nvContentPartPr>
              <p14:xfrm>
                <a:off x="1450337" y="1574072"/>
                <a:ext cx="3562200" cy="1792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C58E173-F275-394D-C832-EB6F8908D8F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32697" y="1556072"/>
                  <a:ext cx="35978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131163A-4290-B90D-2BDE-0DBE6D1B4B21}"/>
                    </a:ext>
                  </a:extLst>
                </p14:cNvPr>
                <p14:cNvContentPartPr/>
                <p14:nvPr/>
              </p14:nvContentPartPr>
              <p14:xfrm>
                <a:off x="1728617" y="1570832"/>
                <a:ext cx="3700440" cy="3295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131163A-4290-B90D-2BDE-0DBE6D1B4B2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710977" y="1552832"/>
                  <a:ext cx="3736080" cy="333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879082D-A7EA-7388-520C-F3E114DC1272}"/>
                    </a:ext>
                  </a:extLst>
                </p14:cNvPr>
                <p14:cNvContentPartPr/>
                <p14:nvPr/>
              </p14:nvContentPartPr>
              <p14:xfrm>
                <a:off x="3042617" y="1032272"/>
                <a:ext cx="339120" cy="3214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879082D-A7EA-7388-520C-F3E114DC127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024977" y="1014272"/>
                  <a:ext cx="37476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3B0BE1D-8A6F-6E89-B3F6-751951D56EBF}"/>
                    </a:ext>
                  </a:extLst>
                </p14:cNvPr>
                <p14:cNvContentPartPr/>
                <p14:nvPr/>
              </p14:nvContentPartPr>
              <p14:xfrm>
                <a:off x="758777" y="3015512"/>
                <a:ext cx="372240" cy="3963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3B0BE1D-8A6F-6E89-B3F6-751951D56EB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40777" y="2997512"/>
                  <a:ext cx="407880" cy="43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AB4F26B-2FFF-82D9-CC9D-EBB52AEBF026}"/>
                    </a:ext>
                  </a:extLst>
                </p14:cNvPr>
                <p14:cNvContentPartPr/>
                <p14:nvPr/>
              </p14:nvContentPartPr>
              <p14:xfrm>
                <a:off x="1006817" y="2055032"/>
                <a:ext cx="81720" cy="8244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AB4F26B-2FFF-82D9-CC9D-EBB52AEBF02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88817" y="2037032"/>
                  <a:ext cx="117360" cy="86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330709F-3AAA-7D53-C129-06D00FCBFACA}"/>
                    </a:ext>
                  </a:extLst>
                </p14:cNvPr>
                <p14:cNvContentPartPr/>
                <p14:nvPr/>
              </p14:nvContentPartPr>
              <p14:xfrm>
                <a:off x="861737" y="2111552"/>
                <a:ext cx="267840" cy="2437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330709F-3AAA-7D53-C129-06D00FCBFAC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44097" y="2093552"/>
                  <a:ext cx="30348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24B62E8-2833-95FA-938F-2F2B9F40B3ED}"/>
                    </a:ext>
                  </a:extLst>
                </p14:cNvPr>
                <p14:cNvContentPartPr/>
                <p14:nvPr/>
              </p14:nvContentPartPr>
              <p14:xfrm>
                <a:off x="918617" y="3744512"/>
                <a:ext cx="77760" cy="8510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24B62E8-2833-95FA-938F-2F2B9F40B3E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00977" y="3726512"/>
                  <a:ext cx="113400" cy="88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B66A779-1E34-4E05-95A1-29427814D104}"/>
                    </a:ext>
                  </a:extLst>
                </p14:cNvPr>
                <p14:cNvContentPartPr/>
                <p14:nvPr/>
              </p14:nvContentPartPr>
              <p14:xfrm>
                <a:off x="864257" y="4514552"/>
                <a:ext cx="257040" cy="1015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B66A779-1E34-4E05-95A1-29427814D10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46617" y="4496552"/>
                  <a:ext cx="29268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46D0BCA-D74A-9253-252B-8B260F043C5B}"/>
                    </a:ext>
                  </a:extLst>
                </p14:cNvPr>
                <p14:cNvContentPartPr/>
                <p14:nvPr/>
              </p14:nvContentPartPr>
              <p14:xfrm>
                <a:off x="1988897" y="1289312"/>
                <a:ext cx="942480" cy="198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46D0BCA-D74A-9253-252B-8B260F043C5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970897" y="1271312"/>
                  <a:ext cx="97812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A52CB60-3D80-BC16-A467-5DDE02DE58CE}"/>
                    </a:ext>
                  </a:extLst>
                </p14:cNvPr>
                <p14:cNvContentPartPr/>
                <p14:nvPr/>
              </p14:nvContentPartPr>
              <p14:xfrm>
                <a:off x="1978817" y="1149272"/>
                <a:ext cx="146160" cy="2293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A52CB60-3D80-BC16-A467-5DDE02DE58C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961177" y="1131632"/>
                  <a:ext cx="18180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8B9CC07-F4A3-1FA5-FEE1-987D189E53A7}"/>
                    </a:ext>
                  </a:extLst>
                </p14:cNvPr>
                <p14:cNvContentPartPr/>
                <p14:nvPr/>
              </p14:nvContentPartPr>
              <p14:xfrm>
                <a:off x="3639497" y="1202912"/>
                <a:ext cx="1483920" cy="514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8B9CC07-F4A3-1FA5-FEE1-987D189E53A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621497" y="1184912"/>
                  <a:ext cx="151956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4715493-D61F-B573-970F-E62346DDEEF3}"/>
                    </a:ext>
                  </a:extLst>
                </p14:cNvPr>
                <p14:cNvContentPartPr/>
                <p14:nvPr/>
              </p14:nvContentPartPr>
              <p14:xfrm>
                <a:off x="5030177" y="1147112"/>
                <a:ext cx="113040" cy="1969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4715493-D61F-B573-970F-E62346DDEEF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012537" y="1129112"/>
                  <a:ext cx="14868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E7CCC5A-879C-6D89-E7F4-03DFF8E85A27}"/>
                    </a:ext>
                  </a:extLst>
                </p14:cNvPr>
                <p14:cNvContentPartPr/>
                <p14:nvPr/>
              </p14:nvContentPartPr>
              <p14:xfrm>
                <a:off x="2031377" y="1657232"/>
                <a:ext cx="30240" cy="32342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E7CCC5A-879C-6D89-E7F4-03DFF8E85A2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013377" y="1639592"/>
                  <a:ext cx="65880" cy="326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99DA4E6-D54D-3D59-7764-9B43CB68AA5E}"/>
                    </a:ext>
                  </a:extLst>
                </p14:cNvPr>
                <p14:cNvContentPartPr/>
                <p14:nvPr/>
              </p14:nvContentPartPr>
              <p14:xfrm>
                <a:off x="2353217" y="1749752"/>
                <a:ext cx="27000" cy="28962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99DA4E6-D54D-3D59-7764-9B43CB68AA5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335217" y="1732112"/>
                  <a:ext cx="62640" cy="29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DF7906D-386A-486C-35A3-DBED54DF3CE0}"/>
                    </a:ext>
                  </a:extLst>
                </p14:cNvPr>
                <p14:cNvContentPartPr/>
                <p14:nvPr/>
              </p14:nvContentPartPr>
              <p14:xfrm>
                <a:off x="2740577" y="1758392"/>
                <a:ext cx="130680" cy="29278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DF7906D-386A-486C-35A3-DBED54DF3CE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722577" y="1740392"/>
                  <a:ext cx="166320" cy="29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0ED157A-FDAD-F913-C28A-6D4D5ED6A53C}"/>
                    </a:ext>
                  </a:extLst>
                </p14:cNvPr>
                <p14:cNvContentPartPr/>
                <p14:nvPr/>
              </p14:nvContentPartPr>
              <p14:xfrm>
                <a:off x="3199937" y="1678112"/>
                <a:ext cx="121320" cy="30621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0ED157A-FDAD-F913-C28A-6D4D5ED6A53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182297" y="1660112"/>
                  <a:ext cx="156960" cy="30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2F8D641-8A4E-83DB-A86E-8E37B1B9DB68}"/>
                    </a:ext>
                  </a:extLst>
                </p14:cNvPr>
                <p14:cNvContentPartPr/>
                <p14:nvPr/>
              </p14:nvContentPartPr>
              <p14:xfrm>
                <a:off x="3733457" y="1603952"/>
                <a:ext cx="397440" cy="25804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2F8D641-8A4E-83DB-A86E-8E37B1B9DB6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715817" y="1585952"/>
                  <a:ext cx="433080" cy="261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F7B97B2-9C6F-7CB8-1FFC-57D2C0494CAA}"/>
                    </a:ext>
                  </a:extLst>
                </p14:cNvPr>
                <p14:cNvContentPartPr/>
                <p14:nvPr/>
              </p14:nvContentPartPr>
              <p14:xfrm>
                <a:off x="4390097" y="1474712"/>
                <a:ext cx="61560" cy="29952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F7B97B2-9C6F-7CB8-1FFC-57D2C0494CA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372457" y="1457072"/>
                  <a:ext cx="97200" cy="30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A380FF3-D949-0526-74A2-91AD0EDD74F6}"/>
                    </a:ext>
                  </a:extLst>
                </p14:cNvPr>
                <p14:cNvContentPartPr/>
                <p14:nvPr/>
              </p14:nvContentPartPr>
              <p14:xfrm>
                <a:off x="4713737" y="1562912"/>
                <a:ext cx="37080" cy="27230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A380FF3-D949-0526-74A2-91AD0EDD74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695737" y="1545272"/>
                  <a:ext cx="72720" cy="27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5F61FB6-0615-DF4D-4E18-692E0A7981E4}"/>
                    </a:ext>
                  </a:extLst>
                </p14:cNvPr>
                <p14:cNvContentPartPr/>
                <p14:nvPr/>
              </p14:nvContentPartPr>
              <p14:xfrm>
                <a:off x="1757417" y="1980152"/>
                <a:ext cx="12600" cy="2455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5F61FB6-0615-DF4D-4E18-692E0A7981E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739417" y="1962152"/>
                  <a:ext cx="4824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681E14A-DD0F-3A89-1F0C-0D866F7054BE}"/>
                    </a:ext>
                  </a:extLst>
                </p14:cNvPr>
                <p14:cNvContentPartPr/>
                <p14:nvPr/>
              </p14:nvContentPartPr>
              <p14:xfrm>
                <a:off x="2121737" y="1999952"/>
                <a:ext cx="195120" cy="1627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681E14A-DD0F-3A89-1F0C-0D866F7054B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104097" y="1982312"/>
                  <a:ext cx="23076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1392E9C-FF74-2A2A-4949-01799C41B753}"/>
                    </a:ext>
                  </a:extLst>
                </p14:cNvPr>
                <p14:cNvContentPartPr/>
                <p14:nvPr/>
              </p14:nvContentPartPr>
              <p14:xfrm>
                <a:off x="2529617" y="2001392"/>
                <a:ext cx="85680" cy="1911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1392E9C-FF74-2A2A-4949-01799C41B75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511617" y="1983752"/>
                  <a:ext cx="12132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CAE91E4-9EF9-406C-C7F0-60749C6080E0}"/>
                    </a:ext>
                  </a:extLst>
                </p14:cNvPr>
                <p14:cNvContentPartPr/>
                <p14:nvPr/>
              </p14:nvContentPartPr>
              <p14:xfrm>
                <a:off x="2926697" y="1923272"/>
                <a:ext cx="176760" cy="1483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CAE91E4-9EF9-406C-C7F0-60749C6080E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908697" y="1905632"/>
                  <a:ext cx="2124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363CF8E-1470-B4EB-BEFF-4C8B348BF2FA}"/>
                    </a:ext>
                  </a:extLst>
                </p14:cNvPr>
                <p14:cNvContentPartPr/>
                <p14:nvPr/>
              </p14:nvContentPartPr>
              <p14:xfrm>
                <a:off x="3426377" y="1962872"/>
                <a:ext cx="87480" cy="993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363CF8E-1470-B4EB-BEFF-4C8B348BF2F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408377" y="1945232"/>
                  <a:ext cx="12312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F0C2896-FF5E-CEC2-89E1-49047534081B}"/>
                    </a:ext>
                  </a:extLst>
                </p14:cNvPr>
                <p14:cNvContentPartPr/>
                <p14:nvPr/>
              </p14:nvContentPartPr>
              <p14:xfrm>
                <a:off x="3429617" y="2023352"/>
                <a:ext cx="79560" cy="1371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F0C2896-FF5E-CEC2-89E1-49047534081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411977" y="2005712"/>
                  <a:ext cx="1152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78C6C39-C11F-8F8A-CA6A-3450D0320E4F}"/>
                    </a:ext>
                  </a:extLst>
                </p14:cNvPr>
                <p14:cNvContentPartPr/>
                <p14:nvPr/>
              </p14:nvContentPartPr>
              <p14:xfrm>
                <a:off x="3867377" y="1938392"/>
                <a:ext cx="101880" cy="1386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78C6C39-C11F-8F8A-CA6A-3450D0320E4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849377" y="1920392"/>
                  <a:ext cx="13752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450588E-445D-0165-FD5B-9A8CFAE782B3}"/>
                    </a:ext>
                  </a:extLst>
                </p14:cNvPr>
                <p14:cNvContentPartPr/>
                <p14:nvPr/>
              </p14:nvContentPartPr>
              <p14:xfrm>
                <a:off x="4435817" y="1865672"/>
                <a:ext cx="104760" cy="2376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450588E-445D-0165-FD5B-9A8CFAE782B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418177" y="1847672"/>
                  <a:ext cx="14040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027CAFA-5DA1-BA22-028A-D4F838EE8030}"/>
                    </a:ext>
                  </a:extLst>
                </p14:cNvPr>
                <p14:cNvContentPartPr/>
                <p14:nvPr/>
              </p14:nvContentPartPr>
              <p14:xfrm>
                <a:off x="4478657" y="2016512"/>
                <a:ext cx="83160" cy="741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027CAFA-5DA1-BA22-028A-D4F838EE803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460657" y="1998512"/>
                  <a:ext cx="11880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2CC3FF2-03DB-7A68-59B8-4C7BC23E797E}"/>
                    </a:ext>
                  </a:extLst>
                </p14:cNvPr>
                <p14:cNvContentPartPr/>
                <p14:nvPr/>
              </p14:nvContentPartPr>
              <p14:xfrm>
                <a:off x="4841537" y="1894112"/>
                <a:ext cx="173520" cy="2109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2CC3FF2-03DB-7A68-59B8-4C7BC23E797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823537" y="1876472"/>
                  <a:ext cx="20916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555CED2-C5AE-28FB-6055-A2BB494552DB}"/>
                    </a:ext>
                  </a:extLst>
                </p14:cNvPr>
                <p14:cNvContentPartPr/>
                <p14:nvPr/>
              </p14:nvContentPartPr>
              <p14:xfrm>
                <a:off x="1279697" y="2091752"/>
                <a:ext cx="4316040" cy="3484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555CED2-C5AE-28FB-6055-A2BB494552D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261697" y="2074112"/>
                  <a:ext cx="435168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CF1418A-BC0B-DF57-C360-D772A40A6782}"/>
                    </a:ext>
                  </a:extLst>
                </p14:cNvPr>
                <p14:cNvContentPartPr/>
                <p14:nvPr/>
              </p14:nvContentPartPr>
              <p14:xfrm>
                <a:off x="1468337" y="2634992"/>
                <a:ext cx="3975480" cy="2869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CF1418A-BC0B-DF57-C360-D772A40A678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450697" y="2616992"/>
                  <a:ext cx="401112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6BE162C-AEF7-E3B3-3B1C-2FD0238A687F}"/>
                    </a:ext>
                  </a:extLst>
                </p14:cNvPr>
                <p14:cNvContentPartPr/>
                <p14:nvPr/>
              </p14:nvContentPartPr>
              <p14:xfrm>
                <a:off x="1472297" y="3137552"/>
                <a:ext cx="3925440" cy="921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6BE162C-AEF7-E3B3-3B1C-2FD0238A687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454657" y="3119912"/>
                  <a:ext cx="39610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27BFA08-544F-E023-9A37-65191BC8B004}"/>
                    </a:ext>
                  </a:extLst>
                </p14:cNvPr>
                <p14:cNvContentPartPr/>
                <p14:nvPr/>
              </p14:nvContentPartPr>
              <p14:xfrm>
                <a:off x="1388057" y="3497192"/>
                <a:ext cx="4397040" cy="1684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27BFA08-544F-E023-9A37-65191BC8B00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370057" y="3479552"/>
                  <a:ext cx="44326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21ADDED-DBC2-DFB4-3708-BBB5EA9DEEF2}"/>
                    </a:ext>
                  </a:extLst>
                </p14:cNvPr>
                <p14:cNvContentPartPr/>
                <p14:nvPr/>
              </p14:nvContentPartPr>
              <p14:xfrm>
                <a:off x="1460417" y="3965192"/>
                <a:ext cx="3665160" cy="1332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21ADDED-DBC2-DFB4-3708-BBB5EA9DEEF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442777" y="3947192"/>
                  <a:ext cx="37008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15130BE-FD88-6390-C2C0-C0AB197055D3}"/>
                    </a:ext>
                  </a:extLst>
                </p14:cNvPr>
                <p14:cNvContentPartPr/>
                <p14:nvPr/>
              </p14:nvContentPartPr>
              <p14:xfrm>
                <a:off x="1650137" y="2486312"/>
                <a:ext cx="166680" cy="1836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15130BE-FD88-6390-C2C0-C0AB197055D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632137" y="2468672"/>
                  <a:ext cx="20232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8DF622F-42E5-5B52-D8B1-1F317DB72528}"/>
                    </a:ext>
                  </a:extLst>
                </p14:cNvPr>
                <p14:cNvContentPartPr/>
                <p14:nvPr/>
              </p14:nvContentPartPr>
              <p14:xfrm>
                <a:off x="1725377" y="2902112"/>
                <a:ext cx="100800" cy="2052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8DF622F-42E5-5B52-D8B1-1F317DB7252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707377" y="2884472"/>
                  <a:ext cx="1364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E255914-1030-57F8-29E9-1D9496967DA0}"/>
                    </a:ext>
                  </a:extLst>
                </p14:cNvPr>
                <p14:cNvContentPartPr/>
                <p14:nvPr/>
              </p14:nvContentPartPr>
              <p14:xfrm>
                <a:off x="1759577" y="3333752"/>
                <a:ext cx="132840" cy="1965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E255914-1030-57F8-29E9-1D9496967DA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741937" y="3316112"/>
                  <a:ext cx="16848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DB4536E-4BE6-28DA-0DA3-BD31E5F20D82}"/>
                    </a:ext>
                  </a:extLst>
                </p14:cNvPr>
                <p14:cNvContentPartPr/>
                <p14:nvPr/>
              </p14:nvContentPartPr>
              <p14:xfrm>
                <a:off x="1736177" y="3749912"/>
                <a:ext cx="82440" cy="2415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DB4536E-4BE6-28DA-0DA3-BD31E5F20D8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718177" y="3732272"/>
                  <a:ext cx="11808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556DF90-B761-E73C-80BF-453568087080}"/>
                    </a:ext>
                  </a:extLst>
                </p14:cNvPr>
                <p14:cNvContentPartPr/>
                <p14:nvPr/>
              </p14:nvContentPartPr>
              <p14:xfrm>
                <a:off x="1735457" y="4139072"/>
                <a:ext cx="88920" cy="1465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556DF90-B761-E73C-80BF-45356808708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717817" y="4121432"/>
                  <a:ext cx="12456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31F2CC7-E337-0E1F-25D2-C1120A6F2CDC}"/>
                    </a:ext>
                  </a:extLst>
                </p14:cNvPr>
                <p14:cNvContentPartPr/>
                <p14:nvPr/>
              </p14:nvContentPartPr>
              <p14:xfrm>
                <a:off x="1712417" y="4415912"/>
                <a:ext cx="90000" cy="1321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31F2CC7-E337-0E1F-25D2-C1120A6F2CD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694417" y="4397912"/>
                  <a:ext cx="1256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FCF8A4A-FD0E-2649-E606-0B0B4338C11F}"/>
                    </a:ext>
                  </a:extLst>
                </p14:cNvPr>
                <p14:cNvContentPartPr/>
                <p14:nvPr/>
              </p14:nvContentPartPr>
              <p14:xfrm>
                <a:off x="1760657" y="4455512"/>
                <a:ext cx="72720" cy="1076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FCF8A4A-FD0E-2649-E606-0B0B4338C11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742657" y="4437512"/>
                  <a:ext cx="10836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F282F2F-7A44-312D-1BBD-F1392D940DA9}"/>
                    </a:ext>
                  </a:extLst>
                </p14:cNvPr>
                <p14:cNvContentPartPr/>
                <p14:nvPr/>
              </p14:nvContentPartPr>
              <p14:xfrm>
                <a:off x="1756697" y="4624712"/>
                <a:ext cx="90360" cy="1227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F282F2F-7A44-312D-1BBD-F1392D940DA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738697" y="4607072"/>
                  <a:ext cx="1260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C31A790-8620-4504-70E8-671582340D0F}"/>
                    </a:ext>
                  </a:extLst>
                </p14:cNvPr>
                <p14:cNvContentPartPr/>
                <p14:nvPr/>
              </p14:nvContentPartPr>
              <p14:xfrm>
                <a:off x="1405697" y="4165352"/>
                <a:ext cx="4533480" cy="2289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C31A790-8620-4504-70E8-671582340D0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388057" y="4147352"/>
                  <a:ext cx="456912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DE77FCF-706B-F8BC-5349-8C55DCD7DBB6}"/>
                    </a:ext>
                  </a:extLst>
                </p14:cNvPr>
                <p14:cNvContentPartPr/>
                <p14:nvPr/>
              </p14:nvContentPartPr>
              <p14:xfrm>
                <a:off x="1302737" y="4363352"/>
                <a:ext cx="4429440" cy="2808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DE77FCF-706B-F8BC-5349-8C55DCD7DBB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285097" y="4345712"/>
                  <a:ext cx="44650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19CFA5C-2816-609D-E3FE-D217E9304F05}"/>
                    </a:ext>
                  </a:extLst>
                </p14:cNvPr>
                <p14:cNvContentPartPr/>
                <p14:nvPr/>
              </p14:nvContentPartPr>
              <p14:xfrm>
                <a:off x="4140257" y="4162112"/>
                <a:ext cx="106200" cy="8928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19CFA5C-2816-609D-E3FE-D217E9304F0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122257" y="4144472"/>
                  <a:ext cx="141840" cy="9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2C05A6F-32B9-89E9-F661-19D5F1701D7A}"/>
                    </a:ext>
                  </a:extLst>
                </p14:cNvPr>
                <p14:cNvContentPartPr/>
                <p14:nvPr/>
              </p14:nvContentPartPr>
              <p14:xfrm>
                <a:off x="4419257" y="4441832"/>
                <a:ext cx="78120" cy="3913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2C05A6F-32B9-89E9-F661-19D5F1701D7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401257" y="4423832"/>
                  <a:ext cx="113760" cy="42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328A2A3-9CA2-D3A6-A7C5-ADE9F81820DE}"/>
                    </a:ext>
                  </a:extLst>
                </p14:cNvPr>
                <p14:cNvContentPartPr/>
                <p14:nvPr/>
              </p14:nvContentPartPr>
              <p14:xfrm>
                <a:off x="4745057" y="4184792"/>
                <a:ext cx="100080" cy="7030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328A2A3-9CA2-D3A6-A7C5-ADE9F81820D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727057" y="4166792"/>
                  <a:ext cx="135720" cy="73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1672BE2-EE20-3A78-FBED-47FC2241162A}"/>
                    </a:ext>
                  </a:extLst>
                </p14:cNvPr>
                <p14:cNvContentPartPr/>
                <p14:nvPr/>
              </p14:nvContentPartPr>
              <p14:xfrm>
                <a:off x="5091377" y="3933512"/>
                <a:ext cx="400320" cy="702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1672BE2-EE20-3A78-FBED-47FC2241162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073737" y="3915872"/>
                  <a:ext cx="435960" cy="10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BDAA547-8258-B64E-215C-5FDF10EE9DC3}"/>
              </a:ext>
            </a:extLst>
          </p:cNvPr>
          <p:cNvGrpSpPr/>
          <p:nvPr/>
        </p:nvGrpSpPr>
        <p:grpSpPr>
          <a:xfrm>
            <a:off x="6240497" y="892952"/>
            <a:ext cx="480600" cy="416880"/>
            <a:chOff x="6240497" y="892952"/>
            <a:chExt cx="480600" cy="41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454E082F-E8CB-F97A-7543-BEAE51673927}"/>
                    </a:ext>
                  </a:extLst>
                </p14:cNvPr>
                <p14:cNvContentPartPr/>
                <p14:nvPr/>
              </p14:nvContentPartPr>
              <p14:xfrm>
                <a:off x="6240497" y="892952"/>
                <a:ext cx="262440" cy="4168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454E082F-E8CB-F97A-7543-BEAE5167392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222857" y="874952"/>
                  <a:ext cx="298080" cy="45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0377BBE-BAB3-8299-B927-8E95F5940358}"/>
                    </a:ext>
                  </a:extLst>
                </p14:cNvPr>
                <p14:cNvContentPartPr/>
                <p14:nvPr/>
              </p14:nvContentPartPr>
              <p14:xfrm>
                <a:off x="6517697" y="964952"/>
                <a:ext cx="203400" cy="2145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0377BBE-BAB3-8299-B927-8E95F594035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499697" y="946952"/>
                  <a:ext cx="23904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D69BFC7-3772-AFB7-7F3B-34BE4176DB65}"/>
                    </a:ext>
                  </a:extLst>
                </p14:cNvPr>
                <p14:cNvContentPartPr/>
                <p14:nvPr/>
              </p14:nvContentPartPr>
              <p14:xfrm>
                <a:off x="6662777" y="1052792"/>
                <a:ext cx="36000" cy="2307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D69BFC7-3772-AFB7-7F3B-34BE4176DB6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644777" y="1034792"/>
                  <a:ext cx="71640" cy="26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6FE03A7E-42EA-F567-1108-18E57834E305}"/>
              </a:ext>
            </a:extLst>
          </p:cNvPr>
          <p:cNvGrpSpPr/>
          <p:nvPr/>
        </p:nvGrpSpPr>
        <p:grpSpPr>
          <a:xfrm>
            <a:off x="6954737" y="878552"/>
            <a:ext cx="947160" cy="423000"/>
            <a:chOff x="6954737" y="878552"/>
            <a:chExt cx="947160" cy="42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3A7BB22-C6F1-D787-11CA-1470F7DFBEF4}"/>
                    </a:ext>
                  </a:extLst>
                </p14:cNvPr>
                <p14:cNvContentPartPr/>
                <p14:nvPr/>
              </p14:nvContentPartPr>
              <p14:xfrm>
                <a:off x="6954737" y="1015712"/>
                <a:ext cx="59760" cy="2858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3A7BB22-C6F1-D787-11CA-1470F7DFBEF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937097" y="998072"/>
                  <a:ext cx="9540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6CD7FC2-6F0B-682D-5551-961917F3B178}"/>
                    </a:ext>
                  </a:extLst>
                </p14:cNvPr>
                <p14:cNvContentPartPr/>
                <p14:nvPr/>
              </p14:nvContentPartPr>
              <p14:xfrm>
                <a:off x="6964817" y="1024712"/>
                <a:ext cx="114480" cy="1440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6CD7FC2-6F0B-682D-5551-961917F3B17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946817" y="1006712"/>
                  <a:ext cx="1501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9A2C08C-8366-B998-0175-74159A2AD896}"/>
                    </a:ext>
                  </a:extLst>
                </p14:cNvPr>
                <p14:cNvContentPartPr/>
                <p14:nvPr/>
              </p14:nvContentPartPr>
              <p14:xfrm>
                <a:off x="7181537" y="1067192"/>
                <a:ext cx="26280" cy="1645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9A2C08C-8366-B998-0175-74159A2AD89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163897" y="1049192"/>
                  <a:ext cx="6192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17D4CE3-1D34-7F33-26BA-5C52C46E8DD8}"/>
                    </a:ext>
                  </a:extLst>
                </p14:cNvPr>
                <p14:cNvContentPartPr/>
                <p14:nvPr/>
              </p14:nvContentPartPr>
              <p14:xfrm>
                <a:off x="7176137" y="917432"/>
                <a:ext cx="8280" cy="486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17D4CE3-1D34-7F33-26BA-5C52C46E8DD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158497" y="899792"/>
                  <a:ext cx="4392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598139B-1136-75B3-FF60-59CAF132C006}"/>
                    </a:ext>
                  </a:extLst>
                </p14:cNvPr>
                <p14:cNvContentPartPr/>
                <p14:nvPr/>
              </p14:nvContentPartPr>
              <p14:xfrm>
                <a:off x="7260377" y="1041272"/>
                <a:ext cx="137520" cy="1065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598139B-1136-75B3-FF60-59CAF132C00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242737" y="1023632"/>
                  <a:ext cx="17316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19239F75-6E1E-C342-7D72-53F7D8CA419E}"/>
                    </a:ext>
                  </a:extLst>
                </p14:cNvPr>
                <p14:cNvContentPartPr/>
                <p14:nvPr/>
              </p14:nvContentPartPr>
              <p14:xfrm>
                <a:off x="7296017" y="981512"/>
                <a:ext cx="100800" cy="1393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19239F75-6E1E-C342-7D72-53F7D8CA419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278017" y="963512"/>
                  <a:ext cx="1364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3C14C13-01C1-68C5-B86E-B343692DFD6E}"/>
                    </a:ext>
                  </a:extLst>
                </p14:cNvPr>
                <p14:cNvContentPartPr/>
                <p14:nvPr/>
              </p14:nvContentPartPr>
              <p14:xfrm>
                <a:off x="7434617" y="1025792"/>
                <a:ext cx="169560" cy="1137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3C14C13-01C1-68C5-B86E-B343692DFD6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416977" y="1008152"/>
                  <a:ext cx="20520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57D1851-1334-91A7-CAA7-C7424577CA8E}"/>
                    </a:ext>
                  </a:extLst>
                </p14:cNvPr>
                <p14:cNvContentPartPr/>
                <p14:nvPr/>
              </p14:nvContentPartPr>
              <p14:xfrm>
                <a:off x="7656737" y="878552"/>
                <a:ext cx="69120" cy="3128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57D1851-1334-91A7-CAA7-C7424577CA8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639097" y="860912"/>
                  <a:ext cx="10476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FB17F69-5405-7A27-A856-0BB54EE0806F}"/>
                    </a:ext>
                  </a:extLst>
                </p14:cNvPr>
                <p14:cNvContentPartPr/>
                <p14:nvPr/>
              </p14:nvContentPartPr>
              <p14:xfrm>
                <a:off x="7778777" y="991592"/>
                <a:ext cx="123120" cy="2646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FB17F69-5405-7A27-A856-0BB54EE0806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760777" y="973952"/>
                  <a:ext cx="158760" cy="30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9EB20C65-F51C-F03A-1213-2F98BAEE669C}"/>
              </a:ext>
            </a:extLst>
          </p:cNvPr>
          <p:cNvGrpSpPr/>
          <p:nvPr/>
        </p:nvGrpSpPr>
        <p:grpSpPr>
          <a:xfrm>
            <a:off x="2199857" y="1931912"/>
            <a:ext cx="1788480" cy="2372040"/>
            <a:chOff x="2199857" y="1931912"/>
            <a:chExt cx="1788480" cy="237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6B3E77C-8F96-531F-16EE-468C10F34DB3}"/>
                    </a:ext>
                  </a:extLst>
                </p14:cNvPr>
                <p14:cNvContentPartPr/>
                <p14:nvPr/>
              </p14:nvContentPartPr>
              <p14:xfrm>
                <a:off x="2199857" y="2026952"/>
                <a:ext cx="1109520" cy="22770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6B3E77C-8F96-531F-16EE-468C10F34DB3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136857" y="1963952"/>
                  <a:ext cx="1235160" cy="240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B52FEE8-A587-81AE-DAEA-820FC475B251}"/>
                    </a:ext>
                  </a:extLst>
                </p14:cNvPr>
                <p14:cNvContentPartPr/>
                <p14:nvPr/>
              </p14:nvContentPartPr>
              <p14:xfrm>
                <a:off x="3324497" y="1931912"/>
                <a:ext cx="663840" cy="21578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B52FEE8-A587-81AE-DAEA-820FC475B251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261857" y="1868912"/>
                  <a:ext cx="789480" cy="228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6C35B48-97C2-DC6D-43F8-7D127F5C46D0}"/>
                    </a:ext>
                  </a:extLst>
                </p14:cNvPr>
                <p14:cNvContentPartPr/>
                <p14:nvPr/>
              </p14:nvContentPartPr>
              <p14:xfrm>
                <a:off x="2483177" y="3293072"/>
                <a:ext cx="1162800" cy="2401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6C35B48-97C2-DC6D-43F8-7D127F5C46D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420537" y="3230072"/>
                  <a:ext cx="1288440" cy="36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A8017162-05C0-747C-47A7-8EA7AD09A501}"/>
              </a:ext>
            </a:extLst>
          </p:cNvPr>
          <p:cNvGrpSpPr/>
          <p:nvPr/>
        </p:nvGrpSpPr>
        <p:grpSpPr>
          <a:xfrm>
            <a:off x="535217" y="5243192"/>
            <a:ext cx="3893760" cy="1001160"/>
            <a:chOff x="535217" y="5243192"/>
            <a:chExt cx="3893760" cy="100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34069DC-9C55-6600-CA66-9ACA99ECD489}"/>
                    </a:ext>
                  </a:extLst>
                </p14:cNvPr>
                <p14:cNvContentPartPr/>
                <p14:nvPr/>
              </p14:nvContentPartPr>
              <p14:xfrm>
                <a:off x="781097" y="5636312"/>
                <a:ext cx="21600" cy="3484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34069DC-9C55-6600-CA66-9ACA99ECD489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63457" y="5618672"/>
                  <a:ext cx="5724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B8A4475B-83CF-8418-AFDC-5FD9A44D8EE9}"/>
                    </a:ext>
                  </a:extLst>
                </p14:cNvPr>
                <p14:cNvContentPartPr/>
                <p14:nvPr/>
              </p14:nvContentPartPr>
              <p14:xfrm>
                <a:off x="535217" y="5414552"/>
                <a:ext cx="536400" cy="8298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B8A4475B-83CF-8418-AFDC-5FD9A44D8EE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17577" y="5396552"/>
                  <a:ext cx="572040" cy="86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F39C4A5-20B2-51C0-0598-E16F63D87C09}"/>
                    </a:ext>
                  </a:extLst>
                </p14:cNvPr>
                <p14:cNvContentPartPr/>
                <p14:nvPr/>
              </p14:nvContentPartPr>
              <p14:xfrm>
                <a:off x="1237937" y="5618312"/>
                <a:ext cx="178200" cy="4046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F39C4A5-20B2-51C0-0598-E16F63D87C09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219937" y="5600672"/>
                  <a:ext cx="213840" cy="44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4B990D3-7840-FFEF-DFF0-4A6B55067500}"/>
                    </a:ext>
                  </a:extLst>
                </p14:cNvPr>
                <p14:cNvContentPartPr/>
                <p14:nvPr/>
              </p14:nvContentPartPr>
              <p14:xfrm>
                <a:off x="1460417" y="5731352"/>
                <a:ext cx="353160" cy="2005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4B990D3-7840-FFEF-DFF0-4A6B5506750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442777" y="5713712"/>
                  <a:ext cx="38880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B140EDF-B96C-1FA9-83D5-A1F8F5FCE63D}"/>
                    </a:ext>
                  </a:extLst>
                </p14:cNvPr>
                <p14:cNvContentPartPr/>
                <p14:nvPr/>
              </p14:nvContentPartPr>
              <p14:xfrm>
                <a:off x="1824377" y="5747192"/>
                <a:ext cx="133560" cy="1940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B140EDF-B96C-1FA9-83D5-A1F8F5FCE63D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806737" y="5729192"/>
                  <a:ext cx="1692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D759FB42-9CC6-9067-4B5F-330DE7D8A441}"/>
                    </a:ext>
                  </a:extLst>
                </p14:cNvPr>
                <p14:cNvContentPartPr/>
                <p14:nvPr/>
              </p14:nvContentPartPr>
              <p14:xfrm>
                <a:off x="2020937" y="5736032"/>
                <a:ext cx="75960" cy="1839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D759FB42-9CC6-9067-4B5F-330DE7D8A44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2003297" y="5718032"/>
                  <a:ext cx="11160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0B7796D5-741E-8CA1-B428-FBD7C88E13D9}"/>
                    </a:ext>
                  </a:extLst>
                </p14:cNvPr>
                <p14:cNvContentPartPr/>
                <p14:nvPr/>
              </p14:nvContentPartPr>
              <p14:xfrm>
                <a:off x="2143697" y="5755472"/>
                <a:ext cx="78840" cy="1692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0B7796D5-741E-8CA1-B428-FBD7C88E13D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126057" y="5737472"/>
                  <a:ext cx="1144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60F1096-941D-0BB4-59A6-016FCD8C6EC7}"/>
                    </a:ext>
                  </a:extLst>
                </p14:cNvPr>
                <p14:cNvContentPartPr/>
                <p14:nvPr/>
              </p14:nvContentPartPr>
              <p14:xfrm>
                <a:off x="2299937" y="5679512"/>
                <a:ext cx="99360" cy="1782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60F1096-941D-0BB4-59A6-016FCD8C6EC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281937" y="5661512"/>
                  <a:ext cx="13500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1E15EC4-FE28-F40B-651F-4D605B096DD9}"/>
                    </a:ext>
                  </a:extLst>
                </p14:cNvPr>
                <p14:cNvContentPartPr/>
                <p14:nvPr/>
              </p14:nvContentPartPr>
              <p14:xfrm>
                <a:off x="2499377" y="5647472"/>
                <a:ext cx="134640" cy="3070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1E15EC4-FE28-F40B-651F-4D605B096DD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481737" y="5629832"/>
                  <a:ext cx="17028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5E8343B-FE3D-5B7F-5CE0-4673A9E21628}"/>
                    </a:ext>
                  </a:extLst>
                </p14:cNvPr>
                <p14:cNvContentPartPr/>
                <p14:nvPr/>
              </p14:nvContentPartPr>
              <p14:xfrm>
                <a:off x="2731217" y="5770592"/>
                <a:ext cx="603360" cy="370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5E8343B-FE3D-5B7F-5CE0-4673A9E21628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713577" y="5752592"/>
                  <a:ext cx="63900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7C6A60A-8DB3-525A-CFEE-3DD0022E507E}"/>
                    </a:ext>
                  </a:extLst>
                </p14:cNvPr>
                <p14:cNvContentPartPr/>
                <p14:nvPr/>
              </p14:nvContentPartPr>
              <p14:xfrm>
                <a:off x="3195977" y="5678432"/>
                <a:ext cx="162720" cy="2876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7C6A60A-8DB3-525A-CFEE-3DD0022E507E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177977" y="5660432"/>
                  <a:ext cx="19836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AF4728D-A021-5766-4B88-E8AA092B4B00}"/>
                    </a:ext>
                  </a:extLst>
                </p14:cNvPr>
                <p14:cNvContentPartPr/>
                <p14:nvPr/>
              </p14:nvContentPartPr>
              <p14:xfrm>
                <a:off x="3681977" y="5656832"/>
                <a:ext cx="30960" cy="3106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AF4728D-A021-5766-4B88-E8AA092B4B0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663977" y="5639192"/>
                  <a:ext cx="6660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50B8D0C-3830-DC04-0767-3566416A7F4D}"/>
                    </a:ext>
                  </a:extLst>
                </p14:cNvPr>
                <p14:cNvContentPartPr/>
                <p14:nvPr/>
              </p14:nvContentPartPr>
              <p14:xfrm>
                <a:off x="3678377" y="5689592"/>
                <a:ext cx="144360" cy="3510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50B8D0C-3830-DC04-0767-3566416A7F4D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660737" y="5671952"/>
                  <a:ext cx="180000" cy="38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EBBF30A-99D6-52CF-E247-14A1CDFF94DD}"/>
                    </a:ext>
                  </a:extLst>
                </p14:cNvPr>
                <p14:cNvContentPartPr/>
                <p14:nvPr/>
              </p14:nvContentPartPr>
              <p14:xfrm>
                <a:off x="3913457" y="5807672"/>
                <a:ext cx="171720" cy="1252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EBBF30A-99D6-52CF-E247-14A1CDFF94D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895817" y="5790032"/>
                  <a:ext cx="2073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A07520E-A82B-ABCD-F8EC-AED684CA165A}"/>
                    </a:ext>
                  </a:extLst>
                </p14:cNvPr>
                <p14:cNvContentPartPr/>
                <p14:nvPr/>
              </p14:nvContentPartPr>
              <p14:xfrm>
                <a:off x="4131257" y="5661512"/>
                <a:ext cx="56880" cy="2037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A07520E-A82B-ABCD-F8EC-AED684CA165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113617" y="5643872"/>
                  <a:ext cx="9252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DB51C858-AC8A-1B02-A3E9-EF94E218776B}"/>
                    </a:ext>
                  </a:extLst>
                </p14:cNvPr>
                <p14:cNvContentPartPr/>
                <p14:nvPr/>
              </p14:nvContentPartPr>
              <p14:xfrm>
                <a:off x="4103897" y="5728112"/>
                <a:ext cx="189720" cy="464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DB51C858-AC8A-1B02-A3E9-EF94E218776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085897" y="5710112"/>
                  <a:ext cx="2253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88CCD0D-1463-2512-E7CB-3A333A97979A}"/>
                    </a:ext>
                  </a:extLst>
                </p14:cNvPr>
                <p14:cNvContentPartPr/>
                <p14:nvPr/>
              </p14:nvContentPartPr>
              <p14:xfrm>
                <a:off x="4277057" y="5699672"/>
                <a:ext cx="151920" cy="1605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88CCD0D-1463-2512-E7CB-3A333A97979A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259417" y="5681672"/>
                  <a:ext cx="18756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815916C-9860-F29E-F359-3B0A1196B146}"/>
                    </a:ext>
                  </a:extLst>
                </p14:cNvPr>
                <p14:cNvContentPartPr/>
                <p14:nvPr/>
              </p14:nvContentPartPr>
              <p14:xfrm>
                <a:off x="3392537" y="5335352"/>
                <a:ext cx="168120" cy="2710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815916C-9860-F29E-F359-3B0A1196B146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374537" y="5317352"/>
                  <a:ext cx="20376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FCADB29-E120-86B6-55C9-3F6D85964DB0}"/>
                    </a:ext>
                  </a:extLst>
                </p14:cNvPr>
                <p14:cNvContentPartPr/>
                <p14:nvPr/>
              </p14:nvContentPartPr>
              <p14:xfrm>
                <a:off x="3258617" y="5243192"/>
                <a:ext cx="515160" cy="5058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FCADB29-E120-86B6-55C9-3F6D85964DB0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240617" y="5225192"/>
                  <a:ext cx="550800" cy="54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BB470BF8-374F-D0A1-392E-5BCB91D96205}"/>
              </a:ext>
            </a:extLst>
          </p:cNvPr>
          <p:cNvGrpSpPr/>
          <p:nvPr/>
        </p:nvGrpSpPr>
        <p:grpSpPr>
          <a:xfrm>
            <a:off x="562937" y="591632"/>
            <a:ext cx="781920" cy="741240"/>
            <a:chOff x="562937" y="591632"/>
            <a:chExt cx="781920" cy="741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252DCFEB-2F23-D182-8D37-1D321ADBD75A}"/>
                    </a:ext>
                  </a:extLst>
                </p14:cNvPr>
                <p14:cNvContentPartPr/>
                <p14:nvPr/>
              </p14:nvContentPartPr>
              <p14:xfrm>
                <a:off x="810257" y="814832"/>
                <a:ext cx="315360" cy="2466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252DCFEB-2F23-D182-8D37-1D321ADBD75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92257" y="796832"/>
                  <a:ext cx="35100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BCFDB9B1-68C7-1F73-853B-14760A5D3605}"/>
                    </a:ext>
                  </a:extLst>
                </p14:cNvPr>
                <p14:cNvContentPartPr/>
                <p14:nvPr/>
              </p14:nvContentPartPr>
              <p14:xfrm>
                <a:off x="562937" y="591632"/>
                <a:ext cx="781920" cy="7412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BCFDB9B1-68C7-1F73-853B-14760A5D3605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45297" y="573992"/>
                  <a:ext cx="817560" cy="77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5F7BE69D-208D-1804-7F85-BB952342766C}"/>
              </a:ext>
            </a:extLst>
          </p:cNvPr>
          <p:cNvGrpSpPr/>
          <p:nvPr/>
        </p:nvGrpSpPr>
        <p:grpSpPr>
          <a:xfrm>
            <a:off x="4713017" y="5388272"/>
            <a:ext cx="3382920" cy="600840"/>
            <a:chOff x="4713017" y="5388272"/>
            <a:chExt cx="3382920" cy="60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A8E20F9-F47F-439E-081F-40168A463560}"/>
                    </a:ext>
                  </a:extLst>
                </p14:cNvPr>
                <p14:cNvContentPartPr/>
                <p14:nvPr/>
              </p14:nvContentPartPr>
              <p14:xfrm>
                <a:off x="4713017" y="5729912"/>
                <a:ext cx="574560" cy="442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A8E20F9-F47F-439E-081F-40168A46356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695017" y="5712272"/>
                  <a:ext cx="6102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B40658D-ED5E-69B0-0F24-E88D377EA043}"/>
                    </a:ext>
                  </a:extLst>
                </p14:cNvPr>
                <p14:cNvContentPartPr/>
                <p14:nvPr/>
              </p14:nvContentPartPr>
              <p14:xfrm>
                <a:off x="5119097" y="5584832"/>
                <a:ext cx="173520" cy="2995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B40658D-ED5E-69B0-0F24-E88D377EA043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101097" y="5567192"/>
                  <a:ext cx="20916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FA4CFBF-9A78-413D-BDF0-5D1B0A7A97AD}"/>
                    </a:ext>
                  </a:extLst>
                </p14:cNvPr>
                <p14:cNvContentPartPr/>
                <p14:nvPr/>
              </p14:nvContentPartPr>
              <p14:xfrm>
                <a:off x="5493137" y="5648192"/>
                <a:ext cx="174240" cy="3034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FA4CFBF-9A78-413D-BDF0-5D1B0A7A97AD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475137" y="5630552"/>
                  <a:ext cx="20988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A06A4F6A-3588-6391-4C29-634C9B035F6F}"/>
                    </a:ext>
                  </a:extLst>
                </p14:cNvPr>
                <p14:cNvContentPartPr/>
                <p14:nvPr/>
              </p14:nvContentPartPr>
              <p14:xfrm>
                <a:off x="5361017" y="5483672"/>
                <a:ext cx="479520" cy="5054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A06A4F6A-3588-6391-4C29-634C9B035F6F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343017" y="5466032"/>
                  <a:ext cx="515160" cy="54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3F3D914-59FB-7D17-F548-BF4AECB03C98}"/>
                    </a:ext>
                  </a:extLst>
                </p14:cNvPr>
                <p14:cNvContentPartPr/>
                <p14:nvPr/>
              </p14:nvContentPartPr>
              <p14:xfrm>
                <a:off x="6019457" y="5670512"/>
                <a:ext cx="28080" cy="2217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3F3D914-59FB-7D17-F548-BF4AECB03C98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001457" y="5652872"/>
                  <a:ext cx="6372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F1236DB-B3C8-5C7B-1999-8320249DDF1D}"/>
                    </a:ext>
                  </a:extLst>
                </p14:cNvPr>
                <p14:cNvContentPartPr/>
                <p14:nvPr/>
              </p14:nvContentPartPr>
              <p14:xfrm>
                <a:off x="5984897" y="5597432"/>
                <a:ext cx="91800" cy="1260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F1236DB-B3C8-5C7B-1999-8320249DDF1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966897" y="5579792"/>
                  <a:ext cx="12744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D569646-E0B7-BF8E-A516-C14D0B971798}"/>
                    </a:ext>
                  </a:extLst>
                </p14:cNvPr>
                <p14:cNvContentPartPr/>
                <p14:nvPr/>
              </p14:nvContentPartPr>
              <p14:xfrm>
                <a:off x="6177497" y="5622272"/>
                <a:ext cx="61920" cy="1306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D569646-E0B7-BF8E-A516-C14D0B97179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159857" y="5604632"/>
                  <a:ext cx="9756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626AEFCF-274A-6369-80FD-326B10199029}"/>
                    </a:ext>
                  </a:extLst>
                </p14:cNvPr>
                <p14:cNvContentPartPr/>
                <p14:nvPr/>
              </p14:nvContentPartPr>
              <p14:xfrm>
                <a:off x="6303137" y="5576192"/>
                <a:ext cx="83520" cy="1206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626AEFCF-274A-6369-80FD-326B1019902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285137" y="5558192"/>
                  <a:ext cx="11916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979B30F-6F55-EACE-826B-BE34232C8447}"/>
                    </a:ext>
                  </a:extLst>
                </p14:cNvPr>
                <p14:cNvContentPartPr/>
                <p14:nvPr/>
              </p14:nvContentPartPr>
              <p14:xfrm>
                <a:off x="6526697" y="5585912"/>
                <a:ext cx="53280" cy="1810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979B30F-6F55-EACE-826B-BE34232C844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508697" y="5568272"/>
                  <a:ext cx="889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3ACA698-D64E-0774-7332-96CDD54E8949}"/>
                    </a:ext>
                  </a:extLst>
                </p14:cNvPr>
                <p14:cNvContentPartPr/>
                <p14:nvPr/>
              </p14:nvContentPartPr>
              <p14:xfrm>
                <a:off x="6524897" y="5564312"/>
                <a:ext cx="92880" cy="1101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3ACA698-D64E-0774-7332-96CDD54E8949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507257" y="5546672"/>
                  <a:ext cx="1285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8C86A0E-16E3-607E-6F0A-91FFA106C371}"/>
                    </a:ext>
                  </a:extLst>
                </p14:cNvPr>
                <p14:cNvContentPartPr/>
                <p14:nvPr/>
              </p14:nvContentPartPr>
              <p14:xfrm>
                <a:off x="6671057" y="5475392"/>
                <a:ext cx="94320" cy="1695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8C86A0E-16E3-607E-6F0A-91FFA106C371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653417" y="5457392"/>
                  <a:ext cx="12996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47C0B4C-A3B5-BD17-2FF5-2B29DA590394}"/>
                    </a:ext>
                  </a:extLst>
                </p14:cNvPr>
                <p14:cNvContentPartPr/>
                <p14:nvPr/>
              </p14:nvContentPartPr>
              <p14:xfrm>
                <a:off x="6832337" y="5553152"/>
                <a:ext cx="109800" cy="957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47C0B4C-A3B5-BD17-2FF5-2B29DA59039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814337" y="5535152"/>
                  <a:ext cx="1454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59D72293-5322-8F12-B2EE-55B91A03B499}"/>
                    </a:ext>
                  </a:extLst>
                </p14:cNvPr>
                <p14:cNvContentPartPr/>
                <p14:nvPr/>
              </p14:nvContentPartPr>
              <p14:xfrm>
                <a:off x="6992897" y="5487272"/>
                <a:ext cx="112680" cy="1839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59D72293-5322-8F12-B2EE-55B91A03B49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975257" y="5469272"/>
                  <a:ext cx="1483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F52B6DE1-1072-F1B3-056B-4D828EE128F4}"/>
                    </a:ext>
                  </a:extLst>
                </p14:cNvPr>
                <p14:cNvContentPartPr/>
                <p14:nvPr/>
              </p14:nvContentPartPr>
              <p14:xfrm>
                <a:off x="7136537" y="5451272"/>
                <a:ext cx="259200" cy="2098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F52B6DE1-1072-F1B3-056B-4D828EE128F4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7118537" y="5433272"/>
                  <a:ext cx="2948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B95D4AD-0982-6008-1BCB-C82D541EA88A}"/>
                    </a:ext>
                  </a:extLst>
                </p14:cNvPr>
                <p14:cNvContentPartPr/>
                <p14:nvPr/>
              </p14:nvContentPartPr>
              <p14:xfrm>
                <a:off x="7392137" y="5479712"/>
                <a:ext cx="186480" cy="2156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B95D4AD-0982-6008-1BCB-C82D541EA88A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7374497" y="5461712"/>
                  <a:ext cx="2221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2A77AE0-2AAE-2BC1-5A52-2663F4FD56A2}"/>
                    </a:ext>
                  </a:extLst>
                </p14:cNvPr>
                <p14:cNvContentPartPr/>
                <p14:nvPr/>
              </p14:nvContentPartPr>
              <p14:xfrm>
                <a:off x="7642697" y="5548832"/>
                <a:ext cx="44640" cy="10152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2A77AE0-2AAE-2BC1-5A52-2663F4FD56A2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7624697" y="5530832"/>
                  <a:ext cx="8028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055F003F-6949-DE5E-8641-24A3977383A4}"/>
                    </a:ext>
                  </a:extLst>
                </p14:cNvPr>
                <p14:cNvContentPartPr/>
                <p14:nvPr/>
              </p14:nvContentPartPr>
              <p14:xfrm>
                <a:off x="7690217" y="5388272"/>
                <a:ext cx="11520" cy="363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055F003F-6949-DE5E-8641-24A3977383A4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672217" y="5370272"/>
                  <a:ext cx="4716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EAFCC60D-4BD6-2E3B-209F-6EC2C338AECB}"/>
                    </a:ext>
                  </a:extLst>
                </p14:cNvPr>
                <p14:cNvContentPartPr/>
                <p14:nvPr/>
              </p14:nvContentPartPr>
              <p14:xfrm>
                <a:off x="7770137" y="5450552"/>
                <a:ext cx="141120" cy="1468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EAFCC60D-4BD6-2E3B-209F-6EC2C338AECB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752137" y="5432912"/>
                  <a:ext cx="1767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E0E18A41-1C1D-3160-A63A-4A29FE68B2B2}"/>
                    </a:ext>
                  </a:extLst>
                </p14:cNvPr>
                <p14:cNvContentPartPr/>
                <p14:nvPr/>
              </p14:nvContentPartPr>
              <p14:xfrm>
                <a:off x="7964897" y="5498072"/>
                <a:ext cx="131040" cy="3391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E0E18A41-1C1D-3160-A63A-4A29FE68B2B2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946897" y="5480072"/>
                  <a:ext cx="166680" cy="374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0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79795F5B-19C0-5B23-34E3-73855C46196A}"/>
                  </a:ext>
                </a:extLst>
              </p14:cNvPr>
              <p14:cNvContentPartPr/>
              <p14:nvPr/>
            </p14:nvContentPartPr>
            <p14:xfrm>
              <a:off x="10916537" y="3254552"/>
              <a:ext cx="531000" cy="968400"/>
            </p14:xfrm>
          </p:contentPart>
        </mc:Choice>
        <mc:Fallback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79795F5B-19C0-5B23-34E3-73855C46196A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10862897" y="3146552"/>
                <a:ext cx="638640" cy="118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2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577D5475-A12C-9777-C3BF-32552358DB15}"/>
                  </a:ext>
                </a:extLst>
              </p14:cNvPr>
              <p14:cNvContentPartPr/>
              <p14:nvPr/>
            </p14:nvContentPartPr>
            <p14:xfrm>
              <a:off x="11315057" y="4512752"/>
              <a:ext cx="360000" cy="87840"/>
            </p14:xfrm>
          </p:contentPart>
        </mc:Choice>
        <mc:Fallback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577D5475-A12C-9777-C3BF-32552358DB15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11261057" y="4404752"/>
                <a:ext cx="467640" cy="30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4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1DE79BFA-F657-FD23-607C-12563E2C6131}"/>
                  </a:ext>
                </a:extLst>
              </p14:cNvPr>
              <p14:cNvContentPartPr/>
              <p14:nvPr/>
            </p14:nvContentPartPr>
            <p14:xfrm>
              <a:off x="11271857" y="5112152"/>
              <a:ext cx="590760" cy="928440"/>
            </p14:xfrm>
          </p:contentPart>
        </mc:Choice>
        <mc:Fallback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1DE79BFA-F657-FD23-607C-12563E2C6131}"/>
                  </a:ext>
                </a:extLst>
              </p:cNvPr>
              <p:cNvPicPr/>
              <p:nvPr/>
            </p:nvPicPr>
            <p:blipFill>
              <a:blip r:embed="rId215"/>
              <a:stretch>
                <a:fillRect/>
              </a:stretch>
            </p:blipFill>
            <p:spPr>
              <a:xfrm>
                <a:off x="11218217" y="5004512"/>
                <a:ext cx="698400" cy="114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6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DCA43F74-7913-C7C3-9343-7B13D9116BAA}"/>
                  </a:ext>
                </a:extLst>
              </p14:cNvPr>
              <p14:cNvContentPartPr/>
              <p14:nvPr/>
            </p14:nvContentPartPr>
            <p14:xfrm>
              <a:off x="10794497" y="1452752"/>
              <a:ext cx="434520" cy="983520"/>
            </p14:xfrm>
          </p:contentPart>
        </mc:Choice>
        <mc:Fallback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DCA43F74-7913-C7C3-9343-7B13D9116BAA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10740497" y="1344752"/>
                <a:ext cx="542160" cy="119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8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9CC786A5-AC32-CA90-7EFF-F523368ABA99}"/>
                  </a:ext>
                </a:extLst>
              </p14:cNvPr>
              <p14:cNvContentPartPr/>
              <p14:nvPr/>
            </p14:nvContentPartPr>
            <p14:xfrm>
              <a:off x="10959737" y="1897352"/>
              <a:ext cx="312120" cy="64440"/>
            </p14:xfrm>
          </p:contentPart>
        </mc:Choice>
        <mc:Fallback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9CC786A5-AC32-CA90-7EFF-F523368ABA99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10905737" y="1789712"/>
                <a:ext cx="419760" cy="28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0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23C62B1C-0101-44F3-AF0A-7B9FAB868CBB}"/>
                  </a:ext>
                </a:extLst>
              </p14:cNvPr>
              <p14:cNvContentPartPr/>
              <p14:nvPr/>
            </p14:nvContentPartPr>
            <p14:xfrm>
              <a:off x="11275817" y="1440152"/>
              <a:ext cx="292320" cy="843120"/>
            </p14:xfrm>
          </p:contentPart>
        </mc:Choice>
        <mc:Fallback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23C62B1C-0101-44F3-AF0A-7B9FAB868CBB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11222177" y="1332512"/>
                <a:ext cx="399960" cy="1058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59" name="Group 158">
            <a:extLst>
              <a:ext uri="{FF2B5EF4-FFF2-40B4-BE49-F238E27FC236}">
                <a16:creationId xmlns:a16="http://schemas.microsoft.com/office/drawing/2014/main" id="{5EA77DA9-DCCA-97A0-3E6D-4BDB0F788A1B}"/>
              </a:ext>
            </a:extLst>
          </p:cNvPr>
          <p:cNvGrpSpPr/>
          <p:nvPr/>
        </p:nvGrpSpPr>
        <p:grpSpPr>
          <a:xfrm>
            <a:off x="8311577" y="3331592"/>
            <a:ext cx="3485520" cy="2868480"/>
            <a:chOff x="8311577" y="3331592"/>
            <a:chExt cx="3485520" cy="286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3D2D7AA-1BBB-D457-E62F-01BE64B97816}"/>
                    </a:ext>
                  </a:extLst>
                </p14:cNvPr>
                <p14:cNvContentPartPr/>
                <p14:nvPr/>
              </p14:nvContentPartPr>
              <p14:xfrm>
                <a:off x="8337857" y="4081472"/>
                <a:ext cx="101880" cy="211860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3D2D7AA-1BBB-D457-E62F-01BE64B97816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319857" y="4063832"/>
                  <a:ext cx="137520" cy="21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14EE32B8-AF4C-DBA2-4A29-531EFA022437}"/>
                    </a:ext>
                  </a:extLst>
                </p14:cNvPr>
                <p14:cNvContentPartPr/>
                <p14:nvPr/>
              </p14:nvContentPartPr>
              <p14:xfrm>
                <a:off x="8311577" y="4099832"/>
                <a:ext cx="1860840" cy="7128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14EE32B8-AF4C-DBA2-4A29-531EFA022437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293577" y="4081832"/>
                  <a:ext cx="18964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9F44837-AFFD-B814-EF8E-C8D62A067E1A}"/>
                    </a:ext>
                  </a:extLst>
                </p14:cNvPr>
                <p14:cNvContentPartPr/>
                <p14:nvPr/>
              </p14:nvContentPartPr>
              <p14:xfrm>
                <a:off x="8655377" y="4181912"/>
                <a:ext cx="1560600" cy="19922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9F44837-AFFD-B814-EF8E-C8D62A067E1A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637737" y="4164272"/>
                  <a:ext cx="1596240" cy="20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3702CBB0-7DEE-3AB8-CE10-3A5E9B6095AC}"/>
                    </a:ext>
                  </a:extLst>
                </p14:cNvPr>
                <p14:cNvContentPartPr/>
                <p14:nvPr/>
              </p14:nvContentPartPr>
              <p14:xfrm>
                <a:off x="8932217" y="4578992"/>
                <a:ext cx="214560" cy="82836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3702CBB0-7DEE-3AB8-CE10-3A5E9B6095AC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8914577" y="4560992"/>
                  <a:ext cx="250200" cy="86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A2CC780E-2031-BD20-C347-5F0CC4C63EE5}"/>
                    </a:ext>
                  </a:extLst>
                </p14:cNvPr>
                <p14:cNvContentPartPr/>
                <p14:nvPr/>
              </p14:nvContentPartPr>
              <p14:xfrm>
                <a:off x="9130217" y="4609952"/>
                <a:ext cx="414720" cy="6843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A2CC780E-2031-BD20-C347-5F0CC4C63EE5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9112217" y="4591952"/>
                  <a:ext cx="450360" cy="72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B8465B08-4219-D65B-74A1-09CE85CF977F}"/>
                    </a:ext>
                  </a:extLst>
                </p14:cNvPr>
                <p14:cNvContentPartPr/>
                <p14:nvPr/>
              </p14:nvContentPartPr>
              <p14:xfrm>
                <a:off x="9087017" y="4965632"/>
                <a:ext cx="159840" cy="824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B8465B08-4219-D65B-74A1-09CE85CF977F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069017" y="4947632"/>
                  <a:ext cx="1954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F11FF081-1F2E-AB11-0B69-58B4F0EA2192}"/>
                    </a:ext>
                  </a:extLst>
                </p14:cNvPr>
                <p14:cNvContentPartPr/>
                <p14:nvPr/>
              </p14:nvContentPartPr>
              <p14:xfrm>
                <a:off x="9574097" y="3664232"/>
                <a:ext cx="1239120" cy="135612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F11FF081-1F2E-AB11-0B69-58B4F0EA2192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9556457" y="3646592"/>
                  <a:ext cx="1274760" cy="139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33D6B8B-793F-121C-5D4D-D72BD0B85628}"/>
                    </a:ext>
                  </a:extLst>
                </p14:cNvPr>
                <p14:cNvContentPartPr/>
                <p14:nvPr/>
              </p14:nvContentPartPr>
              <p14:xfrm>
                <a:off x="10610537" y="3633272"/>
                <a:ext cx="271800" cy="26028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33D6B8B-793F-121C-5D4D-D72BD0B85628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0592897" y="3615272"/>
                  <a:ext cx="30744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E82AA102-0AEF-2080-C87E-5240F9CEACC8}"/>
                    </a:ext>
                  </a:extLst>
                </p14:cNvPr>
                <p14:cNvContentPartPr/>
                <p14:nvPr/>
              </p14:nvContentPartPr>
              <p14:xfrm>
                <a:off x="9721337" y="5184512"/>
                <a:ext cx="1047960" cy="44208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E82AA102-0AEF-2080-C87E-5240F9CEACC8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9703697" y="5166512"/>
                  <a:ext cx="1083600" cy="47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43832633-4ACF-B59A-F745-A194BF16EEA6}"/>
                    </a:ext>
                  </a:extLst>
                </p14:cNvPr>
                <p14:cNvContentPartPr/>
                <p14:nvPr/>
              </p14:nvContentPartPr>
              <p14:xfrm>
                <a:off x="10706297" y="5531912"/>
                <a:ext cx="84240" cy="1832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43832633-4ACF-B59A-F745-A194BF16EEA6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0688657" y="5513912"/>
                  <a:ext cx="1198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285B630-016D-126F-6EE7-18926732A2B2}"/>
                    </a:ext>
                  </a:extLst>
                </p14:cNvPr>
                <p14:cNvContentPartPr/>
                <p14:nvPr/>
              </p14:nvContentPartPr>
              <p14:xfrm>
                <a:off x="10935977" y="3331592"/>
                <a:ext cx="415440" cy="88128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285B630-016D-126F-6EE7-18926732A2B2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917977" y="3313952"/>
                  <a:ext cx="451080" cy="9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1431364-C128-3947-1C54-4DB4046844C1}"/>
                    </a:ext>
                  </a:extLst>
                </p14:cNvPr>
                <p14:cNvContentPartPr/>
                <p14:nvPr/>
              </p14:nvContentPartPr>
              <p14:xfrm>
                <a:off x="11323337" y="5174792"/>
                <a:ext cx="473760" cy="82008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1431364-C128-3947-1C54-4DB4046844C1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305337" y="5156792"/>
                  <a:ext cx="509400" cy="85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53DDD1B5-5323-6E23-F2E5-489CD01A8F3C}"/>
                    </a:ext>
                  </a:extLst>
                </p14:cNvPr>
                <p14:cNvContentPartPr/>
                <p14:nvPr/>
              </p14:nvContentPartPr>
              <p14:xfrm>
                <a:off x="9854177" y="4712192"/>
                <a:ext cx="1315080" cy="2394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53DDD1B5-5323-6E23-F2E5-489CD01A8F3C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9836177" y="4694552"/>
                  <a:ext cx="135072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C17D0E7-B947-6D1C-B6C5-C07F0E90F179}"/>
                    </a:ext>
                  </a:extLst>
                </p14:cNvPr>
                <p14:cNvContentPartPr/>
                <p14:nvPr/>
              </p14:nvContentPartPr>
              <p14:xfrm>
                <a:off x="10977017" y="4605992"/>
                <a:ext cx="123120" cy="2181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C17D0E7-B947-6D1C-B6C5-C07F0E90F17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0959017" y="4588352"/>
                  <a:ext cx="1587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1FFD87A-82AF-D57D-C6DE-FECC21CEBE73}"/>
                    </a:ext>
                  </a:extLst>
                </p14:cNvPr>
                <p14:cNvContentPartPr/>
                <p14:nvPr/>
              </p14:nvContentPartPr>
              <p14:xfrm>
                <a:off x="11351417" y="4593752"/>
                <a:ext cx="291240" cy="252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1FFD87A-82AF-D57D-C6DE-FECC21CEBE73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333417" y="4576112"/>
                  <a:ext cx="32688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FCE4C8D-7895-D685-DF3B-8D2190A5D081}"/>
                    </a:ext>
                  </a:extLst>
                </p14:cNvPr>
                <p14:cNvContentPartPr/>
                <p14:nvPr/>
              </p14:nvContentPartPr>
              <p14:xfrm>
                <a:off x="8685617" y="3642272"/>
                <a:ext cx="38160" cy="30780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FCE4C8D-7895-D685-DF3B-8D2190A5D081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667617" y="3624632"/>
                  <a:ext cx="7380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6FDCC926-F8D9-D6FB-F29C-EAAEBB172A8E}"/>
                    </a:ext>
                  </a:extLst>
                </p14:cNvPr>
                <p14:cNvContentPartPr/>
                <p14:nvPr/>
              </p14:nvContentPartPr>
              <p14:xfrm>
                <a:off x="8668337" y="3586472"/>
                <a:ext cx="131400" cy="1321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6FDCC926-F8D9-D6FB-F29C-EAAEBB172A8E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650337" y="3568472"/>
                  <a:ext cx="1670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6AAB433F-D6FF-4537-3457-480ECC1B8EE4}"/>
                    </a:ext>
                  </a:extLst>
                </p14:cNvPr>
                <p14:cNvContentPartPr/>
                <p14:nvPr/>
              </p14:nvContentPartPr>
              <p14:xfrm>
                <a:off x="8738177" y="3700232"/>
                <a:ext cx="95760" cy="9000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6AAB433F-D6FF-4537-3457-480ECC1B8EE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720177" y="3682592"/>
                  <a:ext cx="1314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037CDE14-A3E4-A6B6-2A57-6BFFEA3100AC}"/>
                    </a:ext>
                  </a:extLst>
                </p14:cNvPr>
                <p14:cNvContentPartPr/>
                <p14:nvPr/>
              </p14:nvContentPartPr>
              <p14:xfrm>
                <a:off x="8861297" y="3668192"/>
                <a:ext cx="318960" cy="18072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037CDE14-A3E4-A6B6-2A57-6BFFEA3100AC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843297" y="3650552"/>
                  <a:ext cx="35460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C94D4102-A5E5-6787-7E85-43A41B4A34F8}"/>
                    </a:ext>
                  </a:extLst>
                </p14:cNvPr>
                <p14:cNvContentPartPr/>
                <p14:nvPr/>
              </p14:nvContentPartPr>
              <p14:xfrm>
                <a:off x="9252617" y="3545072"/>
                <a:ext cx="60120" cy="16992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C94D4102-A5E5-6787-7E85-43A41B4A34F8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9234977" y="3527432"/>
                  <a:ext cx="9576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6D65BB7C-72B8-F235-E77A-7EF3FDBD4745}"/>
                    </a:ext>
                  </a:extLst>
                </p14:cNvPr>
                <p14:cNvContentPartPr/>
                <p14:nvPr/>
              </p14:nvContentPartPr>
              <p14:xfrm>
                <a:off x="9210137" y="3612392"/>
                <a:ext cx="131760" cy="6084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6D65BB7C-72B8-F235-E77A-7EF3FDBD4745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192497" y="3594392"/>
                  <a:ext cx="16740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E34540C1-0E2B-3A32-01E2-28965EDC9D24}"/>
                    </a:ext>
                  </a:extLst>
                </p14:cNvPr>
                <p14:cNvContentPartPr/>
                <p14:nvPr/>
              </p14:nvContentPartPr>
              <p14:xfrm>
                <a:off x="9408497" y="3626072"/>
                <a:ext cx="163080" cy="9720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E34540C1-0E2B-3A32-01E2-28965EDC9D24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390497" y="3608432"/>
                  <a:ext cx="19872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DCBD729C-546B-7A20-FA07-DE145488AD9D}"/>
                    </a:ext>
                  </a:extLst>
                </p14:cNvPr>
                <p14:cNvContentPartPr/>
                <p14:nvPr/>
              </p14:nvContentPartPr>
              <p14:xfrm>
                <a:off x="9605777" y="3592952"/>
                <a:ext cx="78840" cy="9792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DCBD729C-546B-7A20-FA07-DE145488AD9D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9588137" y="3575312"/>
                  <a:ext cx="11448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D490CA13-E90F-BEBE-E91E-BCC568BB5432}"/>
                    </a:ext>
                  </a:extLst>
                </p14:cNvPr>
                <p14:cNvContentPartPr/>
                <p14:nvPr/>
              </p14:nvContentPartPr>
              <p14:xfrm>
                <a:off x="9758777" y="3469472"/>
                <a:ext cx="301320" cy="15048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D490CA13-E90F-BEBE-E91E-BCC568BB5432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9741137" y="3451832"/>
                  <a:ext cx="3369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22656FC4-885F-17EC-5440-968D5D0C35D0}"/>
                    </a:ext>
                  </a:extLst>
                </p14:cNvPr>
                <p14:cNvContentPartPr/>
                <p14:nvPr/>
              </p14:nvContentPartPr>
              <p14:xfrm>
                <a:off x="10086377" y="3557312"/>
                <a:ext cx="39600" cy="3024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22656FC4-885F-17EC-5440-968D5D0C35D0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068737" y="3539312"/>
                  <a:ext cx="75240" cy="65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5713191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735AE-4764-33DB-DA64-582F2ADE3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Motion classification from accelerometer data</a:t>
            </a:r>
          </a:p>
        </p:txBody>
      </p:sp>
      <p:pic>
        <p:nvPicPr>
          <p:cNvPr id="6" name="Content Placeholder 5" descr="A diagram of a model&#10;&#10;Description automatically generated">
            <a:extLst>
              <a:ext uri="{FF2B5EF4-FFF2-40B4-BE49-F238E27FC236}">
                <a16:creationId xmlns:a16="http://schemas.microsoft.com/office/drawing/2014/main" id="{F212A1F6-3BD0-D3A8-CEB4-BBC2B61E4E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7050" y="1141813"/>
            <a:ext cx="8172139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7BE359-9A32-2FE4-1112-B3D45B7C07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10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8C762B6-B4F8-A432-669C-BA757FC7C11F}"/>
              </a:ext>
            </a:extLst>
          </p:cNvPr>
          <p:cNvGrpSpPr/>
          <p:nvPr/>
        </p:nvGrpSpPr>
        <p:grpSpPr>
          <a:xfrm>
            <a:off x="9583817" y="3822514"/>
            <a:ext cx="367200" cy="1310040"/>
            <a:chOff x="9583817" y="3822514"/>
            <a:chExt cx="367200" cy="131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6A8281B-BF61-8AC6-B71C-341F13EEF8D2}"/>
                    </a:ext>
                  </a:extLst>
                </p14:cNvPr>
                <p14:cNvContentPartPr/>
                <p14:nvPr/>
              </p14:nvContentPartPr>
              <p14:xfrm>
                <a:off x="9583817" y="3822514"/>
                <a:ext cx="213480" cy="468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6A8281B-BF61-8AC6-B71C-341F13EEF8D2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565817" y="3804874"/>
                  <a:ext cx="24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7A4BDB9-3A44-2EB3-B9B5-FF2DD7D6615D}"/>
                    </a:ext>
                  </a:extLst>
                </p14:cNvPr>
                <p14:cNvContentPartPr/>
                <p14:nvPr/>
              </p14:nvContentPartPr>
              <p14:xfrm>
                <a:off x="9726017" y="3850594"/>
                <a:ext cx="225000" cy="12819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7A4BDB9-3A44-2EB3-B9B5-FF2DD7D6615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708377" y="3832594"/>
                  <a:ext cx="260640" cy="131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6B0BCEB-600E-155D-B9E9-AF0C144D4BA3}"/>
              </a:ext>
            </a:extLst>
          </p:cNvPr>
          <p:cNvGrpSpPr/>
          <p:nvPr/>
        </p:nvGrpSpPr>
        <p:grpSpPr>
          <a:xfrm>
            <a:off x="10112657" y="3872554"/>
            <a:ext cx="815400" cy="263880"/>
            <a:chOff x="10112657" y="3872554"/>
            <a:chExt cx="815400" cy="26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8B0B61E-5F28-5962-0A2F-B62FFEEDBB2E}"/>
                    </a:ext>
                  </a:extLst>
                </p14:cNvPr>
                <p14:cNvContentPartPr/>
                <p14:nvPr/>
              </p14:nvContentPartPr>
              <p14:xfrm>
                <a:off x="10112657" y="4008274"/>
                <a:ext cx="59400" cy="128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8B0B61E-5F28-5962-0A2F-B62FFEEDBB2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094657" y="3990634"/>
                  <a:ext cx="950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FF47914-C027-04A8-7DBA-5BE5D74CE653}"/>
                    </a:ext>
                  </a:extLst>
                </p14:cNvPr>
                <p14:cNvContentPartPr/>
                <p14:nvPr/>
              </p14:nvContentPartPr>
              <p14:xfrm>
                <a:off x="10295897" y="3907474"/>
                <a:ext cx="56520" cy="1630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FF47914-C027-04A8-7DBA-5BE5D74CE653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278257" y="3889834"/>
                  <a:ext cx="921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7D186B8-8D11-9D86-7563-454FF6764898}"/>
                    </a:ext>
                  </a:extLst>
                </p14:cNvPr>
                <p14:cNvContentPartPr/>
                <p14:nvPr/>
              </p14:nvContentPartPr>
              <p14:xfrm>
                <a:off x="10466537" y="4025194"/>
                <a:ext cx="77400" cy="874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7D186B8-8D11-9D86-7563-454FF6764898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448537" y="4007194"/>
                  <a:ext cx="11304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DC4FCC5-7844-E10E-4A20-D1E1F27FD407}"/>
                    </a:ext>
                  </a:extLst>
                </p14:cNvPr>
                <p14:cNvContentPartPr/>
                <p14:nvPr/>
              </p14:nvContentPartPr>
              <p14:xfrm>
                <a:off x="10605137" y="3984874"/>
                <a:ext cx="100440" cy="1288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DC4FCC5-7844-E10E-4A20-D1E1F27FD407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587137" y="3966874"/>
                  <a:ext cx="1360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2841392-DF69-EE77-6223-5D09C6E3A4BF}"/>
                    </a:ext>
                  </a:extLst>
                </p14:cNvPr>
                <p14:cNvContentPartPr/>
                <p14:nvPr/>
              </p14:nvContentPartPr>
              <p14:xfrm>
                <a:off x="10746617" y="3943114"/>
                <a:ext cx="106920" cy="169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2841392-DF69-EE77-6223-5D09C6E3A4B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728977" y="3925114"/>
                  <a:ext cx="14256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A23D24E-8218-88D4-A5BA-98D94469E663}"/>
                    </a:ext>
                  </a:extLst>
                </p14:cNvPr>
                <p14:cNvContentPartPr/>
                <p14:nvPr/>
              </p14:nvContentPartPr>
              <p14:xfrm>
                <a:off x="10917617" y="3872554"/>
                <a:ext cx="10440" cy="157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A23D24E-8218-88D4-A5BA-98D94469E66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899617" y="3854914"/>
                  <a:ext cx="46080" cy="19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6351F1A-41E4-F88A-CD6D-403B34170B2D}"/>
              </a:ext>
            </a:extLst>
          </p:cNvPr>
          <p:cNvGrpSpPr/>
          <p:nvPr/>
        </p:nvGrpSpPr>
        <p:grpSpPr>
          <a:xfrm>
            <a:off x="10606217" y="4355314"/>
            <a:ext cx="137160" cy="430920"/>
            <a:chOff x="10606217" y="4355314"/>
            <a:chExt cx="137160" cy="43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A61EF2-38A7-E85D-2778-ED79331E9823}"/>
                    </a:ext>
                  </a:extLst>
                </p14:cNvPr>
                <p14:cNvContentPartPr/>
                <p14:nvPr/>
              </p14:nvContentPartPr>
              <p14:xfrm>
                <a:off x="10627457" y="4355314"/>
                <a:ext cx="58320" cy="4309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A61EF2-38A7-E85D-2778-ED79331E982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609817" y="4337314"/>
                  <a:ext cx="93960" cy="46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963871E-521E-815E-A0D2-BB508205D06C}"/>
                    </a:ext>
                  </a:extLst>
                </p14:cNvPr>
                <p14:cNvContentPartPr/>
                <p14:nvPr/>
              </p14:nvContentPartPr>
              <p14:xfrm>
                <a:off x="10606217" y="4716394"/>
                <a:ext cx="137160" cy="56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963871E-521E-815E-A0D2-BB508205D06C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588577" y="4698394"/>
                  <a:ext cx="172800" cy="9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2C94466-5A54-4777-70CD-7BE550B72736}"/>
              </a:ext>
            </a:extLst>
          </p:cNvPr>
          <p:cNvGrpSpPr/>
          <p:nvPr/>
        </p:nvGrpSpPr>
        <p:grpSpPr>
          <a:xfrm>
            <a:off x="10321457" y="4999714"/>
            <a:ext cx="982440" cy="259920"/>
            <a:chOff x="10321457" y="4999714"/>
            <a:chExt cx="982440" cy="25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1BC2024-80F5-3404-913D-8C3F4129C8DB}"/>
                    </a:ext>
                  </a:extLst>
                </p14:cNvPr>
                <p14:cNvContentPartPr/>
                <p14:nvPr/>
              </p14:nvContentPartPr>
              <p14:xfrm>
                <a:off x="10321457" y="5076394"/>
                <a:ext cx="111600" cy="1605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1BC2024-80F5-3404-913D-8C3F4129C8D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303817" y="5058754"/>
                  <a:ext cx="1472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641908D-2E0D-79C3-50E2-CAC17931E663}"/>
                    </a:ext>
                  </a:extLst>
                </p14:cNvPr>
                <p14:cNvContentPartPr/>
                <p14:nvPr/>
              </p14:nvContentPartPr>
              <p14:xfrm>
                <a:off x="10541057" y="4999714"/>
                <a:ext cx="73080" cy="253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641908D-2E0D-79C3-50E2-CAC17931E663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523057" y="4982074"/>
                  <a:ext cx="1087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1F0586A-A80D-2C0C-C974-865366B0FB4B}"/>
                    </a:ext>
                  </a:extLst>
                </p14:cNvPr>
                <p14:cNvContentPartPr/>
                <p14:nvPr/>
              </p14:nvContentPartPr>
              <p14:xfrm>
                <a:off x="10685417" y="5113114"/>
                <a:ext cx="103680" cy="1170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1F0586A-A80D-2C0C-C974-865366B0FB4B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667777" y="5095474"/>
                  <a:ext cx="1393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6ED2534-6694-135A-18BD-D03D2493802D}"/>
                    </a:ext>
                  </a:extLst>
                </p14:cNvPr>
                <p14:cNvContentPartPr/>
                <p14:nvPr/>
              </p14:nvContentPartPr>
              <p14:xfrm>
                <a:off x="10857857" y="5057674"/>
                <a:ext cx="91800" cy="147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6ED2534-6694-135A-18BD-D03D2493802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0839857" y="5040034"/>
                  <a:ext cx="1274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B11DB3F-FA52-D596-314B-F2936EF68134}"/>
                    </a:ext>
                  </a:extLst>
                </p14:cNvPr>
                <p14:cNvContentPartPr/>
                <p14:nvPr/>
              </p14:nvContentPartPr>
              <p14:xfrm>
                <a:off x="10991057" y="5068834"/>
                <a:ext cx="106200" cy="1594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B11DB3F-FA52-D596-314B-F2936EF68134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973057" y="5051194"/>
                  <a:ext cx="1418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06F3BD0-36B9-C807-12AE-3CAE783AF42A}"/>
                    </a:ext>
                  </a:extLst>
                </p14:cNvPr>
                <p14:cNvContentPartPr/>
                <p14:nvPr/>
              </p14:nvContentPartPr>
              <p14:xfrm>
                <a:off x="11170697" y="5001514"/>
                <a:ext cx="125280" cy="1929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06F3BD0-36B9-C807-12AE-3CAE783AF42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1153057" y="4983874"/>
                  <a:ext cx="16092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FC84A2B-521F-B6EC-F4F6-8454869AE615}"/>
                    </a:ext>
                  </a:extLst>
                </p14:cNvPr>
                <p14:cNvContentPartPr/>
                <p14:nvPr/>
              </p14:nvContentPartPr>
              <p14:xfrm>
                <a:off x="11266097" y="5017354"/>
                <a:ext cx="37800" cy="242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FC84A2B-521F-B6EC-F4F6-8454869AE61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1248457" y="4999714"/>
                  <a:ext cx="73440" cy="27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49D4CAA-E39E-0180-A608-14C2EBA5F2DB}"/>
              </a:ext>
            </a:extLst>
          </p:cNvPr>
          <p:cNvGrpSpPr/>
          <p:nvPr/>
        </p:nvGrpSpPr>
        <p:grpSpPr>
          <a:xfrm>
            <a:off x="476537" y="478592"/>
            <a:ext cx="2509560" cy="2726782"/>
            <a:chOff x="476537" y="478592"/>
            <a:chExt cx="2509560" cy="2726782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817AA52-C73C-2B40-6D94-D390929F9F30}"/>
                    </a:ext>
                  </a:extLst>
                </p14:cNvPr>
                <p14:cNvContentPartPr/>
                <p14:nvPr/>
              </p14:nvContentPartPr>
              <p14:xfrm>
                <a:off x="1208417" y="2597912"/>
                <a:ext cx="201240" cy="3823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817AA52-C73C-2B40-6D94-D390929F9F3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190777" y="2580272"/>
                  <a:ext cx="23688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3021497-9C36-BA38-8FDD-1694149D8ECA}"/>
                    </a:ext>
                  </a:extLst>
                </p14:cNvPr>
                <p14:cNvContentPartPr/>
                <p14:nvPr/>
              </p14:nvContentPartPr>
              <p14:xfrm>
                <a:off x="1236137" y="2730392"/>
                <a:ext cx="178560" cy="1177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3021497-9C36-BA38-8FDD-1694149D8EC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218137" y="2712752"/>
                  <a:ext cx="21420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23299F7-1A71-BDBF-4340-2005781DEAC3}"/>
                    </a:ext>
                  </a:extLst>
                </p14:cNvPr>
                <p14:cNvContentPartPr/>
                <p14:nvPr/>
              </p14:nvContentPartPr>
              <p14:xfrm>
                <a:off x="476537" y="1521152"/>
                <a:ext cx="73080" cy="2998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23299F7-1A71-BDBF-4340-2005781DEAC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58897" y="1503152"/>
                  <a:ext cx="10872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69D2553-6ACC-8946-A209-AC50E478EB9D}"/>
                    </a:ext>
                  </a:extLst>
                </p14:cNvPr>
                <p14:cNvContentPartPr/>
                <p14:nvPr/>
              </p14:nvContentPartPr>
              <p14:xfrm>
                <a:off x="484097" y="1472552"/>
                <a:ext cx="211680" cy="2480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69D2553-6ACC-8946-A209-AC50E478EB9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66457" y="1454912"/>
                  <a:ext cx="24732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E380829-5C62-2134-8F58-6C6A3429B1A8}"/>
                    </a:ext>
                  </a:extLst>
                </p14:cNvPr>
                <p14:cNvContentPartPr/>
                <p14:nvPr/>
              </p14:nvContentPartPr>
              <p14:xfrm>
                <a:off x="565097" y="1590632"/>
                <a:ext cx="92520" cy="1407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E380829-5C62-2134-8F58-6C6A3429B1A8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547457" y="1572632"/>
                  <a:ext cx="1281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2343D88-2F3B-32FD-DEA4-19385531D9A8}"/>
                    </a:ext>
                  </a:extLst>
                </p14:cNvPr>
                <p14:cNvContentPartPr/>
                <p14:nvPr/>
              </p14:nvContentPartPr>
              <p14:xfrm>
                <a:off x="731417" y="1530872"/>
                <a:ext cx="83160" cy="975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2343D88-2F3B-32FD-DEA4-19385531D9A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13417" y="1512872"/>
                  <a:ext cx="1188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35ABA5B-F663-39E1-38CD-EAB4211EC658}"/>
                    </a:ext>
                  </a:extLst>
                </p14:cNvPr>
                <p14:cNvContentPartPr/>
                <p14:nvPr/>
              </p14:nvContentPartPr>
              <p14:xfrm>
                <a:off x="889457" y="1438352"/>
                <a:ext cx="78120" cy="874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35ABA5B-F663-39E1-38CD-EAB4211EC65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71817" y="1420352"/>
                  <a:ext cx="1137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EFBCE00-14D4-3201-2D2D-E0B4DED15C21}"/>
                    </a:ext>
                  </a:extLst>
                </p14:cNvPr>
                <p14:cNvContentPartPr/>
                <p14:nvPr/>
              </p14:nvContentPartPr>
              <p14:xfrm>
                <a:off x="1015097" y="1308032"/>
                <a:ext cx="77760" cy="1580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EFBCE00-14D4-3201-2D2D-E0B4DED15C21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97457" y="1290032"/>
                  <a:ext cx="11340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B527A9F-9F3C-F70A-DB14-A7D405E4F9F7}"/>
                    </a:ext>
                  </a:extLst>
                </p14:cNvPr>
                <p14:cNvContentPartPr/>
                <p14:nvPr/>
              </p14:nvContentPartPr>
              <p14:xfrm>
                <a:off x="1041737" y="1125512"/>
                <a:ext cx="121680" cy="2070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B527A9F-9F3C-F70A-DB14-A7D405E4F9F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23737" y="1107872"/>
                  <a:ext cx="15732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80D7458-209E-D1C0-E981-856D83C5DC82}"/>
                    </a:ext>
                  </a:extLst>
                </p14:cNvPr>
                <p14:cNvContentPartPr/>
                <p14:nvPr/>
              </p14:nvContentPartPr>
              <p14:xfrm>
                <a:off x="1202297" y="1229912"/>
                <a:ext cx="75600" cy="712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80D7458-209E-D1C0-E981-856D83C5DC82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84657" y="1211912"/>
                  <a:ext cx="1112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EE0327B-97A9-3CBC-876E-B9236B923672}"/>
                    </a:ext>
                  </a:extLst>
                </p14:cNvPr>
                <p14:cNvContentPartPr/>
                <p14:nvPr/>
              </p14:nvContentPartPr>
              <p14:xfrm>
                <a:off x="1267097" y="1116872"/>
                <a:ext cx="81360" cy="853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EE0327B-97A9-3CBC-876E-B9236B923672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249457" y="1098872"/>
                  <a:ext cx="1170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2624C2E-A103-1BDE-1EB1-D317DF859A92}"/>
                    </a:ext>
                  </a:extLst>
                </p14:cNvPr>
                <p14:cNvContentPartPr/>
                <p14:nvPr/>
              </p14:nvContentPartPr>
              <p14:xfrm>
                <a:off x="1397057" y="1047392"/>
                <a:ext cx="65880" cy="903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2624C2E-A103-1BDE-1EB1-D317DF859A92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379417" y="1029752"/>
                  <a:ext cx="1015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EFA1EB9-B000-AF87-A069-BE4A5AE6FA24}"/>
                    </a:ext>
                  </a:extLst>
                </p14:cNvPr>
                <p14:cNvContentPartPr/>
                <p14:nvPr/>
              </p14:nvContentPartPr>
              <p14:xfrm>
                <a:off x="1462577" y="905912"/>
                <a:ext cx="266400" cy="1810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EFA1EB9-B000-AF87-A069-BE4A5AE6FA24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444577" y="887912"/>
                  <a:ext cx="30204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496EB87-9CBC-F0BA-4769-8D933C5C989B}"/>
                    </a:ext>
                  </a:extLst>
                </p14:cNvPr>
                <p14:cNvContentPartPr/>
                <p14:nvPr/>
              </p14:nvContentPartPr>
              <p14:xfrm>
                <a:off x="1785857" y="804392"/>
                <a:ext cx="70560" cy="1069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496EB87-9CBC-F0BA-4769-8D933C5C989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767857" y="786392"/>
                  <a:ext cx="1062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2AA744F-B6AA-DE25-AE59-954C354DD1A6}"/>
                    </a:ext>
                  </a:extLst>
                </p14:cNvPr>
                <p14:cNvContentPartPr/>
                <p14:nvPr/>
              </p14:nvContentPartPr>
              <p14:xfrm>
                <a:off x="1835537" y="618272"/>
                <a:ext cx="144720" cy="1944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2AA744F-B6AA-DE25-AE59-954C354DD1A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817537" y="600272"/>
                  <a:ext cx="18036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4E319C7-4244-27B3-F4B5-6B4B0614DD91}"/>
                    </a:ext>
                  </a:extLst>
                </p14:cNvPr>
                <p14:cNvContentPartPr/>
                <p14:nvPr/>
              </p14:nvContentPartPr>
              <p14:xfrm>
                <a:off x="1923737" y="653912"/>
                <a:ext cx="104040" cy="1159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4E319C7-4244-27B3-F4B5-6B4B0614DD9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905737" y="635912"/>
                  <a:ext cx="13968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BA5104F-743F-3075-D368-3D18CD40E130}"/>
                    </a:ext>
                  </a:extLst>
                </p14:cNvPr>
                <p14:cNvContentPartPr/>
                <p14:nvPr/>
              </p14:nvContentPartPr>
              <p14:xfrm>
                <a:off x="2108417" y="674072"/>
                <a:ext cx="28080" cy="486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BA5104F-743F-3075-D368-3D18CD40E130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2090777" y="656432"/>
                  <a:ext cx="6372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C990BA2-824A-59F2-03E3-ECA7C2901C15}"/>
                    </a:ext>
                  </a:extLst>
                </p14:cNvPr>
                <p14:cNvContentPartPr/>
                <p14:nvPr/>
              </p14:nvContentPartPr>
              <p14:xfrm>
                <a:off x="2072777" y="478592"/>
                <a:ext cx="233280" cy="2610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C990BA2-824A-59F2-03E3-ECA7C2901C15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2054777" y="460952"/>
                  <a:ext cx="26892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43F0CA6-D48A-2565-0386-E0F74EEDF1FB}"/>
                    </a:ext>
                  </a:extLst>
                </p14:cNvPr>
                <p14:cNvContentPartPr/>
                <p14:nvPr/>
              </p14:nvContentPartPr>
              <p14:xfrm>
                <a:off x="1159457" y="1686392"/>
                <a:ext cx="318600" cy="1962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43F0CA6-D48A-2565-0386-E0F74EEDF1F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141817" y="1668752"/>
                  <a:ext cx="3542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67C3282-D551-FACB-7E2C-B27EE428C24E}"/>
                    </a:ext>
                  </a:extLst>
                </p14:cNvPr>
                <p14:cNvContentPartPr/>
                <p14:nvPr/>
              </p14:nvContentPartPr>
              <p14:xfrm>
                <a:off x="1198697" y="1553912"/>
                <a:ext cx="216720" cy="5022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67C3282-D551-FACB-7E2C-B27EE428C24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181057" y="1536272"/>
                  <a:ext cx="252360" cy="53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22C3DA6-E6E2-7F6B-AD1C-C09B818CA5A0}"/>
                    </a:ext>
                  </a:extLst>
                </p14:cNvPr>
                <p14:cNvContentPartPr/>
                <p14:nvPr/>
              </p14:nvContentPartPr>
              <p14:xfrm>
                <a:off x="1152977" y="2072672"/>
                <a:ext cx="221760" cy="2178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22C3DA6-E6E2-7F6B-AD1C-C09B818CA5A0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135337" y="2055032"/>
                  <a:ext cx="25740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728BD73-23A4-4C6C-F784-9B4ABC4B9E42}"/>
                    </a:ext>
                  </a:extLst>
                </p14:cNvPr>
                <p14:cNvContentPartPr/>
                <p14:nvPr/>
              </p14:nvContentPartPr>
              <p14:xfrm>
                <a:off x="1305257" y="2283272"/>
                <a:ext cx="24480" cy="1774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728BD73-23A4-4C6C-F784-9B4ABC4B9E42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287257" y="2265272"/>
                  <a:ext cx="6012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A8537AC-BE15-9D61-CE46-A8827FED503D}"/>
                    </a:ext>
                  </a:extLst>
                </p14:cNvPr>
                <p14:cNvContentPartPr/>
                <p14:nvPr/>
              </p14:nvContentPartPr>
              <p14:xfrm>
                <a:off x="983417" y="1362032"/>
                <a:ext cx="709200" cy="7088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A8537AC-BE15-9D61-CE46-A8827FED503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965777" y="1344032"/>
                  <a:ext cx="744840" cy="74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35E09F7-8309-4EC3-44DC-18F1A4E44F09}"/>
                    </a:ext>
                  </a:extLst>
                </p14:cNvPr>
                <p14:cNvContentPartPr/>
                <p14:nvPr/>
              </p14:nvContentPartPr>
              <p14:xfrm>
                <a:off x="1611977" y="1629512"/>
                <a:ext cx="929520" cy="2498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35E09F7-8309-4EC3-44DC-18F1A4E44F09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594337" y="1611512"/>
                  <a:ext cx="96516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F4AA122-91F8-6735-7DAA-CE2D8EC3EDC5}"/>
                    </a:ext>
                  </a:extLst>
                </p14:cNvPr>
                <p14:cNvContentPartPr/>
                <p14:nvPr/>
              </p14:nvContentPartPr>
              <p14:xfrm>
                <a:off x="1037417" y="1943214"/>
                <a:ext cx="539640" cy="6066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F4AA122-91F8-6735-7DAA-CE2D8EC3EDC5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19777" y="1925214"/>
                  <a:ext cx="575280" cy="64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F3D3074-7384-268F-E178-04A276330E89}"/>
                    </a:ext>
                  </a:extLst>
                </p14:cNvPr>
                <p14:cNvContentPartPr/>
                <p14:nvPr/>
              </p14:nvContentPartPr>
              <p14:xfrm>
                <a:off x="1470497" y="1869414"/>
                <a:ext cx="1312920" cy="6145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F3D3074-7384-268F-E178-04A276330E89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452857" y="1851414"/>
                  <a:ext cx="1348560" cy="65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0EC7953-E358-09F5-937F-B5FAE43068CA}"/>
                    </a:ext>
                  </a:extLst>
                </p14:cNvPr>
                <p14:cNvContentPartPr/>
                <p14:nvPr/>
              </p14:nvContentPartPr>
              <p14:xfrm>
                <a:off x="1027697" y="2456934"/>
                <a:ext cx="577800" cy="7484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0EC7953-E358-09F5-937F-B5FAE43068CA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09697" y="2438934"/>
                  <a:ext cx="613440" cy="78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0115389-9511-56C0-9F9D-5F7D18B777BF}"/>
                    </a:ext>
                  </a:extLst>
                </p14:cNvPr>
                <p14:cNvContentPartPr/>
                <p14:nvPr/>
              </p14:nvContentPartPr>
              <p14:xfrm>
                <a:off x="1556177" y="1624614"/>
                <a:ext cx="1429920" cy="13824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0115389-9511-56C0-9F9D-5F7D18B777BF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538177" y="1606974"/>
                  <a:ext cx="1465560" cy="1418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84836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DDEE1-E505-05A8-BD25-4B9F37F98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Motion classification from accelerometer data</a:t>
            </a:r>
          </a:p>
        </p:txBody>
      </p:sp>
      <p:pic>
        <p:nvPicPr>
          <p:cNvPr id="6" name="Content Placeholder 5" descr="A diagram of a graph&#10;&#10;Description automatically generated with medium confidence">
            <a:extLst>
              <a:ext uri="{FF2B5EF4-FFF2-40B4-BE49-F238E27FC236}">
                <a16:creationId xmlns:a16="http://schemas.microsoft.com/office/drawing/2014/main" id="{FE8B73A5-CCBA-77F0-0DB1-C0E4F420DD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8481" y="1094105"/>
            <a:ext cx="8637471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9C85D5-F138-A2D7-11CD-1CA8878371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11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0053ADA-CCF8-DAB0-C383-F6902103D959}"/>
              </a:ext>
            </a:extLst>
          </p:cNvPr>
          <p:cNvGrpSpPr/>
          <p:nvPr/>
        </p:nvGrpSpPr>
        <p:grpSpPr>
          <a:xfrm>
            <a:off x="1183217" y="3525154"/>
            <a:ext cx="944640" cy="1341720"/>
            <a:chOff x="1183217" y="3525154"/>
            <a:chExt cx="944640" cy="134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1471400-FC5E-094E-FEA0-8513BC5D1F13}"/>
                    </a:ext>
                  </a:extLst>
                </p14:cNvPr>
                <p14:cNvContentPartPr/>
                <p14:nvPr/>
              </p14:nvContentPartPr>
              <p14:xfrm>
                <a:off x="1764977" y="3759874"/>
                <a:ext cx="328320" cy="4687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1471400-FC5E-094E-FEA0-8513BC5D1F1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747337" y="3741874"/>
                  <a:ext cx="363960" cy="50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FAC4560-E3E8-501E-A8A3-75C1F5FDA845}"/>
                    </a:ext>
                  </a:extLst>
                </p14:cNvPr>
                <p14:cNvContentPartPr/>
                <p14:nvPr/>
              </p14:nvContentPartPr>
              <p14:xfrm>
                <a:off x="1754537" y="4147594"/>
                <a:ext cx="356400" cy="339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FAC4560-E3E8-501E-A8A3-75C1F5FDA84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736537" y="4129594"/>
                  <a:ext cx="39204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20E1E8E-03B2-EB5F-9FBC-98E60D2CCF54}"/>
                    </a:ext>
                  </a:extLst>
                </p14:cNvPr>
                <p14:cNvContentPartPr/>
                <p14:nvPr/>
              </p14:nvContentPartPr>
              <p14:xfrm>
                <a:off x="1771457" y="4524874"/>
                <a:ext cx="356400" cy="342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20E1E8E-03B2-EB5F-9FBC-98E60D2CCF5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753457" y="4507234"/>
                  <a:ext cx="392040" cy="37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71B0529-7A9E-E86E-402B-841086E37B65}"/>
                    </a:ext>
                  </a:extLst>
                </p14:cNvPr>
                <p14:cNvContentPartPr/>
                <p14:nvPr/>
              </p14:nvContentPartPr>
              <p14:xfrm>
                <a:off x="1183217" y="3585994"/>
                <a:ext cx="245880" cy="135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71B0529-7A9E-E86E-402B-841086E37B6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165217" y="3568354"/>
                  <a:ext cx="2815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EFC2693-E02F-9541-E769-B5676A06D156}"/>
                    </a:ext>
                  </a:extLst>
                </p14:cNvPr>
                <p14:cNvContentPartPr/>
                <p14:nvPr/>
              </p14:nvContentPartPr>
              <p14:xfrm>
                <a:off x="1321817" y="3525154"/>
                <a:ext cx="67320" cy="2746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EFC2693-E02F-9541-E769-B5676A06D15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304177" y="3507154"/>
                  <a:ext cx="10296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525DE20-BBE4-D751-D01B-8C161C3571DC}"/>
                    </a:ext>
                  </a:extLst>
                </p14:cNvPr>
                <p14:cNvContentPartPr/>
                <p14:nvPr/>
              </p14:nvContentPartPr>
              <p14:xfrm>
                <a:off x="1220657" y="4015114"/>
                <a:ext cx="155160" cy="1350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525DE20-BBE4-D751-D01B-8C161C3571D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203017" y="3997474"/>
                  <a:ext cx="19080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7884395-3035-73DA-2A8C-7F288BDB8391}"/>
                    </a:ext>
                  </a:extLst>
                </p14:cNvPr>
                <p14:cNvContentPartPr/>
                <p14:nvPr/>
              </p14:nvContentPartPr>
              <p14:xfrm>
                <a:off x="1338377" y="4115194"/>
                <a:ext cx="91440" cy="213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7884395-3035-73DA-2A8C-7F288BDB8391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320737" y="4097194"/>
                  <a:ext cx="12708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2CCB92C-1E04-82A2-052D-6F510113A92B}"/>
                    </a:ext>
                  </a:extLst>
                </p14:cNvPr>
                <p14:cNvContentPartPr/>
                <p14:nvPr/>
              </p14:nvContentPartPr>
              <p14:xfrm>
                <a:off x="1247657" y="4600474"/>
                <a:ext cx="256680" cy="241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2CCB92C-1E04-82A2-052D-6F510113A92B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230017" y="4582474"/>
                  <a:ext cx="29232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EF80A9C-578C-F35F-82D7-90827D661551}"/>
                    </a:ext>
                  </a:extLst>
                </p14:cNvPr>
                <p14:cNvContentPartPr/>
                <p14:nvPr/>
              </p14:nvContentPartPr>
              <p14:xfrm>
                <a:off x="1333337" y="4681834"/>
                <a:ext cx="138600" cy="127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EF80A9C-578C-F35F-82D7-90827D66155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315337" y="4664194"/>
                  <a:ext cx="174240" cy="16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9ED464C-ED87-9DA0-3D2D-408DFF2D68E2}"/>
              </a:ext>
            </a:extLst>
          </p:cNvPr>
          <p:cNvGrpSpPr/>
          <p:nvPr/>
        </p:nvGrpSpPr>
        <p:grpSpPr>
          <a:xfrm>
            <a:off x="2748497" y="751714"/>
            <a:ext cx="1371240" cy="335880"/>
            <a:chOff x="2748497" y="751714"/>
            <a:chExt cx="1371240" cy="33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3D220E2-D054-B457-8B67-7F457DB0AB23}"/>
                    </a:ext>
                  </a:extLst>
                </p14:cNvPr>
                <p14:cNvContentPartPr/>
                <p14:nvPr/>
              </p14:nvContentPartPr>
              <p14:xfrm>
                <a:off x="2771897" y="954394"/>
                <a:ext cx="360" cy="21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3D220E2-D054-B457-8B67-7F457DB0AB2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754257" y="936754"/>
                  <a:ext cx="360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3E6E866-F541-030E-C6D8-CDD1D5A9E5E1}"/>
                    </a:ext>
                  </a:extLst>
                </p14:cNvPr>
                <p14:cNvContentPartPr/>
                <p14:nvPr/>
              </p14:nvContentPartPr>
              <p14:xfrm>
                <a:off x="2748497" y="793114"/>
                <a:ext cx="1332360" cy="1587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3E6E866-F541-030E-C6D8-CDD1D5A9E5E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730857" y="775474"/>
                  <a:ext cx="136800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DC13A51-A312-7B9E-0662-073202FF9FD8}"/>
                    </a:ext>
                  </a:extLst>
                </p14:cNvPr>
                <p14:cNvContentPartPr/>
                <p14:nvPr/>
              </p14:nvContentPartPr>
              <p14:xfrm>
                <a:off x="3945857" y="757834"/>
                <a:ext cx="173880" cy="285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DC13A51-A312-7B9E-0662-073202FF9FD8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927857" y="739834"/>
                  <a:ext cx="20952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3B2E25A-00C8-108B-6B8A-4794D30EC7D1}"/>
                    </a:ext>
                  </a:extLst>
                </p14:cNvPr>
                <p14:cNvContentPartPr/>
                <p14:nvPr/>
              </p14:nvContentPartPr>
              <p14:xfrm>
                <a:off x="2752457" y="751714"/>
                <a:ext cx="177840" cy="1886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3B2E25A-00C8-108B-6B8A-4794D30EC7D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734457" y="733714"/>
                  <a:ext cx="2134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74108A6-E9B7-F1EA-D002-B9BACE07C9D6}"/>
                    </a:ext>
                  </a:extLst>
                </p14:cNvPr>
                <p14:cNvContentPartPr/>
                <p14:nvPr/>
              </p14:nvContentPartPr>
              <p14:xfrm>
                <a:off x="3253937" y="897514"/>
                <a:ext cx="99000" cy="1900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74108A6-E9B7-F1EA-D002-B9BACE07C9D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235937" y="879514"/>
                  <a:ext cx="1346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4097B20-2BFE-9069-7D81-118B5704A7CE}"/>
                    </a:ext>
                  </a:extLst>
                </p14:cNvPr>
                <p14:cNvContentPartPr/>
                <p14:nvPr/>
              </p14:nvContentPartPr>
              <p14:xfrm>
                <a:off x="3230177" y="968434"/>
                <a:ext cx="104760" cy="738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4097B20-2BFE-9069-7D81-118B5704A7C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212177" y="950434"/>
                  <a:ext cx="140400" cy="10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72DEE2D-1C5F-C59B-73AD-1FA363E3574C}"/>
              </a:ext>
            </a:extLst>
          </p:cNvPr>
          <p:cNvGrpSpPr/>
          <p:nvPr/>
        </p:nvGrpSpPr>
        <p:grpSpPr>
          <a:xfrm>
            <a:off x="4034417" y="5572114"/>
            <a:ext cx="1273680" cy="395280"/>
            <a:chOff x="4034417" y="5572114"/>
            <a:chExt cx="1273680" cy="39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25A6831-A93E-FBA7-8021-CB8AC7743BC6}"/>
                    </a:ext>
                  </a:extLst>
                </p14:cNvPr>
                <p14:cNvContentPartPr/>
                <p14:nvPr/>
              </p14:nvContentPartPr>
              <p14:xfrm>
                <a:off x="4034417" y="5707474"/>
                <a:ext cx="87840" cy="259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25A6831-A93E-FBA7-8021-CB8AC7743BC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016417" y="5689834"/>
                  <a:ext cx="12348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9321B55-5380-1559-123D-FA00A7528200}"/>
                    </a:ext>
                  </a:extLst>
                </p14:cNvPr>
                <p14:cNvContentPartPr/>
                <p14:nvPr/>
              </p14:nvContentPartPr>
              <p14:xfrm>
                <a:off x="4189217" y="5704234"/>
                <a:ext cx="177840" cy="172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9321B55-5380-1559-123D-FA00A752820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171217" y="5686234"/>
                  <a:ext cx="2134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FDBEBBE-8AC3-7BE5-31CC-7E2637068D9B}"/>
                    </a:ext>
                  </a:extLst>
                </p14:cNvPr>
                <p14:cNvContentPartPr/>
                <p14:nvPr/>
              </p14:nvContentPartPr>
              <p14:xfrm>
                <a:off x="4484057" y="5629354"/>
                <a:ext cx="117360" cy="496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FDBEBBE-8AC3-7BE5-31CC-7E2637068D9B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466417" y="5611354"/>
                  <a:ext cx="1530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E3D19B8-7A6E-B6CD-F197-B1055E8C0419}"/>
                    </a:ext>
                  </a:extLst>
                </p14:cNvPr>
                <p14:cNvContentPartPr/>
                <p14:nvPr/>
              </p14:nvContentPartPr>
              <p14:xfrm>
                <a:off x="4508537" y="5666074"/>
                <a:ext cx="106200" cy="218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E3D19B8-7A6E-B6CD-F197-B1055E8C0419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490897" y="5648074"/>
                  <a:ext cx="14184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9C1A554-E769-FB70-BF46-7459B7E43101}"/>
                    </a:ext>
                  </a:extLst>
                </p14:cNvPr>
                <p14:cNvContentPartPr/>
                <p14:nvPr/>
              </p14:nvContentPartPr>
              <p14:xfrm>
                <a:off x="4713017" y="5740954"/>
                <a:ext cx="203040" cy="99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9C1A554-E769-FB70-BF46-7459B7E4310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695377" y="5723314"/>
                  <a:ext cx="23868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30169ED-8982-8117-F7AA-D5F0E2C4F079}"/>
                    </a:ext>
                  </a:extLst>
                </p14:cNvPr>
                <p14:cNvContentPartPr/>
                <p14:nvPr/>
              </p14:nvContentPartPr>
              <p14:xfrm>
                <a:off x="4805177" y="5692354"/>
                <a:ext cx="69840" cy="2041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30169ED-8982-8117-F7AA-D5F0E2C4F07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787537" y="5674354"/>
                  <a:ext cx="1054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F391C44-A582-BAAE-EB97-D13F8CB5755F}"/>
                    </a:ext>
                  </a:extLst>
                </p14:cNvPr>
                <p14:cNvContentPartPr/>
                <p14:nvPr/>
              </p14:nvContentPartPr>
              <p14:xfrm>
                <a:off x="5114057" y="5572114"/>
                <a:ext cx="194040" cy="2746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F391C44-A582-BAAE-EB97-D13F8CB5755F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5096417" y="5554114"/>
                  <a:ext cx="229680" cy="31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93BBBEBE-9EE3-6B41-FA74-BC67C5412C91}"/>
              </a:ext>
            </a:extLst>
          </p:cNvPr>
          <p:cNvGrpSpPr/>
          <p:nvPr/>
        </p:nvGrpSpPr>
        <p:grpSpPr>
          <a:xfrm>
            <a:off x="9849497" y="1449034"/>
            <a:ext cx="1258920" cy="1213200"/>
            <a:chOff x="9849497" y="1449034"/>
            <a:chExt cx="1258920" cy="12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FEFCE26-9B1E-BA20-3D88-2169DE482417}"/>
                    </a:ext>
                  </a:extLst>
                </p14:cNvPr>
                <p14:cNvContentPartPr/>
                <p14:nvPr/>
              </p14:nvContentPartPr>
              <p14:xfrm>
                <a:off x="10293377" y="1455514"/>
                <a:ext cx="53640" cy="6901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FEFCE26-9B1E-BA20-3D88-2169DE48241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275377" y="1437874"/>
                  <a:ext cx="89280" cy="72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9370265-484E-D151-E68E-DC614AF0DE1E}"/>
                    </a:ext>
                  </a:extLst>
                </p14:cNvPr>
                <p14:cNvContentPartPr/>
                <p14:nvPr/>
              </p14:nvContentPartPr>
              <p14:xfrm>
                <a:off x="10290137" y="2167234"/>
                <a:ext cx="729360" cy="770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9370265-484E-D151-E68E-DC614AF0DE1E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272497" y="2149594"/>
                  <a:ext cx="7650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94F37F1-BA2F-9D2B-54A7-4BD282810C77}"/>
                    </a:ext>
                  </a:extLst>
                </p14:cNvPr>
                <p14:cNvContentPartPr/>
                <p14:nvPr/>
              </p14:nvContentPartPr>
              <p14:xfrm>
                <a:off x="10266377" y="1449034"/>
                <a:ext cx="698040" cy="89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94F37F1-BA2F-9D2B-54A7-4BD282810C77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248377" y="1431034"/>
                  <a:ext cx="7336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3206FBF-C848-25E5-9173-FAFAC52438F5}"/>
                    </a:ext>
                  </a:extLst>
                </p14:cNvPr>
                <p14:cNvContentPartPr/>
                <p14:nvPr/>
              </p14:nvContentPartPr>
              <p14:xfrm>
                <a:off x="10984937" y="1505914"/>
                <a:ext cx="70920" cy="7225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3206FBF-C848-25E5-9173-FAFAC52438F5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967297" y="1488274"/>
                  <a:ext cx="106560" cy="75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4EB2268-5B00-3028-E1E6-1A67362BEFD1}"/>
                    </a:ext>
                  </a:extLst>
                </p14:cNvPr>
                <p14:cNvContentPartPr/>
                <p14:nvPr/>
              </p14:nvContentPartPr>
              <p14:xfrm>
                <a:off x="10468697" y="2415634"/>
                <a:ext cx="156240" cy="161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4EB2268-5B00-3028-E1E6-1A67362BEFD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451057" y="2397634"/>
                  <a:ext cx="19188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84EB34D-30E1-9B26-DD6B-6BAB9A9504AA}"/>
                    </a:ext>
                  </a:extLst>
                </p14:cNvPr>
                <p14:cNvContentPartPr/>
                <p14:nvPr/>
              </p14:nvContentPartPr>
              <p14:xfrm>
                <a:off x="10656257" y="2431474"/>
                <a:ext cx="106920" cy="1540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84EB34D-30E1-9B26-DD6B-6BAB9A9504AA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638257" y="2413474"/>
                  <a:ext cx="1425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0BA5D8B-D4E1-0748-BF6D-D937A7A42360}"/>
                    </a:ext>
                  </a:extLst>
                </p14:cNvPr>
                <p14:cNvContentPartPr/>
                <p14:nvPr/>
              </p14:nvContentPartPr>
              <p14:xfrm>
                <a:off x="9849497" y="1840354"/>
                <a:ext cx="189360" cy="1306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0BA5D8B-D4E1-0748-BF6D-D937A7A4236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831497" y="1822714"/>
                  <a:ext cx="2250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BF3CFE3-3027-7AEF-71BA-F3B33A4209A9}"/>
                    </a:ext>
                  </a:extLst>
                </p14:cNvPr>
                <p14:cNvContentPartPr/>
                <p14:nvPr/>
              </p14:nvContentPartPr>
              <p14:xfrm>
                <a:off x="10039937" y="1783114"/>
                <a:ext cx="115200" cy="1360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BF3CFE3-3027-7AEF-71BA-F3B33A4209A9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021937" y="1765114"/>
                  <a:ext cx="1508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DF1281E-B0D0-B17F-8E9D-536463F52CB4}"/>
                    </a:ext>
                  </a:extLst>
                </p14:cNvPr>
                <p14:cNvContentPartPr/>
                <p14:nvPr/>
              </p14:nvContentPartPr>
              <p14:xfrm>
                <a:off x="9957857" y="1496914"/>
                <a:ext cx="28080" cy="1814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DF1281E-B0D0-B17F-8E9D-536463F52CB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940217" y="1479274"/>
                  <a:ext cx="637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29692F4-3441-AC36-5E19-5F17757DACD9}"/>
                    </a:ext>
                  </a:extLst>
                </p14:cNvPr>
                <p14:cNvContentPartPr/>
                <p14:nvPr/>
              </p14:nvContentPartPr>
              <p14:xfrm>
                <a:off x="9946337" y="1473874"/>
                <a:ext cx="130680" cy="1015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29692F4-3441-AC36-5E19-5F17757DACD9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928697" y="1456234"/>
                  <a:ext cx="1663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F184BE4-8EC7-0008-D315-85AB12D2A228}"/>
                    </a:ext>
                  </a:extLst>
                </p14:cNvPr>
                <p14:cNvContentPartPr/>
                <p14:nvPr/>
              </p14:nvContentPartPr>
              <p14:xfrm>
                <a:off x="10922297" y="2391154"/>
                <a:ext cx="160200" cy="194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F184BE4-8EC7-0008-D315-85AB12D2A22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904297" y="2373514"/>
                  <a:ext cx="19584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63433FE-A619-E7F5-C650-B9CA4B767542}"/>
                    </a:ext>
                  </a:extLst>
                </p14:cNvPr>
                <p14:cNvContentPartPr/>
                <p14:nvPr/>
              </p14:nvContentPartPr>
              <p14:xfrm>
                <a:off x="11052257" y="2345794"/>
                <a:ext cx="56160" cy="1368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63433FE-A619-E7F5-C650-B9CA4B767542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1034257" y="2327794"/>
                  <a:ext cx="918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079F491-6E0A-2AE7-103B-27BA27984967}"/>
                    </a:ext>
                  </a:extLst>
                </p14:cNvPr>
                <p14:cNvContentPartPr/>
                <p14:nvPr/>
              </p14:nvContentPartPr>
              <p14:xfrm>
                <a:off x="10185737" y="2526874"/>
                <a:ext cx="96840" cy="608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079F491-6E0A-2AE7-103B-27BA2798496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168097" y="2508874"/>
                  <a:ext cx="1324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8D95B79-C9EF-8872-EFC4-F539D957BD50}"/>
                    </a:ext>
                  </a:extLst>
                </p14:cNvPr>
                <p14:cNvContentPartPr/>
                <p14:nvPr/>
              </p14:nvContentPartPr>
              <p14:xfrm>
                <a:off x="10227137" y="2505994"/>
                <a:ext cx="66600" cy="1562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8D95B79-C9EF-8872-EFC4-F539D957BD5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209497" y="2488354"/>
                  <a:ext cx="1022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C980402-9BFD-34AC-E928-EFF999F7DBB1}"/>
                    </a:ext>
                  </a:extLst>
                </p14:cNvPr>
                <p14:cNvContentPartPr/>
                <p14:nvPr/>
              </p14:nvContentPartPr>
              <p14:xfrm>
                <a:off x="9981617" y="2109634"/>
                <a:ext cx="147600" cy="417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C980402-9BFD-34AC-E928-EFF999F7DBB1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963977" y="2091634"/>
                  <a:ext cx="18324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72F9F33-0A83-1CFF-6E4B-07A255C9379B}"/>
                    </a:ext>
                  </a:extLst>
                </p14:cNvPr>
                <p14:cNvContentPartPr/>
                <p14:nvPr/>
              </p14:nvContentPartPr>
              <p14:xfrm>
                <a:off x="10095737" y="2133754"/>
                <a:ext cx="20520" cy="1173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72F9F33-0A83-1CFF-6E4B-07A255C9379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077737" y="2115754"/>
                  <a:ext cx="56160" cy="15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1D45297-D98A-9803-879E-783E7BFDA8DC}"/>
              </a:ext>
            </a:extLst>
          </p:cNvPr>
          <p:cNvGrpSpPr/>
          <p:nvPr/>
        </p:nvGrpSpPr>
        <p:grpSpPr>
          <a:xfrm>
            <a:off x="10147577" y="3051754"/>
            <a:ext cx="762480" cy="444240"/>
            <a:chOff x="10147577" y="3051754"/>
            <a:chExt cx="762480" cy="44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938158A-02D6-E551-144D-8F42C68832BD}"/>
                    </a:ext>
                  </a:extLst>
                </p14:cNvPr>
                <p14:cNvContentPartPr/>
                <p14:nvPr/>
              </p14:nvContentPartPr>
              <p14:xfrm>
                <a:off x="10154057" y="3157954"/>
                <a:ext cx="129960" cy="2548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938158A-02D6-E551-144D-8F42C68832BD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136417" y="3140314"/>
                  <a:ext cx="16560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E75D046-D0E0-24C8-E794-69B189EEE85C}"/>
                    </a:ext>
                  </a:extLst>
                </p14:cNvPr>
                <p14:cNvContentPartPr/>
                <p14:nvPr/>
              </p14:nvContentPartPr>
              <p14:xfrm>
                <a:off x="10147577" y="3241474"/>
                <a:ext cx="136080" cy="939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E75D046-D0E0-24C8-E794-69B189EEE85C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129577" y="3223834"/>
                  <a:ext cx="1717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14917DC-D69B-7136-F159-60D6D95D6051}"/>
                    </a:ext>
                  </a:extLst>
                </p14:cNvPr>
                <p14:cNvContentPartPr/>
                <p14:nvPr/>
              </p14:nvContentPartPr>
              <p14:xfrm>
                <a:off x="10367897" y="3193954"/>
                <a:ext cx="132480" cy="2138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14917DC-D69B-7136-F159-60D6D95D6051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350257" y="3175954"/>
                  <a:ext cx="16812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81156EB-9414-D8CD-16F5-1BB1AAF7B920}"/>
                    </a:ext>
                  </a:extLst>
                </p14:cNvPr>
                <p14:cNvContentPartPr/>
                <p14:nvPr/>
              </p14:nvContentPartPr>
              <p14:xfrm>
                <a:off x="10547537" y="3213394"/>
                <a:ext cx="155520" cy="1620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81156EB-9414-D8CD-16F5-1BB1AAF7B920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529897" y="3195754"/>
                  <a:ext cx="19116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18BBBFB-A8D3-1695-24AB-8822EC5B5CC0}"/>
                    </a:ext>
                  </a:extLst>
                </p14:cNvPr>
                <p14:cNvContentPartPr/>
                <p14:nvPr/>
              </p14:nvContentPartPr>
              <p14:xfrm>
                <a:off x="10649057" y="3296554"/>
                <a:ext cx="19440" cy="1994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18BBBFB-A8D3-1695-24AB-8822EC5B5CC0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631057" y="3278914"/>
                  <a:ext cx="550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B38F129-D772-1916-8D93-429156ADE5F1}"/>
                    </a:ext>
                  </a:extLst>
                </p14:cNvPr>
                <p14:cNvContentPartPr/>
                <p14:nvPr/>
              </p14:nvContentPartPr>
              <p14:xfrm>
                <a:off x="10844177" y="3051754"/>
                <a:ext cx="51840" cy="540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B38F129-D772-1916-8D93-429156ADE5F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826537" y="3033754"/>
                  <a:ext cx="8748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0B1E8F2-1E2C-3848-C99E-E4DF6C5C383E}"/>
                    </a:ext>
                  </a:extLst>
                </p14:cNvPr>
                <p14:cNvContentPartPr/>
                <p14:nvPr/>
              </p14:nvContentPartPr>
              <p14:xfrm>
                <a:off x="10875497" y="3282874"/>
                <a:ext cx="34560" cy="727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0B1E8F2-1E2C-3848-C99E-E4DF6C5C383E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857497" y="3265234"/>
                  <a:ext cx="70200" cy="108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00602372-C582-7C31-7CDE-3B5C8A6628E1}"/>
                  </a:ext>
                </a:extLst>
              </p14:cNvPr>
              <p14:cNvContentPartPr/>
              <p14:nvPr/>
            </p14:nvContentPartPr>
            <p14:xfrm>
              <a:off x="10876217" y="3607594"/>
              <a:ext cx="6840" cy="44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00602372-C582-7C31-7CDE-3B5C8A6628E1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10858577" y="3589594"/>
                <a:ext cx="42480" cy="8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292B204-6A4D-41BA-40C9-C5FD5D47EC87}"/>
                  </a:ext>
                </a:extLst>
              </p14:cNvPr>
              <p14:cNvContentPartPr/>
              <p14:nvPr/>
            </p14:nvContentPartPr>
            <p14:xfrm>
              <a:off x="10872257" y="3822514"/>
              <a:ext cx="29880" cy="5112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292B204-6A4D-41BA-40C9-C5FD5D47EC87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10854257" y="3804514"/>
                <a:ext cx="65520" cy="8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959304E4-0B84-4F4C-F171-FD5639DE520B}"/>
                  </a:ext>
                </a:extLst>
              </p14:cNvPr>
              <p14:cNvContentPartPr/>
              <p14:nvPr/>
            </p14:nvContentPartPr>
            <p14:xfrm>
              <a:off x="10897097" y="4089994"/>
              <a:ext cx="23400" cy="6372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959304E4-0B84-4F4C-F171-FD5639DE520B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10879097" y="4072354"/>
                <a:ext cx="59040" cy="9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E3AA58A1-55BD-50B4-3E83-B5374F4E1D81}"/>
                  </a:ext>
                </a:extLst>
              </p14:cNvPr>
              <p14:cNvContentPartPr/>
              <p14:nvPr/>
            </p14:nvContentPartPr>
            <p14:xfrm>
              <a:off x="11945777" y="4113754"/>
              <a:ext cx="25560" cy="4464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E3AA58A1-55BD-50B4-3E83-B5374F4E1D81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11927777" y="4095754"/>
                <a:ext cx="61200" cy="80280"/>
              </a:xfrm>
              <a:prstGeom prst="rect">
                <a:avLst/>
              </a:prstGeom>
            </p:spPr>
          </p:pic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DEBA592F-9391-0138-08D4-8EB5A8C463FA}"/>
              </a:ext>
            </a:extLst>
          </p:cNvPr>
          <p:cNvGrpSpPr/>
          <p:nvPr/>
        </p:nvGrpSpPr>
        <p:grpSpPr>
          <a:xfrm>
            <a:off x="10338377" y="4388794"/>
            <a:ext cx="692280" cy="291240"/>
            <a:chOff x="10338377" y="4388794"/>
            <a:chExt cx="692280" cy="29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839FFEA4-A0B8-2B27-24FD-2F07558A7FC5}"/>
                    </a:ext>
                  </a:extLst>
                </p14:cNvPr>
                <p14:cNvContentPartPr/>
                <p14:nvPr/>
              </p14:nvContentPartPr>
              <p14:xfrm>
                <a:off x="10346297" y="4490674"/>
                <a:ext cx="36360" cy="1893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839FFEA4-A0B8-2B27-24FD-2F07558A7FC5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328297" y="4473034"/>
                  <a:ext cx="720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7C37937-4FED-2975-4C3C-2D45628D9ABA}"/>
                    </a:ext>
                  </a:extLst>
                </p14:cNvPr>
                <p14:cNvContentPartPr/>
                <p14:nvPr/>
              </p14:nvContentPartPr>
              <p14:xfrm>
                <a:off x="10338377" y="4388794"/>
                <a:ext cx="14400" cy="230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7C37937-4FED-2975-4C3C-2D45628D9ABA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320737" y="4370794"/>
                  <a:ext cx="5004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4991A4E2-8ED4-2314-20AC-1DBEFA0684CA}"/>
                    </a:ext>
                  </a:extLst>
                </p14:cNvPr>
                <p14:cNvContentPartPr/>
                <p14:nvPr/>
              </p14:nvContentPartPr>
              <p14:xfrm>
                <a:off x="10457537" y="4448194"/>
                <a:ext cx="130680" cy="1922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4991A4E2-8ED4-2314-20AC-1DBEFA0684CA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439537" y="4430554"/>
                  <a:ext cx="16632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422E979-C20E-2572-0DCA-0C3614D2B98D}"/>
                    </a:ext>
                  </a:extLst>
                </p14:cNvPr>
                <p14:cNvContentPartPr/>
                <p14:nvPr/>
              </p14:nvContentPartPr>
              <p14:xfrm>
                <a:off x="10646897" y="4513354"/>
                <a:ext cx="81720" cy="1609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422E979-C20E-2572-0DCA-0C3614D2B98D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628897" y="4495354"/>
                  <a:ext cx="1173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D26DD39-7921-8E9F-9445-E2560917B2C6}"/>
                    </a:ext>
                  </a:extLst>
                </p14:cNvPr>
                <p14:cNvContentPartPr/>
                <p14:nvPr/>
              </p14:nvContentPartPr>
              <p14:xfrm>
                <a:off x="10764617" y="4473394"/>
                <a:ext cx="51840" cy="1483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D26DD39-7921-8E9F-9445-E2560917B2C6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746977" y="4455394"/>
                  <a:ext cx="874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9C3FCB7-9129-ECEB-1FD8-0A0C63823170}"/>
                    </a:ext>
                  </a:extLst>
                </p14:cNvPr>
                <p14:cNvContentPartPr/>
                <p14:nvPr/>
              </p14:nvContentPartPr>
              <p14:xfrm>
                <a:off x="10814657" y="4542514"/>
                <a:ext cx="36720" cy="864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9C3FCB7-9129-ECEB-1FD8-0A0C63823170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796657" y="4524874"/>
                  <a:ext cx="7236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31E1941-EF8D-3954-CED5-7AD38FDDCE7B}"/>
                    </a:ext>
                  </a:extLst>
                </p14:cNvPr>
                <p14:cNvContentPartPr/>
                <p14:nvPr/>
              </p14:nvContentPartPr>
              <p14:xfrm>
                <a:off x="10868657" y="4484554"/>
                <a:ext cx="32400" cy="1274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31E1941-EF8D-3954-CED5-7AD38FDDCE7B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851017" y="4466914"/>
                  <a:ext cx="680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15E6504-ACBB-53FF-A9B5-72ABC498005F}"/>
                    </a:ext>
                  </a:extLst>
                </p14:cNvPr>
                <p14:cNvContentPartPr/>
                <p14:nvPr/>
              </p14:nvContentPartPr>
              <p14:xfrm>
                <a:off x="10925897" y="4410394"/>
                <a:ext cx="104760" cy="2235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15E6504-ACBB-53FF-A9B5-72ABC498005F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907897" y="4392394"/>
                  <a:ext cx="140400" cy="25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7073D843-C636-4AF7-1A93-F1AAFD043FAD}"/>
              </a:ext>
            </a:extLst>
          </p:cNvPr>
          <p:cNvGrpSpPr/>
          <p:nvPr/>
        </p:nvGrpSpPr>
        <p:grpSpPr>
          <a:xfrm>
            <a:off x="11757137" y="4318234"/>
            <a:ext cx="340560" cy="232560"/>
            <a:chOff x="11757137" y="4318234"/>
            <a:chExt cx="340560" cy="23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CCA0167-FEC1-6E0B-4A9F-0ADEE827F42C}"/>
                    </a:ext>
                  </a:extLst>
                </p14:cNvPr>
                <p14:cNvContentPartPr/>
                <p14:nvPr/>
              </p14:nvContentPartPr>
              <p14:xfrm>
                <a:off x="11757137" y="4416154"/>
                <a:ext cx="102240" cy="1346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CCA0167-FEC1-6E0B-4A9F-0ADEE827F42C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1739497" y="4398514"/>
                  <a:ext cx="1378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152EAC1-AFC2-D6D4-6863-6577225990E9}"/>
                    </a:ext>
                  </a:extLst>
                </p14:cNvPr>
                <p14:cNvContentPartPr/>
                <p14:nvPr/>
              </p14:nvContentPartPr>
              <p14:xfrm>
                <a:off x="11887457" y="4413274"/>
                <a:ext cx="83160" cy="914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152EAC1-AFC2-D6D4-6863-6577225990E9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1869457" y="4395634"/>
                  <a:ext cx="1188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F506E66-336F-38F3-BA5B-6F7F684CCB32}"/>
                    </a:ext>
                  </a:extLst>
                </p14:cNvPr>
                <p14:cNvContentPartPr/>
                <p14:nvPr/>
              </p14:nvContentPartPr>
              <p14:xfrm>
                <a:off x="12045857" y="4318234"/>
                <a:ext cx="36720" cy="1558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F506E66-336F-38F3-BA5B-6F7F684CCB32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2027857" y="4300594"/>
                  <a:ext cx="723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A1DCEFD-7DD9-FDC4-2033-1D8B24F9E0E0}"/>
                    </a:ext>
                  </a:extLst>
                </p14:cNvPr>
                <p14:cNvContentPartPr/>
                <p14:nvPr/>
              </p14:nvContentPartPr>
              <p14:xfrm>
                <a:off x="12053057" y="4374754"/>
                <a:ext cx="44640" cy="489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A1DCEFD-7DD9-FDC4-2033-1D8B24F9E0E0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2035417" y="4357114"/>
                  <a:ext cx="80280" cy="8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88FBFC77-6810-C278-123B-BD6523785681}"/>
              </a:ext>
            </a:extLst>
          </p:cNvPr>
          <p:cNvGrpSpPr/>
          <p:nvPr/>
        </p:nvGrpSpPr>
        <p:grpSpPr>
          <a:xfrm>
            <a:off x="11327297" y="2595994"/>
            <a:ext cx="751680" cy="1364040"/>
            <a:chOff x="11327297" y="2595994"/>
            <a:chExt cx="751680" cy="136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ED95396-C242-0B87-980E-9487591FE303}"/>
                    </a:ext>
                  </a:extLst>
                </p14:cNvPr>
                <p14:cNvContentPartPr/>
                <p14:nvPr/>
              </p14:nvContentPartPr>
              <p14:xfrm>
                <a:off x="11335937" y="3254794"/>
                <a:ext cx="2880" cy="79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ED95396-C242-0B87-980E-9487591FE303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1318297" y="3236794"/>
                  <a:ext cx="385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C23EA1F-267C-65BF-6BE0-BEE381D8339A}"/>
                    </a:ext>
                  </a:extLst>
                </p14:cNvPr>
                <p14:cNvContentPartPr/>
                <p14:nvPr/>
              </p14:nvContentPartPr>
              <p14:xfrm>
                <a:off x="11327297" y="3552514"/>
                <a:ext cx="2880" cy="32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C23EA1F-267C-65BF-6BE0-BEE381D8339A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1309297" y="3534514"/>
                  <a:ext cx="3852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0639016-0C24-4148-4565-D17795C478DB}"/>
                    </a:ext>
                  </a:extLst>
                </p14:cNvPr>
                <p14:cNvContentPartPr/>
                <p14:nvPr/>
              </p14:nvContentPartPr>
              <p14:xfrm>
                <a:off x="11367617" y="3759154"/>
                <a:ext cx="11520" cy="1803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0639016-0C24-4148-4565-D17795C478D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1349617" y="3741154"/>
                  <a:ext cx="471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C2E7DE9-E7C8-2727-832D-4B9CE001B4F6}"/>
                    </a:ext>
                  </a:extLst>
                </p14:cNvPr>
                <p14:cNvContentPartPr/>
                <p14:nvPr/>
              </p14:nvContentPartPr>
              <p14:xfrm>
                <a:off x="11523857" y="3305914"/>
                <a:ext cx="9360" cy="208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C2E7DE9-E7C8-2727-832D-4B9CE001B4F6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506217" y="3287914"/>
                  <a:ext cx="450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16F7425B-7AAE-EF43-4E21-BF68BBC81218}"/>
                    </a:ext>
                  </a:extLst>
                </p14:cNvPr>
                <p14:cNvContentPartPr/>
                <p14:nvPr/>
              </p14:nvContentPartPr>
              <p14:xfrm>
                <a:off x="11536097" y="3468634"/>
                <a:ext cx="50760" cy="1490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16F7425B-7AAE-EF43-4E21-BF68BBC8121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1518097" y="3450994"/>
                  <a:ext cx="864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435D4AB-9482-C358-9E5F-E83F2835108F}"/>
                    </a:ext>
                  </a:extLst>
                </p14:cNvPr>
                <p14:cNvContentPartPr/>
                <p14:nvPr/>
              </p14:nvContentPartPr>
              <p14:xfrm>
                <a:off x="11571377" y="3793354"/>
                <a:ext cx="10440" cy="1666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435D4AB-9482-C358-9E5F-E83F2835108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1553377" y="3775714"/>
                  <a:ext cx="460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51A4746-5EE3-7198-9F70-AA88DA74FEFE}"/>
                    </a:ext>
                  </a:extLst>
                </p14:cNvPr>
                <p14:cNvContentPartPr/>
                <p14:nvPr/>
              </p14:nvContentPartPr>
              <p14:xfrm>
                <a:off x="11855057" y="3082714"/>
                <a:ext cx="21960" cy="324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51A4746-5EE3-7198-9F70-AA88DA74FEF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1837417" y="3064714"/>
                  <a:ext cx="576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7219205-8674-DAE1-3964-36CC0E0D34F1}"/>
                    </a:ext>
                  </a:extLst>
                </p14:cNvPr>
                <p14:cNvContentPartPr/>
                <p14:nvPr/>
              </p14:nvContentPartPr>
              <p14:xfrm>
                <a:off x="11913377" y="3178114"/>
                <a:ext cx="25200" cy="1612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7219205-8674-DAE1-3964-36CC0E0D34F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895737" y="3160114"/>
                  <a:ext cx="6084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5C78A5AD-2AD8-83E0-1361-40984CF9F3BA}"/>
                    </a:ext>
                  </a:extLst>
                </p14:cNvPr>
                <p14:cNvContentPartPr/>
                <p14:nvPr/>
              </p14:nvContentPartPr>
              <p14:xfrm>
                <a:off x="11915537" y="3501394"/>
                <a:ext cx="31320" cy="2134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5C78A5AD-2AD8-83E0-1361-40984CF9F3BA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897537" y="3483394"/>
                  <a:ext cx="6696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58FF545-816B-7CD2-E1AA-D578DD3EC834}"/>
                    </a:ext>
                  </a:extLst>
                </p14:cNvPr>
                <p14:cNvContentPartPr/>
                <p14:nvPr/>
              </p14:nvContentPartPr>
              <p14:xfrm>
                <a:off x="11841737" y="3043114"/>
                <a:ext cx="100440" cy="835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58FF545-816B-7CD2-E1AA-D578DD3EC834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1823737" y="3025474"/>
                  <a:ext cx="136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993F16D-DBCF-D87A-DDF2-44C0EEEF45D3}"/>
                    </a:ext>
                  </a:extLst>
                </p14:cNvPr>
                <p14:cNvContentPartPr/>
                <p14:nvPr/>
              </p14:nvContentPartPr>
              <p14:xfrm>
                <a:off x="11872337" y="3330034"/>
                <a:ext cx="102600" cy="1177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993F16D-DBCF-D87A-DDF2-44C0EEEF45D3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854337" y="3312394"/>
                  <a:ext cx="13824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5E546F1-B372-6515-A2C9-FA761496276B}"/>
                    </a:ext>
                  </a:extLst>
                </p14:cNvPr>
                <p14:cNvContentPartPr/>
                <p14:nvPr/>
              </p14:nvContentPartPr>
              <p14:xfrm>
                <a:off x="11887097" y="3582394"/>
                <a:ext cx="69120" cy="932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5E546F1-B372-6515-A2C9-FA761496276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1869097" y="3564394"/>
                  <a:ext cx="10476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D1D0530-7C72-264D-A530-6B01B4920602}"/>
                    </a:ext>
                  </a:extLst>
                </p14:cNvPr>
                <p14:cNvContentPartPr/>
                <p14:nvPr/>
              </p14:nvContentPartPr>
              <p14:xfrm>
                <a:off x="11886377" y="3821434"/>
                <a:ext cx="98640" cy="1191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D1D0530-7C72-264D-A530-6B01B492060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868737" y="3803794"/>
                  <a:ext cx="1342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143EF10-A227-DEE6-A665-140887A158A1}"/>
                    </a:ext>
                  </a:extLst>
                </p14:cNvPr>
                <p14:cNvContentPartPr/>
                <p14:nvPr/>
              </p14:nvContentPartPr>
              <p14:xfrm>
                <a:off x="11779817" y="2756914"/>
                <a:ext cx="21600" cy="1396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143EF10-A227-DEE6-A665-140887A158A1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761817" y="2739274"/>
                  <a:ext cx="5724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635D563-A9DE-EE77-CC5B-8F3996DEADCE}"/>
                    </a:ext>
                  </a:extLst>
                </p14:cNvPr>
                <p14:cNvContentPartPr/>
                <p14:nvPr/>
              </p14:nvContentPartPr>
              <p14:xfrm>
                <a:off x="11878097" y="2711194"/>
                <a:ext cx="88200" cy="1562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635D563-A9DE-EE77-CC5B-8F3996DEADCE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860097" y="2693554"/>
                  <a:ext cx="1238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F64917BC-C841-911D-25BF-93774DF3EA77}"/>
                    </a:ext>
                  </a:extLst>
                </p14:cNvPr>
                <p14:cNvContentPartPr/>
                <p14:nvPr/>
              </p14:nvContentPartPr>
              <p14:xfrm>
                <a:off x="11640857" y="2595994"/>
                <a:ext cx="438120" cy="3762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F64917BC-C841-911D-25BF-93774DF3EA7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623217" y="2578354"/>
                  <a:ext cx="47376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2A29FB6-8026-F12A-647E-A2D4DACBD085}"/>
                    </a:ext>
                  </a:extLst>
                </p14:cNvPr>
                <p14:cNvContentPartPr/>
                <p14:nvPr/>
              </p14:nvContentPartPr>
              <p14:xfrm>
                <a:off x="11586857" y="2735314"/>
                <a:ext cx="48240" cy="2581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2A29FB6-8026-F12A-647E-A2D4DACBD08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1569217" y="2717314"/>
                  <a:ext cx="83880" cy="29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6EB24AD4-8D00-3E7E-515F-0A7E4B65C36C}"/>
              </a:ext>
            </a:extLst>
          </p:cNvPr>
          <p:cNvGrpSpPr/>
          <p:nvPr/>
        </p:nvGrpSpPr>
        <p:grpSpPr>
          <a:xfrm>
            <a:off x="2106257" y="3509934"/>
            <a:ext cx="3162960" cy="723600"/>
            <a:chOff x="2106257" y="3509934"/>
            <a:chExt cx="3162960" cy="723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783EAD6-DE93-87D1-FF4A-84FFFC0C6818}"/>
                    </a:ext>
                  </a:extLst>
                </p14:cNvPr>
                <p14:cNvContentPartPr/>
                <p14:nvPr/>
              </p14:nvContentPartPr>
              <p14:xfrm>
                <a:off x="2106257" y="3680934"/>
                <a:ext cx="632520" cy="5526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783EAD6-DE93-87D1-FF4A-84FFFC0C6818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088617" y="3663294"/>
                  <a:ext cx="668160" cy="58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FE9EEEA-6AEB-849F-4221-DC20DA273F01}"/>
                    </a:ext>
                  </a:extLst>
                </p14:cNvPr>
                <p14:cNvContentPartPr/>
                <p14:nvPr/>
              </p14:nvContentPartPr>
              <p14:xfrm>
                <a:off x="2726537" y="3642774"/>
                <a:ext cx="596520" cy="5752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FE9EEEA-6AEB-849F-4221-DC20DA273F01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708537" y="3625134"/>
                  <a:ext cx="632160" cy="61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6237415-94C0-C8D2-C8EA-B5E77F3D8C95}"/>
                    </a:ext>
                  </a:extLst>
                </p14:cNvPr>
                <p14:cNvContentPartPr/>
                <p14:nvPr/>
              </p14:nvContentPartPr>
              <p14:xfrm>
                <a:off x="3333497" y="3648894"/>
                <a:ext cx="682920" cy="5472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6237415-94C0-C8D2-C8EA-B5E77F3D8C95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315497" y="3631254"/>
                  <a:ext cx="718560" cy="58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14449E2-58E6-5123-31F0-2074D9B49A43}"/>
                    </a:ext>
                  </a:extLst>
                </p14:cNvPr>
                <p14:cNvContentPartPr/>
                <p14:nvPr/>
              </p14:nvContentPartPr>
              <p14:xfrm>
                <a:off x="4038017" y="3652134"/>
                <a:ext cx="689760" cy="5691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14449E2-58E6-5123-31F0-2074D9B49A4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020017" y="3634494"/>
                  <a:ext cx="725400" cy="60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6799F34-A75E-BC8F-1E26-874C46938106}"/>
                    </a:ext>
                  </a:extLst>
                </p14:cNvPr>
                <p14:cNvContentPartPr/>
                <p14:nvPr/>
              </p14:nvContentPartPr>
              <p14:xfrm>
                <a:off x="4647497" y="3509934"/>
                <a:ext cx="621720" cy="7005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6799F34-A75E-BC8F-1E26-874C4693810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629857" y="3491934"/>
                  <a:ext cx="657360" cy="736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8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D87D84FC-7460-1F5E-F6BB-296D8694315B}"/>
                  </a:ext>
                </a:extLst>
              </p14:cNvPr>
              <p14:cNvContentPartPr/>
              <p14:nvPr/>
            </p14:nvContentPartPr>
            <p14:xfrm>
              <a:off x="3305057" y="5263494"/>
              <a:ext cx="2048760" cy="57960"/>
            </p14:xfrm>
          </p:contentPart>
        </mc:Choice>
        <mc:Fallback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D87D84FC-7460-1F5E-F6BB-296D8694315B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3287417" y="5245854"/>
                <a:ext cx="2084400" cy="9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0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CDA06F21-F968-2174-C664-27B997721C72}"/>
                  </a:ext>
                </a:extLst>
              </p14:cNvPr>
              <p14:cNvContentPartPr/>
              <p14:nvPr/>
            </p14:nvContentPartPr>
            <p14:xfrm>
              <a:off x="6088217" y="5369334"/>
              <a:ext cx="330480" cy="35640"/>
            </p14:xfrm>
          </p:contentPart>
        </mc:Choice>
        <mc:Fallback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CDA06F21-F968-2174-C664-27B997721C72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6070217" y="5351334"/>
                <a:ext cx="366120" cy="71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328268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C81F4-FAEF-A899-86D8-7BE992764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Way too many inputs to the model </a:t>
            </a:r>
          </a:p>
        </p:txBody>
      </p:sp>
      <p:pic>
        <p:nvPicPr>
          <p:cNvPr id="6" name="Content Placeholder 5" descr="A diagram of a complex learning&#10;&#10;Description automatically generated with medium confidence">
            <a:extLst>
              <a:ext uri="{FF2B5EF4-FFF2-40B4-BE49-F238E27FC236}">
                <a16:creationId xmlns:a16="http://schemas.microsoft.com/office/drawing/2014/main" id="{049BD94A-22ED-92BA-7DAB-5DAC8BA4DE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501" y="1253331"/>
            <a:ext cx="9314652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ED58A8-E822-20D6-972F-1B23DB7A88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12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B884A2F-49E0-E919-C36D-2B07FE3A6010}"/>
                  </a:ext>
                </a:extLst>
              </p14:cNvPr>
              <p14:cNvContentPartPr/>
              <p14:nvPr/>
            </p14:nvContentPartPr>
            <p14:xfrm>
              <a:off x="7190177" y="3031134"/>
              <a:ext cx="2685240" cy="6987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B884A2F-49E0-E919-C36D-2B07FE3A601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172537" y="3013134"/>
                <a:ext cx="2720880" cy="73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32FBF524-4363-62F2-7747-62A07E682497}"/>
              </a:ext>
            </a:extLst>
          </p:cNvPr>
          <p:cNvGrpSpPr/>
          <p:nvPr/>
        </p:nvGrpSpPr>
        <p:grpSpPr>
          <a:xfrm>
            <a:off x="5816057" y="3486894"/>
            <a:ext cx="1727280" cy="793800"/>
            <a:chOff x="5816057" y="3486894"/>
            <a:chExt cx="1727280" cy="79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DF91022-B5D6-3BDE-9081-FCBE5E306F1D}"/>
                    </a:ext>
                  </a:extLst>
                </p14:cNvPr>
                <p14:cNvContentPartPr/>
                <p14:nvPr/>
              </p14:nvContentPartPr>
              <p14:xfrm>
                <a:off x="5878697" y="3486894"/>
                <a:ext cx="1664640" cy="7369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DF91022-B5D6-3BDE-9081-FCBE5E306F1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860697" y="3468894"/>
                  <a:ext cx="1700280" cy="77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67E6992-610D-51BC-66F4-0D3D26FC2641}"/>
                    </a:ext>
                  </a:extLst>
                </p14:cNvPr>
                <p14:cNvContentPartPr/>
                <p14:nvPr/>
              </p14:nvContentPartPr>
              <p14:xfrm>
                <a:off x="5816057" y="4045254"/>
                <a:ext cx="278280" cy="235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67E6992-610D-51BC-66F4-0D3D26FC2641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798057" y="4027614"/>
                  <a:ext cx="313920" cy="27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F2662A7-A69B-6C45-938A-AEFE5C999DE9}"/>
              </a:ext>
            </a:extLst>
          </p:cNvPr>
          <p:cNvGrpSpPr/>
          <p:nvPr/>
        </p:nvGrpSpPr>
        <p:grpSpPr>
          <a:xfrm>
            <a:off x="3764417" y="4486254"/>
            <a:ext cx="2701440" cy="509040"/>
            <a:chOff x="3764417" y="4486254"/>
            <a:chExt cx="2701440" cy="50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EDD6B28-F636-C41B-7214-6DB10E89997A}"/>
                    </a:ext>
                  </a:extLst>
                </p14:cNvPr>
                <p14:cNvContentPartPr/>
                <p14:nvPr/>
              </p14:nvContentPartPr>
              <p14:xfrm>
                <a:off x="3796817" y="4707294"/>
                <a:ext cx="42480" cy="2880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EDD6B28-F636-C41B-7214-6DB10E89997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779177" y="4689654"/>
                  <a:ext cx="7812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F7B0AFF-6FC4-B4DB-C223-D19FB2306D1A}"/>
                    </a:ext>
                  </a:extLst>
                </p14:cNvPr>
                <p14:cNvContentPartPr/>
                <p14:nvPr/>
              </p14:nvContentPartPr>
              <p14:xfrm>
                <a:off x="3764417" y="4663374"/>
                <a:ext cx="168120" cy="1893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F7B0AFF-6FC4-B4DB-C223-D19FB2306D1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746417" y="4645734"/>
                  <a:ext cx="20376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1525282-DA07-7A75-CEBB-10D9B1370303}"/>
                    </a:ext>
                  </a:extLst>
                </p14:cNvPr>
                <p14:cNvContentPartPr/>
                <p14:nvPr/>
              </p14:nvContentPartPr>
              <p14:xfrm>
                <a:off x="3994817" y="4773894"/>
                <a:ext cx="120240" cy="1180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1525282-DA07-7A75-CEBB-10D9B1370303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977177" y="4755894"/>
                  <a:ext cx="1558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3BC0751-9287-1FF3-0E03-6112288B4CE2}"/>
                    </a:ext>
                  </a:extLst>
                </p14:cNvPr>
                <p14:cNvContentPartPr/>
                <p14:nvPr/>
              </p14:nvContentPartPr>
              <p14:xfrm>
                <a:off x="4221257" y="4652574"/>
                <a:ext cx="163800" cy="2185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3BC0751-9287-1FF3-0E03-6112288B4CE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203617" y="4634574"/>
                  <a:ext cx="19944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70A2D38-E91F-3D02-3459-414FFF43C1DE}"/>
                    </a:ext>
                  </a:extLst>
                </p14:cNvPr>
                <p14:cNvContentPartPr/>
                <p14:nvPr/>
              </p14:nvContentPartPr>
              <p14:xfrm>
                <a:off x="4414217" y="4710174"/>
                <a:ext cx="180360" cy="1695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70A2D38-E91F-3D02-3459-414FFF43C1D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396577" y="4692534"/>
                  <a:ext cx="21600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D34AB50-EDE8-AE0E-5857-869926B38D16}"/>
                    </a:ext>
                  </a:extLst>
                </p14:cNvPr>
                <p14:cNvContentPartPr/>
                <p14:nvPr/>
              </p14:nvContentPartPr>
              <p14:xfrm>
                <a:off x="4679897" y="4740054"/>
                <a:ext cx="83520" cy="1220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D34AB50-EDE8-AE0E-5857-869926B38D1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661897" y="4722054"/>
                  <a:ext cx="1191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899B3CB-F4E1-E0C1-AACE-86D227220B2E}"/>
                    </a:ext>
                  </a:extLst>
                </p14:cNvPr>
                <p14:cNvContentPartPr/>
                <p14:nvPr/>
              </p14:nvContentPartPr>
              <p14:xfrm>
                <a:off x="4843697" y="4713414"/>
                <a:ext cx="105840" cy="1177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899B3CB-F4E1-E0C1-AACE-86D227220B2E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826057" y="4695774"/>
                  <a:ext cx="1414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0784897-BC46-6810-0E05-57D8D138775D}"/>
                    </a:ext>
                  </a:extLst>
                </p14:cNvPr>
                <p14:cNvContentPartPr/>
                <p14:nvPr/>
              </p14:nvContentPartPr>
              <p14:xfrm>
                <a:off x="4998137" y="4722414"/>
                <a:ext cx="58680" cy="1609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0784897-BC46-6810-0E05-57D8D138775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980497" y="4704414"/>
                  <a:ext cx="943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8E5EC4E-8240-1184-FD26-520BDA6BED93}"/>
                    </a:ext>
                  </a:extLst>
                </p14:cNvPr>
                <p14:cNvContentPartPr/>
                <p14:nvPr/>
              </p14:nvContentPartPr>
              <p14:xfrm>
                <a:off x="5367497" y="4703694"/>
                <a:ext cx="310320" cy="1087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8E5EC4E-8240-1184-FD26-520BDA6BED93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349497" y="4686054"/>
                  <a:ext cx="3459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047406F-AD86-EE72-5A95-74BCED3A261E}"/>
                    </a:ext>
                  </a:extLst>
                </p14:cNvPr>
                <p14:cNvContentPartPr/>
                <p14:nvPr/>
              </p14:nvContentPartPr>
              <p14:xfrm>
                <a:off x="5762417" y="4701894"/>
                <a:ext cx="50040" cy="763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047406F-AD86-EE72-5A95-74BCED3A261E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744777" y="4683894"/>
                  <a:ext cx="856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8B7BE41-2F0C-42BF-BCB1-B240B9522A75}"/>
                    </a:ext>
                  </a:extLst>
                </p14:cNvPr>
                <p14:cNvContentPartPr/>
                <p14:nvPr/>
              </p14:nvContentPartPr>
              <p14:xfrm>
                <a:off x="5777897" y="4670214"/>
                <a:ext cx="123840" cy="1602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8B7BE41-2F0C-42BF-BCB1-B240B9522A7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759897" y="4652574"/>
                  <a:ext cx="1594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C010584-31DC-5E70-DA24-75C0B296F1ED}"/>
                    </a:ext>
                  </a:extLst>
                </p14:cNvPr>
                <p14:cNvContentPartPr/>
                <p14:nvPr/>
              </p14:nvContentPartPr>
              <p14:xfrm>
                <a:off x="5973737" y="4547454"/>
                <a:ext cx="139680" cy="2469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C010584-31DC-5E70-DA24-75C0B296F1ED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956097" y="4529814"/>
                  <a:ext cx="17532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6DF5800-51DD-D5AD-24FE-E22B978A98A0}"/>
                    </a:ext>
                  </a:extLst>
                </p14:cNvPr>
                <p14:cNvContentPartPr/>
                <p14:nvPr/>
              </p14:nvContentPartPr>
              <p14:xfrm>
                <a:off x="6170297" y="4638174"/>
                <a:ext cx="136800" cy="1195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6DF5800-51DD-D5AD-24FE-E22B978A98A0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152297" y="4620174"/>
                  <a:ext cx="1724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C4B4B33-2C33-7152-0427-FB21881E9368}"/>
                    </a:ext>
                  </a:extLst>
                </p14:cNvPr>
                <p14:cNvContentPartPr/>
                <p14:nvPr/>
              </p14:nvContentPartPr>
              <p14:xfrm>
                <a:off x="6417617" y="4486254"/>
                <a:ext cx="48240" cy="2858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C4B4B33-2C33-7152-0427-FB21881E9368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399977" y="4468614"/>
                  <a:ext cx="83880" cy="32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2B29FEF-BC5D-56E1-F75F-0DB25192F7BF}"/>
              </a:ext>
            </a:extLst>
          </p:cNvPr>
          <p:cNvGrpSpPr/>
          <p:nvPr/>
        </p:nvGrpSpPr>
        <p:grpSpPr>
          <a:xfrm>
            <a:off x="4822817" y="5079894"/>
            <a:ext cx="810360" cy="298080"/>
            <a:chOff x="4822817" y="5079894"/>
            <a:chExt cx="810360" cy="298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78ED47F-40F1-C43F-EEF4-A9894FF0BB4E}"/>
                    </a:ext>
                  </a:extLst>
                </p14:cNvPr>
                <p14:cNvContentPartPr/>
                <p14:nvPr/>
              </p14:nvContentPartPr>
              <p14:xfrm>
                <a:off x="4822817" y="5140014"/>
                <a:ext cx="181440" cy="2152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78ED47F-40F1-C43F-EEF4-A9894FF0BB4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805177" y="5122014"/>
                  <a:ext cx="21708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E433F8B-2C56-0E8B-D78D-29C0A2EF3CE3}"/>
                    </a:ext>
                  </a:extLst>
                </p14:cNvPr>
                <p14:cNvContentPartPr/>
                <p14:nvPr/>
              </p14:nvContentPartPr>
              <p14:xfrm>
                <a:off x="5074817" y="5228934"/>
                <a:ext cx="18720" cy="1490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E433F8B-2C56-0E8B-D78D-29C0A2EF3CE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056817" y="5210934"/>
                  <a:ext cx="543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3F7368F-01F7-5F66-0B8F-E9DF16867009}"/>
                    </a:ext>
                  </a:extLst>
                </p14:cNvPr>
                <p14:cNvContentPartPr/>
                <p14:nvPr/>
              </p14:nvContentPartPr>
              <p14:xfrm>
                <a:off x="5078057" y="5079894"/>
                <a:ext cx="18000" cy="259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3F7368F-01F7-5F66-0B8F-E9DF16867009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060417" y="5061894"/>
                  <a:ext cx="5364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1CDC4B0-4ACF-EE69-5F69-E9017D6F10C3}"/>
                    </a:ext>
                  </a:extLst>
                </p14:cNvPr>
                <p14:cNvContentPartPr/>
                <p14:nvPr/>
              </p14:nvContentPartPr>
              <p14:xfrm>
                <a:off x="5192897" y="5162694"/>
                <a:ext cx="97200" cy="1479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1CDC4B0-4ACF-EE69-5F69-E9017D6F10C3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174897" y="5144694"/>
                  <a:ext cx="1328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1FD43BC-F4DB-222C-1AEF-EA3441667E85}"/>
                    </a:ext>
                  </a:extLst>
                </p14:cNvPr>
                <p14:cNvContentPartPr/>
                <p14:nvPr/>
              </p14:nvContentPartPr>
              <p14:xfrm>
                <a:off x="5202977" y="5203374"/>
                <a:ext cx="74880" cy="338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1FD43BC-F4DB-222C-1AEF-EA3441667E85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5184977" y="5185374"/>
                  <a:ext cx="11052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C9B785C-347F-EF6E-170B-461A9C2629E0}"/>
                    </a:ext>
                  </a:extLst>
                </p14:cNvPr>
                <p14:cNvContentPartPr/>
                <p14:nvPr/>
              </p14:nvContentPartPr>
              <p14:xfrm>
                <a:off x="5337617" y="5110494"/>
                <a:ext cx="295560" cy="1497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C9B785C-347F-EF6E-170B-461A9C2629E0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5319977" y="5092494"/>
                  <a:ext cx="331200" cy="185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6D269C0-DD86-7F97-CB67-633BBD86AE10}"/>
              </a:ext>
            </a:extLst>
          </p:cNvPr>
          <p:cNvGrpSpPr/>
          <p:nvPr/>
        </p:nvGrpSpPr>
        <p:grpSpPr>
          <a:xfrm>
            <a:off x="5178497" y="5540334"/>
            <a:ext cx="196200" cy="334080"/>
            <a:chOff x="5178497" y="5540334"/>
            <a:chExt cx="196200" cy="33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18D4FD0-081D-E15B-1F52-F1E1593FFAD6}"/>
                    </a:ext>
                  </a:extLst>
                </p14:cNvPr>
                <p14:cNvContentPartPr/>
                <p14:nvPr/>
              </p14:nvContentPartPr>
              <p14:xfrm>
                <a:off x="5209457" y="5540334"/>
                <a:ext cx="38880" cy="3340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18D4FD0-081D-E15B-1F52-F1E1593FFAD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191457" y="5522334"/>
                  <a:ext cx="7452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CC2B1D1-F280-C4E0-1DFF-00BD322C58EA}"/>
                    </a:ext>
                  </a:extLst>
                </p14:cNvPr>
                <p14:cNvContentPartPr/>
                <p14:nvPr/>
              </p14:nvContentPartPr>
              <p14:xfrm>
                <a:off x="5178497" y="5756694"/>
                <a:ext cx="196200" cy="115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CC2B1D1-F280-C4E0-1DFF-00BD322C58EA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160857" y="5739054"/>
                  <a:ext cx="231840" cy="15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384ED73-BCBB-BE30-3141-44028F5DCB06}"/>
              </a:ext>
            </a:extLst>
          </p:cNvPr>
          <p:cNvGrpSpPr/>
          <p:nvPr/>
        </p:nvGrpSpPr>
        <p:grpSpPr>
          <a:xfrm>
            <a:off x="4261217" y="6087174"/>
            <a:ext cx="1189800" cy="343800"/>
            <a:chOff x="4261217" y="6087174"/>
            <a:chExt cx="1189800" cy="34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BD2575D-41A4-05F3-5EDA-BDB46CED0608}"/>
                    </a:ext>
                  </a:extLst>
                </p14:cNvPr>
                <p14:cNvContentPartPr/>
                <p14:nvPr/>
              </p14:nvContentPartPr>
              <p14:xfrm>
                <a:off x="4261217" y="6087174"/>
                <a:ext cx="34560" cy="3340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BD2575D-41A4-05F3-5EDA-BDB46CED0608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243217" y="6069534"/>
                  <a:ext cx="7020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F7652A5-DB21-C9A2-C054-039FE9155AA9}"/>
                    </a:ext>
                  </a:extLst>
                </p14:cNvPr>
                <p14:cNvContentPartPr/>
                <p14:nvPr/>
              </p14:nvContentPartPr>
              <p14:xfrm>
                <a:off x="4265537" y="6158814"/>
                <a:ext cx="170280" cy="2588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F7652A5-DB21-C9A2-C054-039FE9155AA9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247897" y="6140814"/>
                  <a:ext cx="20592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5757EAB-4208-80B7-FF3B-295D5383F7B7}"/>
                    </a:ext>
                  </a:extLst>
                </p14:cNvPr>
                <p14:cNvContentPartPr/>
                <p14:nvPr/>
              </p14:nvContentPartPr>
              <p14:xfrm>
                <a:off x="4492337" y="6254934"/>
                <a:ext cx="102960" cy="1760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5757EAB-4208-80B7-FF3B-295D5383F7B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4474337" y="6237294"/>
                  <a:ext cx="13860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51C147F-C5D5-E2EA-F913-115165DCE063}"/>
                    </a:ext>
                  </a:extLst>
                </p14:cNvPr>
                <p14:cNvContentPartPr/>
                <p14:nvPr/>
              </p14:nvContentPartPr>
              <p14:xfrm>
                <a:off x="4658297" y="6268974"/>
                <a:ext cx="75240" cy="1249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51C147F-C5D5-E2EA-F913-115165DCE06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640297" y="6251334"/>
                  <a:ext cx="1108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E3FE0C6-0E14-F835-1047-2A923442EC98}"/>
                    </a:ext>
                  </a:extLst>
                </p14:cNvPr>
                <p14:cNvContentPartPr/>
                <p14:nvPr/>
              </p14:nvContentPartPr>
              <p14:xfrm>
                <a:off x="4898417" y="6209934"/>
                <a:ext cx="69840" cy="2095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E3FE0C6-0E14-F835-1047-2A923442EC9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4880417" y="6191934"/>
                  <a:ext cx="10548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0D8B0B9-292F-D84D-765F-FFDF9465217B}"/>
                    </a:ext>
                  </a:extLst>
                </p14:cNvPr>
                <p14:cNvContentPartPr/>
                <p14:nvPr/>
              </p14:nvContentPartPr>
              <p14:xfrm>
                <a:off x="5096417" y="6121734"/>
                <a:ext cx="28800" cy="2505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0D8B0B9-292F-D84D-765F-FFDF9465217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078417" y="6104094"/>
                  <a:ext cx="6444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94F2FDB-E186-27B8-24DF-4E461CF8CCBE}"/>
                    </a:ext>
                  </a:extLst>
                </p14:cNvPr>
                <p14:cNvContentPartPr/>
                <p14:nvPr/>
              </p14:nvContentPartPr>
              <p14:xfrm>
                <a:off x="5104337" y="6204894"/>
                <a:ext cx="139320" cy="1065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94F2FDB-E186-27B8-24DF-4E461CF8CCBE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086697" y="6187254"/>
                  <a:ext cx="17496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EF1C490-4EB9-2235-9D30-B0C417308008}"/>
                    </a:ext>
                  </a:extLst>
                </p14:cNvPr>
                <p14:cNvContentPartPr/>
                <p14:nvPr/>
              </p14:nvContentPartPr>
              <p14:xfrm>
                <a:off x="5329697" y="6088614"/>
                <a:ext cx="62280" cy="2595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EF1C490-4EB9-2235-9D30-B0C41730800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311697" y="6070974"/>
                  <a:ext cx="9792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5959E8E-A641-9E4D-BF1D-04233E9E14ED}"/>
                    </a:ext>
                  </a:extLst>
                </p14:cNvPr>
                <p14:cNvContentPartPr/>
                <p14:nvPr/>
              </p14:nvContentPartPr>
              <p14:xfrm>
                <a:off x="5309537" y="6203454"/>
                <a:ext cx="141480" cy="356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5959E8E-A641-9E4D-BF1D-04233E9E14ED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291537" y="6185454"/>
                  <a:ext cx="17712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DF561BE-FC05-1D6F-00E5-023A7018AD98}"/>
              </a:ext>
            </a:extLst>
          </p:cNvPr>
          <p:cNvGrpSpPr/>
          <p:nvPr/>
        </p:nvGrpSpPr>
        <p:grpSpPr>
          <a:xfrm>
            <a:off x="5775737" y="6045414"/>
            <a:ext cx="657720" cy="302400"/>
            <a:chOff x="5775737" y="6045414"/>
            <a:chExt cx="657720" cy="302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E41DED9-8A45-107D-FEB5-D3F75E64F554}"/>
                    </a:ext>
                  </a:extLst>
                </p14:cNvPr>
                <p14:cNvContentPartPr/>
                <p14:nvPr/>
              </p14:nvContentPartPr>
              <p14:xfrm>
                <a:off x="5775737" y="6180054"/>
                <a:ext cx="207360" cy="1461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E41DED9-8A45-107D-FEB5-D3F75E64F554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758097" y="6162414"/>
                  <a:ext cx="2430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6906BCB-D63B-6EB1-18F5-1B3E710C32B5}"/>
                    </a:ext>
                  </a:extLst>
                </p14:cNvPr>
                <p14:cNvContentPartPr/>
                <p14:nvPr/>
              </p14:nvContentPartPr>
              <p14:xfrm>
                <a:off x="6029177" y="6169974"/>
                <a:ext cx="67680" cy="1616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6906BCB-D63B-6EB1-18F5-1B3E710C32B5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011177" y="6152334"/>
                  <a:ext cx="10332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5A7E104-3FD7-98FC-2418-37E6B972025B}"/>
                    </a:ext>
                  </a:extLst>
                </p14:cNvPr>
                <p14:cNvContentPartPr/>
                <p14:nvPr/>
              </p14:nvContentPartPr>
              <p14:xfrm>
                <a:off x="6156977" y="6216774"/>
                <a:ext cx="69480" cy="1054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5A7E104-3FD7-98FC-2418-37E6B972025B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139337" y="6198774"/>
                  <a:ext cx="1051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320831E-9458-907C-7F07-FD9F3FF7840F}"/>
                    </a:ext>
                  </a:extLst>
                </p14:cNvPr>
                <p14:cNvContentPartPr/>
                <p14:nvPr/>
              </p14:nvContentPartPr>
              <p14:xfrm>
                <a:off x="6324017" y="6045414"/>
                <a:ext cx="109440" cy="3024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320831E-9458-907C-7F07-FD9F3FF7840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306017" y="6027414"/>
                  <a:ext cx="145080" cy="33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75D1590E-2CC6-3BAD-F2F3-01EC3EA64893}"/>
              </a:ext>
            </a:extLst>
          </p:cNvPr>
          <p:cNvGrpSpPr/>
          <p:nvPr/>
        </p:nvGrpSpPr>
        <p:grpSpPr>
          <a:xfrm>
            <a:off x="6826217" y="5943174"/>
            <a:ext cx="1793520" cy="468720"/>
            <a:chOff x="6826217" y="5943174"/>
            <a:chExt cx="1793520" cy="46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A32019B-9480-1465-BBDD-3F49FE2541B4}"/>
                    </a:ext>
                  </a:extLst>
                </p14:cNvPr>
                <p14:cNvContentPartPr/>
                <p14:nvPr/>
              </p14:nvContentPartPr>
              <p14:xfrm>
                <a:off x="6826217" y="6121734"/>
                <a:ext cx="108360" cy="2242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A32019B-9480-1465-BBDD-3F49FE2541B4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808577" y="6104094"/>
                  <a:ext cx="14400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337C4AE-60F1-011F-F1CE-53C4EA355471}"/>
                    </a:ext>
                  </a:extLst>
                </p14:cNvPr>
                <p14:cNvContentPartPr/>
                <p14:nvPr/>
              </p14:nvContentPartPr>
              <p14:xfrm>
                <a:off x="7030697" y="6202014"/>
                <a:ext cx="49680" cy="1015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337C4AE-60F1-011F-F1CE-53C4EA355471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012697" y="6184374"/>
                  <a:ext cx="853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0AC4132-9B31-66F9-A9E8-9B3E95CC8F60}"/>
                    </a:ext>
                  </a:extLst>
                </p14:cNvPr>
                <p14:cNvContentPartPr/>
                <p14:nvPr/>
              </p14:nvContentPartPr>
              <p14:xfrm>
                <a:off x="7053377" y="6121374"/>
                <a:ext cx="6840" cy="324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0AC4132-9B31-66F9-A9E8-9B3E95CC8F60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035377" y="6103374"/>
                  <a:ext cx="424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5455E83-272F-F7BB-AB56-A49C95946430}"/>
                    </a:ext>
                  </a:extLst>
                </p14:cNvPr>
                <p14:cNvContentPartPr/>
                <p14:nvPr/>
              </p14:nvContentPartPr>
              <p14:xfrm>
                <a:off x="7142657" y="6189774"/>
                <a:ext cx="120240" cy="2221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5455E83-272F-F7BB-AB56-A49C95946430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125017" y="6172134"/>
                  <a:ext cx="15588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70A898F-6865-C369-0B8C-CC32D7B3B9B3}"/>
                    </a:ext>
                  </a:extLst>
                </p14:cNvPr>
                <p14:cNvContentPartPr/>
                <p14:nvPr/>
              </p14:nvContentPartPr>
              <p14:xfrm>
                <a:off x="7333457" y="6175014"/>
                <a:ext cx="162000" cy="1270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70A898F-6865-C369-0B8C-CC32D7B3B9B3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315817" y="6157014"/>
                  <a:ext cx="1976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0ABC76C-67D9-FBE9-1E3F-D81095ACDA2C}"/>
                    </a:ext>
                  </a:extLst>
                </p14:cNvPr>
                <p14:cNvContentPartPr/>
                <p14:nvPr/>
              </p14:nvContentPartPr>
              <p14:xfrm>
                <a:off x="7552697" y="6187974"/>
                <a:ext cx="7560" cy="799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0ABC76C-67D9-FBE9-1E3F-D81095ACDA2C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535057" y="6170334"/>
                  <a:ext cx="432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34D63EA-B1B9-BE47-1651-373BB776A347}"/>
                    </a:ext>
                  </a:extLst>
                </p14:cNvPr>
                <p14:cNvContentPartPr/>
                <p14:nvPr/>
              </p14:nvContentPartPr>
              <p14:xfrm>
                <a:off x="7545497" y="6060894"/>
                <a:ext cx="10440" cy="302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34D63EA-B1B9-BE47-1651-373BB776A347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527497" y="6042894"/>
                  <a:ext cx="460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8F6151B-E930-BDE9-AD21-759749AC8548}"/>
                    </a:ext>
                  </a:extLst>
                </p14:cNvPr>
                <p14:cNvContentPartPr/>
                <p14:nvPr/>
              </p14:nvContentPartPr>
              <p14:xfrm>
                <a:off x="7690217" y="6033534"/>
                <a:ext cx="71280" cy="3121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8F6151B-E930-BDE9-AD21-759749AC8548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7672577" y="6015534"/>
                  <a:ext cx="10692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638E139-7993-DFCE-3871-9D296CE1C523}"/>
                    </a:ext>
                  </a:extLst>
                </p14:cNvPr>
                <p14:cNvContentPartPr/>
                <p14:nvPr/>
              </p14:nvContentPartPr>
              <p14:xfrm>
                <a:off x="7624697" y="6162414"/>
                <a:ext cx="133560" cy="633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638E139-7993-DFCE-3871-9D296CE1C523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606697" y="6144774"/>
                  <a:ext cx="16920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E7A44F1-84EB-9B4F-0DBC-9AB3387CC461}"/>
                    </a:ext>
                  </a:extLst>
                </p14:cNvPr>
                <p14:cNvContentPartPr/>
                <p14:nvPr/>
              </p14:nvContentPartPr>
              <p14:xfrm>
                <a:off x="7796057" y="6154134"/>
                <a:ext cx="25920" cy="1029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E7A44F1-84EB-9B4F-0DBC-9AB3387CC461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778417" y="6136494"/>
                  <a:ext cx="6156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E8D2DCF-15FB-58CF-6EC5-5A194832D84A}"/>
                    </a:ext>
                  </a:extLst>
                </p14:cNvPr>
                <p14:cNvContentPartPr/>
                <p14:nvPr/>
              </p14:nvContentPartPr>
              <p14:xfrm>
                <a:off x="7815857" y="6059094"/>
                <a:ext cx="6120" cy="241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E8D2DCF-15FB-58CF-6EC5-5A194832D84A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7797857" y="6041454"/>
                  <a:ext cx="4176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72CAE93-D7DB-6D30-57C6-B2762DCE461D}"/>
                    </a:ext>
                  </a:extLst>
                </p14:cNvPr>
                <p14:cNvContentPartPr/>
                <p14:nvPr/>
              </p14:nvContentPartPr>
              <p14:xfrm>
                <a:off x="7936817" y="6095814"/>
                <a:ext cx="124200" cy="1800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72CAE93-D7DB-6D30-57C6-B2762DCE461D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7919177" y="6077814"/>
                  <a:ext cx="15984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E40F881-656E-78A6-3648-B19E3EB54892}"/>
                    </a:ext>
                  </a:extLst>
                </p14:cNvPr>
                <p14:cNvContentPartPr/>
                <p14:nvPr/>
              </p14:nvContentPartPr>
              <p14:xfrm>
                <a:off x="8078657" y="6127134"/>
                <a:ext cx="301680" cy="1296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E40F881-656E-78A6-3648-B19E3EB54892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061017" y="6109134"/>
                  <a:ext cx="3373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5947081-D232-E5E7-EF3C-380EABDDE17A}"/>
                    </a:ext>
                  </a:extLst>
                </p14:cNvPr>
                <p14:cNvContentPartPr/>
                <p14:nvPr/>
              </p14:nvContentPartPr>
              <p14:xfrm>
                <a:off x="8509217" y="5943174"/>
                <a:ext cx="36000" cy="3196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5947081-D232-E5E7-EF3C-380EABDDE17A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8491577" y="5925174"/>
                  <a:ext cx="7164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FE2BDCA-C761-2DFF-3B37-1962A3F95844}"/>
                    </a:ext>
                  </a:extLst>
                </p14:cNvPr>
                <p14:cNvContentPartPr/>
                <p14:nvPr/>
              </p14:nvContentPartPr>
              <p14:xfrm>
                <a:off x="8456657" y="6115254"/>
                <a:ext cx="163080" cy="82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FE2BDCA-C761-2DFF-3B37-1962A3F95844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439017" y="6097614"/>
                  <a:ext cx="198720" cy="4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A20BA800-8A43-434C-33FF-A58982EAC9DE}"/>
              </a:ext>
            </a:extLst>
          </p:cNvPr>
          <p:cNvGrpSpPr/>
          <p:nvPr/>
        </p:nvGrpSpPr>
        <p:grpSpPr>
          <a:xfrm>
            <a:off x="8903417" y="6038934"/>
            <a:ext cx="1228680" cy="303120"/>
            <a:chOff x="8903417" y="6038934"/>
            <a:chExt cx="1228680" cy="30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808BA6D-7921-F816-DA43-0B4776539C9A}"/>
                    </a:ext>
                  </a:extLst>
                </p14:cNvPr>
                <p14:cNvContentPartPr/>
                <p14:nvPr/>
              </p14:nvContentPartPr>
              <p14:xfrm>
                <a:off x="8903417" y="6114534"/>
                <a:ext cx="93240" cy="1735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808BA6D-7921-F816-DA43-0B4776539C9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885777" y="6096894"/>
                  <a:ext cx="1288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B6CA81A-42AD-91D3-CB78-93C35963BB26}"/>
                    </a:ext>
                  </a:extLst>
                </p14:cNvPr>
                <p14:cNvContentPartPr/>
                <p14:nvPr/>
              </p14:nvContentPartPr>
              <p14:xfrm>
                <a:off x="9070097" y="6160614"/>
                <a:ext cx="75240" cy="1144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B6CA81A-42AD-91D3-CB78-93C35963BB26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052457" y="6142614"/>
                  <a:ext cx="11088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F7F6028-A6A2-38B8-7F22-DC47C1058EE4}"/>
                    </a:ext>
                  </a:extLst>
                </p14:cNvPr>
                <p14:cNvContentPartPr/>
                <p14:nvPr/>
              </p14:nvContentPartPr>
              <p14:xfrm>
                <a:off x="9189617" y="6136494"/>
                <a:ext cx="245880" cy="831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F7F6028-A6A2-38B8-7F22-DC47C1058EE4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171977" y="6118494"/>
                  <a:ext cx="28152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1A7B994-A6CA-13BE-EF5D-AE935BCE2C3C}"/>
                    </a:ext>
                  </a:extLst>
                </p14:cNvPr>
                <p14:cNvContentPartPr/>
                <p14:nvPr/>
              </p14:nvContentPartPr>
              <p14:xfrm>
                <a:off x="9491297" y="6136854"/>
                <a:ext cx="52920" cy="2052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1A7B994-A6CA-13BE-EF5D-AE935BCE2C3C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473297" y="6119214"/>
                  <a:ext cx="8856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A50F937-0B5D-6A09-00E2-56E9878327B7}"/>
                    </a:ext>
                  </a:extLst>
                </p14:cNvPr>
                <p14:cNvContentPartPr/>
                <p14:nvPr/>
              </p14:nvContentPartPr>
              <p14:xfrm>
                <a:off x="9481937" y="6098334"/>
                <a:ext cx="126000" cy="1285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A50F937-0B5D-6A09-00E2-56E9878327B7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9464297" y="6080694"/>
                  <a:ext cx="1616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4A14251-86C3-10C1-0E54-0C00A5E2D204}"/>
                    </a:ext>
                  </a:extLst>
                </p14:cNvPr>
                <p14:cNvContentPartPr/>
                <p14:nvPr/>
              </p14:nvContentPartPr>
              <p14:xfrm>
                <a:off x="9599657" y="6128574"/>
                <a:ext cx="190080" cy="1000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4A14251-86C3-10C1-0E54-0C00A5E2D204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581657" y="6110934"/>
                  <a:ext cx="2257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95FCBE1-2BA0-92FB-E7BF-F21346100449}"/>
                    </a:ext>
                  </a:extLst>
                </p14:cNvPr>
                <p14:cNvContentPartPr/>
                <p14:nvPr/>
              </p14:nvContentPartPr>
              <p14:xfrm>
                <a:off x="9856697" y="6038934"/>
                <a:ext cx="63360" cy="1504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95FCBE1-2BA0-92FB-E7BF-F21346100449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839057" y="6021294"/>
                  <a:ext cx="990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BE0F0D6-D04E-A152-8A3A-E1C82ED75A7F}"/>
                    </a:ext>
                  </a:extLst>
                </p14:cNvPr>
                <p14:cNvContentPartPr/>
                <p14:nvPr/>
              </p14:nvContentPartPr>
              <p14:xfrm>
                <a:off x="9832937" y="6083214"/>
                <a:ext cx="106920" cy="475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BE0F0D6-D04E-A152-8A3A-E1C82ED75A7F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815297" y="6065574"/>
                  <a:ext cx="14256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C257BB1-F43F-D9A1-DA51-406B233631D0}"/>
                    </a:ext>
                  </a:extLst>
                </p14:cNvPr>
                <p14:cNvContentPartPr/>
                <p14:nvPr/>
              </p14:nvContentPartPr>
              <p14:xfrm>
                <a:off x="10059017" y="6094374"/>
                <a:ext cx="73080" cy="954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C257BB1-F43F-D9A1-DA51-406B233631D0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041377" y="6076374"/>
                  <a:ext cx="108720" cy="13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79659B7-B525-AB5D-39D2-B5DE40C93EFB}"/>
              </a:ext>
            </a:extLst>
          </p:cNvPr>
          <p:cNvGrpSpPr/>
          <p:nvPr/>
        </p:nvGrpSpPr>
        <p:grpSpPr>
          <a:xfrm>
            <a:off x="10429817" y="5999334"/>
            <a:ext cx="967320" cy="282960"/>
            <a:chOff x="10429817" y="5999334"/>
            <a:chExt cx="967320" cy="28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C77D28C0-CF3B-503E-BD1A-DA42FE37EBF7}"/>
                    </a:ext>
                  </a:extLst>
                </p14:cNvPr>
                <p14:cNvContentPartPr/>
                <p14:nvPr/>
              </p14:nvContentPartPr>
              <p14:xfrm>
                <a:off x="10475177" y="6091854"/>
                <a:ext cx="55440" cy="1904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C77D28C0-CF3B-503E-BD1A-DA42FE37EBF7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457177" y="6073854"/>
                  <a:ext cx="910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F403402-4DF3-B828-C1DF-53D933B22988}"/>
                    </a:ext>
                  </a:extLst>
                </p14:cNvPr>
                <p14:cNvContentPartPr/>
                <p14:nvPr/>
              </p14:nvContentPartPr>
              <p14:xfrm>
                <a:off x="10429817" y="6014454"/>
                <a:ext cx="153000" cy="1130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F403402-4DF3-B828-C1DF-53D933B22988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412177" y="5996814"/>
                  <a:ext cx="1886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9C0BA4A0-F701-C94F-03F7-EFC9D34DD695}"/>
                    </a:ext>
                  </a:extLst>
                </p14:cNvPr>
                <p14:cNvContentPartPr/>
                <p14:nvPr/>
              </p14:nvContentPartPr>
              <p14:xfrm>
                <a:off x="10612697" y="6042174"/>
                <a:ext cx="105480" cy="1267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9C0BA4A0-F701-C94F-03F7-EFC9D34DD695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595057" y="6024174"/>
                  <a:ext cx="1411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B906318-90A6-6853-F1A2-9554F8130152}"/>
                    </a:ext>
                  </a:extLst>
                </p14:cNvPr>
                <p14:cNvContentPartPr/>
                <p14:nvPr/>
              </p14:nvContentPartPr>
              <p14:xfrm>
                <a:off x="10665977" y="5999334"/>
                <a:ext cx="295200" cy="860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B906318-90A6-6853-F1A2-9554F813015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648337" y="5981694"/>
                  <a:ext cx="3308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2FC4F64-2E8F-8A07-F2A3-F330AB29B123}"/>
                    </a:ext>
                  </a:extLst>
                </p14:cNvPr>
                <p14:cNvContentPartPr/>
                <p14:nvPr/>
              </p14:nvContentPartPr>
              <p14:xfrm>
                <a:off x="10985657" y="6019854"/>
                <a:ext cx="280800" cy="846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2FC4F64-2E8F-8A07-F2A3-F330AB29B123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968017" y="6002214"/>
                  <a:ext cx="3164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6078A4A-E6E5-8F4D-BADB-C30082994A1A}"/>
                    </a:ext>
                  </a:extLst>
                </p14:cNvPr>
                <p14:cNvContentPartPr/>
                <p14:nvPr/>
              </p14:nvContentPartPr>
              <p14:xfrm>
                <a:off x="11382377" y="6030294"/>
                <a:ext cx="14760" cy="223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6078A4A-E6E5-8F4D-BADB-C30082994A1A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1364377" y="6012294"/>
                  <a:ext cx="50400" cy="5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0DB53BCB-34E1-3B8D-8F1C-E0F54355D7EF}"/>
              </a:ext>
            </a:extLst>
          </p:cNvPr>
          <p:cNvGrpSpPr/>
          <p:nvPr/>
        </p:nvGrpSpPr>
        <p:grpSpPr>
          <a:xfrm>
            <a:off x="3055937" y="4546734"/>
            <a:ext cx="397440" cy="538920"/>
            <a:chOff x="3055937" y="4546734"/>
            <a:chExt cx="397440" cy="53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6E2365F-DF1C-2484-835F-B32E908D274A}"/>
                    </a:ext>
                  </a:extLst>
                </p14:cNvPr>
                <p14:cNvContentPartPr/>
                <p14:nvPr/>
              </p14:nvContentPartPr>
              <p14:xfrm>
                <a:off x="3262577" y="4688214"/>
                <a:ext cx="65160" cy="3121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6E2365F-DF1C-2484-835F-B32E908D274A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3244577" y="4670574"/>
                  <a:ext cx="10080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7D636AB-A3DE-0C55-04D3-E6A3174758E3}"/>
                    </a:ext>
                  </a:extLst>
                </p14:cNvPr>
                <p14:cNvContentPartPr/>
                <p14:nvPr/>
              </p14:nvContentPartPr>
              <p14:xfrm>
                <a:off x="3055937" y="4546734"/>
                <a:ext cx="397440" cy="5389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7D636AB-A3DE-0C55-04D3-E6A3174758E3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038297" y="4528734"/>
                  <a:ext cx="433080" cy="57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60C8158A-B6B9-D106-EED2-AA4576129374}"/>
              </a:ext>
            </a:extLst>
          </p:cNvPr>
          <p:cNvGrpSpPr/>
          <p:nvPr/>
        </p:nvGrpSpPr>
        <p:grpSpPr>
          <a:xfrm>
            <a:off x="3301817" y="5791254"/>
            <a:ext cx="444240" cy="555840"/>
            <a:chOff x="3301817" y="5791254"/>
            <a:chExt cx="444240" cy="55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B1131AA-61DC-2643-891E-CE6CD8576534}"/>
                    </a:ext>
                  </a:extLst>
                </p14:cNvPr>
                <p14:cNvContentPartPr/>
                <p14:nvPr/>
              </p14:nvContentPartPr>
              <p14:xfrm>
                <a:off x="3408737" y="5867574"/>
                <a:ext cx="257760" cy="2728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B1131AA-61DC-2643-891E-CE6CD8576534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391097" y="5849574"/>
                  <a:ext cx="2934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150BE64-C3BA-8E58-E848-1FCBF046D100}"/>
                    </a:ext>
                  </a:extLst>
                </p14:cNvPr>
                <p14:cNvContentPartPr/>
                <p14:nvPr/>
              </p14:nvContentPartPr>
              <p14:xfrm>
                <a:off x="3301817" y="5791254"/>
                <a:ext cx="444240" cy="5558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150BE64-C3BA-8E58-E848-1FCBF046D100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3284177" y="5773614"/>
                  <a:ext cx="479880" cy="5914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811628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169BD-4A84-7584-2F9E-3849B46E8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extraction</a:t>
            </a:r>
          </a:p>
        </p:txBody>
      </p:sp>
      <p:pic>
        <p:nvPicPr>
          <p:cNvPr id="6" name="Content Placeholder 5" descr="A diagram of a machine&#10;&#10;Description automatically generated with medium confidence">
            <a:extLst>
              <a:ext uri="{FF2B5EF4-FFF2-40B4-BE49-F238E27FC236}">
                <a16:creationId xmlns:a16="http://schemas.microsoft.com/office/drawing/2014/main" id="{3045A801-75C2-41DE-0B0A-5BDD26844C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6460" y="784004"/>
            <a:ext cx="9588735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5581BD-A281-BD64-627B-9E3AAC3FC4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13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BA8E3A7-5824-B843-9655-4429F37E6ED3}"/>
              </a:ext>
            </a:extLst>
          </p:cNvPr>
          <p:cNvGrpSpPr/>
          <p:nvPr/>
        </p:nvGrpSpPr>
        <p:grpSpPr>
          <a:xfrm>
            <a:off x="3879977" y="5325514"/>
            <a:ext cx="935640" cy="388440"/>
            <a:chOff x="3879977" y="5325514"/>
            <a:chExt cx="935640" cy="38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1897783-1CBA-0C2E-BC12-761F1C9AB9A1}"/>
                    </a:ext>
                  </a:extLst>
                </p14:cNvPr>
                <p14:cNvContentPartPr/>
                <p14:nvPr/>
              </p14:nvContentPartPr>
              <p14:xfrm>
                <a:off x="3879977" y="5399674"/>
                <a:ext cx="20160" cy="3142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1897783-1CBA-0C2E-BC12-761F1C9AB9A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861977" y="5381674"/>
                  <a:ext cx="5580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7C5282F-C937-93CF-862C-6BE6EE3DD4DD}"/>
                    </a:ext>
                  </a:extLst>
                </p14:cNvPr>
                <p14:cNvContentPartPr/>
                <p14:nvPr/>
              </p14:nvContentPartPr>
              <p14:xfrm>
                <a:off x="4004897" y="5403274"/>
                <a:ext cx="136080" cy="170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7C5282F-C937-93CF-862C-6BE6EE3DD4D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987257" y="5385634"/>
                  <a:ext cx="17172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C430DCF-DF6E-052F-D2E4-E29A38E08D43}"/>
                    </a:ext>
                  </a:extLst>
                </p14:cNvPr>
                <p14:cNvContentPartPr/>
                <p14:nvPr/>
              </p14:nvContentPartPr>
              <p14:xfrm>
                <a:off x="4160777" y="5391394"/>
                <a:ext cx="100800" cy="45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C430DCF-DF6E-052F-D2E4-E29A38E08D4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142777" y="5373394"/>
                  <a:ext cx="13644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9914C05-C46A-7A0F-31C7-2F3DDEF1DB40}"/>
                    </a:ext>
                  </a:extLst>
                </p14:cNvPr>
                <p14:cNvContentPartPr/>
                <p14:nvPr/>
              </p14:nvContentPartPr>
              <p14:xfrm>
                <a:off x="4161137" y="5431714"/>
                <a:ext cx="97920" cy="1602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9914C05-C46A-7A0F-31C7-2F3DDEF1DB4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143497" y="5413714"/>
                  <a:ext cx="13356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40E4BAB-CA97-349F-648B-EADE6E58A680}"/>
                    </a:ext>
                  </a:extLst>
                </p14:cNvPr>
                <p14:cNvContentPartPr/>
                <p14:nvPr/>
              </p14:nvContentPartPr>
              <p14:xfrm>
                <a:off x="4400177" y="5425594"/>
                <a:ext cx="138600" cy="637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40E4BAB-CA97-349F-648B-EADE6E58A68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382537" y="5407954"/>
                  <a:ext cx="1742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BD8E3E6-449B-2851-72EB-D037F2A56BBE}"/>
                    </a:ext>
                  </a:extLst>
                </p14:cNvPr>
                <p14:cNvContentPartPr/>
                <p14:nvPr/>
              </p14:nvContentPartPr>
              <p14:xfrm>
                <a:off x="4479737" y="5372674"/>
                <a:ext cx="59400" cy="1580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BD8E3E6-449B-2851-72EB-D037F2A56BB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461737" y="5355034"/>
                  <a:ext cx="950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F8D8631-BE08-D1D5-AA31-9578608B9473}"/>
                    </a:ext>
                  </a:extLst>
                </p14:cNvPr>
                <p14:cNvContentPartPr/>
                <p14:nvPr/>
              </p14:nvContentPartPr>
              <p14:xfrm>
                <a:off x="4670537" y="5325514"/>
                <a:ext cx="145080" cy="231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F8D8631-BE08-D1D5-AA31-9578608B947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652537" y="5307514"/>
                  <a:ext cx="180720" cy="26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48A4C7A-2534-72B1-896A-C721A9657DCD}"/>
              </a:ext>
            </a:extLst>
          </p:cNvPr>
          <p:cNvGrpSpPr/>
          <p:nvPr/>
        </p:nvGrpSpPr>
        <p:grpSpPr>
          <a:xfrm>
            <a:off x="6551897" y="3335074"/>
            <a:ext cx="457200" cy="1125000"/>
            <a:chOff x="6551897" y="3335074"/>
            <a:chExt cx="457200" cy="112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0504064-2E97-D2BA-E77E-B34D4E60569B}"/>
                    </a:ext>
                  </a:extLst>
                </p14:cNvPr>
                <p14:cNvContentPartPr/>
                <p14:nvPr/>
              </p14:nvContentPartPr>
              <p14:xfrm>
                <a:off x="6572777" y="3335074"/>
                <a:ext cx="419400" cy="388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0504064-2E97-D2BA-E77E-B34D4E60569B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555137" y="3317434"/>
                  <a:ext cx="455040" cy="4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6CDADFA-3BCB-4DD0-8F6B-2115DBA50D35}"/>
                    </a:ext>
                  </a:extLst>
                </p14:cNvPr>
                <p14:cNvContentPartPr/>
                <p14:nvPr/>
              </p14:nvContentPartPr>
              <p14:xfrm>
                <a:off x="6570257" y="3715954"/>
                <a:ext cx="438840" cy="3700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6CDADFA-3BCB-4DD0-8F6B-2115DBA50D35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552617" y="3698314"/>
                  <a:ext cx="474480" cy="40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4885BEA-F330-6249-AE1A-9738B243BFAF}"/>
                    </a:ext>
                  </a:extLst>
                </p14:cNvPr>
                <p14:cNvContentPartPr/>
                <p14:nvPr/>
              </p14:nvContentPartPr>
              <p14:xfrm>
                <a:off x="6551897" y="4069114"/>
                <a:ext cx="444600" cy="390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4885BEA-F330-6249-AE1A-9738B243BFA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534257" y="4051114"/>
                  <a:ext cx="480240" cy="42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2E62FE0-1A03-E688-3045-6341666C5A97}"/>
              </a:ext>
            </a:extLst>
          </p:cNvPr>
          <p:cNvGrpSpPr/>
          <p:nvPr/>
        </p:nvGrpSpPr>
        <p:grpSpPr>
          <a:xfrm>
            <a:off x="5596817" y="5469154"/>
            <a:ext cx="2997720" cy="437400"/>
            <a:chOff x="5596817" y="5469154"/>
            <a:chExt cx="2997720" cy="43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EB4B7EA-3E99-E1F6-2323-848D145FEC2A}"/>
                    </a:ext>
                  </a:extLst>
                </p14:cNvPr>
                <p14:cNvContentPartPr/>
                <p14:nvPr/>
              </p14:nvContentPartPr>
              <p14:xfrm>
                <a:off x="5596817" y="5684074"/>
                <a:ext cx="173520" cy="222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EB4B7EA-3E99-E1F6-2323-848D145FEC2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578817" y="5666074"/>
                  <a:ext cx="20916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AF63EA2-6992-BF39-D445-CA6C516EEB2B}"/>
                    </a:ext>
                  </a:extLst>
                </p14:cNvPr>
                <p14:cNvContentPartPr/>
                <p14:nvPr/>
              </p14:nvContentPartPr>
              <p14:xfrm>
                <a:off x="5876177" y="5628274"/>
                <a:ext cx="103320" cy="2224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AF63EA2-6992-BF39-D445-CA6C516EEB2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858177" y="5610634"/>
                  <a:ext cx="13896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53D2107-4958-6EA9-BE20-48B5CCF47A56}"/>
                    </a:ext>
                  </a:extLst>
                </p14:cNvPr>
                <p14:cNvContentPartPr/>
                <p14:nvPr/>
              </p14:nvContentPartPr>
              <p14:xfrm>
                <a:off x="5903177" y="5735914"/>
                <a:ext cx="114480" cy="57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53D2107-4958-6EA9-BE20-48B5CCF47A5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885537" y="5718274"/>
                  <a:ext cx="15012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B84CCF5-34C9-5271-FA36-EB07A9A69795}"/>
                    </a:ext>
                  </a:extLst>
                </p14:cNvPr>
                <p14:cNvContentPartPr/>
                <p14:nvPr/>
              </p14:nvContentPartPr>
              <p14:xfrm>
                <a:off x="6104417" y="5673274"/>
                <a:ext cx="122400" cy="30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B84CCF5-34C9-5271-FA36-EB07A9A6979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086417" y="5655274"/>
                  <a:ext cx="15804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49B2ACF-4AC8-E222-0D18-C7C54F3BA407}"/>
                    </a:ext>
                  </a:extLst>
                </p14:cNvPr>
                <p14:cNvContentPartPr/>
                <p14:nvPr/>
              </p14:nvContentPartPr>
              <p14:xfrm>
                <a:off x="6151577" y="5663194"/>
                <a:ext cx="53640" cy="2113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49B2ACF-4AC8-E222-0D18-C7C54F3BA407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133577" y="5645554"/>
                  <a:ext cx="8928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0F59E2D-F769-65F7-80C1-E5520BEAE3AC}"/>
                    </a:ext>
                  </a:extLst>
                </p14:cNvPr>
                <p14:cNvContentPartPr/>
                <p14:nvPr/>
              </p14:nvContentPartPr>
              <p14:xfrm>
                <a:off x="6412937" y="5709994"/>
                <a:ext cx="500040" cy="752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0F59E2D-F769-65F7-80C1-E5520BEAE3A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394937" y="5691994"/>
                  <a:ext cx="5356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EE6B8AA-2214-377F-5C00-CD7EE768E9AD}"/>
                    </a:ext>
                  </a:extLst>
                </p14:cNvPr>
                <p14:cNvContentPartPr/>
                <p14:nvPr/>
              </p14:nvContentPartPr>
              <p14:xfrm>
                <a:off x="6862577" y="5616394"/>
                <a:ext cx="109440" cy="1555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EE6B8AA-2214-377F-5C00-CD7EE768E9A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844577" y="5598394"/>
                  <a:ext cx="14508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577E357-0C70-C011-0A02-710EBB4A1F87}"/>
                    </a:ext>
                  </a:extLst>
                </p14:cNvPr>
                <p14:cNvContentPartPr/>
                <p14:nvPr/>
              </p14:nvContentPartPr>
              <p14:xfrm>
                <a:off x="7164977" y="5592634"/>
                <a:ext cx="164520" cy="2484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577E357-0C70-C011-0A02-710EBB4A1F8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147337" y="5574634"/>
                  <a:ext cx="20016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B21B083-9536-FB2D-BAB1-757430D26280}"/>
                    </a:ext>
                  </a:extLst>
                </p14:cNvPr>
                <p14:cNvContentPartPr/>
                <p14:nvPr/>
              </p14:nvContentPartPr>
              <p14:xfrm>
                <a:off x="7539017" y="5614234"/>
                <a:ext cx="38520" cy="158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B21B083-9536-FB2D-BAB1-757430D2628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521377" y="5596234"/>
                  <a:ext cx="741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11C6F10-20F0-9847-C1FE-8CD462F50AE4}"/>
                    </a:ext>
                  </a:extLst>
                </p14:cNvPr>
                <p14:cNvContentPartPr/>
                <p14:nvPr/>
              </p14:nvContentPartPr>
              <p14:xfrm>
                <a:off x="7528217" y="5499394"/>
                <a:ext cx="20520" cy="61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11C6F10-20F0-9847-C1FE-8CD462F50AE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510217" y="5481394"/>
                  <a:ext cx="561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FB0B282-586A-E216-9192-98E325C692CE}"/>
                    </a:ext>
                  </a:extLst>
                </p14:cNvPr>
                <p14:cNvContentPartPr/>
                <p14:nvPr/>
              </p14:nvContentPartPr>
              <p14:xfrm>
                <a:off x="7649537" y="5645194"/>
                <a:ext cx="153360" cy="77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FB0B282-586A-E216-9192-98E325C692CE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631537" y="5627194"/>
                  <a:ext cx="1890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B217903-6D2E-2609-D926-CE9B53DE3C32}"/>
                    </a:ext>
                  </a:extLst>
                </p14:cNvPr>
                <p14:cNvContentPartPr/>
                <p14:nvPr/>
              </p14:nvContentPartPr>
              <p14:xfrm>
                <a:off x="7912337" y="5614954"/>
                <a:ext cx="90360" cy="1861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B217903-6D2E-2609-D926-CE9B53DE3C32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894337" y="5597314"/>
                  <a:ext cx="12600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87CBD53-82BC-077F-FD52-8C4738BC3886}"/>
                    </a:ext>
                  </a:extLst>
                </p14:cNvPr>
                <p14:cNvContentPartPr/>
                <p14:nvPr/>
              </p14:nvContentPartPr>
              <p14:xfrm>
                <a:off x="8045537" y="5587594"/>
                <a:ext cx="180360" cy="961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87CBD53-82BC-077F-FD52-8C4738BC388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027537" y="5569594"/>
                  <a:ext cx="21600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39A490A-C4E8-E88E-BE25-118016461A58}"/>
                    </a:ext>
                  </a:extLst>
                </p14:cNvPr>
                <p14:cNvContentPartPr/>
                <p14:nvPr/>
              </p14:nvContentPartPr>
              <p14:xfrm>
                <a:off x="8279537" y="5469154"/>
                <a:ext cx="94680" cy="185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39A490A-C4E8-E88E-BE25-118016461A5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261897" y="5451514"/>
                  <a:ext cx="1303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2D92A98-D0A3-2DE0-7BA0-B1EDCFDA18F0}"/>
                    </a:ext>
                  </a:extLst>
                </p14:cNvPr>
                <p14:cNvContentPartPr/>
                <p14:nvPr/>
              </p14:nvContentPartPr>
              <p14:xfrm>
                <a:off x="8257937" y="5505514"/>
                <a:ext cx="155880" cy="961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2D92A98-D0A3-2DE0-7BA0-B1EDCFDA18F0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240297" y="5487514"/>
                  <a:ext cx="1915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97B1C9E-1306-B2D2-CB3F-5C743012A906}"/>
                    </a:ext>
                  </a:extLst>
                </p14:cNvPr>
                <p14:cNvContentPartPr/>
                <p14:nvPr/>
              </p14:nvContentPartPr>
              <p14:xfrm>
                <a:off x="8517497" y="5526034"/>
                <a:ext cx="77040" cy="1735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97B1C9E-1306-B2D2-CB3F-5C743012A906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499497" y="5508394"/>
                  <a:ext cx="112680" cy="20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BB030CD-55C7-7796-B0E2-1FD17CA6D47F}"/>
              </a:ext>
            </a:extLst>
          </p:cNvPr>
          <p:cNvGrpSpPr/>
          <p:nvPr/>
        </p:nvGrpSpPr>
        <p:grpSpPr>
          <a:xfrm>
            <a:off x="5339417" y="5272134"/>
            <a:ext cx="2138760" cy="1607760"/>
            <a:chOff x="5339417" y="5272134"/>
            <a:chExt cx="2138760" cy="160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124D771-735C-F94B-9D20-947D8D673198}"/>
                    </a:ext>
                  </a:extLst>
                </p14:cNvPr>
                <p14:cNvContentPartPr/>
                <p14:nvPr/>
              </p14:nvContentPartPr>
              <p14:xfrm>
                <a:off x="5776457" y="6141894"/>
                <a:ext cx="38160" cy="2300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124D771-735C-F94B-9D20-947D8D673198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758457" y="6123894"/>
                  <a:ext cx="7380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7A0F176-3D5E-F47F-569A-301B5958BCCF}"/>
                    </a:ext>
                  </a:extLst>
                </p14:cNvPr>
                <p14:cNvContentPartPr/>
                <p14:nvPr/>
              </p14:nvContentPartPr>
              <p14:xfrm>
                <a:off x="5772857" y="6064494"/>
                <a:ext cx="181800" cy="1893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7A0F176-3D5E-F47F-569A-301B5958BCC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754857" y="6046854"/>
                  <a:ext cx="21744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2D48EAC-2157-B891-26BA-BDE2A96CB6BD}"/>
                    </a:ext>
                  </a:extLst>
                </p14:cNvPr>
                <p14:cNvContentPartPr/>
                <p14:nvPr/>
              </p14:nvContentPartPr>
              <p14:xfrm>
                <a:off x="5974817" y="6162774"/>
                <a:ext cx="147240" cy="964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2D48EAC-2157-B891-26BA-BDE2A96CB6BD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956817" y="6145134"/>
                  <a:ext cx="1828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EA13488-9713-FDAD-D03E-F83D0B8E6FAB}"/>
                    </a:ext>
                  </a:extLst>
                </p14:cNvPr>
                <p14:cNvContentPartPr/>
                <p14:nvPr/>
              </p14:nvContentPartPr>
              <p14:xfrm>
                <a:off x="6175697" y="6077814"/>
                <a:ext cx="118800" cy="1378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EA13488-9713-FDAD-D03E-F83D0B8E6FAB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158057" y="6059814"/>
                  <a:ext cx="1544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3F4BD25-81F1-6AB9-53ED-C069FA146805}"/>
                    </a:ext>
                  </a:extLst>
                </p14:cNvPr>
                <p14:cNvContentPartPr/>
                <p14:nvPr/>
              </p14:nvContentPartPr>
              <p14:xfrm>
                <a:off x="6047177" y="6471654"/>
                <a:ext cx="111960" cy="1836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3F4BD25-81F1-6AB9-53ED-C069FA146805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029537" y="6453654"/>
                  <a:ext cx="14760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F934179-42CA-BD37-53BF-86D7063B026D}"/>
                    </a:ext>
                  </a:extLst>
                </p14:cNvPr>
                <p14:cNvContentPartPr/>
                <p14:nvPr/>
              </p14:nvContentPartPr>
              <p14:xfrm>
                <a:off x="6120977" y="6327294"/>
                <a:ext cx="100080" cy="2840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F934179-42CA-BD37-53BF-86D7063B026D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6103337" y="6309294"/>
                  <a:ext cx="13572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8C47535-D0BE-24F7-F181-4546CDB1A7D8}"/>
                    </a:ext>
                  </a:extLst>
                </p14:cNvPr>
                <p14:cNvContentPartPr/>
                <p14:nvPr/>
              </p14:nvContentPartPr>
              <p14:xfrm>
                <a:off x="6250217" y="6470934"/>
                <a:ext cx="170280" cy="1389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8C47535-D0BE-24F7-F181-4546CDB1A7D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232217" y="6453294"/>
                  <a:ext cx="20592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985878B-AC5A-95CF-F23B-8F1393C99AD4}"/>
                    </a:ext>
                  </a:extLst>
                </p14:cNvPr>
                <p14:cNvContentPartPr/>
                <p14:nvPr/>
              </p14:nvContentPartPr>
              <p14:xfrm>
                <a:off x="6455777" y="6324414"/>
                <a:ext cx="70200" cy="1926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985878B-AC5A-95CF-F23B-8F1393C99AD4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437777" y="6306774"/>
                  <a:ext cx="10584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BCBB4A9-0726-EE16-31F0-052FA89F1FE0}"/>
                    </a:ext>
                  </a:extLst>
                </p14:cNvPr>
                <p14:cNvContentPartPr/>
                <p14:nvPr/>
              </p14:nvContentPartPr>
              <p14:xfrm>
                <a:off x="6459737" y="6432774"/>
                <a:ext cx="61560" cy="543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BCBB4A9-0726-EE16-31F0-052FA89F1FE0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441737" y="6414774"/>
                  <a:ext cx="9720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56988D2-A6D8-A138-E57E-829652BDDC62}"/>
                    </a:ext>
                  </a:extLst>
                </p14:cNvPr>
                <p14:cNvContentPartPr/>
                <p14:nvPr/>
              </p14:nvContentPartPr>
              <p14:xfrm>
                <a:off x="6658097" y="6368694"/>
                <a:ext cx="135000" cy="1170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56988D2-A6D8-A138-E57E-829652BDDC62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640097" y="6350694"/>
                  <a:ext cx="1706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05618D9-A9D0-3B3C-AD46-19D5E4A10447}"/>
                    </a:ext>
                  </a:extLst>
                </p14:cNvPr>
                <p14:cNvContentPartPr/>
                <p14:nvPr/>
              </p14:nvContentPartPr>
              <p14:xfrm>
                <a:off x="5339417" y="5334054"/>
                <a:ext cx="1286280" cy="1317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05618D9-A9D0-3B3C-AD46-19D5E4A10447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5321777" y="5316414"/>
                  <a:ext cx="13219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3A5B157-50EC-8113-C160-CD5817EF6D6E}"/>
                    </a:ext>
                  </a:extLst>
                </p14:cNvPr>
                <p14:cNvContentPartPr/>
                <p14:nvPr/>
              </p14:nvContentPartPr>
              <p14:xfrm>
                <a:off x="5885537" y="5339454"/>
                <a:ext cx="1349640" cy="14371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3A5B157-50EC-8113-C160-CD5817EF6D6E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5867537" y="5321814"/>
                  <a:ext cx="1385280" cy="147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7C6FBB8-F219-BB77-4EC9-F7E568183EAF}"/>
                    </a:ext>
                  </a:extLst>
                </p14:cNvPr>
                <p14:cNvContentPartPr/>
                <p14:nvPr/>
              </p14:nvContentPartPr>
              <p14:xfrm>
                <a:off x="5466497" y="5514414"/>
                <a:ext cx="340560" cy="13654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7C6FBB8-F219-BB77-4EC9-F7E568183EAF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5448857" y="5496774"/>
                  <a:ext cx="376200" cy="140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AEFA36F-968F-7935-4386-30AC2F7C617F}"/>
                    </a:ext>
                  </a:extLst>
                </p14:cNvPr>
                <p14:cNvContentPartPr/>
                <p14:nvPr/>
              </p14:nvContentPartPr>
              <p14:xfrm>
                <a:off x="7039697" y="5272134"/>
                <a:ext cx="438480" cy="7830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AEFA36F-968F-7935-4386-30AC2F7C617F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021697" y="5254134"/>
                  <a:ext cx="474120" cy="818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3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60E86D8F-5A74-6DB7-3441-67DC8157F8A2}"/>
                  </a:ext>
                </a:extLst>
              </p14:cNvPr>
              <p14:cNvContentPartPr/>
              <p14:nvPr/>
            </p14:nvContentPartPr>
            <p14:xfrm>
              <a:off x="7240937" y="2675094"/>
              <a:ext cx="30240" cy="3888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60E86D8F-5A74-6DB7-3441-67DC8157F8A2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7222937" y="2657094"/>
                <a:ext cx="65880" cy="7452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F6DAB669-3070-6D2B-C988-83B130E31987}"/>
              </a:ext>
            </a:extLst>
          </p:cNvPr>
          <p:cNvGrpSpPr/>
          <p:nvPr/>
        </p:nvGrpSpPr>
        <p:grpSpPr>
          <a:xfrm>
            <a:off x="4310897" y="2812254"/>
            <a:ext cx="618480" cy="344160"/>
            <a:chOff x="4310897" y="2812254"/>
            <a:chExt cx="618480" cy="34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F3D3B9C-2089-0D13-14EB-37B1515DDCB5}"/>
                    </a:ext>
                  </a:extLst>
                </p14:cNvPr>
                <p14:cNvContentPartPr/>
                <p14:nvPr/>
              </p14:nvContentPartPr>
              <p14:xfrm>
                <a:off x="4335377" y="2812254"/>
                <a:ext cx="26640" cy="3441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F3D3B9C-2089-0D13-14EB-37B1515DDCB5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4317377" y="2794254"/>
                  <a:ext cx="6228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245F67D-3F6B-6A97-E27A-EE774EDB30E5}"/>
                    </a:ext>
                  </a:extLst>
                </p14:cNvPr>
                <p14:cNvContentPartPr/>
                <p14:nvPr/>
              </p14:nvContentPartPr>
              <p14:xfrm>
                <a:off x="4310897" y="2812974"/>
                <a:ext cx="178920" cy="2613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245F67D-3F6B-6A97-E27A-EE774EDB30E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292897" y="2794974"/>
                  <a:ext cx="21456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949777B-C82C-CDF7-C435-2F98EA0D2FBD}"/>
                    </a:ext>
                  </a:extLst>
                </p14:cNvPr>
                <p14:cNvContentPartPr/>
                <p14:nvPr/>
              </p14:nvContentPartPr>
              <p14:xfrm>
                <a:off x="4515017" y="2986854"/>
                <a:ext cx="195840" cy="1566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949777B-C82C-CDF7-C435-2F98EA0D2FBD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4497377" y="2969214"/>
                  <a:ext cx="2314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80A167D-462C-F0E5-1FB8-7A6607A339DE}"/>
                    </a:ext>
                  </a:extLst>
                </p14:cNvPr>
                <p14:cNvContentPartPr/>
                <p14:nvPr/>
              </p14:nvContentPartPr>
              <p14:xfrm>
                <a:off x="4709777" y="2903334"/>
                <a:ext cx="219600" cy="2012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80A167D-462C-F0E5-1FB8-7A6607A339DE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4692137" y="2885334"/>
                  <a:ext cx="255240" cy="23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E77F6782-D3D2-4092-5A82-FED251220FB2}"/>
              </a:ext>
            </a:extLst>
          </p:cNvPr>
          <p:cNvGrpSpPr/>
          <p:nvPr/>
        </p:nvGrpSpPr>
        <p:grpSpPr>
          <a:xfrm>
            <a:off x="5227457" y="2787054"/>
            <a:ext cx="1491840" cy="340560"/>
            <a:chOff x="5227457" y="2787054"/>
            <a:chExt cx="1491840" cy="340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ED11059-90D4-F61E-C8B1-F4A10078FA75}"/>
                    </a:ext>
                  </a:extLst>
                </p14:cNvPr>
                <p14:cNvContentPartPr/>
                <p14:nvPr/>
              </p14:nvContentPartPr>
              <p14:xfrm>
                <a:off x="5227457" y="2787054"/>
                <a:ext cx="214560" cy="3405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ED11059-90D4-F61E-C8B1-F4A10078FA75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209457" y="2769414"/>
                  <a:ext cx="25020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789B5BE-492A-6D07-EC4B-E8B16043D001}"/>
                    </a:ext>
                  </a:extLst>
                </p14:cNvPr>
                <p14:cNvContentPartPr/>
                <p14:nvPr/>
              </p14:nvContentPartPr>
              <p14:xfrm>
                <a:off x="5487017" y="2927094"/>
                <a:ext cx="161640" cy="1483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789B5BE-492A-6D07-EC4B-E8B16043D001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5469377" y="2909094"/>
                  <a:ext cx="1972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34BB1D7-882E-4614-8C41-3F14CDB1B270}"/>
                    </a:ext>
                  </a:extLst>
                </p14:cNvPr>
                <p14:cNvContentPartPr/>
                <p14:nvPr/>
              </p14:nvContentPartPr>
              <p14:xfrm>
                <a:off x="5650457" y="2800014"/>
                <a:ext cx="99720" cy="2458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34BB1D7-882E-4614-8C41-3F14CDB1B270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632457" y="2782374"/>
                  <a:ext cx="13536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AC87E86-F379-DD78-192C-8284AC44A260}"/>
                    </a:ext>
                  </a:extLst>
                </p14:cNvPr>
                <p14:cNvContentPartPr/>
                <p14:nvPr/>
              </p14:nvContentPartPr>
              <p14:xfrm>
                <a:off x="5667017" y="2932494"/>
                <a:ext cx="109440" cy="334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AC87E86-F379-DD78-192C-8284AC44A260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5649377" y="2914854"/>
                  <a:ext cx="14508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43CB45F-66A4-DDAC-FBDC-EF17026A9E98}"/>
                    </a:ext>
                  </a:extLst>
                </p14:cNvPr>
                <p14:cNvContentPartPr/>
                <p14:nvPr/>
              </p14:nvContentPartPr>
              <p14:xfrm>
                <a:off x="5842337" y="2914134"/>
                <a:ext cx="153720" cy="1249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43CB45F-66A4-DDAC-FBDC-EF17026A9E98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5824697" y="2896494"/>
                  <a:ext cx="1893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59DF454-C5BA-AA59-DC3D-E593B04AD95B}"/>
                    </a:ext>
                  </a:extLst>
                </p14:cNvPr>
                <p14:cNvContentPartPr/>
                <p14:nvPr/>
              </p14:nvContentPartPr>
              <p14:xfrm>
                <a:off x="6231137" y="2900814"/>
                <a:ext cx="483120" cy="712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59DF454-C5BA-AA59-DC3D-E593B04AD95B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213137" y="2883174"/>
                  <a:ext cx="5187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CB98E20-3071-6141-FABD-1514AB338083}"/>
                    </a:ext>
                  </a:extLst>
                </p14:cNvPr>
                <p14:cNvContentPartPr/>
                <p14:nvPr/>
              </p14:nvContentPartPr>
              <p14:xfrm>
                <a:off x="6599417" y="2800014"/>
                <a:ext cx="119880" cy="2462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CB98E20-3071-6141-FABD-1514AB338083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581777" y="2782014"/>
                  <a:ext cx="155520" cy="28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9E7809D-0F6C-19D3-D737-52D81D4DF23B}"/>
              </a:ext>
            </a:extLst>
          </p:cNvPr>
          <p:cNvGrpSpPr/>
          <p:nvPr/>
        </p:nvGrpSpPr>
        <p:grpSpPr>
          <a:xfrm>
            <a:off x="7194137" y="2707134"/>
            <a:ext cx="757080" cy="326520"/>
            <a:chOff x="7194137" y="2707134"/>
            <a:chExt cx="757080" cy="326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C7F8103-D135-3597-5B51-FDB3347C68FA}"/>
                    </a:ext>
                  </a:extLst>
                </p14:cNvPr>
                <p14:cNvContentPartPr/>
                <p14:nvPr/>
              </p14:nvContentPartPr>
              <p14:xfrm>
                <a:off x="7194137" y="2787054"/>
                <a:ext cx="56160" cy="2466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C7F8103-D135-3597-5B51-FDB3347C68FA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176497" y="2769054"/>
                  <a:ext cx="9180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BA2E574-9BEF-F9BB-48C9-619D42D66BFA}"/>
                    </a:ext>
                  </a:extLst>
                </p14:cNvPr>
                <p14:cNvContentPartPr/>
                <p14:nvPr/>
              </p14:nvContentPartPr>
              <p14:xfrm>
                <a:off x="7223297" y="2707134"/>
                <a:ext cx="105480" cy="2235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BA2E574-9BEF-F9BB-48C9-619D42D66BF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205297" y="2689134"/>
                  <a:ext cx="14112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43011B2-9C0F-E7A0-7BB5-1F5EF3CAF432}"/>
                    </a:ext>
                  </a:extLst>
                </p14:cNvPr>
                <p14:cNvContentPartPr/>
                <p14:nvPr/>
              </p14:nvContentPartPr>
              <p14:xfrm>
                <a:off x="7511297" y="2719014"/>
                <a:ext cx="252000" cy="2134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43011B2-9C0F-E7A0-7BB5-1F5EF3CAF43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493657" y="2701374"/>
                  <a:ext cx="28764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E587EAF-01A0-B990-DDE8-88B0106EE17A}"/>
                    </a:ext>
                  </a:extLst>
                </p14:cNvPr>
                <p14:cNvContentPartPr/>
                <p14:nvPr/>
              </p14:nvContentPartPr>
              <p14:xfrm>
                <a:off x="7850777" y="2778774"/>
                <a:ext cx="100440" cy="1994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E587EAF-01A0-B990-DDE8-88B0106EE17A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832777" y="2761134"/>
                  <a:ext cx="136080" cy="23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88872F6-304A-DFAF-566C-69DC1223491D}"/>
              </a:ext>
            </a:extLst>
          </p:cNvPr>
          <p:cNvGrpSpPr/>
          <p:nvPr/>
        </p:nvGrpSpPr>
        <p:grpSpPr>
          <a:xfrm>
            <a:off x="8305817" y="2722614"/>
            <a:ext cx="345600" cy="331200"/>
            <a:chOff x="8305817" y="2722614"/>
            <a:chExt cx="345600" cy="33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CFC13E1-EDFE-B0C7-68D3-6ACB3CE6A562}"/>
                    </a:ext>
                  </a:extLst>
                </p14:cNvPr>
                <p14:cNvContentPartPr/>
                <p14:nvPr/>
              </p14:nvContentPartPr>
              <p14:xfrm>
                <a:off x="8305817" y="2846454"/>
                <a:ext cx="120960" cy="1540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CFC13E1-EDFE-B0C7-68D3-6ACB3CE6A562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287817" y="2828814"/>
                  <a:ext cx="1566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D66B3B3-E038-6DE3-56A9-44EEBBB318F5}"/>
                    </a:ext>
                  </a:extLst>
                </p14:cNvPr>
                <p14:cNvContentPartPr/>
                <p14:nvPr/>
              </p14:nvContentPartPr>
              <p14:xfrm>
                <a:off x="8572937" y="2722614"/>
                <a:ext cx="77760" cy="3312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D66B3B3-E038-6DE3-56A9-44EEBBB318F5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555297" y="2704974"/>
                  <a:ext cx="11340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07883FD-DB81-769C-1B83-7A0CE2AC9DFA}"/>
                    </a:ext>
                  </a:extLst>
                </p14:cNvPr>
                <p14:cNvContentPartPr/>
                <p14:nvPr/>
              </p14:nvContentPartPr>
              <p14:xfrm>
                <a:off x="8544857" y="2895054"/>
                <a:ext cx="106560" cy="993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07883FD-DB81-769C-1B83-7A0CE2AC9DFA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527217" y="2877414"/>
                  <a:ext cx="142200" cy="13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5666A02-00D2-DAF5-548B-2BE85FCCC1FB}"/>
              </a:ext>
            </a:extLst>
          </p:cNvPr>
          <p:cNvGrpSpPr/>
          <p:nvPr/>
        </p:nvGrpSpPr>
        <p:grpSpPr>
          <a:xfrm>
            <a:off x="9143177" y="2630454"/>
            <a:ext cx="2215440" cy="339480"/>
            <a:chOff x="9143177" y="2630454"/>
            <a:chExt cx="2215440" cy="33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E96773A-522A-D026-02BB-F1E42717981C}"/>
                    </a:ext>
                  </a:extLst>
                </p14:cNvPr>
                <p14:cNvContentPartPr/>
                <p14:nvPr/>
              </p14:nvContentPartPr>
              <p14:xfrm>
                <a:off x="9143177" y="2797134"/>
                <a:ext cx="170280" cy="1396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E96773A-522A-D026-02BB-F1E42717981C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125537" y="2779494"/>
                  <a:ext cx="2059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3F6B4B9-C1DD-08D3-A48E-F1C31963CE08}"/>
                    </a:ext>
                  </a:extLst>
                </p14:cNvPr>
                <p14:cNvContentPartPr/>
                <p14:nvPr/>
              </p14:nvContentPartPr>
              <p14:xfrm>
                <a:off x="9362777" y="2825574"/>
                <a:ext cx="101520" cy="1191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3F6B4B9-C1DD-08D3-A48E-F1C31963CE08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344777" y="2807574"/>
                  <a:ext cx="13716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6292ED5-1349-8F7B-91D4-0AD79F2FA934}"/>
                    </a:ext>
                  </a:extLst>
                </p14:cNvPr>
                <p14:cNvContentPartPr/>
                <p14:nvPr/>
              </p14:nvContentPartPr>
              <p14:xfrm>
                <a:off x="9556457" y="2819454"/>
                <a:ext cx="96840" cy="1504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6292ED5-1349-8F7B-91D4-0AD79F2FA934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538457" y="2801454"/>
                  <a:ext cx="1324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82E5654-F5FF-49E6-D011-8AE6832EFC2F}"/>
                    </a:ext>
                  </a:extLst>
                </p14:cNvPr>
                <p14:cNvContentPartPr/>
                <p14:nvPr/>
              </p14:nvContentPartPr>
              <p14:xfrm>
                <a:off x="9683177" y="2851494"/>
                <a:ext cx="79560" cy="1018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82E5654-F5FF-49E6-D011-8AE6832EFC2F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665177" y="2833854"/>
                  <a:ext cx="1152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D480224-3945-0FA3-6C1A-D1D00909D950}"/>
                    </a:ext>
                  </a:extLst>
                </p14:cNvPr>
                <p14:cNvContentPartPr/>
                <p14:nvPr/>
              </p14:nvContentPartPr>
              <p14:xfrm>
                <a:off x="9884417" y="2660694"/>
                <a:ext cx="32400" cy="2581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D480224-3945-0FA3-6C1A-D1D00909D950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866417" y="2642694"/>
                  <a:ext cx="6804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90F880C-FB5B-4900-205F-10F5BF273981}"/>
                    </a:ext>
                  </a:extLst>
                </p14:cNvPr>
                <p14:cNvContentPartPr/>
                <p14:nvPr/>
              </p14:nvContentPartPr>
              <p14:xfrm>
                <a:off x="9978737" y="2837454"/>
                <a:ext cx="61200" cy="1281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90F880C-FB5B-4900-205F-10F5BF273981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9961097" y="2819814"/>
                  <a:ext cx="968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7E7B436B-71F0-99CF-B793-317E6303F8AF}"/>
                    </a:ext>
                  </a:extLst>
                </p14:cNvPr>
                <p14:cNvContentPartPr/>
                <p14:nvPr/>
              </p14:nvContentPartPr>
              <p14:xfrm>
                <a:off x="10114817" y="2824854"/>
                <a:ext cx="114480" cy="716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7E7B436B-71F0-99CF-B793-317E6303F8AF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096817" y="2806854"/>
                  <a:ext cx="15012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B9C7FC8-71CD-C36B-FACD-DFBDFA4A3623}"/>
                    </a:ext>
                  </a:extLst>
                </p14:cNvPr>
                <p14:cNvContentPartPr/>
                <p14:nvPr/>
              </p14:nvContentPartPr>
              <p14:xfrm>
                <a:off x="10351697" y="2763294"/>
                <a:ext cx="149760" cy="1328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B9C7FC8-71CD-C36B-FACD-DFBDFA4A3623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334057" y="2745654"/>
                  <a:ext cx="18540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25FD05E-133E-4F8C-CC3E-98B3BE036F3C}"/>
                    </a:ext>
                  </a:extLst>
                </p14:cNvPr>
                <p14:cNvContentPartPr/>
                <p14:nvPr/>
              </p14:nvContentPartPr>
              <p14:xfrm>
                <a:off x="10562297" y="2685534"/>
                <a:ext cx="54720" cy="1612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25FD05E-133E-4F8C-CC3E-98B3BE036F3C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544657" y="2667894"/>
                  <a:ext cx="903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A83C2C9-1B78-65BD-10E4-70D1EEABF384}"/>
                    </a:ext>
                  </a:extLst>
                </p14:cNvPr>
                <p14:cNvContentPartPr/>
                <p14:nvPr/>
              </p14:nvContentPartPr>
              <p14:xfrm>
                <a:off x="10560497" y="2751054"/>
                <a:ext cx="234000" cy="1270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A83C2C9-1B78-65BD-10E4-70D1EEABF384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542497" y="2733054"/>
                  <a:ext cx="2696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C01DB89-44DC-0BC5-D5F5-EEB1142AF5BD}"/>
                    </a:ext>
                  </a:extLst>
                </p14:cNvPr>
                <p14:cNvContentPartPr/>
                <p14:nvPr/>
              </p14:nvContentPartPr>
              <p14:xfrm>
                <a:off x="10798817" y="2630454"/>
                <a:ext cx="10800" cy="468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C01DB89-44DC-0BC5-D5F5-EEB1142AF5BD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0780817" y="2612454"/>
                  <a:ext cx="4644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951B251E-91B1-F986-5228-F06BEC1FEF36}"/>
                    </a:ext>
                  </a:extLst>
                </p14:cNvPr>
                <p14:cNvContentPartPr/>
                <p14:nvPr/>
              </p14:nvContentPartPr>
              <p14:xfrm>
                <a:off x="10918697" y="2710734"/>
                <a:ext cx="292320" cy="1166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951B251E-91B1-F986-5228-F06BEC1FEF36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0901057" y="2692734"/>
                  <a:ext cx="3279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04977F0-3F50-7D24-7B27-5E073207C574}"/>
                    </a:ext>
                  </a:extLst>
                </p14:cNvPr>
                <p14:cNvContentPartPr/>
                <p14:nvPr/>
              </p14:nvContentPartPr>
              <p14:xfrm>
                <a:off x="11351777" y="2814054"/>
                <a:ext cx="6840" cy="97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04977F0-3F50-7D24-7B27-5E073207C574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1333777" y="2796054"/>
                  <a:ext cx="42480" cy="4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24AA1B63-EC3D-735A-50AF-868D6B44FE88}"/>
              </a:ext>
            </a:extLst>
          </p:cNvPr>
          <p:cNvGrpSpPr/>
          <p:nvPr/>
        </p:nvGrpSpPr>
        <p:grpSpPr>
          <a:xfrm>
            <a:off x="4878617" y="3167574"/>
            <a:ext cx="1081080" cy="441000"/>
            <a:chOff x="4878617" y="3167574"/>
            <a:chExt cx="1081080" cy="44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1428516D-57BD-E5A8-6146-3E058756C002}"/>
                    </a:ext>
                  </a:extLst>
                </p14:cNvPr>
                <p14:cNvContentPartPr/>
                <p14:nvPr/>
              </p14:nvContentPartPr>
              <p14:xfrm>
                <a:off x="4878617" y="3223374"/>
                <a:ext cx="280800" cy="3463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1428516D-57BD-E5A8-6146-3E058756C002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4815977" y="3160374"/>
                  <a:ext cx="406440" cy="47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0CEE900-E5A0-2B10-9F5E-4F69A6F674F1}"/>
                    </a:ext>
                  </a:extLst>
                </p14:cNvPr>
                <p14:cNvContentPartPr/>
                <p14:nvPr/>
              </p14:nvContentPartPr>
              <p14:xfrm>
                <a:off x="5303057" y="3242814"/>
                <a:ext cx="188280" cy="3657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0CEE900-E5A0-2B10-9F5E-4F69A6F674F1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240417" y="3179814"/>
                  <a:ext cx="313920" cy="49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FA03A7C-DCA5-87CE-D3B1-871C6E7A872F}"/>
                    </a:ext>
                  </a:extLst>
                </p14:cNvPr>
                <p14:cNvContentPartPr/>
                <p14:nvPr/>
              </p14:nvContentPartPr>
              <p14:xfrm>
                <a:off x="5363897" y="3345414"/>
                <a:ext cx="221400" cy="1173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FA03A7C-DCA5-87CE-D3B1-871C6E7A872F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300897" y="3282414"/>
                  <a:ext cx="34704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D9D0E847-B161-5572-4088-BEDE7DDF5065}"/>
                    </a:ext>
                  </a:extLst>
                </p14:cNvPr>
                <p14:cNvContentPartPr/>
                <p14:nvPr/>
              </p14:nvContentPartPr>
              <p14:xfrm>
                <a:off x="5756297" y="3179454"/>
                <a:ext cx="199080" cy="504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D9D0E847-B161-5572-4088-BEDE7DDF5065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693657" y="3116814"/>
                  <a:ext cx="32472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5D8FFE7-BF95-ADEA-6D0C-941DBEF97B9A}"/>
                    </a:ext>
                  </a:extLst>
                </p14:cNvPr>
                <p14:cNvContentPartPr/>
                <p14:nvPr/>
              </p14:nvContentPartPr>
              <p14:xfrm>
                <a:off x="5799137" y="3167574"/>
                <a:ext cx="160560" cy="4262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5D8FFE7-BF95-ADEA-6D0C-941DBEF97B9A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5736137" y="3104934"/>
                  <a:ext cx="286200" cy="55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79D2682F-3C33-22A7-0A3B-6EBEBEE7370E}"/>
              </a:ext>
            </a:extLst>
          </p:cNvPr>
          <p:cNvGrpSpPr/>
          <p:nvPr/>
        </p:nvGrpSpPr>
        <p:grpSpPr>
          <a:xfrm>
            <a:off x="6280097" y="3106374"/>
            <a:ext cx="743400" cy="200880"/>
            <a:chOff x="6280097" y="3106374"/>
            <a:chExt cx="743400" cy="20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B47381E-1295-EE8B-256C-21ECE80EEF65}"/>
                    </a:ext>
                  </a:extLst>
                </p14:cNvPr>
                <p14:cNvContentPartPr/>
                <p14:nvPr/>
              </p14:nvContentPartPr>
              <p14:xfrm>
                <a:off x="6280097" y="3244254"/>
                <a:ext cx="629280" cy="590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B47381E-1295-EE8B-256C-21ECE80EEF65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217457" y="3181254"/>
                  <a:ext cx="7549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8BBE891-A7A3-79C5-1047-F0CBDD12C8C9}"/>
                    </a:ext>
                  </a:extLst>
                </p14:cNvPr>
                <p14:cNvContentPartPr/>
                <p14:nvPr/>
              </p14:nvContentPartPr>
              <p14:xfrm>
                <a:off x="6795977" y="3106374"/>
                <a:ext cx="227520" cy="2008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8BBE891-A7A3-79C5-1047-F0CBDD12C8C9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732977" y="3043734"/>
                  <a:ext cx="353160" cy="32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1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8EB0A5C3-0BFA-FB1F-C312-54B679895C43}"/>
                  </a:ext>
                </a:extLst>
              </p14:cNvPr>
              <p14:cNvContentPartPr/>
              <p14:nvPr/>
            </p14:nvContentPartPr>
            <p14:xfrm>
              <a:off x="7470617" y="3148494"/>
              <a:ext cx="292680" cy="379440"/>
            </p14:xfrm>
          </p:contentPart>
        </mc:Choice>
        <mc:Fallback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8EB0A5C3-0BFA-FB1F-C312-54B679895C43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407617" y="3085854"/>
                <a:ext cx="418320" cy="505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839606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03C1F-B2AF-F975-F2C7-BBB10B69E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feature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1BB94-FD18-6E72-BDD6-CA6D7BD015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Individual measurable property or characteristic of a phenomenon being observed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4FDBE2-ECDB-84F5-D9E5-C73E9D9C63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14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D9DABB8-69C6-0E05-448B-5A49DCD233AD}"/>
              </a:ext>
            </a:extLst>
          </p:cNvPr>
          <p:cNvGrpSpPr/>
          <p:nvPr/>
        </p:nvGrpSpPr>
        <p:grpSpPr>
          <a:xfrm>
            <a:off x="1418657" y="3485094"/>
            <a:ext cx="2603880" cy="2623320"/>
            <a:chOff x="1418657" y="3485094"/>
            <a:chExt cx="2603880" cy="2623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3F47836-A569-7E59-65D5-DF3B11D07895}"/>
                    </a:ext>
                  </a:extLst>
                </p14:cNvPr>
                <p14:cNvContentPartPr/>
                <p14:nvPr/>
              </p14:nvContentPartPr>
              <p14:xfrm>
                <a:off x="1460417" y="3485094"/>
                <a:ext cx="77400" cy="25912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3F47836-A569-7E59-65D5-DF3B11D0789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442417" y="3467094"/>
                  <a:ext cx="113040" cy="262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6D8744B-481C-AB75-2C44-4D25C3396CF8}"/>
                    </a:ext>
                  </a:extLst>
                </p14:cNvPr>
                <p14:cNvContentPartPr/>
                <p14:nvPr/>
              </p14:nvContentPartPr>
              <p14:xfrm>
                <a:off x="1418657" y="3608574"/>
                <a:ext cx="2198160" cy="327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6D8744B-481C-AB75-2C44-4D25C3396CF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01017" y="3590574"/>
                  <a:ext cx="223380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9C58F2B-4A7F-8A6F-921D-AC7B8119D43E}"/>
                    </a:ext>
                  </a:extLst>
                </p14:cNvPr>
                <p14:cNvContentPartPr/>
                <p14:nvPr/>
              </p14:nvContentPartPr>
              <p14:xfrm>
                <a:off x="1543217" y="3553494"/>
                <a:ext cx="2479320" cy="25549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9C58F2B-4A7F-8A6F-921D-AC7B8119D43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525577" y="3535494"/>
                  <a:ext cx="2514960" cy="259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BE07A4D-EEDE-C5EA-76AD-76BB278930A2}"/>
              </a:ext>
            </a:extLst>
          </p:cNvPr>
          <p:cNvGrpSpPr/>
          <p:nvPr/>
        </p:nvGrpSpPr>
        <p:grpSpPr>
          <a:xfrm>
            <a:off x="1835537" y="3618294"/>
            <a:ext cx="1310760" cy="1822680"/>
            <a:chOff x="1835537" y="3618294"/>
            <a:chExt cx="1310760" cy="182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3ADB5CD-AFEA-5DE7-AAEA-E89E735EFF5F}"/>
                    </a:ext>
                  </a:extLst>
                </p14:cNvPr>
                <p14:cNvContentPartPr/>
                <p14:nvPr/>
              </p14:nvContentPartPr>
              <p14:xfrm>
                <a:off x="1835537" y="3618294"/>
                <a:ext cx="1310760" cy="18226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3ADB5CD-AFEA-5DE7-AAEA-E89E735EFF5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772897" y="3555294"/>
                  <a:ext cx="1436400" cy="19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8655E2B-72DC-0926-59A6-D30A39FBF464}"/>
                    </a:ext>
                  </a:extLst>
                </p14:cNvPr>
                <p14:cNvContentPartPr/>
                <p14:nvPr/>
              </p14:nvContentPartPr>
              <p14:xfrm>
                <a:off x="2191217" y="4756254"/>
                <a:ext cx="396720" cy="363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8655E2B-72DC-0926-59A6-D30A39FBF46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128217" y="4693254"/>
                  <a:ext cx="522360" cy="16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A834476-1CC5-FE1C-371D-5BCA24B345B9}"/>
              </a:ext>
            </a:extLst>
          </p:cNvPr>
          <p:cNvGrpSpPr/>
          <p:nvPr/>
        </p:nvGrpSpPr>
        <p:grpSpPr>
          <a:xfrm>
            <a:off x="4287137" y="4575534"/>
            <a:ext cx="1026360" cy="260640"/>
            <a:chOff x="4287137" y="4575534"/>
            <a:chExt cx="1026360" cy="26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D273C08-E672-53B1-3107-34ED18BC4C6B}"/>
                    </a:ext>
                  </a:extLst>
                </p14:cNvPr>
                <p14:cNvContentPartPr/>
                <p14:nvPr/>
              </p14:nvContentPartPr>
              <p14:xfrm>
                <a:off x="4287137" y="4670214"/>
                <a:ext cx="997920" cy="777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D273C08-E672-53B1-3107-34ED18BC4C6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269497" y="4652574"/>
                  <a:ext cx="10335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B7AC284-A078-1C07-7282-5D5D52A5A6DF}"/>
                    </a:ext>
                  </a:extLst>
                </p14:cNvPr>
                <p14:cNvContentPartPr/>
                <p14:nvPr/>
              </p14:nvContentPartPr>
              <p14:xfrm>
                <a:off x="5119097" y="4575534"/>
                <a:ext cx="194400" cy="2606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B7AC284-A078-1C07-7282-5D5D52A5A6D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101457" y="4557894"/>
                  <a:ext cx="230040" cy="296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5369DD7C-627E-009E-DCF5-C99E0F3757E3}"/>
                  </a:ext>
                </a:extLst>
              </p14:cNvPr>
              <p14:cNvContentPartPr/>
              <p14:nvPr/>
            </p14:nvContentPartPr>
            <p14:xfrm>
              <a:off x="5422217" y="3503814"/>
              <a:ext cx="1403280" cy="204660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5369DD7C-627E-009E-DCF5-C99E0F3757E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5359217" y="3440814"/>
                <a:ext cx="1528920" cy="217224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34837AB0-EC89-7130-85EA-214B02A29271}"/>
              </a:ext>
            </a:extLst>
          </p:cNvPr>
          <p:cNvGrpSpPr/>
          <p:nvPr/>
        </p:nvGrpSpPr>
        <p:grpSpPr>
          <a:xfrm>
            <a:off x="7000817" y="3521454"/>
            <a:ext cx="1807560" cy="2026440"/>
            <a:chOff x="7000817" y="3521454"/>
            <a:chExt cx="1807560" cy="2026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0A743EC-7019-B7B6-E42D-926C8A2B5E9E}"/>
                    </a:ext>
                  </a:extLst>
                </p14:cNvPr>
                <p14:cNvContentPartPr/>
                <p14:nvPr/>
              </p14:nvContentPartPr>
              <p14:xfrm>
                <a:off x="7000817" y="4718094"/>
                <a:ext cx="532080" cy="453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0A743EC-7019-B7B6-E42D-926C8A2B5E9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938177" y="4655454"/>
                  <a:ext cx="6577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B7478A9-F904-C190-BFCC-2DC0A15A9AFD}"/>
                    </a:ext>
                  </a:extLst>
                </p14:cNvPr>
                <p14:cNvContentPartPr/>
                <p14:nvPr/>
              </p14:nvContentPartPr>
              <p14:xfrm>
                <a:off x="7999817" y="3521454"/>
                <a:ext cx="808560" cy="20264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B7478A9-F904-C190-BFCC-2DC0A15A9AF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936817" y="3458454"/>
                  <a:ext cx="934200" cy="215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1230F56-F235-6540-3F6C-B664CFC2728A}"/>
              </a:ext>
            </a:extLst>
          </p:cNvPr>
          <p:cNvGrpSpPr/>
          <p:nvPr/>
        </p:nvGrpSpPr>
        <p:grpSpPr>
          <a:xfrm>
            <a:off x="5631737" y="3373494"/>
            <a:ext cx="472320" cy="661680"/>
            <a:chOff x="5631737" y="3373494"/>
            <a:chExt cx="472320" cy="661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C822098-CF69-819F-3C6D-B46291F0AB3C}"/>
                    </a:ext>
                  </a:extLst>
                </p14:cNvPr>
                <p14:cNvContentPartPr/>
                <p14:nvPr/>
              </p14:nvContentPartPr>
              <p14:xfrm>
                <a:off x="5769257" y="3593454"/>
                <a:ext cx="78120" cy="4377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C822098-CF69-819F-3C6D-B46291F0AB3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51617" y="3575814"/>
                  <a:ext cx="113760" cy="47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9F501CA-9C2B-DDC6-8F5A-33CD18F8EF0C}"/>
                    </a:ext>
                  </a:extLst>
                </p14:cNvPr>
                <p14:cNvContentPartPr/>
                <p14:nvPr/>
              </p14:nvContentPartPr>
              <p14:xfrm>
                <a:off x="5631737" y="3373494"/>
                <a:ext cx="472320" cy="6616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9F501CA-9C2B-DDC6-8F5A-33CD18F8EF0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613737" y="3355494"/>
                  <a:ext cx="507960" cy="69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94C7367-BEB4-FE4C-087A-0F33BED17DBD}"/>
              </a:ext>
            </a:extLst>
          </p:cNvPr>
          <p:cNvGrpSpPr/>
          <p:nvPr/>
        </p:nvGrpSpPr>
        <p:grpSpPr>
          <a:xfrm>
            <a:off x="6861857" y="4021494"/>
            <a:ext cx="607680" cy="608040"/>
            <a:chOff x="6861857" y="4021494"/>
            <a:chExt cx="607680" cy="608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DEEF9A5-8160-D0DB-1DFE-187F5F3EEA42}"/>
                    </a:ext>
                  </a:extLst>
                </p14:cNvPr>
                <p14:cNvContentPartPr/>
                <p14:nvPr/>
              </p14:nvContentPartPr>
              <p14:xfrm>
                <a:off x="7029977" y="4147134"/>
                <a:ext cx="196920" cy="2307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DEEF9A5-8160-D0DB-1DFE-187F5F3EEA4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012337" y="4129134"/>
                  <a:ext cx="23256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BD53DD5-564B-CAA8-F9D7-A2C65C47F56A}"/>
                    </a:ext>
                  </a:extLst>
                </p14:cNvPr>
                <p14:cNvContentPartPr/>
                <p14:nvPr/>
              </p14:nvContentPartPr>
              <p14:xfrm>
                <a:off x="6861857" y="4021494"/>
                <a:ext cx="607680" cy="6080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BD53DD5-564B-CAA8-F9D7-A2C65C47F56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844217" y="4003494"/>
                  <a:ext cx="643320" cy="64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2A4B1D0-A482-18B5-E6EC-60435BEF11BF}"/>
              </a:ext>
            </a:extLst>
          </p:cNvPr>
          <p:cNvGrpSpPr/>
          <p:nvPr/>
        </p:nvGrpSpPr>
        <p:grpSpPr>
          <a:xfrm>
            <a:off x="8183417" y="2787054"/>
            <a:ext cx="787680" cy="850320"/>
            <a:chOff x="8183417" y="2787054"/>
            <a:chExt cx="787680" cy="850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67B257A-34AF-57D5-4F22-F5030169557E}"/>
                    </a:ext>
                  </a:extLst>
                </p14:cNvPr>
                <p14:cNvContentPartPr/>
                <p14:nvPr/>
              </p14:nvContentPartPr>
              <p14:xfrm>
                <a:off x="8299697" y="3028614"/>
                <a:ext cx="341280" cy="4730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67B257A-34AF-57D5-4F22-F5030169557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281697" y="3010974"/>
                  <a:ext cx="376920" cy="50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B2D2B7B-434C-A4D0-64FD-3AA29DB2359F}"/>
                    </a:ext>
                  </a:extLst>
                </p14:cNvPr>
                <p14:cNvContentPartPr/>
                <p14:nvPr/>
              </p14:nvContentPartPr>
              <p14:xfrm>
                <a:off x="8183417" y="2787054"/>
                <a:ext cx="787680" cy="8503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B2D2B7B-434C-A4D0-64FD-3AA29DB2359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165777" y="2769414"/>
                  <a:ext cx="823320" cy="885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F0A25479-0B37-20CD-3898-FB3321385140}"/>
                  </a:ext>
                </a:extLst>
              </p14:cNvPr>
              <p14:cNvContentPartPr/>
              <p14:nvPr/>
            </p14:nvContentPartPr>
            <p14:xfrm>
              <a:off x="4948457" y="4870014"/>
              <a:ext cx="1089000" cy="107244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F0A25479-0B37-20CD-3898-FB3321385140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930457" y="4852374"/>
                <a:ext cx="1124640" cy="1108080"/>
              </a:xfrm>
              <a:prstGeom prst="rect">
                <a:avLst/>
              </a:prstGeom>
            </p:spPr>
          </p:pic>
        </mc:Fallback>
      </mc:AlternateContent>
      <p:grpSp>
        <p:nvGrpSpPr>
          <p:cNvPr id="63" name="Group 62">
            <a:extLst>
              <a:ext uri="{FF2B5EF4-FFF2-40B4-BE49-F238E27FC236}">
                <a16:creationId xmlns:a16="http://schemas.microsoft.com/office/drawing/2014/main" id="{C04291EE-0E78-C599-F5F7-AFB9DE5B905C}"/>
              </a:ext>
            </a:extLst>
          </p:cNvPr>
          <p:cNvGrpSpPr/>
          <p:nvPr/>
        </p:nvGrpSpPr>
        <p:grpSpPr>
          <a:xfrm>
            <a:off x="8089097" y="4792254"/>
            <a:ext cx="2440440" cy="1266840"/>
            <a:chOff x="8089097" y="4792254"/>
            <a:chExt cx="2440440" cy="126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7C7BD1F-40CB-C412-5108-9FC5D989260D}"/>
                    </a:ext>
                  </a:extLst>
                </p14:cNvPr>
                <p14:cNvContentPartPr/>
                <p14:nvPr/>
              </p14:nvContentPartPr>
              <p14:xfrm>
                <a:off x="8089097" y="4966134"/>
                <a:ext cx="1029960" cy="10929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7C7BD1F-40CB-C412-5108-9FC5D989260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071097" y="4948494"/>
                  <a:ext cx="1065600" cy="11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1D9673E-10B3-D6B2-D91F-057FA62647A5}"/>
                    </a:ext>
                  </a:extLst>
                </p14:cNvPr>
                <p14:cNvContentPartPr/>
                <p14:nvPr/>
              </p14:nvContentPartPr>
              <p14:xfrm>
                <a:off x="8850497" y="5041014"/>
                <a:ext cx="716760" cy="1911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1D9673E-10B3-D6B2-D91F-057FA62647A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832857" y="5023014"/>
                  <a:ext cx="75240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1B0A8AC-9BBF-44AB-FD8F-B4CCBA3A6244}"/>
                    </a:ext>
                  </a:extLst>
                </p14:cNvPr>
                <p14:cNvContentPartPr/>
                <p14:nvPr/>
              </p14:nvContentPartPr>
              <p14:xfrm>
                <a:off x="9333977" y="4995294"/>
                <a:ext cx="215640" cy="2145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1B0A8AC-9BBF-44AB-FD8F-B4CCBA3A624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316337" y="4977654"/>
                  <a:ext cx="2512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C0E40BB-2FC3-3C8C-DC96-26B2580590A5}"/>
                    </a:ext>
                  </a:extLst>
                </p14:cNvPr>
                <p14:cNvContentPartPr/>
                <p14:nvPr/>
              </p14:nvContentPartPr>
              <p14:xfrm>
                <a:off x="9891977" y="4915014"/>
                <a:ext cx="14040" cy="2728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C0E40BB-2FC3-3C8C-DC96-26B2580590A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873977" y="4897374"/>
                  <a:ext cx="4968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920892C-73A3-5A45-21D9-CAD195E543FA}"/>
                    </a:ext>
                  </a:extLst>
                </p14:cNvPr>
                <p14:cNvContentPartPr/>
                <p14:nvPr/>
              </p14:nvContentPartPr>
              <p14:xfrm>
                <a:off x="9891257" y="4829694"/>
                <a:ext cx="81000" cy="1692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920892C-73A3-5A45-21D9-CAD195E543F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873257" y="4811694"/>
                  <a:ext cx="1166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EEF6BAD-D5D3-E8E8-C606-04BAC8B7D393}"/>
                    </a:ext>
                  </a:extLst>
                </p14:cNvPr>
                <p14:cNvContentPartPr/>
                <p14:nvPr/>
              </p14:nvContentPartPr>
              <p14:xfrm>
                <a:off x="10055417" y="4989894"/>
                <a:ext cx="55080" cy="1044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EEF6BAD-D5D3-E8E8-C606-04BAC8B7D39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037777" y="4971894"/>
                  <a:ext cx="907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57781BC-DEF1-FE50-D5ED-9D08BEA157C5}"/>
                    </a:ext>
                  </a:extLst>
                </p14:cNvPr>
                <p14:cNvContentPartPr/>
                <p14:nvPr/>
              </p14:nvContentPartPr>
              <p14:xfrm>
                <a:off x="10074857" y="4843374"/>
                <a:ext cx="22320" cy="75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57781BC-DEF1-FE50-D5ED-9D08BEA157C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056857" y="4825374"/>
                  <a:ext cx="579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8A152B8-A44A-4F50-CB7D-B956273C860D}"/>
                    </a:ext>
                  </a:extLst>
                </p14:cNvPr>
                <p14:cNvContentPartPr/>
                <p14:nvPr/>
              </p14:nvContentPartPr>
              <p14:xfrm>
                <a:off x="10142537" y="5012574"/>
                <a:ext cx="86760" cy="738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8A152B8-A44A-4F50-CB7D-B956273C860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124897" y="4994574"/>
                  <a:ext cx="12240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957F21E-E155-3FE3-86F4-B4DCFA7D2F30}"/>
                    </a:ext>
                  </a:extLst>
                </p14:cNvPr>
                <p14:cNvContentPartPr/>
                <p14:nvPr/>
              </p14:nvContentPartPr>
              <p14:xfrm>
                <a:off x="10174217" y="4993494"/>
                <a:ext cx="79560" cy="1090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957F21E-E155-3FE3-86F4-B4DCFA7D2F3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156217" y="4975494"/>
                  <a:ext cx="11520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551FAFF-4553-5ABC-A6B0-91068F880FB4}"/>
                    </a:ext>
                  </a:extLst>
                </p14:cNvPr>
                <p14:cNvContentPartPr/>
                <p14:nvPr/>
              </p14:nvContentPartPr>
              <p14:xfrm>
                <a:off x="10295897" y="4965414"/>
                <a:ext cx="158760" cy="1486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551FAFF-4553-5ABC-A6B0-91068F880FB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278257" y="4947414"/>
                  <a:ext cx="19440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EA2FFDE-6591-5E04-A94A-D50E77F995DD}"/>
                    </a:ext>
                  </a:extLst>
                </p14:cNvPr>
                <p14:cNvContentPartPr/>
                <p14:nvPr/>
              </p14:nvContentPartPr>
              <p14:xfrm>
                <a:off x="10483457" y="4792254"/>
                <a:ext cx="46080" cy="3391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EA2FFDE-6591-5E04-A94A-D50E77F995D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465457" y="4774614"/>
                  <a:ext cx="81720" cy="37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8FD3542-0498-3E45-7DC9-76E7DFB2CC35}"/>
              </a:ext>
            </a:extLst>
          </p:cNvPr>
          <p:cNvGrpSpPr/>
          <p:nvPr/>
        </p:nvGrpSpPr>
        <p:grpSpPr>
          <a:xfrm>
            <a:off x="10882337" y="4742934"/>
            <a:ext cx="1087920" cy="349200"/>
            <a:chOff x="10882337" y="4742934"/>
            <a:chExt cx="1087920" cy="349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126A2D9-AF64-29DC-1E2E-75D752A95E0D}"/>
                    </a:ext>
                  </a:extLst>
                </p14:cNvPr>
                <p14:cNvContentPartPr/>
                <p14:nvPr/>
              </p14:nvContentPartPr>
              <p14:xfrm>
                <a:off x="10882337" y="4961814"/>
                <a:ext cx="250560" cy="1303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126A2D9-AF64-29DC-1E2E-75D752A95E0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864697" y="4943814"/>
                  <a:ext cx="28620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C5EEBB0-B404-7FCD-D6DF-BC68129DB599}"/>
                    </a:ext>
                  </a:extLst>
                </p14:cNvPr>
                <p14:cNvContentPartPr/>
                <p14:nvPr/>
              </p14:nvContentPartPr>
              <p14:xfrm>
                <a:off x="11247017" y="4943094"/>
                <a:ext cx="6120" cy="1263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C5EEBB0-B404-7FCD-D6DF-BC68129DB59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1229017" y="4925094"/>
                  <a:ext cx="417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45A680D-CEB5-CFDE-7594-9309531D367D}"/>
                    </a:ext>
                  </a:extLst>
                </p14:cNvPr>
                <p14:cNvContentPartPr/>
                <p14:nvPr/>
              </p14:nvContentPartPr>
              <p14:xfrm>
                <a:off x="11199137" y="4790454"/>
                <a:ext cx="11520" cy="367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45A680D-CEB5-CFDE-7594-9309531D367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1181497" y="4772814"/>
                  <a:ext cx="4716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FEBB10B-54EE-4BA7-DC5C-AF1147F1C9C5}"/>
                    </a:ext>
                  </a:extLst>
                </p14:cNvPr>
                <p14:cNvContentPartPr/>
                <p14:nvPr/>
              </p14:nvContentPartPr>
              <p14:xfrm>
                <a:off x="11338817" y="4742934"/>
                <a:ext cx="150840" cy="3304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FEBB10B-54EE-4BA7-DC5C-AF1147F1C9C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321177" y="4725294"/>
                  <a:ext cx="18648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5067332-D0D3-1863-0C5A-13154BE8BD40}"/>
                    </a:ext>
                  </a:extLst>
                </p14:cNvPr>
                <p14:cNvContentPartPr/>
                <p14:nvPr/>
              </p14:nvContentPartPr>
              <p14:xfrm>
                <a:off x="11627537" y="4837254"/>
                <a:ext cx="54360" cy="2030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5067332-D0D3-1863-0C5A-13154BE8BD4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1609897" y="4819614"/>
                  <a:ext cx="9000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9662123-A2ED-099A-6C76-6675DC4699D6}"/>
                    </a:ext>
                  </a:extLst>
                </p14:cNvPr>
                <p14:cNvContentPartPr/>
                <p14:nvPr/>
              </p14:nvContentPartPr>
              <p14:xfrm>
                <a:off x="11573897" y="4851294"/>
                <a:ext cx="396360" cy="1605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9662123-A2ED-099A-6C76-6675DC4699D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556257" y="4833294"/>
                  <a:ext cx="432000" cy="19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8D18C8EA-B1E3-0A2A-EB5E-5CF58B3255D0}"/>
              </a:ext>
            </a:extLst>
          </p:cNvPr>
          <p:cNvGrpSpPr/>
          <p:nvPr/>
        </p:nvGrpSpPr>
        <p:grpSpPr>
          <a:xfrm>
            <a:off x="9237857" y="5662734"/>
            <a:ext cx="1249200" cy="357480"/>
            <a:chOff x="9237857" y="5662734"/>
            <a:chExt cx="1249200" cy="35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6604C13-6F3A-7D9F-6E0F-C237F9B0204A}"/>
                    </a:ext>
                  </a:extLst>
                </p14:cNvPr>
                <p14:cNvContentPartPr/>
                <p14:nvPr/>
              </p14:nvContentPartPr>
              <p14:xfrm>
                <a:off x="9237857" y="5885574"/>
                <a:ext cx="373680" cy="291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6604C13-6F3A-7D9F-6E0F-C237F9B0204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219857" y="5867934"/>
                  <a:ext cx="40932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4ADB755-723B-8EB0-145D-790E2C273D98}"/>
                    </a:ext>
                  </a:extLst>
                </p14:cNvPr>
                <p14:cNvContentPartPr/>
                <p14:nvPr/>
              </p14:nvContentPartPr>
              <p14:xfrm>
                <a:off x="9501017" y="5790534"/>
                <a:ext cx="163800" cy="2296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4ADB755-723B-8EB0-145D-790E2C273D9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483017" y="5772894"/>
                  <a:ext cx="19944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B5036CF-181B-148B-E620-5600C6414BED}"/>
                    </a:ext>
                  </a:extLst>
                </p14:cNvPr>
                <p14:cNvContentPartPr/>
                <p14:nvPr/>
              </p14:nvContentPartPr>
              <p14:xfrm>
                <a:off x="9867857" y="5662734"/>
                <a:ext cx="10080" cy="2491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B5036CF-181B-148B-E620-5600C6414BE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849857" y="5644734"/>
                  <a:ext cx="4572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A820E27-3C1B-B2C1-78E9-39949E4D7287}"/>
                    </a:ext>
                  </a:extLst>
                </p14:cNvPr>
                <p14:cNvContentPartPr/>
                <p14:nvPr/>
              </p14:nvContentPartPr>
              <p14:xfrm>
                <a:off x="9981257" y="5751654"/>
                <a:ext cx="52920" cy="1659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A820E27-3C1B-B2C1-78E9-39949E4D728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963257" y="5734014"/>
                  <a:ext cx="885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1A0C149-03C4-F061-DB5A-FA9ED3EB6B46}"/>
                    </a:ext>
                  </a:extLst>
                </p14:cNvPr>
                <p14:cNvContentPartPr/>
                <p14:nvPr/>
              </p14:nvContentPartPr>
              <p14:xfrm>
                <a:off x="9898097" y="5811414"/>
                <a:ext cx="330120" cy="1544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1A0C149-03C4-F061-DB5A-FA9ED3EB6B4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880097" y="5793774"/>
                  <a:ext cx="36576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56120DC-9EC3-975E-9546-88897DB0DF4F}"/>
                    </a:ext>
                  </a:extLst>
                </p14:cNvPr>
                <p14:cNvContentPartPr/>
                <p14:nvPr/>
              </p14:nvContentPartPr>
              <p14:xfrm>
                <a:off x="10286177" y="5834094"/>
                <a:ext cx="200880" cy="1281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56120DC-9EC3-975E-9546-88897DB0DF4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268537" y="5816454"/>
                  <a:ext cx="236520" cy="16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CCCE4D9-7C46-FEF0-0AEA-E073DA3440C5}"/>
              </a:ext>
            </a:extLst>
          </p:cNvPr>
          <p:cNvGrpSpPr/>
          <p:nvPr/>
        </p:nvGrpSpPr>
        <p:grpSpPr>
          <a:xfrm>
            <a:off x="10816097" y="5618454"/>
            <a:ext cx="918720" cy="385560"/>
            <a:chOff x="10816097" y="5618454"/>
            <a:chExt cx="918720" cy="38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309D663-DDC8-970D-BFD9-AE363369D204}"/>
                    </a:ext>
                  </a:extLst>
                </p14:cNvPr>
                <p14:cNvContentPartPr/>
                <p14:nvPr/>
              </p14:nvContentPartPr>
              <p14:xfrm>
                <a:off x="10834097" y="5810694"/>
                <a:ext cx="31320" cy="1933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309D663-DDC8-970D-BFD9-AE363369D20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816457" y="5793054"/>
                  <a:ext cx="6696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01E8298-C244-C248-EB94-46A11C23CD67}"/>
                    </a:ext>
                  </a:extLst>
                </p14:cNvPr>
                <p14:cNvContentPartPr/>
                <p14:nvPr/>
              </p14:nvContentPartPr>
              <p14:xfrm>
                <a:off x="10816097" y="5790174"/>
                <a:ext cx="84960" cy="993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01E8298-C244-C248-EB94-46A11C23CD6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798097" y="5772534"/>
                  <a:ext cx="1206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8988AA2-23BF-321E-102A-F93639C278E9}"/>
                    </a:ext>
                  </a:extLst>
                </p14:cNvPr>
                <p14:cNvContentPartPr/>
                <p14:nvPr/>
              </p14:nvContentPartPr>
              <p14:xfrm>
                <a:off x="10966217" y="5817174"/>
                <a:ext cx="25560" cy="1011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8988AA2-23BF-321E-102A-F93639C278E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948577" y="5799534"/>
                  <a:ext cx="6120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0B9A0FF-BB6A-BFC5-AD3E-DDE061DB5D14}"/>
                    </a:ext>
                  </a:extLst>
                </p14:cNvPr>
                <p14:cNvContentPartPr/>
                <p14:nvPr/>
              </p14:nvContentPartPr>
              <p14:xfrm>
                <a:off x="10974497" y="5678934"/>
                <a:ext cx="55080" cy="529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0B9A0FF-BB6A-BFC5-AD3E-DDE061DB5D1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956497" y="5661294"/>
                  <a:ext cx="907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7BF2FCC-C37F-7104-15B8-01A408550611}"/>
                    </a:ext>
                  </a:extLst>
                </p14:cNvPr>
                <p14:cNvContentPartPr/>
                <p14:nvPr/>
              </p14:nvContentPartPr>
              <p14:xfrm>
                <a:off x="11086457" y="5827974"/>
                <a:ext cx="110880" cy="1303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7BF2FCC-C37F-7104-15B8-01A40855061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068817" y="5810334"/>
                  <a:ext cx="1465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95ED9E5-3C81-A758-ACC2-40913DA1723D}"/>
                    </a:ext>
                  </a:extLst>
                </p14:cNvPr>
                <p14:cNvContentPartPr/>
                <p14:nvPr/>
              </p14:nvContentPartPr>
              <p14:xfrm>
                <a:off x="11075297" y="5834814"/>
                <a:ext cx="130680" cy="1508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95ED9E5-3C81-A758-ACC2-40913DA1723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057657" y="5817174"/>
                  <a:ext cx="1663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38513D2-1BE5-E69B-3B95-37234AE69EB4}"/>
                    </a:ext>
                  </a:extLst>
                </p14:cNvPr>
                <p14:cNvContentPartPr/>
                <p14:nvPr/>
              </p14:nvContentPartPr>
              <p14:xfrm>
                <a:off x="11220377" y="5807454"/>
                <a:ext cx="138600" cy="1396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38513D2-1BE5-E69B-3B95-37234AE69EB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202737" y="5789814"/>
                  <a:ext cx="17424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788EAE8-5B8C-D79E-7405-33B791B2635F}"/>
                    </a:ext>
                  </a:extLst>
                </p14:cNvPr>
                <p14:cNvContentPartPr/>
                <p14:nvPr/>
              </p14:nvContentPartPr>
              <p14:xfrm>
                <a:off x="11475617" y="5618454"/>
                <a:ext cx="70200" cy="2883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788EAE8-5B8C-D79E-7405-33B791B2635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457977" y="5600814"/>
                  <a:ext cx="10584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DFA194B2-19EC-B583-C7FA-5F4B4C1A7AF8}"/>
                    </a:ext>
                  </a:extLst>
                </p14:cNvPr>
                <p14:cNvContentPartPr/>
                <p14:nvPr/>
              </p14:nvContentPartPr>
              <p14:xfrm>
                <a:off x="11679737" y="5791974"/>
                <a:ext cx="55080" cy="1944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DFA194B2-19EC-B583-C7FA-5F4B4C1A7AF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1661737" y="5774334"/>
                  <a:ext cx="90720" cy="23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1DAD2E5D-A440-52C5-649C-0C98D3D5CD72}"/>
              </a:ext>
            </a:extLst>
          </p:cNvPr>
          <p:cNvGrpSpPr/>
          <p:nvPr/>
        </p:nvGrpSpPr>
        <p:grpSpPr>
          <a:xfrm>
            <a:off x="9833297" y="6367254"/>
            <a:ext cx="551520" cy="149400"/>
            <a:chOff x="9833297" y="6367254"/>
            <a:chExt cx="551520" cy="14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690F351-D9AC-B4AB-8D85-6AB2F0CFE058}"/>
                    </a:ext>
                  </a:extLst>
                </p14:cNvPr>
                <p14:cNvContentPartPr/>
                <p14:nvPr/>
              </p14:nvContentPartPr>
              <p14:xfrm>
                <a:off x="9833297" y="6367254"/>
                <a:ext cx="221040" cy="1494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690F351-D9AC-B4AB-8D85-6AB2F0CFE05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815657" y="6349254"/>
                  <a:ext cx="2566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9BDB356-CF75-80B7-2A3F-C27B04917E70}"/>
                    </a:ext>
                  </a:extLst>
                </p14:cNvPr>
                <p14:cNvContentPartPr/>
                <p14:nvPr/>
              </p14:nvContentPartPr>
              <p14:xfrm>
                <a:off x="10096817" y="6375174"/>
                <a:ext cx="91440" cy="1047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9BDB356-CF75-80B7-2A3F-C27B04917E70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079177" y="6357174"/>
                  <a:ext cx="1270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DC73EB8-C514-A6F6-002E-A35CC8098147}"/>
                    </a:ext>
                  </a:extLst>
                </p14:cNvPr>
                <p14:cNvContentPartPr/>
                <p14:nvPr/>
              </p14:nvContentPartPr>
              <p14:xfrm>
                <a:off x="10292297" y="6372654"/>
                <a:ext cx="92520" cy="838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DC73EB8-C514-A6F6-002E-A35CC809814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274657" y="6354654"/>
                  <a:ext cx="128160" cy="11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D15CDD3D-371A-1531-94BC-4CCC08880184}"/>
              </a:ext>
            </a:extLst>
          </p:cNvPr>
          <p:cNvGrpSpPr/>
          <p:nvPr/>
        </p:nvGrpSpPr>
        <p:grpSpPr>
          <a:xfrm>
            <a:off x="10669577" y="6292374"/>
            <a:ext cx="1324800" cy="274320"/>
            <a:chOff x="10669577" y="6292374"/>
            <a:chExt cx="1324800" cy="274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226A3BB-AD84-3D83-02D2-1F0D108A9FD8}"/>
                    </a:ext>
                  </a:extLst>
                </p14:cNvPr>
                <p14:cNvContentPartPr/>
                <p14:nvPr/>
              </p14:nvContentPartPr>
              <p14:xfrm>
                <a:off x="10669577" y="6357174"/>
                <a:ext cx="195120" cy="1728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226A3BB-AD84-3D83-02D2-1F0D108A9FD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651937" y="6339174"/>
                  <a:ext cx="23076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C0E0D0F-EFE5-7A92-2E51-50927A236CCA}"/>
                    </a:ext>
                  </a:extLst>
                </p14:cNvPr>
                <p14:cNvContentPartPr/>
                <p14:nvPr/>
              </p14:nvContentPartPr>
              <p14:xfrm>
                <a:off x="10826897" y="6370854"/>
                <a:ext cx="104040" cy="1746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C0E0D0F-EFE5-7A92-2E51-50927A236CC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808897" y="6353214"/>
                  <a:ext cx="1396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5BA333C-7F5D-A365-C147-F84ED8EFAC99}"/>
                    </a:ext>
                  </a:extLst>
                </p14:cNvPr>
                <p14:cNvContentPartPr/>
                <p14:nvPr/>
              </p14:nvContentPartPr>
              <p14:xfrm>
                <a:off x="10945337" y="6380214"/>
                <a:ext cx="213480" cy="1422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5BA333C-7F5D-A365-C147-F84ED8EFAC99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927697" y="6362574"/>
                  <a:ext cx="2491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5A112B6-2938-CA11-915E-7248AEFB76B7}"/>
                    </a:ext>
                  </a:extLst>
                </p14:cNvPr>
                <p14:cNvContentPartPr/>
                <p14:nvPr/>
              </p14:nvContentPartPr>
              <p14:xfrm>
                <a:off x="11162417" y="6382014"/>
                <a:ext cx="158400" cy="1846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5A112B6-2938-CA11-915E-7248AEFB76B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1144417" y="6364374"/>
                  <a:ext cx="19404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374179C-FA02-EC75-D2ED-292512FF5591}"/>
                    </a:ext>
                  </a:extLst>
                </p14:cNvPr>
                <p14:cNvContentPartPr/>
                <p14:nvPr/>
              </p14:nvContentPartPr>
              <p14:xfrm>
                <a:off x="11294537" y="6420894"/>
                <a:ext cx="105480" cy="867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374179C-FA02-EC75-D2ED-292512FF559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1276897" y="6403254"/>
                  <a:ext cx="1411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C04A8CC1-601A-6960-2D2B-C6C06EB4BE06}"/>
                    </a:ext>
                  </a:extLst>
                </p14:cNvPr>
                <p14:cNvContentPartPr/>
                <p14:nvPr/>
              </p14:nvContentPartPr>
              <p14:xfrm>
                <a:off x="11421257" y="6423054"/>
                <a:ext cx="92160" cy="1234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C04A8CC1-601A-6960-2D2B-C6C06EB4BE0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1403617" y="6405414"/>
                  <a:ext cx="1278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6A90D3C-6FBA-D387-AD72-20468F0DF05E}"/>
                    </a:ext>
                  </a:extLst>
                </p14:cNvPr>
                <p14:cNvContentPartPr/>
                <p14:nvPr/>
              </p14:nvContentPartPr>
              <p14:xfrm>
                <a:off x="11585777" y="6391014"/>
                <a:ext cx="82080" cy="1206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6A90D3C-6FBA-D387-AD72-20468F0DF05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1568137" y="6373014"/>
                  <a:ext cx="1177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060AE14-20CF-8627-3828-31FFFC36D29F}"/>
                    </a:ext>
                  </a:extLst>
                </p14:cNvPr>
                <p14:cNvContentPartPr/>
                <p14:nvPr/>
              </p14:nvContentPartPr>
              <p14:xfrm>
                <a:off x="11709257" y="6292374"/>
                <a:ext cx="70200" cy="1940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060AE14-20CF-8627-3828-31FFFC36D29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691257" y="6274734"/>
                  <a:ext cx="1058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BC9CFB2-6676-3E71-9F1F-97CBAF138BF4}"/>
                    </a:ext>
                  </a:extLst>
                </p14:cNvPr>
                <p14:cNvContentPartPr/>
                <p14:nvPr/>
              </p14:nvContentPartPr>
              <p14:xfrm>
                <a:off x="11736977" y="6333414"/>
                <a:ext cx="132120" cy="1346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BC9CFB2-6676-3E71-9F1F-97CBAF138BF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718977" y="6315414"/>
                  <a:ext cx="1677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92FD25C-2899-0D61-4ECD-EBFA0657FD50}"/>
                    </a:ext>
                  </a:extLst>
                </p14:cNvPr>
                <p14:cNvContentPartPr/>
                <p14:nvPr/>
              </p14:nvContentPartPr>
              <p14:xfrm>
                <a:off x="11954417" y="6304614"/>
                <a:ext cx="39960" cy="835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92FD25C-2899-0D61-4ECD-EBFA0657FD5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936777" y="6286974"/>
                  <a:ext cx="75600" cy="119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666538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487EB-4E6F-422B-8DFF-ED963B7EF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data </a:t>
            </a:r>
          </a:p>
        </p:txBody>
      </p:sp>
      <p:pic>
        <p:nvPicPr>
          <p:cNvPr id="6" name="Content Placeholder 5" descr="A screenshot of a graph&#10;&#10;Description automatically generated">
            <a:extLst>
              <a:ext uri="{FF2B5EF4-FFF2-40B4-BE49-F238E27FC236}">
                <a16:creationId xmlns:a16="http://schemas.microsoft.com/office/drawing/2014/main" id="{0CF5B2DF-C549-548A-1273-E526AB4189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154" y="1157716"/>
            <a:ext cx="9677249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CD339A-ADD0-1E41-2675-E6FB833C62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EC43AD5-B6D7-ED11-95DB-D0128CC018EF}"/>
              </a:ext>
            </a:extLst>
          </p:cNvPr>
          <p:cNvGrpSpPr/>
          <p:nvPr/>
        </p:nvGrpSpPr>
        <p:grpSpPr>
          <a:xfrm>
            <a:off x="10629257" y="1950774"/>
            <a:ext cx="359640" cy="1158120"/>
            <a:chOff x="10629257" y="1950774"/>
            <a:chExt cx="359640" cy="115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118C99F-C6A4-46BF-0B39-98E655C2E083}"/>
                    </a:ext>
                  </a:extLst>
                </p14:cNvPr>
                <p14:cNvContentPartPr/>
                <p14:nvPr/>
              </p14:nvContentPartPr>
              <p14:xfrm>
                <a:off x="10739777" y="2060934"/>
                <a:ext cx="38160" cy="1706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118C99F-C6A4-46BF-0B39-98E655C2E08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0721777" y="2042934"/>
                  <a:ext cx="738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419E968-5FED-143C-78BA-3266EE2699F4}"/>
                    </a:ext>
                  </a:extLst>
                </p14:cNvPr>
                <p14:cNvContentPartPr/>
                <p14:nvPr/>
              </p14:nvContentPartPr>
              <p14:xfrm>
                <a:off x="10629257" y="1950774"/>
                <a:ext cx="271080" cy="3297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419E968-5FED-143C-78BA-3266EE2699F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611257" y="1933134"/>
                  <a:ext cx="30672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14A57F4-FF64-57C6-EDF0-305359CC7AE2}"/>
                    </a:ext>
                  </a:extLst>
                </p14:cNvPr>
                <p14:cNvContentPartPr/>
                <p14:nvPr/>
              </p14:nvContentPartPr>
              <p14:xfrm>
                <a:off x="10743377" y="2306094"/>
                <a:ext cx="99720" cy="1760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14A57F4-FF64-57C6-EDF0-305359CC7AE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725377" y="2288094"/>
                  <a:ext cx="13536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FB553E8-ED2B-EE62-A679-09AA59DCDCAB}"/>
                    </a:ext>
                  </a:extLst>
                </p14:cNvPr>
                <p14:cNvContentPartPr/>
                <p14:nvPr/>
              </p14:nvContentPartPr>
              <p14:xfrm>
                <a:off x="10647977" y="2225094"/>
                <a:ext cx="245520" cy="3218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FB553E8-ED2B-EE62-A679-09AA59DCDCA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630337" y="2207094"/>
                  <a:ext cx="28116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3AA84E8-E0CE-EB70-5224-383F9212B60D}"/>
                    </a:ext>
                  </a:extLst>
                </p14:cNvPr>
                <p14:cNvContentPartPr/>
                <p14:nvPr/>
              </p14:nvContentPartPr>
              <p14:xfrm>
                <a:off x="10763897" y="2589774"/>
                <a:ext cx="66960" cy="1249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3AA84E8-E0CE-EB70-5224-383F9212B60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745897" y="2571774"/>
                  <a:ext cx="1026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ED454EA-F5A2-459C-B644-9161DB845936}"/>
                    </a:ext>
                  </a:extLst>
                </p14:cNvPr>
                <p14:cNvContentPartPr/>
                <p14:nvPr/>
              </p14:nvContentPartPr>
              <p14:xfrm>
                <a:off x="10652657" y="2541534"/>
                <a:ext cx="263520" cy="2696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ED454EA-F5A2-459C-B644-9161DB84593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635017" y="2523534"/>
                  <a:ext cx="29916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696EEB2-019D-B557-0DDC-3591DB62E984}"/>
                    </a:ext>
                  </a:extLst>
                </p14:cNvPr>
                <p14:cNvContentPartPr/>
                <p14:nvPr/>
              </p14:nvContentPartPr>
              <p14:xfrm>
                <a:off x="10763537" y="2928534"/>
                <a:ext cx="114120" cy="756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696EEB2-019D-B557-0DDC-3591DB62E984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745897" y="2910534"/>
                  <a:ext cx="1497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5CC9FCB-C8BD-7597-99EB-C17A480C70BA}"/>
                    </a:ext>
                  </a:extLst>
                </p14:cNvPr>
                <p14:cNvContentPartPr/>
                <p14:nvPr/>
              </p14:nvContentPartPr>
              <p14:xfrm>
                <a:off x="10816817" y="2921694"/>
                <a:ext cx="14400" cy="1857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5CC9FCB-C8BD-7597-99EB-C17A480C70B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798817" y="2904054"/>
                  <a:ext cx="500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597CC8D-D3A7-A5BE-BF18-FCD5BEEAD9E6}"/>
                    </a:ext>
                  </a:extLst>
                </p14:cNvPr>
                <p14:cNvContentPartPr/>
                <p14:nvPr/>
              </p14:nvContentPartPr>
              <p14:xfrm>
                <a:off x="10687217" y="2773374"/>
                <a:ext cx="301680" cy="3355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597CC8D-D3A7-A5BE-BF18-FCD5BEEAD9E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669217" y="2755734"/>
                  <a:ext cx="337320" cy="371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381883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C69F8-C754-DF0C-C2A4-7E1EAF991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RMS of acceleration in each axis as the feature</a:t>
            </a:r>
          </a:p>
        </p:txBody>
      </p:sp>
      <p:pic>
        <p:nvPicPr>
          <p:cNvPr id="6" name="Content Placeholder 5" descr="A screenshot of a graph&#10;&#10;Description automatically generated">
            <a:extLst>
              <a:ext uri="{FF2B5EF4-FFF2-40B4-BE49-F238E27FC236}">
                <a16:creationId xmlns:a16="http://schemas.microsoft.com/office/drawing/2014/main" id="{9F556B18-ED18-3F5D-22AB-DBC7FE9120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0056" y="1094104"/>
            <a:ext cx="5585791" cy="481894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899E1-59FF-7CFB-6842-6C0637618C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16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F250F28-1236-3C1F-BF00-156E06218429}"/>
                  </a:ext>
                </a:extLst>
              </p14:cNvPr>
              <p14:cNvContentPartPr/>
              <p14:nvPr/>
            </p14:nvContentPartPr>
            <p14:xfrm>
              <a:off x="3289937" y="1387014"/>
              <a:ext cx="239040" cy="3967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F250F28-1236-3C1F-BF00-156E0621842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271937" y="1369374"/>
                <a:ext cx="274680" cy="43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F8C7C8A0-8B74-989F-9523-B58B88385B0A}"/>
                  </a:ext>
                </a:extLst>
              </p14:cNvPr>
              <p14:cNvContentPartPr/>
              <p14:nvPr/>
            </p14:nvContentPartPr>
            <p14:xfrm>
              <a:off x="5266697" y="1445694"/>
              <a:ext cx="182160" cy="3999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F8C7C8A0-8B74-989F-9523-B58B88385B0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249057" y="1428054"/>
                <a:ext cx="217800" cy="43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86E18EB1-AB51-2305-0A59-3153F957BC14}"/>
                  </a:ext>
                </a:extLst>
              </p14:cNvPr>
              <p14:cNvContentPartPr/>
              <p14:nvPr/>
            </p14:nvContentPartPr>
            <p14:xfrm>
              <a:off x="7141577" y="1487814"/>
              <a:ext cx="217080" cy="36324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86E18EB1-AB51-2305-0A59-3153F957BC14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123937" y="1470174"/>
                <a:ext cx="252720" cy="39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E8717BE-2391-A501-DFB1-2FC577A408E7}"/>
                  </a:ext>
                </a:extLst>
              </p14:cNvPr>
              <p14:cNvContentPartPr/>
              <p14:nvPr/>
            </p14:nvContentPartPr>
            <p14:xfrm>
              <a:off x="5705177" y="3038334"/>
              <a:ext cx="910440" cy="150444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E8717BE-2391-A501-DFB1-2FC577A408E7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687537" y="3020334"/>
                <a:ext cx="946080" cy="1540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44991483-8FDB-341C-D594-005BEC3FFDE4}"/>
              </a:ext>
            </a:extLst>
          </p:cNvPr>
          <p:cNvGrpSpPr/>
          <p:nvPr/>
        </p:nvGrpSpPr>
        <p:grpSpPr>
          <a:xfrm>
            <a:off x="6879497" y="3470694"/>
            <a:ext cx="938160" cy="273240"/>
            <a:chOff x="6879497" y="3470694"/>
            <a:chExt cx="938160" cy="273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98AA246-3372-4C54-E2ED-C17EFA727390}"/>
                    </a:ext>
                  </a:extLst>
                </p14:cNvPr>
                <p14:cNvContentPartPr/>
                <p14:nvPr/>
              </p14:nvContentPartPr>
              <p14:xfrm>
                <a:off x="6879497" y="3517494"/>
                <a:ext cx="203400" cy="2264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98AA246-3372-4C54-E2ED-C17EFA72739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861497" y="3499854"/>
                  <a:ext cx="23904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C746500-0818-AC48-CC63-89F227222AFC}"/>
                    </a:ext>
                  </a:extLst>
                </p14:cNvPr>
                <p14:cNvContentPartPr/>
                <p14:nvPr/>
              </p14:nvContentPartPr>
              <p14:xfrm>
                <a:off x="7131497" y="3614334"/>
                <a:ext cx="10080" cy="1249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C746500-0818-AC48-CC63-89F227222AF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113857" y="3596694"/>
                  <a:ext cx="4572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C0E6036-65C2-C450-417A-BC3F44E55EBF}"/>
                    </a:ext>
                  </a:extLst>
                </p14:cNvPr>
                <p14:cNvContentPartPr/>
                <p14:nvPr/>
              </p14:nvContentPartPr>
              <p14:xfrm>
                <a:off x="7118897" y="3505254"/>
                <a:ext cx="5040" cy="442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C0E6036-65C2-C450-417A-BC3F44E55EB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101257" y="3487614"/>
                  <a:ext cx="406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561D699-B809-15FD-76E4-5D8643AFECAF}"/>
                    </a:ext>
                  </a:extLst>
                </p14:cNvPr>
                <p14:cNvContentPartPr/>
                <p14:nvPr/>
              </p14:nvContentPartPr>
              <p14:xfrm>
                <a:off x="7247417" y="3585894"/>
                <a:ext cx="93960" cy="961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561D699-B809-15FD-76E4-5D8643AFECA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229417" y="3567894"/>
                  <a:ext cx="12960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3466A55-A5C2-81B4-E130-3CC49C78E1A8}"/>
                    </a:ext>
                  </a:extLst>
                </p14:cNvPr>
                <p14:cNvContentPartPr/>
                <p14:nvPr/>
              </p14:nvContentPartPr>
              <p14:xfrm>
                <a:off x="7440017" y="3571134"/>
                <a:ext cx="74160" cy="1368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3466A55-A5C2-81B4-E130-3CC49C78E1A8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422017" y="3553134"/>
                  <a:ext cx="1098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72DE53C-D04D-DEB9-6521-7B053BCED7B1}"/>
                    </a:ext>
                  </a:extLst>
                </p14:cNvPr>
                <p14:cNvContentPartPr/>
                <p14:nvPr/>
              </p14:nvContentPartPr>
              <p14:xfrm>
                <a:off x="7610657" y="3470694"/>
                <a:ext cx="28440" cy="1774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72DE53C-D04D-DEB9-6521-7B053BCED7B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592657" y="3452694"/>
                  <a:ext cx="64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F49A247-05BF-0805-4498-040570B58D37}"/>
                    </a:ext>
                  </a:extLst>
                </p14:cNvPr>
                <p14:cNvContentPartPr/>
                <p14:nvPr/>
              </p14:nvContentPartPr>
              <p14:xfrm>
                <a:off x="7695257" y="3546294"/>
                <a:ext cx="122400" cy="1422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F49A247-05BF-0805-4498-040570B58D3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677257" y="3528294"/>
                  <a:ext cx="158040" cy="17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8D8F99C-60E3-D093-5E1B-01FFC065F54E}"/>
              </a:ext>
            </a:extLst>
          </p:cNvPr>
          <p:cNvGrpSpPr/>
          <p:nvPr/>
        </p:nvGrpSpPr>
        <p:grpSpPr>
          <a:xfrm>
            <a:off x="4719137" y="2097654"/>
            <a:ext cx="2153520" cy="2544840"/>
            <a:chOff x="4719137" y="2097654"/>
            <a:chExt cx="2153520" cy="254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874A440-E415-A63C-95FD-24487E9D8A91}"/>
                    </a:ext>
                  </a:extLst>
                </p14:cNvPr>
                <p14:cNvContentPartPr/>
                <p14:nvPr/>
              </p14:nvContentPartPr>
              <p14:xfrm>
                <a:off x="4719137" y="2388894"/>
                <a:ext cx="1250280" cy="22536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874A440-E415-A63C-95FD-24487E9D8A9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701497" y="2370894"/>
                  <a:ext cx="1285920" cy="228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0898346-D475-99FA-E036-5BC9005BE86D}"/>
                    </a:ext>
                  </a:extLst>
                </p14:cNvPr>
                <p14:cNvContentPartPr/>
                <p14:nvPr/>
              </p14:nvContentPartPr>
              <p14:xfrm>
                <a:off x="5540297" y="2183334"/>
                <a:ext cx="194760" cy="1724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0898346-D475-99FA-E036-5BC9005BE86D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522297" y="2165694"/>
                  <a:ext cx="2304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60ED30D-0B4B-BA5E-E5A5-37E2492A1E24}"/>
                    </a:ext>
                  </a:extLst>
                </p14:cNvPr>
                <p14:cNvContentPartPr/>
                <p14:nvPr/>
              </p14:nvContentPartPr>
              <p14:xfrm>
                <a:off x="5807057" y="2261454"/>
                <a:ext cx="42120" cy="1512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60ED30D-0B4B-BA5E-E5A5-37E2492A1E2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789417" y="2243814"/>
                  <a:ext cx="7776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AF38FE4-53BF-30BE-64F0-C7EDEC97871E}"/>
                    </a:ext>
                  </a:extLst>
                </p14:cNvPr>
                <p14:cNvContentPartPr/>
                <p14:nvPr/>
              </p14:nvContentPartPr>
              <p14:xfrm>
                <a:off x="5823977" y="2229774"/>
                <a:ext cx="70200" cy="921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AF38FE4-53BF-30BE-64F0-C7EDEC97871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805977" y="2211774"/>
                  <a:ext cx="10584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8B2FE34-AF8E-AC72-796F-E83605264E08}"/>
                    </a:ext>
                  </a:extLst>
                </p14:cNvPr>
                <p14:cNvContentPartPr/>
                <p14:nvPr/>
              </p14:nvContentPartPr>
              <p14:xfrm>
                <a:off x="5961857" y="2285574"/>
                <a:ext cx="57960" cy="28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8B2FE34-AF8E-AC72-796F-E83605264E0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943857" y="2267934"/>
                  <a:ext cx="936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E70ED7F-0C40-715F-8E73-E16E0C49B4CC}"/>
                    </a:ext>
                  </a:extLst>
                </p14:cNvPr>
                <p14:cNvContentPartPr/>
                <p14:nvPr/>
              </p14:nvContentPartPr>
              <p14:xfrm>
                <a:off x="6096497" y="2109894"/>
                <a:ext cx="133200" cy="2041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E70ED7F-0C40-715F-8E73-E16E0C49B4C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078857" y="2091894"/>
                  <a:ext cx="1688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57CD280-FA18-10FE-119A-D51EE5279113}"/>
                    </a:ext>
                  </a:extLst>
                </p14:cNvPr>
                <p14:cNvContentPartPr/>
                <p14:nvPr/>
              </p14:nvContentPartPr>
              <p14:xfrm>
                <a:off x="6312137" y="2130774"/>
                <a:ext cx="57960" cy="1440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57CD280-FA18-10FE-119A-D51EE527911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294137" y="2113134"/>
                  <a:ext cx="936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E1E10A2-80A2-D02D-2A21-B4DEE6D1FA9E}"/>
                    </a:ext>
                  </a:extLst>
                </p14:cNvPr>
                <p14:cNvContentPartPr/>
                <p14:nvPr/>
              </p14:nvContentPartPr>
              <p14:xfrm>
                <a:off x="6459377" y="2151294"/>
                <a:ext cx="174600" cy="1065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E1E10A2-80A2-D02D-2A21-B4DEE6D1FA9E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441737" y="2133294"/>
                  <a:ext cx="2102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2F1DE62-0919-B336-D453-DAD636637771}"/>
                    </a:ext>
                  </a:extLst>
                </p14:cNvPr>
                <p14:cNvContentPartPr/>
                <p14:nvPr/>
              </p14:nvContentPartPr>
              <p14:xfrm>
                <a:off x="6710297" y="2097654"/>
                <a:ext cx="162360" cy="954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2F1DE62-0919-B336-D453-DAD63663777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692657" y="2080014"/>
                  <a:ext cx="198000" cy="13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2748BC1-2329-9E42-7AB7-328A01C8C1A7}"/>
              </a:ext>
            </a:extLst>
          </p:cNvPr>
          <p:cNvGrpSpPr/>
          <p:nvPr/>
        </p:nvGrpSpPr>
        <p:grpSpPr>
          <a:xfrm>
            <a:off x="5134577" y="4784694"/>
            <a:ext cx="1978920" cy="1407240"/>
            <a:chOff x="5134577" y="4784694"/>
            <a:chExt cx="1978920" cy="1407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67DDBA5-04B9-03D4-F237-1729CDCB51B3}"/>
                    </a:ext>
                  </a:extLst>
                </p14:cNvPr>
                <p14:cNvContentPartPr/>
                <p14:nvPr/>
              </p14:nvContentPartPr>
              <p14:xfrm>
                <a:off x="5134577" y="4784694"/>
                <a:ext cx="660960" cy="10314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67DDBA5-04B9-03D4-F237-1729CDCB51B3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116577" y="4767054"/>
                  <a:ext cx="696600" cy="10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8983962-D49A-F1D0-C843-EDC44D2B021B}"/>
                    </a:ext>
                  </a:extLst>
                </p14:cNvPr>
                <p14:cNvContentPartPr/>
                <p14:nvPr/>
              </p14:nvContentPartPr>
              <p14:xfrm>
                <a:off x="5686817" y="5723214"/>
                <a:ext cx="469080" cy="3038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8983962-D49A-F1D0-C843-EDC44D2B021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5668817" y="5705574"/>
                  <a:ext cx="504720" cy="33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BBE552D-BFDF-C72A-3834-09CB21098E31}"/>
                    </a:ext>
                  </a:extLst>
                </p14:cNvPr>
                <p14:cNvContentPartPr/>
                <p14:nvPr/>
              </p14:nvContentPartPr>
              <p14:xfrm>
                <a:off x="6117017" y="5855694"/>
                <a:ext cx="115920" cy="2167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BBE552D-BFDF-C72A-3834-09CB21098E3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099017" y="5837694"/>
                  <a:ext cx="1515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30F9E1B-A133-BEF4-B3AC-35A65B339274}"/>
                    </a:ext>
                  </a:extLst>
                </p14:cNvPr>
                <p14:cNvContentPartPr/>
                <p14:nvPr/>
              </p14:nvContentPartPr>
              <p14:xfrm>
                <a:off x="6469817" y="5979534"/>
                <a:ext cx="41760" cy="2124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30F9E1B-A133-BEF4-B3AC-35A65B33927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451817" y="5961894"/>
                  <a:ext cx="7740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48AF348-970A-1A5D-039E-8BCF15653372}"/>
                    </a:ext>
                  </a:extLst>
                </p14:cNvPr>
                <p14:cNvContentPartPr/>
                <p14:nvPr/>
              </p14:nvContentPartPr>
              <p14:xfrm>
                <a:off x="6475577" y="5906454"/>
                <a:ext cx="16920" cy="482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48AF348-970A-1A5D-039E-8BCF1565337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457577" y="5888814"/>
                  <a:ext cx="5256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00D297E-8820-A964-15D2-AECFE17E661B}"/>
                    </a:ext>
                  </a:extLst>
                </p14:cNvPr>
                <p14:cNvContentPartPr/>
                <p14:nvPr/>
              </p14:nvContentPartPr>
              <p14:xfrm>
                <a:off x="6650537" y="5949294"/>
                <a:ext cx="109080" cy="2376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00D297E-8820-A964-15D2-AECFE17E661B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632897" y="5931294"/>
                  <a:ext cx="1447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7A1222C-A198-7F5C-C854-CCB48689CA5B}"/>
                    </a:ext>
                  </a:extLst>
                </p14:cNvPr>
                <p14:cNvContentPartPr/>
                <p14:nvPr/>
              </p14:nvContentPartPr>
              <p14:xfrm>
                <a:off x="6870497" y="5968734"/>
                <a:ext cx="48240" cy="1681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7A1222C-A198-7F5C-C854-CCB48689CA5B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852857" y="5951094"/>
                  <a:ext cx="838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EAAAAAF-D69E-26D4-C5BA-083D8D085CB5}"/>
                    </a:ext>
                  </a:extLst>
                </p14:cNvPr>
                <p14:cNvContentPartPr/>
                <p14:nvPr/>
              </p14:nvContentPartPr>
              <p14:xfrm>
                <a:off x="6974537" y="6035334"/>
                <a:ext cx="138960" cy="1382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EAAAAAF-D69E-26D4-C5BA-083D8D085CB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956897" y="6017334"/>
                  <a:ext cx="174600" cy="17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19BD4F0-AB40-84F6-2B6E-210475D5E4FC}"/>
              </a:ext>
            </a:extLst>
          </p:cNvPr>
          <p:cNvGrpSpPr/>
          <p:nvPr/>
        </p:nvGrpSpPr>
        <p:grpSpPr>
          <a:xfrm>
            <a:off x="5829017" y="4369614"/>
            <a:ext cx="3579840" cy="808920"/>
            <a:chOff x="5829017" y="4369614"/>
            <a:chExt cx="3579840" cy="80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5BBE198-EA51-2B90-2D64-BEDB500E1E82}"/>
                    </a:ext>
                  </a:extLst>
                </p14:cNvPr>
                <p14:cNvContentPartPr/>
                <p14:nvPr/>
              </p14:nvContentPartPr>
              <p14:xfrm>
                <a:off x="5829017" y="4369614"/>
                <a:ext cx="1223280" cy="8089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5BBE198-EA51-2B90-2D64-BEDB500E1E82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811377" y="4351974"/>
                  <a:ext cx="1258920" cy="84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7424F8C-BB84-A785-938F-DB7ED8F3A842}"/>
                    </a:ext>
                  </a:extLst>
                </p14:cNvPr>
                <p14:cNvContentPartPr/>
                <p14:nvPr/>
              </p14:nvContentPartPr>
              <p14:xfrm>
                <a:off x="6948617" y="4763454"/>
                <a:ext cx="762120" cy="669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7424F8C-BB84-A785-938F-DB7ED8F3A84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930977" y="4745814"/>
                  <a:ext cx="7977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B271BCB-6986-423D-1B3E-68C65DF2A481}"/>
                    </a:ext>
                  </a:extLst>
                </p14:cNvPr>
                <p14:cNvContentPartPr/>
                <p14:nvPr/>
              </p14:nvContentPartPr>
              <p14:xfrm>
                <a:off x="7886057" y="4627014"/>
                <a:ext cx="28080" cy="2210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B271BCB-6986-423D-1B3E-68C65DF2A481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868057" y="4609014"/>
                  <a:ext cx="6372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36BB17A-0ACD-0FAE-B793-A7CA555A5207}"/>
                    </a:ext>
                  </a:extLst>
                </p14:cNvPr>
                <p14:cNvContentPartPr/>
                <p14:nvPr/>
              </p14:nvContentPartPr>
              <p14:xfrm>
                <a:off x="7965257" y="4758414"/>
                <a:ext cx="81000" cy="1033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36BB17A-0ACD-0FAE-B793-A7CA555A5207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947617" y="4740774"/>
                  <a:ext cx="1166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7056ED0-54C1-8322-2DF9-D6E2D3B1DE34}"/>
                    </a:ext>
                  </a:extLst>
                </p14:cNvPr>
                <p14:cNvContentPartPr/>
                <p14:nvPr/>
              </p14:nvContentPartPr>
              <p14:xfrm>
                <a:off x="8159657" y="4642134"/>
                <a:ext cx="29880" cy="2336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7056ED0-54C1-8322-2DF9-D6E2D3B1DE34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141657" y="4624494"/>
                  <a:ext cx="6552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435839A-C331-6315-588E-6B6D9273B89E}"/>
                    </a:ext>
                  </a:extLst>
                </p14:cNvPr>
                <p14:cNvContentPartPr/>
                <p14:nvPr/>
              </p14:nvContentPartPr>
              <p14:xfrm>
                <a:off x="8141297" y="4789014"/>
                <a:ext cx="85680" cy="630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435839A-C331-6315-588E-6B6D9273B89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123657" y="4771374"/>
                  <a:ext cx="12132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E6C77EF-3FEE-8031-DE97-D82027FA5FEA}"/>
                    </a:ext>
                  </a:extLst>
                </p14:cNvPr>
                <p14:cNvContentPartPr/>
                <p14:nvPr/>
              </p14:nvContentPartPr>
              <p14:xfrm>
                <a:off x="8362337" y="4673454"/>
                <a:ext cx="21960" cy="1465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E6C77EF-3FEE-8031-DE97-D82027FA5FE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344337" y="4655814"/>
                  <a:ext cx="576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219D826-61C0-6CB7-BD38-BF36D2CBAB26}"/>
                    </a:ext>
                  </a:extLst>
                </p14:cNvPr>
                <p14:cNvContentPartPr/>
                <p14:nvPr/>
              </p14:nvContentPartPr>
              <p14:xfrm>
                <a:off x="8608937" y="4742214"/>
                <a:ext cx="29880" cy="165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219D826-61C0-6CB7-BD38-BF36D2CBAB26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590937" y="4724214"/>
                  <a:ext cx="655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D3DC454-18C1-FF63-F52B-4F8ACB3E2925}"/>
                    </a:ext>
                  </a:extLst>
                </p14:cNvPr>
                <p14:cNvContentPartPr/>
                <p14:nvPr/>
              </p14:nvContentPartPr>
              <p14:xfrm>
                <a:off x="8315537" y="4722054"/>
                <a:ext cx="112680" cy="111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D3DC454-18C1-FF63-F52B-4F8ACB3E2925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297537" y="4704414"/>
                  <a:ext cx="1483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624078A-D533-12EA-0FF2-C27EDA2176BB}"/>
                    </a:ext>
                  </a:extLst>
                </p14:cNvPr>
                <p14:cNvContentPartPr/>
                <p14:nvPr/>
              </p14:nvContentPartPr>
              <p14:xfrm>
                <a:off x="8586977" y="4721334"/>
                <a:ext cx="108720" cy="997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624078A-D533-12EA-0FF2-C27EDA2176B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569337" y="4703334"/>
                  <a:ext cx="1443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2E275C8-D5AD-490C-E8E9-423B527C7E84}"/>
                    </a:ext>
                  </a:extLst>
                </p14:cNvPr>
                <p14:cNvContentPartPr/>
                <p14:nvPr/>
              </p14:nvContentPartPr>
              <p14:xfrm>
                <a:off x="8787497" y="4682454"/>
                <a:ext cx="20520" cy="943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2E275C8-D5AD-490C-E8E9-423B527C7E84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769497" y="4664454"/>
                  <a:ext cx="561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4A920DB-5E55-E93C-5245-827E64E3F1EB}"/>
                    </a:ext>
                  </a:extLst>
                </p14:cNvPr>
                <p14:cNvContentPartPr/>
                <p14:nvPr/>
              </p14:nvContentPartPr>
              <p14:xfrm>
                <a:off x="8751857" y="4610094"/>
                <a:ext cx="33480" cy="234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4A920DB-5E55-E93C-5245-827E64E3F1EB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734217" y="4592094"/>
                  <a:ext cx="6912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74A63ED-23A7-25EF-C714-608624CE63FE}"/>
                    </a:ext>
                  </a:extLst>
                </p14:cNvPr>
                <p14:cNvContentPartPr/>
                <p14:nvPr/>
              </p14:nvContentPartPr>
              <p14:xfrm>
                <a:off x="8833937" y="4610454"/>
                <a:ext cx="282600" cy="2498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74A63ED-23A7-25EF-C714-608624CE63FE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815937" y="4592814"/>
                  <a:ext cx="3182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F72D1C0-D3F3-9163-0522-88938954A9FD}"/>
                    </a:ext>
                  </a:extLst>
                </p14:cNvPr>
                <p14:cNvContentPartPr/>
                <p14:nvPr/>
              </p14:nvContentPartPr>
              <p14:xfrm>
                <a:off x="9221657" y="4587054"/>
                <a:ext cx="28800" cy="1634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F72D1C0-D3F3-9163-0522-88938954A9FD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9204017" y="4569054"/>
                  <a:ext cx="644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5B0EBA4-D4A5-B40A-F012-B20B9DB85648}"/>
                    </a:ext>
                  </a:extLst>
                </p14:cNvPr>
                <p14:cNvContentPartPr/>
                <p14:nvPr/>
              </p14:nvContentPartPr>
              <p14:xfrm>
                <a:off x="9198617" y="4666254"/>
                <a:ext cx="136800" cy="752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5B0EBA4-D4A5-B40A-F012-B20B9DB85648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180617" y="4648254"/>
                  <a:ext cx="1724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CCDCB64-20B7-717E-8974-227C08AF5336}"/>
                    </a:ext>
                  </a:extLst>
                </p14:cNvPr>
                <p14:cNvContentPartPr/>
                <p14:nvPr/>
              </p14:nvContentPartPr>
              <p14:xfrm>
                <a:off x="9393737" y="4751214"/>
                <a:ext cx="15120" cy="180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CCDCB64-20B7-717E-8974-227C08AF5336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376097" y="4733574"/>
                  <a:ext cx="50760" cy="53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5836569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93A74-6490-FE44-53F2-C9136A537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don’t need to be only in the time domain</a:t>
            </a:r>
          </a:p>
        </p:txBody>
      </p:sp>
      <p:pic>
        <p:nvPicPr>
          <p:cNvPr id="6" name="Content Placeholder 5" descr="A graph of a function&#10;&#10;Description automatically generated with medium confidence">
            <a:extLst>
              <a:ext uri="{FF2B5EF4-FFF2-40B4-BE49-F238E27FC236}">
                <a16:creationId xmlns:a16="http://schemas.microsoft.com/office/drawing/2014/main" id="{0DCC4F71-EAE5-B798-0A60-57B50BF2B8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8403" y="1348547"/>
            <a:ext cx="5700064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98D2F5-C18C-3C3B-F7A0-A08EDF2849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17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0108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7507E-DD09-36E2-0A1F-4B3B16AEE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the frequency domain</a:t>
            </a:r>
          </a:p>
        </p:txBody>
      </p:sp>
      <p:pic>
        <p:nvPicPr>
          <p:cNvPr id="6" name="Content Placeholder 5" descr="A screenshot of a graph&#10;&#10;Description automatically generated">
            <a:extLst>
              <a:ext uri="{FF2B5EF4-FFF2-40B4-BE49-F238E27FC236}">
                <a16:creationId xmlns:a16="http://schemas.microsoft.com/office/drawing/2014/main" id="{7BB6D81D-5F50-125B-EE09-FDC06DEE94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0891" y="1253331"/>
            <a:ext cx="7950217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69B952-0031-1C1F-8A1C-1F32EE7CA3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98831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95240-63F2-DD1C-6267-5C4F30FA0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both time and frequency domain features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CAB141-84B1-518F-28E0-3190D6401B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7" name="Content Placeholder 5" descr="A close-up of a graph&#10;&#10;Description automatically generated">
            <a:extLst>
              <a:ext uri="{FF2B5EF4-FFF2-40B4-BE49-F238E27FC236}">
                <a16:creationId xmlns:a16="http://schemas.microsoft.com/office/drawing/2014/main" id="{52E58F1E-26FD-905D-E42F-F38D7BA8CD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7881" y="1253331"/>
            <a:ext cx="962755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6876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7C4B2-C040-CA5C-1058-1071CF351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Holdout Method for training, validation, and testing</a:t>
            </a:r>
          </a:p>
        </p:txBody>
      </p:sp>
      <p:pic>
        <p:nvPicPr>
          <p:cNvPr id="6" name="Content Placeholder 5" descr="A diagram of a training model&#10;&#10;Description automatically generated">
            <a:extLst>
              <a:ext uri="{FF2B5EF4-FFF2-40B4-BE49-F238E27FC236}">
                <a16:creationId xmlns:a16="http://schemas.microsoft.com/office/drawing/2014/main" id="{C6F0D66A-115B-7F68-CD8B-26D6A9E39A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744" y="1174271"/>
            <a:ext cx="10083432" cy="471296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39B368-C1B8-ADE1-CD94-898BD0B45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20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85545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CFC4F-EB40-3277-AE37-C416546AE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balance</a:t>
            </a:r>
          </a:p>
        </p:txBody>
      </p:sp>
      <p:pic>
        <p:nvPicPr>
          <p:cNvPr id="6" name="Content Placeholder 5" descr="A graph showing a field and a blue circle&#10;&#10;Description automatically generated with medium confidence">
            <a:extLst>
              <a:ext uri="{FF2B5EF4-FFF2-40B4-BE49-F238E27FC236}">
                <a16:creationId xmlns:a16="http://schemas.microsoft.com/office/drawing/2014/main" id="{C8D9A18E-ED71-0114-51BC-921A5F01AA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2440" y="935279"/>
            <a:ext cx="7703323" cy="360316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CFD07E-BD15-2B2D-A723-56410B4C8C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model&#10;&#10;Description automatically generated">
            <a:extLst>
              <a:ext uri="{FF2B5EF4-FFF2-40B4-BE49-F238E27FC236}">
                <a16:creationId xmlns:a16="http://schemas.microsoft.com/office/drawing/2014/main" id="{FBB2C19F-9A06-028D-1EBC-5951E927D2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498" y="3817710"/>
            <a:ext cx="5343840" cy="2744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2632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0099C-2FB5-1991-680F-268DAD792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flow diagram</a:t>
            </a:r>
          </a:p>
        </p:txBody>
      </p:sp>
      <p:pic>
        <p:nvPicPr>
          <p:cNvPr id="6" name="Content Placeholder 5" descr="A diagram of a data flow&#10;&#10;Description automatically generated">
            <a:extLst>
              <a:ext uri="{FF2B5EF4-FFF2-40B4-BE49-F238E27FC236}">
                <a16:creationId xmlns:a16="http://schemas.microsoft.com/office/drawing/2014/main" id="{20B098A5-E4DF-1D5B-2603-84880F7CCA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9453" y="1117958"/>
            <a:ext cx="8639908" cy="501249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D66EA1-98B1-6724-4276-AFF02A6DDD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792843-1BAB-10C1-826C-9DB30C2D6D3E}"/>
              </a:ext>
            </a:extLst>
          </p:cNvPr>
          <p:cNvSpPr/>
          <p:nvPr/>
        </p:nvSpPr>
        <p:spPr>
          <a:xfrm>
            <a:off x="5257800" y="5876014"/>
            <a:ext cx="1033670" cy="2544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215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BB372-B13D-BF69-43C0-6F9D69FEB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implementation</a:t>
            </a:r>
          </a:p>
        </p:txBody>
      </p:sp>
      <p:pic>
        <p:nvPicPr>
          <p:cNvPr id="6" name="Content Placeholder 5" descr="A diagram of a machine&#10;&#10;Description automatically generated">
            <a:extLst>
              <a:ext uri="{FF2B5EF4-FFF2-40B4-BE49-F238E27FC236}">
                <a16:creationId xmlns:a16="http://schemas.microsoft.com/office/drawing/2014/main" id="{C65D4A91-B42C-534B-1D8B-37D395E659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784" y="1227306"/>
            <a:ext cx="10515600" cy="389410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707B0E-835B-266E-CC43-1BE78F8DB8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76794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06B8F3-A04B-66C9-387B-6C350F169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implementation</a:t>
            </a:r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D72F1CE2-12CE-47AB-29CF-7BB3AD8126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9839" y="1825625"/>
            <a:ext cx="7892321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C974D-C2E0-B896-B2F1-C4997FD71A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34491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EB1B9-0044-FA65-6C07-C4A792C06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implementation</a:t>
            </a:r>
          </a:p>
        </p:txBody>
      </p:sp>
      <p:pic>
        <p:nvPicPr>
          <p:cNvPr id="6" name="Content Placeholder 5" descr="A screen shot of a computer&#10;&#10;Description automatically generated">
            <a:extLst>
              <a:ext uri="{FF2B5EF4-FFF2-40B4-BE49-F238E27FC236}">
                <a16:creationId xmlns:a16="http://schemas.microsoft.com/office/drawing/2014/main" id="{0785CE45-1F10-C877-D24C-DDD0238786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1247" y="1825625"/>
            <a:ext cx="7809506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33F54-FF01-5089-8821-B432588DF0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25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08984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42EEF-AE84-8983-C65F-D01303BA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implementation</a:t>
            </a:r>
          </a:p>
        </p:txBody>
      </p:sp>
      <p:pic>
        <p:nvPicPr>
          <p:cNvPr id="6" name="Content Placeholder 5" descr="A screen shot of a computer&#10;&#10;Description automatically generated">
            <a:extLst>
              <a:ext uri="{FF2B5EF4-FFF2-40B4-BE49-F238E27FC236}">
                <a16:creationId xmlns:a16="http://schemas.microsoft.com/office/drawing/2014/main" id="{7C5E2C67-D1DA-563E-6253-2F61114466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4300" y="1825625"/>
            <a:ext cx="7763399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DBE65F-0BD2-A109-C655-AE02B54C3F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26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291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9E8EE-383B-B9F2-09CC-F1CDEA2C3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implementation</a:t>
            </a:r>
          </a:p>
        </p:txBody>
      </p:sp>
      <p:pic>
        <p:nvPicPr>
          <p:cNvPr id="6" name="Content Placeholder 5" descr="A screen shot of a computer&#10;&#10;Description automatically generated">
            <a:extLst>
              <a:ext uri="{FF2B5EF4-FFF2-40B4-BE49-F238E27FC236}">
                <a16:creationId xmlns:a16="http://schemas.microsoft.com/office/drawing/2014/main" id="{AF220860-5A6F-A4D7-6BCE-4AAED3E22C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6378" y="1825625"/>
            <a:ext cx="7759244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7CC98C-7E52-44D9-02DD-46154CF7D0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27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62740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4013A-B726-A79C-B41D-88FA63767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implementation</a:t>
            </a:r>
          </a:p>
        </p:txBody>
      </p:sp>
      <p:pic>
        <p:nvPicPr>
          <p:cNvPr id="6" name="Content Placeholder 5" descr="A diagram of a structure&#10;&#10;Description automatically generated">
            <a:extLst>
              <a:ext uri="{FF2B5EF4-FFF2-40B4-BE49-F238E27FC236}">
                <a16:creationId xmlns:a16="http://schemas.microsoft.com/office/drawing/2014/main" id="{FBA79506-1F35-6967-B94D-B035C8AB12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0466" y="1825625"/>
            <a:ext cx="7771067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FDE3F7-1B1F-FA15-73CA-271873FDCB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28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039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874FF-B97B-C278-D46C-1F69A4669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Confusion matrix in classification</a:t>
            </a:r>
          </a:p>
        </p:txBody>
      </p:sp>
      <p:pic>
        <p:nvPicPr>
          <p:cNvPr id="6" name="Content Placeholder 5" descr="A screenshot of a diagram&#10;&#10;Description automatically generated">
            <a:extLst>
              <a:ext uri="{FF2B5EF4-FFF2-40B4-BE49-F238E27FC236}">
                <a16:creationId xmlns:a16="http://schemas.microsoft.com/office/drawing/2014/main" id="{4472FF78-F056-35CC-5EBD-D305AD165D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272" y="1261081"/>
            <a:ext cx="7255556" cy="482064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6C0067-CAF4-D6AD-EEEC-FCE4E32BA8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29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2308507-A4FB-67E3-4413-C48206AC976B}"/>
                  </a:ext>
                </a:extLst>
              </p14:cNvPr>
              <p14:cNvContentPartPr/>
              <p14:nvPr/>
            </p14:nvContentPartPr>
            <p14:xfrm>
              <a:off x="3332777" y="4146247"/>
              <a:ext cx="654480" cy="17762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2308507-A4FB-67E3-4413-C48206AC976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326657" y="4140127"/>
                <a:ext cx="666720" cy="178848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2358A09F-158B-7ADC-E594-54BB9B1A39F3}"/>
              </a:ext>
            </a:extLst>
          </p:cNvPr>
          <p:cNvGrpSpPr/>
          <p:nvPr/>
        </p:nvGrpSpPr>
        <p:grpSpPr>
          <a:xfrm>
            <a:off x="6020177" y="2636047"/>
            <a:ext cx="2163240" cy="1325880"/>
            <a:chOff x="6020177" y="2636047"/>
            <a:chExt cx="2163240" cy="132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BC2465B-2099-A5E3-4B4A-07716690D518}"/>
                    </a:ext>
                  </a:extLst>
                </p14:cNvPr>
                <p14:cNvContentPartPr/>
                <p14:nvPr/>
              </p14:nvContentPartPr>
              <p14:xfrm>
                <a:off x="6020177" y="3084607"/>
                <a:ext cx="2163240" cy="8773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BC2465B-2099-A5E3-4B4A-07716690D51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014057" y="3078487"/>
                  <a:ext cx="2175480" cy="88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60CB95D-4B69-3EF8-C074-FF071B59A2C2}"/>
                    </a:ext>
                  </a:extLst>
                </p14:cNvPr>
                <p14:cNvContentPartPr/>
                <p14:nvPr/>
              </p14:nvContentPartPr>
              <p14:xfrm>
                <a:off x="6926657" y="2636047"/>
                <a:ext cx="128880" cy="877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60CB95D-4B69-3EF8-C074-FF071B59A2C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920537" y="2629927"/>
                  <a:ext cx="141120" cy="88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C5E624E-027C-5833-94A0-614AE853B30C}"/>
                    </a:ext>
                  </a:extLst>
                </p14:cNvPr>
                <p14:cNvContentPartPr/>
                <p14:nvPr/>
              </p14:nvContentPartPr>
              <p14:xfrm>
                <a:off x="6865457" y="3342727"/>
                <a:ext cx="288000" cy="177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C5E624E-027C-5833-94A0-614AE853B30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859337" y="3336607"/>
                  <a:ext cx="300240" cy="189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7665742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CA4C-0F4C-C1CF-D613-03EB105A8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Confusion matrix in classification</a:t>
            </a:r>
          </a:p>
        </p:txBody>
      </p:sp>
      <p:pic>
        <p:nvPicPr>
          <p:cNvPr id="6" name="Content Placeholder 5" descr="A diagram of a model&#10;&#10;Description automatically generated">
            <a:extLst>
              <a:ext uri="{FF2B5EF4-FFF2-40B4-BE49-F238E27FC236}">
                <a16:creationId xmlns:a16="http://schemas.microsoft.com/office/drawing/2014/main" id="{AFFDBCC9-9A33-65BF-B9FB-77BE8F769E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4832" y="1253331"/>
            <a:ext cx="6304771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C1F925-6CD9-C818-1E64-74365F05FC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30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5385E33-A03D-9047-1D11-1350CDF65471}"/>
                  </a:ext>
                </a:extLst>
              </p14:cNvPr>
              <p14:cNvContentPartPr/>
              <p14:nvPr/>
            </p14:nvContentPartPr>
            <p14:xfrm>
              <a:off x="4257977" y="4227607"/>
              <a:ext cx="649440" cy="5943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5385E33-A03D-9047-1D11-1350CDF6547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251857" y="4221487"/>
                <a:ext cx="661680" cy="60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A90E2835-E0B3-9509-ED7D-E7505687936E}"/>
                  </a:ext>
                </a:extLst>
              </p14:cNvPr>
              <p14:cNvContentPartPr/>
              <p14:nvPr/>
            </p14:nvContentPartPr>
            <p14:xfrm>
              <a:off x="5971577" y="3381967"/>
              <a:ext cx="648720" cy="720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90E2835-E0B3-9509-ED7D-E7505687936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965457" y="3375847"/>
                <a:ext cx="660960" cy="73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A1FD8F15-B7C7-8077-2889-430432053B3E}"/>
              </a:ext>
            </a:extLst>
          </p:cNvPr>
          <p:cNvGrpSpPr/>
          <p:nvPr/>
        </p:nvGrpSpPr>
        <p:grpSpPr>
          <a:xfrm>
            <a:off x="5849177" y="4216447"/>
            <a:ext cx="854280" cy="295920"/>
            <a:chOff x="5849177" y="4216447"/>
            <a:chExt cx="854280" cy="29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9AD5A04-9B6C-9670-4FA4-17A21D4DE383}"/>
                    </a:ext>
                  </a:extLst>
                </p14:cNvPr>
                <p14:cNvContentPartPr/>
                <p14:nvPr/>
              </p14:nvContentPartPr>
              <p14:xfrm>
                <a:off x="5849177" y="4277647"/>
                <a:ext cx="250560" cy="2167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9AD5A04-9B6C-9670-4FA4-17A21D4DE38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843057" y="4271527"/>
                  <a:ext cx="26280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218E16A-62F7-6302-A9EC-7E58345D001E}"/>
                    </a:ext>
                  </a:extLst>
                </p14:cNvPr>
                <p14:cNvContentPartPr/>
                <p14:nvPr/>
              </p14:nvContentPartPr>
              <p14:xfrm>
                <a:off x="5923697" y="4383487"/>
                <a:ext cx="186840" cy="1288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218E16A-62F7-6302-A9EC-7E58345D001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917577" y="4377367"/>
                  <a:ext cx="1990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C2B02D0-341C-EBD0-7FCC-76DD73780FB6}"/>
                    </a:ext>
                  </a:extLst>
                </p14:cNvPr>
                <p14:cNvContentPartPr/>
                <p14:nvPr/>
              </p14:nvContentPartPr>
              <p14:xfrm>
                <a:off x="6382697" y="4216447"/>
                <a:ext cx="320760" cy="2361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C2B02D0-341C-EBD0-7FCC-76DD73780FB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376577" y="4210327"/>
                  <a:ext cx="33300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D07DA8D-F3FB-9CAB-03E8-E50544FABAE8}"/>
                    </a:ext>
                  </a:extLst>
                </p14:cNvPr>
                <p14:cNvContentPartPr/>
                <p14:nvPr/>
              </p14:nvContentPartPr>
              <p14:xfrm>
                <a:off x="6387737" y="4298167"/>
                <a:ext cx="129960" cy="2134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D07DA8D-F3FB-9CAB-03E8-E50544FABAE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381617" y="4292047"/>
                  <a:ext cx="142200" cy="225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5647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D8342-F5C3-F270-B1F2-1BE7FCF60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Confusion matrix in classification</a:t>
            </a:r>
          </a:p>
        </p:txBody>
      </p:sp>
      <p:pic>
        <p:nvPicPr>
          <p:cNvPr id="6" name="Content Placeholder 5" descr="A diagram of a model&#10;&#10;Description automatically generated">
            <a:extLst>
              <a:ext uri="{FF2B5EF4-FFF2-40B4-BE49-F238E27FC236}">
                <a16:creationId xmlns:a16="http://schemas.microsoft.com/office/drawing/2014/main" id="{F211300C-523C-3B30-6059-EEF1BFC0BB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9110" y="1340596"/>
            <a:ext cx="6146358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F57424-9B4F-DFD5-025E-9EC5F123CC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31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5C3A859-95A1-8A34-8946-5F3F18F45A55}"/>
                  </a:ext>
                </a:extLst>
              </p14:cNvPr>
              <p14:cNvContentPartPr/>
              <p14:nvPr/>
            </p14:nvContentPartPr>
            <p14:xfrm>
              <a:off x="3904817" y="3890647"/>
              <a:ext cx="672840" cy="5893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5C3A859-95A1-8A34-8946-5F3F18F45A5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898697" y="3884527"/>
                <a:ext cx="685080" cy="601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26BE35F7-CAB5-1F55-1990-0212F4FA698A}"/>
              </a:ext>
            </a:extLst>
          </p:cNvPr>
          <p:cNvGrpSpPr/>
          <p:nvPr/>
        </p:nvGrpSpPr>
        <p:grpSpPr>
          <a:xfrm>
            <a:off x="6576017" y="3360727"/>
            <a:ext cx="1026720" cy="934920"/>
            <a:chOff x="6576017" y="3360727"/>
            <a:chExt cx="1026720" cy="93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6733FBB-18A0-A0EB-6157-8E5D693D1E32}"/>
                    </a:ext>
                  </a:extLst>
                </p14:cNvPr>
                <p14:cNvContentPartPr/>
                <p14:nvPr/>
              </p14:nvContentPartPr>
              <p14:xfrm>
                <a:off x="6576017" y="3360727"/>
                <a:ext cx="1026720" cy="807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6733FBB-18A0-A0EB-6157-8E5D693D1E3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569897" y="3354607"/>
                  <a:ext cx="1038960" cy="81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A7600C9-B42A-84B0-0D5A-1AF1E4146760}"/>
                    </a:ext>
                  </a:extLst>
                </p14:cNvPr>
                <p14:cNvContentPartPr/>
                <p14:nvPr/>
              </p14:nvContentPartPr>
              <p14:xfrm>
                <a:off x="6741977" y="4159927"/>
                <a:ext cx="180360" cy="579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A7600C9-B42A-84B0-0D5A-1AF1E414676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735857" y="4153807"/>
                  <a:ext cx="1926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1E11B41-6E8E-E049-F904-784D6E7207F6}"/>
                    </a:ext>
                  </a:extLst>
                </p14:cNvPr>
                <p14:cNvContentPartPr/>
                <p14:nvPr/>
              </p14:nvContentPartPr>
              <p14:xfrm>
                <a:off x="6849617" y="4125007"/>
                <a:ext cx="148680" cy="1706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1E11B41-6E8E-E049-F904-784D6E7207F6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843497" y="4118887"/>
                  <a:ext cx="16092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7E34605-8CE4-E4B8-E7A0-449AD85F1065}"/>
                    </a:ext>
                  </a:extLst>
                </p14:cNvPr>
                <p14:cNvContentPartPr/>
                <p14:nvPr/>
              </p14:nvContentPartPr>
              <p14:xfrm>
                <a:off x="7279097" y="4173967"/>
                <a:ext cx="274680" cy="324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7E34605-8CE4-E4B8-E7A0-449AD85F106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272977" y="4167847"/>
                  <a:ext cx="28692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A6EBF10-8AC0-07D4-BE52-AF0BE5DD2BD7}"/>
                    </a:ext>
                  </a:extLst>
                </p14:cNvPr>
                <p14:cNvContentPartPr/>
                <p14:nvPr/>
              </p14:nvContentPartPr>
              <p14:xfrm>
                <a:off x="7265057" y="4077487"/>
                <a:ext cx="170280" cy="1879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A6EBF10-8AC0-07D4-BE52-AF0BE5DD2BD7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258937" y="4071367"/>
                  <a:ext cx="182520" cy="200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67854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B4C69-397C-12A6-5661-183CFBCF7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Confusion matrix in classification</a:t>
            </a:r>
          </a:p>
        </p:txBody>
      </p:sp>
      <p:pic>
        <p:nvPicPr>
          <p:cNvPr id="6" name="Content Placeholder 5" descr="A diagram of a model&#10;&#10;Description automatically generated">
            <a:extLst>
              <a:ext uri="{FF2B5EF4-FFF2-40B4-BE49-F238E27FC236}">
                <a16:creationId xmlns:a16="http://schemas.microsoft.com/office/drawing/2014/main" id="{3ADB4485-FD02-0D90-41EF-3D1882C00F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3311" y="1253331"/>
            <a:ext cx="6138156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1E64E-1839-BA52-BC5A-449E1BE753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32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2481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411B2-AD63-5E72-9A1E-B2E4D4164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Confusion matrix in classification</a:t>
            </a:r>
          </a:p>
        </p:txBody>
      </p:sp>
      <p:pic>
        <p:nvPicPr>
          <p:cNvPr id="6" name="Content Placeholder 5" descr="A screenshot of a diagram&#10;&#10;Description automatically generated">
            <a:extLst>
              <a:ext uri="{FF2B5EF4-FFF2-40B4-BE49-F238E27FC236}">
                <a16:creationId xmlns:a16="http://schemas.microsoft.com/office/drawing/2014/main" id="{6F3D2F16-CA3A-4B8C-D313-EDB5AFDA4B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2280" y="1253331"/>
            <a:ext cx="6116609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DFB2A2-D232-CFC0-64CD-1A9C567F47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33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71524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ADAE4-1A21-1FF6-6C0C-98D510AE6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Confusion matrix accuracy</a:t>
            </a:r>
          </a:p>
        </p:txBody>
      </p:sp>
      <p:pic>
        <p:nvPicPr>
          <p:cNvPr id="6" name="Content Placeholder 5" descr="A white sheet with numbers and symbols&#10;&#10;Description automatically generated">
            <a:extLst>
              <a:ext uri="{FF2B5EF4-FFF2-40B4-BE49-F238E27FC236}">
                <a16:creationId xmlns:a16="http://schemas.microsoft.com/office/drawing/2014/main" id="{65EE6D30-E68F-7DBC-2EEC-8DF6151A9D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575" y="1348546"/>
            <a:ext cx="7586408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8FD10-4E19-B337-D25A-BEA4D0518E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34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651234C-5BD5-93D8-9A07-7D5395FFBFE4}"/>
                  </a:ext>
                </a:extLst>
              </p14:cNvPr>
              <p14:cNvContentPartPr/>
              <p14:nvPr/>
            </p14:nvContentPartPr>
            <p14:xfrm>
              <a:off x="4352657" y="1552354"/>
              <a:ext cx="719280" cy="19274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651234C-5BD5-93D8-9A07-7D5395FFBFE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46537" y="1546234"/>
                <a:ext cx="731520" cy="19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C20BA273-8916-4A3B-35C8-CCFFDEDFFC53}"/>
                  </a:ext>
                </a:extLst>
              </p14:cNvPr>
              <p14:cNvContentPartPr/>
              <p14:nvPr/>
            </p14:nvContentPartPr>
            <p14:xfrm>
              <a:off x="4793657" y="1433554"/>
              <a:ext cx="337680" cy="3736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C20BA273-8916-4A3B-35C8-CCFFDEDFFC5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787537" y="1427434"/>
                <a:ext cx="349920" cy="38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0E579A30-FA33-F9DC-291F-10238D223B06}"/>
              </a:ext>
            </a:extLst>
          </p:cNvPr>
          <p:cNvGrpSpPr/>
          <p:nvPr/>
        </p:nvGrpSpPr>
        <p:grpSpPr>
          <a:xfrm>
            <a:off x="4416017" y="3510754"/>
            <a:ext cx="4976280" cy="2346480"/>
            <a:chOff x="4416017" y="3510754"/>
            <a:chExt cx="4976280" cy="234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2F86A78-F38E-17F4-74F2-FCF643F36A2F}"/>
                    </a:ext>
                  </a:extLst>
                </p14:cNvPr>
                <p14:cNvContentPartPr/>
                <p14:nvPr/>
              </p14:nvContentPartPr>
              <p14:xfrm>
                <a:off x="5683937" y="3648634"/>
                <a:ext cx="3441600" cy="1472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2F86A78-F38E-17F4-74F2-FCF643F36A2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677817" y="3642514"/>
                  <a:ext cx="3453840" cy="148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7AD75A78-ACAE-0B49-9722-7E6D277AF2B9}"/>
                    </a:ext>
                  </a:extLst>
                </p14:cNvPr>
                <p14:cNvContentPartPr/>
                <p14:nvPr/>
              </p14:nvContentPartPr>
              <p14:xfrm>
                <a:off x="4416017" y="3637114"/>
                <a:ext cx="313200" cy="367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7AD75A78-ACAE-0B49-9722-7E6D277AF2B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409897" y="3630994"/>
                  <a:ext cx="32544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C5450A6-C326-62C4-6C16-F934D9D5E71F}"/>
                    </a:ext>
                  </a:extLst>
                </p14:cNvPr>
                <p14:cNvContentPartPr/>
                <p14:nvPr/>
              </p14:nvContentPartPr>
              <p14:xfrm>
                <a:off x="4814177" y="3512194"/>
                <a:ext cx="4530600" cy="21186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C5450A6-C326-62C4-6C16-F934D9D5E71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808057" y="3506074"/>
                  <a:ext cx="4542840" cy="21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4A81D44-304C-0549-60FB-12B51B286D15}"/>
                    </a:ext>
                  </a:extLst>
                </p14:cNvPr>
                <p14:cNvContentPartPr/>
                <p14:nvPr/>
              </p14:nvContentPartPr>
              <p14:xfrm>
                <a:off x="4725257" y="3510754"/>
                <a:ext cx="472680" cy="4748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4A81D44-304C-0549-60FB-12B51B286D15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719137" y="3504634"/>
                  <a:ext cx="484920" cy="4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BAEAE13-DCAF-9406-5C20-E5F8263B13A2}"/>
                    </a:ext>
                  </a:extLst>
                </p14:cNvPr>
                <p14:cNvContentPartPr/>
                <p14:nvPr/>
              </p14:nvContentPartPr>
              <p14:xfrm>
                <a:off x="8877857" y="5370154"/>
                <a:ext cx="514440" cy="4870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BAEAE13-DCAF-9406-5C20-E5F8263B13A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871737" y="5364034"/>
                  <a:ext cx="526680" cy="499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71ADB1AA-290B-C4DC-827A-C44A1F061FA2}"/>
                  </a:ext>
                </a:extLst>
              </p14:cNvPr>
              <p14:cNvContentPartPr/>
              <p14:nvPr/>
            </p14:nvContentPartPr>
            <p14:xfrm>
              <a:off x="4656497" y="4151194"/>
              <a:ext cx="3183840" cy="16369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71ADB1AA-290B-C4DC-827A-C44A1F061FA2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4650377" y="4145074"/>
                <a:ext cx="3196080" cy="1649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26971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3C82B-0A65-0221-3944-EB62FE74B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this a good dataset?</a:t>
            </a:r>
          </a:p>
        </p:txBody>
      </p:sp>
      <p:pic>
        <p:nvPicPr>
          <p:cNvPr id="6" name="Content Placeholder 5" descr="A white sheet with black text and numbers&#10;&#10;Description automatically generated">
            <a:extLst>
              <a:ext uri="{FF2B5EF4-FFF2-40B4-BE49-F238E27FC236}">
                <a16:creationId xmlns:a16="http://schemas.microsoft.com/office/drawing/2014/main" id="{E5487CA8-80CC-7833-8A58-48292D2150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8689" y="1253331"/>
            <a:ext cx="6971983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CC0E72-0148-1AF5-DE4C-726EC75E16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35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62053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4FB25-FC6F-39B1-1872-11BDBB4C5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Positives and negatives</a:t>
            </a:r>
          </a:p>
        </p:txBody>
      </p:sp>
      <p:pic>
        <p:nvPicPr>
          <p:cNvPr id="6" name="Content Placeholder 5" descr="A screenshot of a test results&#10;&#10;Description automatically generated">
            <a:extLst>
              <a:ext uri="{FF2B5EF4-FFF2-40B4-BE49-F238E27FC236}">
                <a16:creationId xmlns:a16="http://schemas.microsoft.com/office/drawing/2014/main" id="{129B6A9F-5DD1-2CA5-E72A-37EFED5D9F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6762" y="1253331"/>
            <a:ext cx="8261112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971378-57F0-7133-390F-727F4D05E4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36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F9A5831-D9D6-4B59-63E2-A87650112A20}"/>
                  </a:ext>
                </a:extLst>
              </p14:cNvPr>
              <p14:cNvContentPartPr/>
              <p14:nvPr/>
            </p14:nvContentPartPr>
            <p14:xfrm>
              <a:off x="1843817" y="3850954"/>
              <a:ext cx="284040" cy="2872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F9A5831-D9D6-4B59-63E2-A87650112A2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697" y="3844834"/>
                <a:ext cx="296280" cy="29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59469D5-8E99-22C6-C33D-FCD480470C57}"/>
                  </a:ext>
                </a:extLst>
              </p14:cNvPr>
              <p14:cNvContentPartPr/>
              <p14:nvPr/>
            </p14:nvContentPartPr>
            <p14:xfrm>
              <a:off x="6041417" y="1995874"/>
              <a:ext cx="659880" cy="5353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59469D5-8E99-22C6-C33D-FCD480470C5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035297" y="1989754"/>
                <a:ext cx="672120" cy="54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B2307916-A8A9-46A4-BCEE-28C4731EBD17}"/>
                  </a:ext>
                </a:extLst>
              </p14:cNvPr>
              <p14:cNvContentPartPr/>
              <p14:nvPr/>
            </p14:nvContentPartPr>
            <p14:xfrm>
              <a:off x="1856417" y="4327594"/>
              <a:ext cx="246240" cy="1584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B2307916-A8A9-46A4-BCEE-28C4731EBD17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850297" y="4321474"/>
                <a:ext cx="258480" cy="17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9EDD1759-CBF7-64CE-38AA-3F8A412DC9A6}"/>
                  </a:ext>
                </a:extLst>
              </p14:cNvPr>
              <p14:cNvContentPartPr/>
              <p14:nvPr/>
            </p14:nvContentPartPr>
            <p14:xfrm>
              <a:off x="7231577" y="2518594"/>
              <a:ext cx="713160" cy="567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9EDD1759-CBF7-64CE-38AA-3F8A412DC9A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225457" y="2512474"/>
                <a:ext cx="725400" cy="57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7C82CD60-B790-DA39-F601-FB913E0A864A}"/>
                  </a:ext>
                </a:extLst>
              </p14:cNvPr>
              <p14:cNvContentPartPr/>
              <p14:nvPr/>
            </p14:nvContentPartPr>
            <p14:xfrm>
              <a:off x="1850297" y="4687594"/>
              <a:ext cx="410760" cy="1872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7C82CD60-B790-DA39-F601-FB913E0A864A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844177" y="4681474"/>
                <a:ext cx="423000" cy="19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E650049E-6028-5162-ED17-38B58FD18FC0}"/>
                  </a:ext>
                </a:extLst>
              </p14:cNvPr>
              <p14:cNvContentPartPr/>
              <p14:nvPr/>
            </p14:nvContentPartPr>
            <p14:xfrm>
              <a:off x="1846697" y="5043634"/>
              <a:ext cx="262800" cy="1825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E650049E-6028-5162-ED17-38B58FD18FC0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840577" y="5037514"/>
                <a:ext cx="275040" cy="19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1FB42378-A1AF-855C-1D9B-0A8A4EA78B99}"/>
              </a:ext>
            </a:extLst>
          </p:cNvPr>
          <p:cNvGrpSpPr/>
          <p:nvPr/>
        </p:nvGrpSpPr>
        <p:grpSpPr>
          <a:xfrm>
            <a:off x="6082097" y="2052034"/>
            <a:ext cx="1824840" cy="1072440"/>
            <a:chOff x="6082097" y="2052034"/>
            <a:chExt cx="1824840" cy="107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04C35B0-DCCF-31CD-EF38-0391CA62BD4F}"/>
                    </a:ext>
                  </a:extLst>
                </p14:cNvPr>
                <p14:cNvContentPartPr/>
                <p14:nvPr/>
              </p14:nvContentPartPr>
              <p14:xfrm>
                <a:off x="6082097" y="2404474"/>
                <a:ext cx="650520" cy="7200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04C35B0-DCCF-31CD-EF38-0391CA62BD4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075977" y="2398354"/>
                  <a:ext cx="662760" cy="73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F3F9917-AF2C-41E8-F8A7-244590EBFDB9}"/>
                    </a:ext>
                  </a:extLst>
                </p14:cNvPr>
                <p14:cNvContentPartPr/>
                <p14:nvPr/>
              </p14:nvContentPartPr>
              <p14:xfrm>
                <a:off x="7274057" y="2052034"/>
                <a:ext cx="632880" cy="499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F3F9917-AF2C-41E8-F8A7-244590EBFDB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267937" y="2045914"/>
                  <a:ext cx="645120" cy="511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171233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771CA-160B-8E63-EFA9-EE2C2BBCC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False positives, false negatives</a:t>
            </a:r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36863662-5F16-A64E-1373-08EDF199A3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4871" y="1825625"/>
            <a:ext cx="7262258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698E6-0759-9F0E-350F-B008992270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37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52F6687-63B9-50B5-2565-55BED0057281}"/>
                  </a:ext>
                </a:extLst>
              </p14:cNvPr>
              <p14:cNvContentPartPr/>
              <p14:nvPr/>
            </p14:nvContentPartPr>
            <p14:xfrm>
              <a:off x="6226457" y="2874274"/>
              <a:ext cx="597600" cy="5277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52F6687-63B9-50B5-2565-55BED005728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20337" y="2868154"/>
                <a:ext cx="609840" cy="54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D2F0BAC-DFB5-52F8-AD46-C06684505FB2}"/>
                  </a:ext>
                </a:extLst>
              </p14:cNvPr>
              <p14:cNvContentPartPr/>
              <p14:nvPr/>
            </p14:nvContentPartPr>
            <p14:xfrm>
              <a:off x="2198417" y="4492114"/>
              <a:ext cx="689400" cy="4629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2D2F0BAC-DFB5-52F8-AD46-C06684505FB2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192297" y="4485994"/>
                <a:ext cx="701640" cy="475200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4EF9F6BF-1BE2-C760-76AD-4D77672A0EB0}"/>
              </a:ext>
            </a:extLst>
          </p:cNvPr>
          <p:cNvGrpSpPr/>
          <p:nvPr/>
        </p:nvGrpSpPr>
        <p:grpSpPr>
          <a:xfrm>
            <a:off x="7065977" y="3272074"/>
            <a:ext cx="1914120" cy="962640"/>
            <a:chOff x="7065977" y="3272074"/>
            <a:chExt cx="1914120" cy="96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FF9D4EA-DCE8-CDF7-CAA5-6F344D298CBF}"/>
                    </a:ext>
                  </a:extLst>
                </p14:cNvPr>
                <p14:cNvContentPartPr/>
                <p14:nvPr/>
              </p14:nvContentPartPr>
              <p14:xfrm>
                <a:off x="7125737" y="3274954"/>
                <a:ext cx="121680" cy="957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FF9D4EA-DCE8-CDF7-CAA5-6F344D298CB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119617" y="3268834"/>
                  <a:ext cx="133920" cy="9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98D6529-1185-7691-B8D6-E43F5128D572}"/>
                    </a:ext>
                  </a:extLst>
                </p14:cNvPr>
                <p14:cNvContentPartPr/>
                <p14:nvPr/>
              </p14:nvContentPartPr>
              <p14:xfrm>
                <a:off x="7065977" y="3272074"/>
                <a:ext cx="1865160" cy="1512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98D6529-1185-7691-B8D6-E43F5128D57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059857" y="3265954"/>
                  <a:ext cx="18774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B6161EC-0EB5-C1F6-A035-C51A5962AFFC}"/>
                    </a:ext>
                  </a:extLst>
                </p14:cNvPr>
                <p14:cNvContentPartPr/>
                <p14:nvPr/>
              </p14:nvContentPartPr>
              <p14:xfrm>
                <a:off x="7094777" y="3273154"/>
                <a:ext cx="1885320" cy="961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B6161EC-0EB5-C1F6-A035-C51A5962AFF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088657" y="3267034"/>
                  <a:ext cx="1897560" cy="97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4BA5DCDB-C060-055B-FF62-61750D220D59}"/>
              </a:ext>
            </a:extLst>
          </p:cNvPr>
          <p:cNvGrpSpPr/>
          <p:nvPr/>
        </p:nvGrpSpPr>
        <p:grpSpPr>
          <a:xfrm>
            <a:off x="7245257" y="2399794"/>
            <a:ext cx="1776240" cy="552600"/>
            <a:chOff x="7245257" y="2399794"/>
            <a:chExt cx="1776240" cy="55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70C5E1C-D34E-79BA-ABAB-264D99CBF8D6}"/>
                    </a:ext>
                  </a:extLst>
                </p14:cNvPr>
                <p14:cNvContentPartPr/>
                <p14:nvPr/>
              </p14:nvContentPartPr>
              <p14:xfrm>
                <a:off x="7245257" y="2399794"/>
                <a:ext cx="35640" cy="5526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70C5E1C-D34E-79BA-ABAB-264D99CBF8D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239137" y="2393674"/>
                  <a:ext cx="47880" cy="56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97AAFEA-06E8-C630-E753-0D3E51139EC0}"/>
                    </a:ext>
                  </a:extLst>
                </p14:cNvPr>
                <p14:cNvContentPartPr/>
                <p14:nvPr/>
              </p14:nvContentPartPr>
              <p14:xfrm>
                <a:off x="7251017" y="2422114"/>
                <a:ext cx="1770480" cy="5277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97AAFEA-06E8-C630-E753-0D3E51139EC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244897" y="2415994"/>
                  <a:ext cx="1782720" cy="54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62304A2-3654-24AB-BD8B-7AF874FB82F4}"/>
              </a:ext>
            </a:extLst>
          </p:cNvPr>
          <p:cNvGrpSpPr/>
          <p:nvPr/>
        </p:nvGrpSpPr>
        <p:grpSpPr>
          <a:xfrm>
            <a:off x="4981217" y="2390074"/>
            <a:ext cx="1158840" cy="442800"/>
            <a:chOff x="4981217" y="2390074"/>
            <a:chExt cx="1158840" cy="44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A614F66-7605-13E9-C743-F2F9E6DABD78}"/>
                    </a:ext>
                  </a:extLst>
                </p14:cNvPr>
                <p14:cNvContentPartPr/>
                <p14:nvPr/>
              </p14:nvContentPartPr>
              <p14:xfrm>
                <a:off x="5144297" y="2391514"/>
                <a:ext cx="93960" cy="441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A614F66-7605-13E9-C743-F2F9E6DABD7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138177" y="2385394"/>
                  <a:ext cx="10620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6BD3B35-7FAC-C321-2BA5-42D2C32BF798}"/>
                    </a:ext>
                  </a:extLst>
                </p14:cNvPr>
                <p14:cNvContentPartPr/>
                <p14:nvPr/>
              </p14:nvContentPartPr>
              <p14:xfrm>
                <a:off x="4981217" y="2390074"/>
                <a:ext cx="1158840" cy="4154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6BD3B35-7FAC-C321-2BA5-42D2C32BF798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975097" y="2383954"/>
                  <a:ext cx="1171080" cy="42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7FD628D-BE34-2245-573A-675A8978CBC8}"/>
              </a:ext>
            </a:extLst>
          </p:cNvPr>
          <p:cNvGrpSpPr/>
          <p:nvPr/>
        </p:nvGrpSpPr>
        <p:grpSpPr>
          <a:xfrm>
            <a:off x="5082737" y="3223474"/>
            <a:ext cx="972000" cy="894240"/>
            <a:chOff x="5082737" y="3223474"/>
            <a:chExt cx="972000" cy="89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CCEB000-41C9-7009-B4A6-24DC6CECF073}"/>
                    </a:ext>
                  </a:extLst>
                </p14:cNvPr>
                <p14:cNvContentPartPr/>
                <p14:nvPr/>
              </p14:nvContentPartPr>
              <p14:xfrm>
                <a:off x="5120177" y="3223474"/>
                <a:ext cx="101520" cy="750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CCEB000-41C9-7009-B4A6-24DC6CECF07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114057" y="3217354"/>
                  <a:ext cx="113760" cy="76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08EA074-2678-37FD-F657-22E3A22A2C8C}"/>
                    </a:ext>
                  </a:extLst>
                </p14:cNvPr>
                <p14:cNvContentPartPr/>
                <p14:nvPr/>
              </p14:nvContentPartPr>
              <p14:xfrm>
                <a:off x="5082737" y="3254794"/>
                <a:ext cx="972000" cy="8629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08EA074-2678-37FD-F657-22E3A22A2C8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076617" y="3248674"/>
                  <a:ext cx="984240" cy="875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741691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A3F11-F0EC-B307-AB7E-B23753024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 for a single class</a:t>
            </a:r>
          </a:p>
        </p:txBody>
      </p:sp>
      <p:pic>
        <p:nvPicPr>
          <p:cNvPr id="6" name="Content Placeholder 5" descr="A screenshot of a math test&#10;&#10;Description automatically generated">
            <a:extLst>
              <a:ext uri="{FF2B5EF4-FFF2-40B4-BE49-F238E27FC236}">
                <a16:creationId xmlns:a16="http://schemas.microsoft.com/office/drawing/2014/main" id="{29835B4F-C198-4E68-B58A-948BC02571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377" y="1436011"/>
            <a:ext cx="7665246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699C8C-2037-282D-324A-FC705D81A1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38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57449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1222A-D4A6-4F95-5691-BB4A18BA0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True Positive Rate, Sensitivity</a:t>
            </a:r>
          </a:p>
        </p:txBody>
      </p:sp>
      <p:pic>
        <p:nvPicPr>
          <p:cNvPr id="6" name="Content Placeholder 5" descr="A screenshot of a graph&#10;&#10;Description automatically generated">
            <a:extLst>
              <a:ext uri="{FF2B5EF4-FFF2-40B4-BE49-F238E27FC236}">
                <a16:creationId xmlns:a16="http://schemas.microsoft.com/office/drawing/2014/main" id="{C5DD856A-C1AA-1806-7193-E6ABB19019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6953" y="1253331"/>
            <a:ext cx="6100041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285BF9-4902-17E5-109C-F09E30B176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39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13510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6E131-792B-D3F3-6E5E-F16F2FE90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True Negative Rate, Selectivity</a:t>
            </a:r>
          </a:p>
        </p:txBody>
      </p:sp>
      <p:pic>
        <p:nvPicPr>
          <p:cNvPr id="6" name="Content Placeholder 5" descr="A screenshot of a graph&#10;&#10;Description automatically generated">
            <a:extLst>
              <a:ext uri="{FF2B5EF4-FFF2-40B4-BE49-F238E27FC236}">
                <a16:creationId xmlns:a16="http://schemas.microsoft.com/office/drawing/2014/main" id="{E7F54B20-2839-5B2F-AE66-018C912CEF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0044" y="1094105"/>
            <a:ext cx="6081565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69FFD8-2822-2030-341B-F1802376E6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40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7018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03877-706E-FD92-292B-89D28033B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Precision (Positive Predictive Value)</a:t>
            </a:r>
          </a:p>
        </p:txBody>
      </p:sp>
      <p:pic>
        <p:nvPicPr>
          <p:cNvPr id="6" name="Content Placeholder 5" descr="A screenshot of a graph&#10;&#10;Description automatically generated">
            <a:extLst>
              <a:ext uri="{FF2B5EF4-FFF2-40B4-BE49-F238E27FC236}">
                <a16:creationId xmlns:a16="http://schemas.microsoft.com/office/drawing/2014/main" id="{3E77E3B1-8CF2-4857-233F-58DC90AC45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7538" y="1825625"/>
            <a:ext cx="6036924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FB8025-DC55-1A24-57BE-F173005D18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41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44198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7B962-06D3-FED8-C99C-98C6F9A13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F1 score</a:t>
            </a:r>
          </a:p>
        </p:txBody>
      </p:sp>
      <p:pic>
        <p:nvPicPr>
          <p:cNvPr id="6" name="Content Placeholder 5" descr="A screenshot of a math table&#10;&#10;Description automatically generated">
            <a:extLst>
              <a:ext uri="{FF2B5EF4-FFF2-40B4-BE49-F238E27FC236}">
                <a16:creationId xmlns:a16="http://schemas.microsoft.com/office/drawing/2014/main" id="{CACFF3D2-930B-E017-88AD-037C4B9293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0971" y="1825625"/>
            <a:ext cx="5990057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2A7837-882C-2987-B067-4EEDBCA63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42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58200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9E5AA-07D7-80D0-5217-A392B1627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Classifier metrics</a:t>
            </a:r>
          </a:p>
        </p:txBody>
      </p:sp>
      <p:pic>
        <p:nvPicPr>
          <p:cNvPr id="6" name="Content Placeholder 5" descr="A screenshot of a graph&#10;&#10;Description automatically generated">
            <a:extLst>
              <a:ext uri="{FF2B5EF4-FFF2-40B4-BE49-F238E27FC236}">
                <a16:creationId xmlns:a16="http://schemas.microsoft.com/office/drawing/2014/main" id="{415BC882-B0C1-92E6-98F4-43214F59AD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6027" y="1825625"/>
            <a:ext cx="6399946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2A252-B62A-93C9-F66A-F4CAE678A1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43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00178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96431-8578-ACFB-9C7A-899154605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F1 score is indicative of dataset balance</a:t>
            </a:r>
          </a:p>
        </p:txBody>
      </p:sp>
      <p:pic>
        <p:nvPicPr>
          <p:cNvPr id="6" name="Content Placeholder 5" descr="A screenshot of a graph&#10;&#10;Description automatically generated">
            <a:extLst>
              <a:ext uri="{FF2B5EF4-FFF2-40B4-BE49-F238E27FC236}">
                <a16:creationId xmlns:a16="http://schemas.microsoft.com/office/drawing/2014/main" id="{007328F4-9A1E-8D76-00FD-E7B692C8E8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0674" y="1825625"/>
            <a:ext cx="6210652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B315E6-2748-6FD2-B2C1-B85E20C690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44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604979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57843-6BE8-C88B-3B15-0C780DD6E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fit</a:t>
            </a:r>
          </a:p>
        </p:txBody>
      </p:sp>
      <p:pic>
        <p:nvPicPr>
          <p:cNvPr id="6" name="Content Placeholder 5" descr="A diagram of a diagram&#10;&#10;Description automatically generated with medium confidence">
            <a:extLst>
              <a:ext uri="{FF2B5EF4-FFF2-40B4-BE49-F238E27FC236}">
                <a16:creationId xmlns:a16="http://schemas.microsoft.com/office/drawing/2014/main" id="{DA95CB10-6B37-7706-5DBC-CCACFA5723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4300" y="1340595"/>
            <a:ext cx="9823400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63C94-57F0-9B0B-6D6E-78FE43B3F0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45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5445938-FC05-4C9A-0AF6-9261F6046900}"/>
                  </a:ext>
                </a:extLst>
              </p14:cNvPr>
              <p14:cNvContentPartPr/>
              <p14:nvPr/>
            </p14:nvContentPartPr>
            <p14:xfrm>
              <a:off x="2967737" y="1695994"/>
              <a:ext cx="193680" cy="26060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5445938-FC05-4C9A-0AF6-9261F604690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61617" y="1689874"/>
                <a:ext cx="205920" cy="2618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2656675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7634F-AEBD-3CCE-3D91-3BDE4C470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 vs epoch to understand dataset </a:t>
            </a:r>
          </a:p>
        </p:txBody>
      </p:sp>
      <p:pic>
        <p:nvPicPr>
          <p:cNvPr id="6" name="Content Placeholder 5" descr="A diagram of training and training&#10;&#10;Description automatically generated">
            <a:extLst>
              <a:ext uri="{FF2B5EF4-FFF2-40B4-BE49-F238E27FC236}">
                <a16:creationId xmlns:a16="http://schemas.microsoft.com/office/drawing/2014/main" id="{4D0ADA61-10BA-AB40-9D90-BB954A824B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990" y="935080"/>
            <a:ext cx="10087187" cy="475010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C9820-807D-8DC2-719D-179E1D3C9A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46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74989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94ADB-BE4A-D260-8331-B6E5CE280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Loss vs epoch to understand dataset </a:t>
            </a:r>
          </a:p>
        </p:txBody>
      </p:sp>
      <p:pic>
        <p:nvPicPr>
          <p:cNvPr id="6" name="Content Placeholder 5" descr="A diagram of training and training&#10;&#10;Description automatically generated">
            <a:extLst>
              <a:ext uri="{FF2B5EF4-FFF2-40B4-BE49-F238E27FC236}">
                <a16:creationId xmlns:a16="http://schemas.microsoft.com/office/drawing/2014/main" id="{1E35DBF9-263B-ABA1-56B9-169EDEFA12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1499" y="1825625"/>
            <a:ext cx="9609001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B44B90-DA4A-D871-9952-16010CC023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47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903305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52EEB-C656-F0A6-7DD3-FF089C951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Fixing underfit</a:t>
            </a:r>
          </a:p>
        </p:txBody>
      </p:sp>
      <p:pic>
        <p:nvPicPr>
          <p:cNvPr id="6" name="Content Placeholder 5" descr="A computer screen shot of a person&#10;&#10;Description automatically generated">
            <a:extLst>
              <a:ext uri="{FF2B5EF4-FFF2-40B4-BE49-F238E27FC236}">
                <a16:creationId xmlns:a16="http://schemas.microsoft.com/office/drawing/2014/main" id="{65250E82-5193-2232-E8FF-4A99543714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03" y="1253331"/>
            <a:ext cx="9971816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7E55AA-78D3-79F6-B39F-07DFB4582B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48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931903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F287F-2DA4-4FB9-7ADD-55AF10BA8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Fixing overfit</a:t>
            </a:r>
          </a:p>
        </p:txBody>
      </p:sp>
      <p:pic>
        <p:nvPicPr>
          <p:cNvPr id="6" name="Content Placeholder 5" descr="A graph of a function&#10;&#10;Description automatically generated with medium confidence">
            <a:extLst>
              <a:ext uri="{FF2B5EF4-FFF2-40B4-BE49-F238E27FC236}">
                <a16:creationId xmlns:a16="http://schemas.microsoft.com/office/drawing/2014/main" id="{01256BA9-154E-06D4-904B-F2144C7D42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5011" y="986361"/>
            <a:ext cx="9960564" cy="488527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3FE1A0-2B28-9467-3B6F-DAAC91D284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49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55758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378CA-4365-93D9-6475-7CF773B55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characterization in </a:t>
            </a:r>
            <a:r>
              <a:rPr lang="en-US" dirty="0" err="1"/>
              <a:t>realtime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4D32DA3-0E07-BE7C-AA73-794568483F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626" y="1189520"/>
            <a:ext cx="7389872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8B9A7E-2ABD-DE36-9261-E73C30A8FA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50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84443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ACA74-1D21-DDEB-AEB0-EB68217BC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of the model</a:t>
            </a:r>
          </a:p>
        </p:txBody>
      </p:sp>
      <p:pic>
        <p:nvPicPr>
          <p:cNvPr id="6" name="Content Placeholder 5" descr="A diagram of a computer&#10;&#10;Description automatically generated">
            <a:extLst>
              <a:ext uri="{FF2B5EF4-FFF2-40B4-BE49-F238E27FC236}">
                <a16:creationId xmlns:a16="http://schemas.microsoft.com/office/drawing/2014/main" id="{E3926D46-33DE-B503-FE44-022832096F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4419" y="1316741"/>
            <a:ext cx="9303161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C90F63-23B9-3521-FED4-374CD8776D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51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693620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34FE7-3768-E537-AB85-00CA0D72D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 after classification</a:t>
            </a:r>
          </a:p>
        </p:txBody>
      </p:sp>
      <p:pic>
        <p:nvPicPr>
          <p:cNvPr id="6" name="Content Placeholder 5" descr="A computer code with black text&#10;&#10;Description automatically generated">
            <a:extLst>
              <a:ext uri="{FF2B5EF4-FFF2-40B4-BE49-F238E27FC236}">
                <a16:creationId xmlns:a16="http://schemas.microsoft.com/office/drawing/2014/main" id="{8455F422-C59B-B13F-8BFF-21E29D23B0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3768" y="1181569"/>
            <a:ext cx="7064464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2F4F1D-EFE1-7BB9-FE63-FDDAD9CE59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52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84042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22965</TotalTime>
  <Words>325</Words>
  <Application>Microsoft Office PowerPoint</Application>
  <PresentationFormat>Widescreen</PresentationFormat>
  <Paragraphs>110</Paragraphs>
  <Slides>52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7" baseType="lpstr">
      <vt:lpstr>Arial</vt:lpstr>
      <vt:lpstr>Calibri</vt:lpstr>
      <vt:lpstr>PT Sans</vt:lpstr>
      <vt:lpstr>Times New Roman</vt:lpstr>
      <vt:lpstr>Office Theme</vt:lpstr>
      <vt:lpstr>ECE 105: Introduction to Electrical Engineering</vt:lpstr>
      <vt:lpstr>Why use NN when your can hardcode? </vt:lpstr>
      <vt:lpstr>Self-driving car</vt:lpstr>
      <vt:lpstr>On-device machine learning applications in the single mW and below</vt:lpstr>
      <vt:lpstr>PowerPoint Presentation</vt:lpstr>
      <vt:lpstr>Sub-mW computing vs 100s of mW computing</vt:lpstr>
      <vt:lpstr>Cortex-M series microcontrollers are becoming powerful</vt:lpstr>
      <vt:lpstr>ML in microcontrollers TinyML</vt:lpstr>
      <vt:lpstr>PowerPoint Presentation</vt:lpstr>
      <vt:lpstr>Motion classification from accelerometer data</vt:lpstr>
      <vt:lpstr>Motion classification from accelerometer data</vt:lpstr>
      <vt:lpstr>Way too many inputs to the model </vt:lpstr>
      <vt:lpstr>Feature extraction</vt:lpstr>
      <vt:lpstr>What is a feature</vt:lpstr>
      <vt:lpstr>Raw data </vt:lpstr>
      <vt:lpstr>RMS of acceleration in each axis as the feature</vt:lpstr>
      <vt:lpstr>Features don’t need to be only in the time domain</vt:lpstr>
      <vt:lpstr>Features in the frequency domain</vt:lpstr>
      <vt:lpstr>Using both time and frequency domain features</vt:lpstr>
      <vt:lpstr>Holdout Method for training, validation, and testing</vt:lpstr>
      <vt:lpstr>Dataset balance</vt:lpstr>
      <vt:lpstr>Data flow diagram</vt:lpstr>
      <vt:lpstr>Final implementation</vt:lpstr>
      <vt:lpstr>Final implementation</vt:lpstr>
      <vt:lpstr>Final implementation</vt:lpstr>
      <vt:lpstr>Final implementation</vt:lpstr>
      <vt:lpstr>Final implementation</vt:lpstr>
      <vt:lpstr>Final implementation</vt:lpstr>
      <vt:lpstr>Confusion matrix in classification</vt:lpstr>
      <vt:lpstr>Confusion matrix in classification</vt:lpstr>
      <vt:lpstr>Confusion matrix in classification</vt:lpstr>
      <vt:lpstr>Confusion matrix in classification</vt:lpstr>
      <vt:lpstr>Confusion matrix in classification</vt:lpstr>
      <vt:lpstr>Confusion matrix accuracy</vt:lpstr>
      <vt:lpstr>Is this a good dataset?</vt:lpstr>
      <vt:lpstr>Positives and negatives</vt:lpstr>
      <vt:lpstr>False positives, false negatives</vt:lpstr>
      <vt:lpstr>Accuracy for a single class</vt:lpstr>
      <vt:lpstr>True Positive Rate, Sensitivity</vt:lpstr>
      <vt:lpstr>True Negative Rate, Selectivity</vt:lpstr>
      <vt:lpstr>Precision (Positive Predictive Value)</vt:lpstr>
      <vt:lpstr>F1 score</vt:lpstr>
      <vt:lpstr>Classifier metrics</vt:lpstr>
      <vt:lpstr>F1 score is indicative of dataset balance</vt:lpstr>
      <vt:lpstr>Model fit</vt:lpstr>
      <vt:lpstr>Accuracy vs epoch to understand dataset </vt:lpstr>
      <vt:lpstr>Loss vs epoch to understand dataset </vt:lpstr>
      <vt:lpstr>Fixing underfit</vt:lpstr>
      <vt:lpstr>Fixing overfit</vt:lpstr>
      <vt:lpstr>Model characterization in realtime</vt:lpstr>
      <vt:lpstr>Output of the model</vt:lpstr>
      <vt:lpstr>Action after classification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926</cp:revision>
  <cp:lastPrinted>2017-03-30T23:40:26Z</cp:lastPrinted>
  <dcterms:created xsi:type="dcterms:W3CDTF">2014-02-24T21:19:39Z</dcterms:created>
  <dcterms:modified xsi:type="dcterms:W3CDTF">2025-10-29T00:54:23Z</dcterms:modified>
</cp:coreProperties>
</file>