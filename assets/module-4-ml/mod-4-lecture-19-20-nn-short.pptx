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41" r:id="rId3"/>
    <p:sldId id="257" r:id="rId4"/>
    <p:sldId id="258" r:id="rId5"/>
    <p:sldId id="259" r:id="rId6"/>
    <p:sldId id="260" r:id="rId7"/>
    <p:sldId id="261" r:id="rId8"/>
    <p:sldId id="329" r:id="rId9"/>
    <p:sldId id="343" r:id="rId10"/>
    <p:sldId id="34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330" r:id="rId24"/>
    <p:sldId id="331" r:id="rId25"/>
    <p:sldId id="332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10" r:id="rId53"/>
    <p:sldId id="311" r:id="rId54"/>
    <p:sldId id="312" r:id="rId55"/>
    <p:sldId id="313" r:id="rId5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1" autoAdjust="0"/>
    <p:restoredTop sz="94660"/>
  </p:normalViewPr>
  <p:slideViewPr>
    <p:cSldViewPr>
      <p:cViewPr varScale="1">
        <p:scale>
          <a:sx n="120" d="100"/>
          <a:sy n="120" d="100"/>
        </p:scale>
        <p:origin x="125" y="3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09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1140 0 1376 0 0,'5'6'7642'0'0,"-42"1"-5170"0"0,-44 12 0 0 0,-27 5-1111 0 0,-455 43 2309 0 0,520-65-3200 0 0,0 3 0 0 0,-51 11 0 0 0,73-11-612 0 0,0 1 0 0 0,0 1 0 0 0,1 1 0 0 0,0 1 0 0 0,0 0 0 0 0,-23 16 0 0 0,43-24 51 0 0,-1-1 0 0 0,0 0 0 0 0,1 1 0 0 0,-1-1-1 0 0,0 1 1 0 0,1-1 0 0 0,-1 1 0 0 0,1-1-1 0 0,-1 1 1 0 0,1 0 0 0 0,-1-1 0 0 0,1 1-1 0 0,-1 0 1 0 0,1-1 0 0 0,-1 1 0 0 0,1 0 0 0 0,0-1-1 0 0,0 1 1 0 0,-1 1 0 0 0,1-2-83 0 0,1 1 0 0 0,-1-1-1 0 0,0 1 1 0 0,0-1 0 0 0,1 1 0 0 0,-1-1 0 0 0,0 1 0 0 0,1-1 0 0 0,0 2-523 0 0,0-2 523 0 0,-1 0 0 0 0,1 0 0 0 0,-1 1-1 0 0,1-1 1 0 0,-1 0 0 0 0,1 0 0 0 0,-1 1 0 0 0,1-1 0 0 0,-1 0 0 0 0,1 0-1 0 0,-1 0 1 0 0,1 0 0 0 0,-1 0 0 0 0,1 0 0 0 0,0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09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0 4145 0 0,'-23'1'1510'0'0,"0"1"1"0"0,-29 12 3026 0 0,92 0-3101 0 0,-34-12-1337 0 0,0 1 1 0 0,-1 0 0 0 0,1 0-1 0 0,0 0 1 0 0,-1 1 0 0 0,1-1-1 0 0,-1 2 1 0 0,0-1 0 0 0,-1 0-1 0 0,1 1 1 0 0,-1 0 0 0 0,0 0-1 0 0,0 0 1 0 0,0 1 0 0 0,-1-1-1 0 0,0 1 1 0 0,5 9 0 0 0,-7-11 4 0 0,1 0 0 0 0,-1 0-1 0 0,0 0 1 0 0,0 0 0 0 0,0 0 0 0 0,0 0 0 0 0,0 0 0 0 0,-1 0 0 0 0,0 1 0 0 0,0-1 0 0 0,0 0 0 0 0,-1 0 0 0 0,1 0 0 0 0,-1 0 0 0 0,0 0-1 0 0,0 0 1 0 0,0 0 0 0 0,-1 0 0 0 0,1 0 0 0 0,-1 0 0 0 0,0 0 0 0 0,0-1 0 0 0,0 1 0 0 0,-1-1 0 0 0,1 0 0 0 0,-1 0 0 0 0,0 1 0 0 0,-3 1 0 0 0,-11 8-347 0 0,-1-1 1 0 0,-35 18 0 0 0,47-27-196 0 0,-20 11-5590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0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0,'5'13'7613'0'0,"7"11"-5157"0"0,15 34-1421 0 0,-13-3-389 0 0,-1 0 1 0 0,6 77-1 0 0,-10-66-1089 0 0,-8-27-1178 0 0,-1-37 1101 0 0,-1 0 0 0 0,1-1 0 0 0,-1 1-1 0 0,1 0 1 0 0,-1-1 0 0 0,0 1-1 0 0,1 0 1 0 0,-1-1 0 0 0,0 1 0 0 0,0-1-1 0 0,0 1 1 0 0,-1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0 136 3225 0 0,'2'-7'132'0'0,"1"1"0"0"0,-1 0 1 0 0,1 0-1 0 0,0 0 0 0 0,0 1 0 0 0,0-1 1 0 0,1 1-1 0 0,0-1 0 0 0,0 1 1 0 0,9-7-1 0 0,-4 2 687 0 0,1 2 0 0 0,0 0 0 0 0,1 0 0 0 0,16-9 0 0 0,-23 14-560 0 0,1 1 0 0 0,0 0 0 0 0,0 0 0 0 0,0 1 0 0 0,1 0 0 0 0,-1 0 0 0 0,0 0 0 0 0,0 0 0 0 0,1 1 0 0 0,-1 0 0 0 0,0 0 0 0 0,1 0 0 0 0,-1 1 0 0 0,8 1 0 0 0,-10-1-171 0 0,0-1 0 0 0,-1 1-1 0 0,1 0 1 0 0,0 0 0 0 0,0 1-1 0 0,-1-1 1 0 0,1 1 0 0 0,-1-1-1 0 0,0 1 1 0 0,1 0 0 0 0,-1 0-1 0 0,0 0 1 0 0,0 0 0 0 0,0 0-1 0 0,0 0 1 0 0,-1 0 0 0 0,1 1-1 0 0,0-1 1 0 0,-1 1 0 0 0,0-1-1 0 0,1 1 1 0 0,-1 0 0 0 0,0-1 0 0 0,-1 1-1 0 0,1 0 1 0 0,0 0 0 0 0,0 5-1 0 0,-1 0-2 0 0,0 0 1 0 0,0 0-1 0 0,-1 0 0 0 0,0 0 0 0 0,0 0 1 0 0,0 0-1 0 0,-1 0 0 0 0,-1-1 0 0 0,-3 11 0 0 0,-4 1-466 0 0,0 0 0 0 0,-15 22 0 0 0,15-25-392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9674 0 0,'4'2'183'0'0,"-1"0"0"0"0,0 0 0 0 0,0 1 0 0 0,0-1 0 0 0,0 1 0 0 0,0 0-1 0 0,-1 0 1 0 0,1 0 0 0 0,-1 0 0 0 0,0 0 0 0 0,0 1 0 0 0,0-1 0 0 0,0 1 0 0 0,-1-1 0 0 0,1 1 0 0 0,-1-1 0 0 0,0 1 0 0 0,0 0-1 0 0,1 6 1 0 0,0 9 128 0 0,0-1 0 0 0,-3 37-1 0 0,1-28-2613 0 0,-3-40 819 0 0,1 2 1473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6913 0 0,'-4'0'305'0'0,"1"0"63"0"0,2 0-296 0 0,1 1-72 0 0,0 1 0 0 0,1 0-288 0 0,1 2-81 0 0,1 3-15 0 0,-1 5 0 0 0,3 0-56 0 0,-1 2-8 0 0,3-1-8 0 0,-2 1 0 0 0,2 0 352 0 0,2-2 104 0 0,-1 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6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6913 0 0,'4'0'203'0'0,"-1"0"0"0"0,0 1-1 0 0,1-1 1 0 0,-1 0-1 0 0,0 1 1 0 0,0 0-1 0 0,1 0 1 0 0,-1 0-1 0 0,0 0 1 0 0,0 0-1 0 0,0 0 1 0 0,0 1-1 0 0,0 0 1 0 0,-1-1-1 0 0,1 1 1 0 0,0 0 0 0 0,-1 1-1 0 0,1-1 1 0 0,3 4-1 0 0,7 9 1960 0 0,23 28 0 0 0,-36-42-2088 0 0,40 57 1434 0 0,-1 0-2932 0 0,-9-22-4415 0 0,-23-29 3810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8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 4 4609 0 0,'-1'-1'187'0'0,"0"1"1"0"0,1 0-1 0 0,-1-1 1 0 0,0 1-1 0 0,0 0 1 0 0,0-1-1 0 0,0 1 1 0 0,1 0-1 0 0,-1 0 0 0 0,0 0 1 0 0,0 0-1 0 0,0 0 1 0 0,0 0-1 0 0,0 0 1 0 0,1 0-1 0 0,-1 0 1 0 0,0 0-1 0 0,0 0 1 0 0,0 1-1 0 0,0-1 0 0 0,0 0 1 0 0,1 1-1 0 0,-2 0 1 0 0,-20 17 2519 0 0,-12 30-95 0 0,31-44-2368 0 0,-13 24 346 0 0,0 0-1 0 0,-18 49 1 0 0,29-64-1172 0 0,1 0 0 0 0,0 1 0 0 0,1-1 0 0 0,0 1 0 0 0,1 0 0 0 0,1-1 0 0 0,0 1 0 0 0,2 23 0 0 0,2-23 137 0 0,2-5 314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2.3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48 241 10594 0 0,'2'0'77'0'0,"0"-1"-1"0"0,-1 1 0 0 0,1-1 0 0 0,-1 0 1 0 0,1 1-1 0 0,-1-1 0 0 0,1 0 1 0 0,-1 0-1 0 0,1 0 0 0 0,-1 0 1 0 0,0-1-1 0 0,0 1 0 0 0,0 0 0 0 0,1 0 1 0 0,-1-1-1 0 0,0 1 0 0 0,-1-1 1 0 0,1 1-1 0 0,0-1 0 0 0,0 1 0 0 0,0-3 1 0 0,13-36 1453 0 0,-12 26-1450 0 0,0 0 0 0 0,-1 0 0 0 0,-1 0-1 0 0,-1-17 1 0 0,1 25-86 0 0,-1 1 0 0 0,1-1 0 0 0,-2 1 0 0 0,1-1 0 0 0,-1 1 0 0 0,1 0 0 0 0,-1-1 0 0 0,-1 1 0 0 0,1 0 0 0 0,-1 0 0 0 0,0 1 0 0 0,0-1 0 0 0,-6-6 0 0 0,9 10 6 0 0,-1 0 1 0 0,0 1 0 0 0,0-1-1 0 0,0 0 1 0 0,1 1 0 0 0,-1-1 0 0 0,0 0-1 0 0,0 1 1 0 0,0 0 0 0 0,0-1-1 0 0,0 1 1 0 0,0-1 0 0 0,0 1-1 0 0,0 0 1 0 0,0 0 0 0 0,0 0 0 0 0,0 0-1 0 0,0-1 1 0 0,-1 1 0 0 0,1 1-1 0 0,0-1 1 0 0,0 0 0 0 0,0 0-1 0 0,0 0 1 0 0,0 0 0 0 0,0 1 0 0 0,0-1-1 0 0,0 1 1 0 0,0-1 0 0 0,0 0-1 0 0,0 1 1 0 0,0 0 0 0 0,0-1-1 0 0,1 1 1 0 0,-1 0 0 0 0,0-1 0 0 0,0 1-1 0 0,1 0 1 0 0,-1 0 0 0 0,0-1-1 0 0,1 1 1 0 0,-2 2 0 0 0,0 0-17 0 0,-1 1 1 0 0,1-1 0 0 0,0 1 0 0 0,0 0-1 0 0,0 0 1 0 0,0 0 0 0 0,1 0 0 0 0,0 0-1 0 0,-2 6 1 0 0,3-7-5 0 0,-1 1 0 0 0,1-1 1 0 0,0 1-1 0 0,0-1 0 0 0,0 1 0 0 0,0-1 0 0 0,0 1 0 0 0,1-1 1 0 0,0 0-1 0 0,0 1 0 0 0,0-1 0 0 0,0 1 0 0 0,0-1 0 0 0,0 0 1 0 0,1 0-1 0 0,0 0 0 0 0,0 0 0 0 0,0 0 0 0 0,0 0 1 0 0,0 0-1 0 0,0-1 0 0 0,1 1 0 0 0,4 3 0 0 0,-2-3-5 0 0,-1-1-1 0 0,0 0 0 0 0,0 0 1 0 0,1 0-1 0 0,-1-1 0 0 0,1 0 1 0 0,0 0-1 0 0,-1 0 0 0 0,1 0 1 0 0,0-1-1 0 0,0 0 0 0 0,-1 1 1 0 0,1-2-1 0 0,0 1 0 0 0,0-1 1 0 0,-1 1-1 0 0,7-3 0 0 0,30-11-1495 0 0,-19 6-2677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2.5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 10250 0 0,'-7'16'632'0'0,"0"1"0"0"0,2-1 0 0 0,0 1 0 0 0,1 0 1 0 0,0 1-1 0 0,2-1 0 0 0,0 1 0 0 0,1 27 0 0 0,3 17 470 0 0,12 67-1 0 0,-7-77-623 0 0,20 132-747 0 0,-19-143-6247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6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61 5369 0 0,'-1'1'575'0'0,"1"-1"-504"0"0,0 0 1 0 0,0 0 0 0 0,0 1 0 0 0,0-1 0 0 0,-1 0 0 0 0,1 0-1 0 0,0 0 1 0 0,0 1 0 0 0,0-1 0 0 0,0 0 0 0 0,2 4 1723 0 0,-1-4-1723 0 0,-1 0 0 0 0,0 0-1 0 0,0 0 1 0 0,0 0 0 0 0,0 1 0 0 0,1-1 0 0 0,-1 0 0 0 0,0 0-1 0 0,0 0 1 0 0,0 0 0 0 0,1 0 0 0 0,-1 0 0 0 0,0 0-1 0 0,0 0 1 0 0,0 0 0 0 0,1 0 0 0 0,-1 0 0 0 0,27 2 1838 0 0,45-6-967 0 0,-54 3-102 0 0,25 1 238 0 0,62 7-1 0 0,-75-3-1174 0 0,1-2 1 0 0,-1 0-1 0 0,1-3 1 0 0,51-6-1 0 0,36-20 518 0 0,-62 13-102 0 0,80-10 0 0 0,-44 17 233 0 0,112 7 1 0 0,232 2 2090 0 0,-418-1-2488 0 0,0 1 0 0 0,0 1-1 0 0,0 0 1 0 0,0 2 0 0 0,-1 0 0 0 0,1 0-1 0 0,-1 2 1 0 0,17 9 0 0 0,-30-15-170 0 0,0 1 0 0 0,1-1 0 0 0,0 0 0 0 0,-1 0 0 0 0,1-1 0 0 0,-1 1 0 0 0,1-1 0 0 0,0 0 0 0 0,-1 0 0 0 0,1 0 1 0 0,0-1-1 0 0,-1 0 0 0 0,1 0 0 0 0,-1 0 0 0 0,1 0 0 0 0,-1-1 0 0 0,8-3 0 0 0,21-16-3381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9.6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 2705 0 0,'-6'-1'314'0'0,"0"0"1"0"0,-1 0-1 0 0,1 1 1 0 0,0 0 0 0 0,0 0-1 0 0,0 0 1 0 0,-1 1 0 0 0,1 0-1 0 0,0 0 1 0 0,0 1-1 0 0,-11 3 1 0 0,75 5 4833 0 0,117 21-559 0 0,-73-12-3998 0 0,-54-9-501 0 0,1-1 1 0 0,0-2-1 0 0,0-3 0 0 0,90-3 1 0 0,-19-17 374 0 0,70-4 686 0 0,298 24-57 0 0,-399-6-648 0 0,156-23 1 0 0,-63 3 479 0 0,23 18-6 0 0,-176-5-2496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3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 6913 0 0,'-2'1'274'0'0,"0"1"-1"0"0,1-1 1 0 0,-1 1-1 0 0,0-1 0 0 0,1 1 1 0 0,0 0-1 0 0,-1 0 0 0 0,1 0 1 0 0,0 0-1 0 0,0 0 0 0 0,0 0 1 0 0,0 0-1 0 0,0 0 1 0 0,0 0-1 0 0,1 0 0 0 0,-1 0 1 0 0,1 1-1 0 0,-1 2 0 0 0,-3 51 1320 0 0,3-36-993 0 0,-4 207 1194 0 0,7-168-2855 0 0,19 108 0 0 0,-18-151 276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3.7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617 162 4145 0 0,'-7'-8'571'0'0,"-1"0"-1"0"0,1 0 1 0 0,-1 0 0 0 0,-1 1-1 0 0,1 0 1 0 0,-1 1-1 0 0,0 0 1 0 0,-1 1 0 0 0,0 0-1 0 0,0 0 1 0 0,-15-5 0 0 0,13 6-74 0 0,-1 0 1 0 0,0 1 0 0 0,0 0 0 0 0,0 1-1 0 0,0 0 1 0 0,0 1 0 0 0,-1 1 0 0 0,1 0-1 0 0,-15 2 1 0 0,13 2-208 0 0,0 0-1 0 0,1 0 1 0 0,0 2-1 0 0,0-1 1 0 0,0 2-1 0 0,1 0 0 0 0,0 1 1 0 0,0 0-1 0 0,1 1 1 0 0,0 0-1 0 0,0 1 1 0 0,1 0-1 0 0,0 1 1 0 0,-15 21-1 0 0,9-10-176 0 0,2 0-1 0 0,0 1 0 0 0,2 1 0 0 0,0 1 0 0 0,1 0 0 0 0,2 0 1 0 0,-9 35-1 0 0,10-20-116 0 0,1 0 0 0 0,3 0 1 0 0,1 0-1 0 0,2 1 0 0 0,2-1 0 0 0,1 1 1 0 0,3-1-1 0 0,1 1 0 0 0,11 42 1 0 0,-8-57-27 0 0,2 1 1 0 0,0-1-1 0 0,2-1 1 0 0,1 0-1 0 0,1-1 1 0 0,0 0 0 0 0,2-1-1 0 0,1-1 1 0 0,1 0-1 0 0,1-2 1 0 0,0 0 0 0 0,2-1-1 0 0,0-1 1 0 0,1-1-1 0 0,1 0 1 0 0,1-2 0 0 0,30 15-1 0 0,-41-25 24 0 0,1 1 1 0 0,0-2-1 0 0,1 0 1 0 0,-1-1-1 0 0,1 0 1 0 0,0-1-1 0 0,-1 0 0 0 0,1-2 1 0 0,0 1-1 0 0,15-3 1 0 0,-19 1 7 0 0,0-1 0 0 0,-1 0 0 0 0,1-1-1 0 0,-1 0 1 0 0,1 0 0 0 0,-1-1 0 0 0,0-1 0 0 0,0 1 0 0 0,-1-2 0 0 0,1 1 0 0 0,-1-1 0 0 0,0-1 0 0 0,-1 0 0 0 0,10-10 0 0 0,15-22 360 0 0,-2-2 0 0 0,-2-2 0 0 0,-2 0 0 0 0,32-69 0 0 0,-46 85-276 0 0,-1 0 0 0 0,-1-1 0 0 0,-2 0 0 0 0,-1-1 0 0 0,-1 0 0 0 0,-1-1 1 0 0,-2 1-1 0 0,0-1 0 0 0,-3 0 0 0 0,0 0 0 0 0,-2 0 0 0 0,-1 0 0 0 0,-1 1 0 0 0,-2-1 1 0 0,-1 1-1 0 0,-1 0 0 0 0,-2 0 0 0 0,0 1 0 0 0,-2 0 0 0 0,-16-27 0 0 0,4 10-72 0 0,-56-78 0 0 0,68 108-17 0 0,0 1 0 0 0,-1 0 0 0 0,-1 1 0 0 0,0 1 0 0 0,0 0 0 0 0,-1 1 0 0 0,-1 0 0 0 0,-30-16 1 0 0,42 26-80 0 0,0-1 0 0 0,-1 0 0 0 0,1 1 0 0 0,-1 0 0 0 0,1-1 0 0 0,-1 1 0 0 0,0 1 1 0 0,1-1-1 0 0,-1 1 0 0 0,0-1 0 0 0,0 1 0 0 0,0 0 0 0 0,1 0 0 0 0,-1 1 1 0 0,0-1-1 0 0,0 1 0 0 0,1 0 0 0 0,-1 0 0 0 0,1 0 0 0 0,-1 0 0 0 0,1 1 1 0 0,-1-1-1 0 0,1 1 0 0 0,-1 0 0 0 0,1 0 0 0 0,0 0 0 0 0,0 1 0 0 0,0-1 1 0 0,1 1-1 0 0,-1 0 0 0 0,0-1 0 0 0,1 1 0 0 0,-4 6 0 0 0,-5 15-7650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5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14 6449 0 0,'-2'-13'6559'0'0,"2"12"-6354"0"0,14 1 2235 0 0,-8 1-3011 0 0,12 2 717 0 0,-1 1 0 0 0,1 0 0 0 0,-1 2 0 0 0,0 0 0 0 0,0 1 0 0 0,23 13 0 0 0,-15-8-3286 0 0,38 14-1 0 0,-46-21-1113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5.9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39 5985 0 0,'-1'0'89'0'0,"1"0"0"0"0,0 0-1 0 0,0 0 1 0 0,-1 0-1 0 0,1-1 1 0 0,0 1 0 0 0,0 0-1 0 0,-1 0 90 0 0,1-1-90 0 0,0 1 1 0 0,0 0 0 0 0,0 0-1 0 0,-1 0 1 0 0,1-1 0 0 0,0 1-1 0 0,0 0 1 0 0,0 0-1 0 0,0-1 1 0 0,0 1 0 0 0,0 0-1 0 0,0-1 1 0 0,0 1 0 0 0,0 0-1 0 0,0 0 1 0 0,0-1 0 0 0,0 1-1 0 0,0 0 1 0 0,0-1 0 0 0,0 1-1 0 0,0 0 1 0 0,0 0-1 0 0,0-1 1 0 0,0 1 0 0 0,0 0-1 0 0,0 0 1 0 0,0-1 0 0 0,0 1-1 0 0,0 0 1 0 0,1 0 0 0 0,-1-1-1 0 0,0 1 1 0 0,0 0 0 0 0,1-1 88 0 0,-1 1-89 0 0,0 0 1 0 0,20-11 1857 0 0,25-3-470 0 0,-31 13-1474 0 0,1 0 0 0 0,0 1 0 0 0,0 0 0 0 0,0 2 1 0 0,0-1-1 0 0,-1 2 0 0 0,1 0 0 0 0,23 8 1 0 0,-15-4-50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1.8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8 4145 0 0,'0'-1'150'0'0,"-1"1"0"0"0,1-1 0 0 0,-1 1 1 0 0,1-1-1 0 0,-1 1 0 0 0,1-1 0 0 0,-1 1 0 0 0,1-1 1 0 0,-1 1-1 0 0,0-1 0 0 0,1 1 0 0 0,-1 0 0 0 0,1 0 0 0 0,-1-1 1 0 0,0 1-1 0 0,1 0 0 0 0,-1 0 0 0 0,0 0 0 0 0,0-1 1 0 0,1 1-1 0 0,-1 0 0 0 0,0 0 0 0 0,1 0 0 0 0,-1 0 0 0 0,0 1 1 0 0,1-1-1 0 0,-1 0 0 0 0,0 0 0 0 0,0 0 0 0 0,1 0 1 0 0,-1 1-1 0 0,0-1 0 0 0,1 0 0 0 0,-2 1 0 0 0,0 1 47 0 0,1 0 0 0 0,-1 0 0 0 0,0 0 0 0 0,1 0 0 0 0,0 0 0 0 0,-1 0 1 0 0,1 0-1 0 0,0 1 0 0 0,0-1 0 0 0,-1 3 0 0 0,-2 9 187 0 0,0 0 0 0 0,-2 22 0 0 0,3 3 486 0 0,1 0 1 0 0,2 0-1 0 0,5 44 0 0 0,4 2-2293 0 0,-2-30-2584 0 0,-5-35-636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2.4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564 100 6449 0 0,'-4'-8'211'0'0,"0"2"-1"0"0,-1-1 0 0 0,0 0 0 0 0,0 1 0 0 0,-1 0 1 0 0,1 0-1 0 0,-1 0 0 0 0,-1 1 0 0 0,1 0 0 0 0,-1 0 0 0 0,0 1 1 0 0,0 0-1 0 0,0 0 0 0 0,0 0 0 0 0,-1 1 0 0 0,1 0 1 0 0,-1 1-1 0 0,0 0 0 0 0,0 0 0 0 0,0 0 0 0 0,0 1 1 0 0,0 0-1 0 0,-1 1 0 0 0,1 0 0 0 0,0 0 0 0 0,0 1 0 0 0,-10 1 1 0 0,2 1 199 0 0,1 1 0 0 0,-1 1 0 0 0,1 0 0 0 0,0 1 0 0 0,0 0 0 0 0,1 1 0 0 0,0 1 0 0 0,0 0 0 0 0,1 1 1 0 0,0 1-1 0 0,0 0 0 0 0,1 0 0 0 0,-12 15 0 0 0,7-7-411 0 0,1 2 1 0 0,2 0-1 0 0,0 0 1 0 0,1 2-1 0 0,0 0 1 0 0,2 0-1 0 0,1 1 1 0 0,1 0-1 0 0,1 1 1 0 0,1 0-1 0 0,1 0 1 0 0,1 0-1 0 0,1 1 1 0 0,1 0-1 0 0,1 28 1 0 0,1-25-2 0 0,2 1 0 0 0,2 0 0 0 0,0-1 0 0 0,14 52 0 0 0,-11-61-41 0 0,0 0 1 0 0,2-1-1 0 0,0 0 0 0 0,1 0 0 0 0,1-1 0 0 0,1 0 1 0 0,23 29-1 0 0,-8-17-150 0 0,2 0 0 0 0,0-2 1 0 0,2-1-1 0 0,1-2 0 0 0,55 35 1 0 0,-69-50 120 0 0,1 0 1 0 0,0-1 0 0 0,0 0-1 0 0,1-2 1 0 0,0 0 0 0 0,0-1-1 0 0,0-1 1 0 0,1-1 0 0 0,0 0-1 0 0,23-1 1 0 0,-31-3 120 0 0,0 1 1 0 0,1-2-1 0 0,-1 0 0 0 0,0 0 1 0 0,0-2-1 0 0,0 1 0 0 0,0-1 0 0 0,-1-1 1 0 0,1 0-1 0 0,-1 0 0 0 0,-1-2 1 0 0,1 1-1 0 0,-1-1 0 0 0,0 0 0 0 0,0-1 1 0 0,-1-1-1 0 0,11-11 0 0 0,-2-2 233 0 0,0-2-1 0 0,-2 0 1 0 0,0 0-1 0 0,-2-2 0 0 0,-1 0 1 0 0,-1 0-1 0 0,-1-1 1 0 0,-1-1-1 0 0,-2 0 0 0 0,-1 0 1 0 0,-1 0-1 0 0,-1-1 1 0 0,1-32-1 0 0,-4 31-90 0 0,-2 0-1 0 0,-1 0 0 0 0,-1 0 1 0 0,-2 0-1 0 0,-1 0 0 0 0,-1 0 1 0 0,-2 1-1 0 0,0 0 0 0 0,-2 1 1 0 0,-2 0-1 0 0,0 1 1 0 0,-27-43-1 0 0,29 55-123 0 0,-1 0 0 0 0,0 1 0 0 0,-1 0-1 0 0,-1 1 1 0 0,0 0 0 0 0,-1 1 0 0 0,0 1 0 0 0,-25-15 0 0 0,32 21-145 0 0,-1 1 0 0 0,0 0 1 0 0,-1 0-1 0 0,1 1 0 0 0,0 0 0 0 0,-1 1 1 0 0,0 0-1 0 0,0 0 0 0 0,1 1 0 0 0,-1 0 0 0 0,0 0 1 0 0,0 1-1 0 0,0 0 0 0 0,0 1 0 0 0,0 0 0 0 0,0 0 1 0 0,0 1-1 0 0,1 0 0 0 0,-13 5 0 0 0,2 1-952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6.5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0,'3'1'471'0'0,"1"0"0"0"0,-1 0 0 0 0,1-1 0 0 0,-1 1 0 0 0,1-1-1 0 0,0 1 1 0 0,0-1 0 0 0,5-1 0 0 0,-4 1-64 0 0,140 8-1165 0 0,-121-5-3153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6.7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 9674 0 0,'41'-5'744'0'0,"-26"3"-2414"0"0,-1 0 0 0 0,0 2-1 0 0,20 1 1 0 0,-23 0 1078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4.3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7 10594 0 0,'-1'0'186'0'0,"0"-1"0"0"0,0 0 0 0 0,1 1 0 0 0,-1-1 0 0 0,0 1 0 0 0,0-1 0 0 0,0 1 0 0 0,0-1 0 0 0,1 1 0 0 0,-1 0 0 0 0,0-1 0 0 0,0 1-1 0 0,0 0 1 0 0,0 0 0 0 0,0 0 0 0 0,0 0 0 0 0,0 0 0 0 0,0 0 0 0 0,0 0 0 0 0,0 0 0 0 0,0 0 0 0 0,0 0 0 0 0,0 0 0 0 0,0 0 0 0 0,0 1 0 0 0,1-1 0 0 0,-1 0-1 0 0,0 1 1 0 0,0-1 0 0 0,0 1 0 0 0,0-1 0 0 0,1 1 0 0 0,-1-1 0 0 0,0 1 0 0 0,0 0 0 0 0,1-1 0 0 0,-1 1 0 0 0,0 0 0 0 0,1 0 0 0 0,-1 0 0 0 0,-2 3 116 0 0,0-1-1 0 0,1 1 1 0 0,-1-1 0 0 0,1 1 0 0 0,0 0 0 0 0,0 0 0 0 0,-2 8-1 0 0,0 6-100 0 0,1 0 0 0 0,1 0-1 0 0,0 1 1 0 0,1-1 0 0 0,1 1-1 0 0,1-1 1 0 0,5 30 0 0 0,5 6-523 0 0,22 65 0 0 0,-23-86-388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4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628 100 7370 0 0,'-6'-8'422'0'0,"0"0"0"0"0,-1 0 0 0 0,0 1 1 0 0,-1 0-1 0 0,0 0 0 0 0,0 0 0 0 0,0 1 1 0 0,-1 1-1 0 0,0-1 0 0 0,0 1 0 0 0,0 1 1 0 0,-1 0-1 0 0,0 0 0 0 0,0 1 1 0 0,0 0-1 0 0,0 0 0 0 0,0 2 0 0 0,0-1 1 0 0,0 1-1 0 0,-1 0 0 0 0,1 1 0 0 0,-1 0 1 0 0,1 1-1 0 0,0 0 0 0 0,-16 5 0 0 0,9-2-183 0 0,0 0-1 0 0,0 2 1 0 0,0 0-1 0 0,1 1 1 0 0,0 1-1 0 0,1 0 0 0 0,-1 1 1 0 0,2 1-1 0 0,-1 1 1 0 0,1 0-1 0 0,1 0 0 0 0,0 1 1 0 0,1 1-1 0 0,-16 20 1 0 0,11-8-191 0 0,0 0 0 0 0,2 2 1 0 0,0 0-1 0 0,2 0 0 0 0,1 1 1 0 0,2 1-1 0 0,0 0 1 0 0,-9 54-1 0 0,15-58-67 0 0,2 0 0 0 0,0 0 0 0 0,2 0 0 0 0,1 0 0 0 0,1 0 0 0 0,1 0 0 0 0,1 0 0 0 0,2 0 0 0 0,0-1-1 0 0,1 0 1 0 0,12 25 0 0 0,-10-27-111 0 0,1-2 1 0 0,1 0-1 0 0,1 0 0 0 0,1-1 0 0 0,20 24 0 0 0,-21-30 24 0 0,1-1 1 0 0,0 0 0 0 0,0-1-1 0 0,1 0 1 0 0,0-2-1 0 0,1 1 1 0 0,27 11-1 0 0,-8-5-27 0 0,0-2 1 0 0,1-1-1 0 0,0-2 0 0 0,1-2 0 0 0,0-1 0 0 0,61 5 0 0 0,-81-12 119 0 0,0-1 0 0 0,0 0 0 0 0,-1-1 0 0 0,1-1 0 0 0,0-1 0 0 0,-1 0 0 0 0,1-1 0 0 0,-1-1 0 0 0,0 0 0 0 0,-1-1 0 0 0,1 0 0 0 0,-1-1 0 0 0,0-1 0 0 0,-1 0 0 0 0,0-1 0 0 0,0-1-1 0 0,22-22 1 0 0,-21 17 179 0 0,-1-1 0 0 0,-1-1 0 0 0,-1 0 0 0 0,0 0 0 0 0,-2-1-1 0 0,0 0 1 0 0,-1-1 0 0 0,0 0 0 0 0,-2-1 0 0 0,0 1 0 0 0,-1-1-1 0 0,-1 0 1 0 0,-1-1 0 0 0,0-21 0 0 0,-1-31 246 0 0,-3-1 0 0 0,-16-110-1 0 0,16 176-403 0 0,-1-18 46 0 0,-2 1 0 0 0,-1 1 0 0 0,-1-1 0 0 0,-1 1 0 0 0,-10-24 0 0 0,12 37-33 0 0,-1 1 1 0 0,1-1-1 0 0,-2 1 1 0 0,1 0-1 0 0,-2 1 1 0 0,1 0-1 0 0,-1 0 1 0 0,0 0-1 0 0,-1 1 1 0 0,0 1-1 0 0,-1-1 1 0 0,-17-10-1 0 0,-4 1-1192 0 0,-53-20 1 0 0,63 28-6488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7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11522 0 0,'0'-2'184'0'0,"1"1"-1"0"0,-1 0 1 0 0,1 0-1 0 0,-1 0 1 0 0,1 0-1 0 0,-1 0 1 0 0,1 0-1 0 0,-1 0 1 0 0,1 0-1 0 0,0 0 1 0 0,0 0-1 0 0,0 0 1 0 0,-1 0-1 0 0,1 0 1 0 0,0 1-1 0 0,0-1 1 0 0,0 0-1 0 0,0 1 1 0 0,0-1-1 0 0,0 1 1 0 0,1-1-1 0 0,-1 1 1 0 0,0-1-1 0 0,0 1 1 0 0,2-1-1 0 0,30-5 780 0 0,-16 5-1299 0 0,1 2 0 0 0,-1 0 0 0 0,0 1 0 0 0,0 1 0 0 0,18 5 0 0 0,-27-7-128 0 0,8 3-821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7.8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11 14283 0 0,'-1'0'43'0'0,"1"0"0"0"0,0 0 0 0 0,0 0 0 0 0,-1 0 0 0 0,1 1 0 0 0,0-1 0 0 0,0 0 0 0 0,-1 0 0 0 0,1 0 0 0 0,0 0 0 0 0,0 0 0 0 0,-1 1 0 0 0,1-1 0 0 0,0 0 0 0 0,0 0 0 0 0,-1 0 0 0 0,1 1 0 0 0,0-1 0 0 0,0 0 0 0 0,0 0 0 0 0,0 1 0 0 0,-1-1 0 0 0,1 0 0 0 0,0 0 0 0 0,0 1 0 0 0,0-1 0 0 0,0 0 0 0 0,0 0 0 0 0,0 1 0 0 0,0-1 0 0 0,0 0 0 0 0,0 1 0 0 0,0-1 0 0 0,0 0 0 0 0,0 0 0 0 0,0 1 0 0 0,0-1 0 0 0,0 0 0 0 0,0 1 0 0 0,0-1 0 0 0,14 4 1194 0 0,18-6-65 0 0,57-14-691 0 0,-66 13-2598 0 0,44 0 0 0 0,-42 4-430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17.55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424 1 456 0 0,'-32'12'452'0'0,"0"-1"-1"0"0,-1-2 1 0 0,-52 8-1 0 0,58-13 289 0 0,1 1 1 0 0,0 1 0 0 0,1 1-1 0 0,0 1 1 0 0,0 1-1 0 0,-46 25 1 0 0,70-33-693 0 0,0-1 1 0 0,0 1 0 0 0,0-1 0 0 0,0 1 0 0 0,0-1 0 0 0,0 1-1 0 0,0 0 1 0 0,0-1 0 0 0,1 1 0 0 0,-1 0 0 0 0,0 0 0 0 0,0 0-1 0 0,1-1 1 0 0,-1 1 0 0 0,1 0 0 0 0,-1 0 0 0 0,1 0 0 0 0,-1 0-1 0 0,1 0 1 0 0,-1 0 0 0 0,1 0 0 0 0,0 1 0 0 0,-1 0 0 0 0,2-1-32 0 0,-1 0 1 0 0,1 0 0 0 0,-1 0 0 0 0,1-1 0 0 0,-1 1 0 0 0,1 0 0 0 0,0 0 0 0 0,-1-1 0 0 0,1 1 0 0 0,0 0 0 0 0,0-1 0 0 0,0 1 0 0 0,-1 0-1 0 0,1-1 1 0 0,0 1 0 0 0,0-1 0 0 0,0 0 0 0 0,0 1 0 0 0,0-1 0 0 0,1 0 0 0 0,10 4-40 0 0,1-1-1 0 0,25 2 1 0 0,-32-4 65 0 0,94 11 169 0 0,220 19 392 0 0,-255-28-259 0 0,0-3-1 0 0,122-16 1 0 0,-164 12-66 0 0,-1-1 1 0 0,31-10-1 0 0,-44 11-189 0 0,1 0 0 0 0,-1 0 0 0 0,0-1 0 0 0,0 0 0 0 0,0 0 0 0 0,-1-1-1 0 0,13-12 1 0 0,-21 18-59 0 0,0-1 1 0 0,-1 1-1 0 0,1-1 0 0 0,-1 1 0 0 0,1-1 0 0 0,-1 1 1 0 0,1 0-1 0 0,-1-1 0 0 0,1 1 0 0 0,-1 0 0 0 0,1-1 1 0 0,-1 1-1 0 0,1 0 0 0 0,-1-1 0 0 0,1 1 0 0 0,-1 0 1 0 0,0 0-1 0 0,1 0 0 0 0,-1 0 0 0 0,1 0 0 0 0,-1 0 0 0 0,0 0 1 0 0,1 0-1 0 0,-1 0 0 0 0,1 0 0 0 0,-2 0 0 0 0,-21-2 452 0 0,-51 6-505 0 0,1 4 0 0 0,-131 31 0 0 0,97-17-211 0 0,-273 69-2952 0 0,411-93 3504 0 0,43 2-1 0 0,13 1 105 0 0,564-36 1721 0 0,-600 30-2077 0 0,0-1 1 0 0,0-3 0 0 0,0-3-1 0 0,-2-1 1 0 0,1-3 0 0 0,-2-1-1 0 0,47-25 1 0 0,-94 42-55 0 0,0-1 0 0 0,0 1 0 0 0,0 0 1 0 0,0-1-1 0 0,0 1 0 0 0,0-1 0 0 0,0 0 0 0 0,0 1 0 0 0,0-1 0 0 0,-1 0 0 0 0,1 1 1 0 0,0-1-1 0 0,0 0 0 0 0,-1 0 0 0 0,1 0 0 0 0,0 0 0 0 0,-1 1 0 0 0,1-1 1 0 0,-1 0-1 0 0,1 0 0 0 0,-1 0 0 0 0,1 0 0 0 0,-1 0 0 0 0,1-2 0 0 0,-2 2 8 0 0,1 0 0 0 0,-1 0-1 0 0,1 0 1 0 0,-1 0-1 0 0,0 0 1 0 0,0 0-1 0 0,1 0 1 0 0,-1 1 0 0 0,0-1-1 0 0,0 0 1 0 0,0 0-1 0 0,0 1 1 0 0,0-1-1 0 0,0 1 1 0 0,0-1 0 0 0,0 1-1 0 0,0-1 1 0 0,0 1-1 0 0,-1-1 1 0 0,-12-3 188 0 0,0 1 1 0 0,-24-3-1 0 0,34 5-185 0 0,-55-5-441 0 0,-1 2 1 0 0,-79 5-1 0 0,-120 23-3154 0 0,-25 0-239 0 0,257-23 3589 0 0,-12 0 553 0 0,-41 7 0 0 0,102 0 2570 0 0,24 21-2957 0 0,-32-19 205 0 0,416 239-307 0 0,-391-229 89 0 0,1-2-1 0 0,1-3 0 0 0,0 0 1 0 0,1-3-1 0 0,0-1 0 0 0,1-3 1 0 0,79 7-1 0 0,-100-15 343 0 0,1-1-1 0 0,-1-1 1 0 0,-1 0 0 0 0,34-9-1 0 0,-115 11 2191 0 0,8-1-2023 0 0,-34 5-950 0 0,1 4 0 0 0,1 3 0 0 0,0 5 0 0 0,-115 35 0 0 0,170-42 167 0 0,-16 5-556 0 0,-43 21-1 0 0,77-30 752 0 0,0 0 1 0 0,1 1 0 0 0,0 0 0 0 0,0 1-1 0 0,0 0 1 0 0,1 1 0 0 0,0 0 0 0 0,0 0 0 0 0,-10 13-1 0 0,18-19 169 0 0,-1 1-1 0 0,0-1 1 0 0,0 0-1 0 0,1 1 1 0 0,-1-1 0 0 0,1 1-1 0 0,0 0 1 0 0,0-1-1 0 0,0 1 1 0 0,0 0-1 0 0,0 0 1 0 0,1 0-1 0 0,-1 0 1 0 0,1 0-1 0 0,0 0 1 0 0,0-1 0 0 0,0 1-1 0 0,0 0 1 0 0,0 0-1 0 0,1 0 1 0 0,0 0-1 0 0,-1 0 1 0 0,1 0-1 0 0,0-1 1 0 0,0 1-1 0 0,0 0 1 0 0,1-1 0 0 0,-1 1-1 0 0,0 0 1 0 0,1-1-1 0 0,0 0 1 0 0,0 1-1 0 0,0-1 1 0 0,0 0-1 0 0,4 3 1 0 0,0 0-43 0 0,-1-1 0 0 0,2 0 0 0 0,-1 0 0 0 0,0-1 0 0 0,1 0 0 0 0,-1 0 0 0 0,1 0 0 0 0,0-1 0 0 0,0 0 0 0 0,0 0 0 0 0,0-1 0 0 0,1 0 0 0 0,10 0 0 0 0,0-2 175 0 0,-1-1 1 0 0,1 0-1 0 0,-1-2 1 0 0,1 0-1 0 0,-1-1 0 0 0,0-1 1 0 0,0 0-1 0 0,-1-1 1 0 0,0-1-1 0 0,0-1 1 0 0,-1 0-1 0 0,16-13 1 0 0,20-17 1613 0 0,88-91 0 0 0,-132 123-1720 0 0,11-10 121 0 0,-1 0 57 0 0,24-28 0 0 0,-38 42-219 0 0,0-1 0 0 0,0 0 0 0 0,-1 1-1 0 0,1-1 1 0 0,-1-1 0 0 0,0 1 0 0 0,0 0 0 0 0,-1-1 0 0 0,1 1 0 0 0,-1 0-1 0 0,0-1 1 0 0,0 0 0 0 0,0 1 0 0 0,0-7 0 0 0,-2 8-34 0 0,0 1 0 0 0,0 0 0 0 0,0-1 0 0 0,0 1 0 0 0,0 0 0 0 0,0 0 1 0 0,0 0-1 0 0,-1 0 0 0 0,1 0 0 0 0,-1 0 0 0 0,1 0 0 0 0,-1 0 0 0 0,0 0 0 0 0,0 1 0 0 0,0-1 1 0 0,0 1-1 0 0,0-1 0 0 0,0 1 0 0 0,0 0 0 0 0,0 0 0 0 0,-1 0 0 0 0,1 0 0 0 0,0 0 0 0 0,-4-1 0 0 0,-7-1 127 0 0,0-1-1 0 0,1 2 1 0 0,-17-2-1 0 0,-5 1 21 0 0,1 2 1 0 0,-1 2-1 0 0,-36 5 1 0 0,-102 23-2082 0 0,87-14 465 0 0,55-10 1163 0 0,0 2 0 0 0,1 1 0 0 0,0 1 0 0 0,0 1 1 0 0,1 1-1 0 0,0 2 0 0 0,1 1 0 0 0,-27 19 0 0 0,53-32 317 0 0,-1-1 0 0 0,1 1 0 0 0,0 0 0 0 0,0 0 0 0 0,-1 0 0 0 0,1 0-1 0 0,0 0 1 0 0,0 0 0 0 0,0 0 0 0 0,0 0 0 0 0,1 0 0 0 0,-1 1 0 0 0,0-1-1 0 0,0 0 1 0 0,1 1 0 0 0,-1-1 0 0 0,1 0 0 0 0,-1 1 0 0 0,1-1-1 0 0,-1 1 1 0 0,1-1 0 0 0,0 3 0 0 0,0-2-13 0 0,1-1 1 0 0,-1 1-1 0 0,1-1 1 0 0,-1 0-1 0 0,1 1 0 0 0,0-1 1 0 0,0 0-1 0 0,0 1 1 0 0,0-1-1 0 0,0 0 0 0 0,0 0 1 0 0,0 0-1 0 0,0 0 0 0 0,0 0 1 0 0,1 0-1 0 0,-1 0 1 0 0,3 1-1 0 0,7 4-107 0 0,0-1-1 0 0,1 0 1 0 0,0-1 0 0 0,12 3 0 0 0,-22-6 135 0 0,112 28 286 0 0,1-4 0 0 0,2-5 0 0 0,-1-6 1 0 0,221-1-1 0 0,-232-13-29 0 0,89-12 7523 0 0,-217 5-6066 0 0,11 6-2067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2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7370 0 0,'-2'1'62'0'0,"1"0"0"0"0,0 0 1 0 0,0 0-1 0 0,0 0 0 0 0,0 0 1 0 0,0 0-1 0 0,0 0 0 0 0,0 1 1 0 0,0-1-1 0 0,0 0 0 0 0,0 0 1 0 0,1 1-1 0 0,-1-1 0 0 0,0 0 1 0 0,1 1-1 0 0,0-1 0 0 0,-1 1 1 0 0,1-1-1 0 0,0 1 1 0 0,-1 1-1 0 0,2 1 67 0 0,0-1 0 0 0,0 0 0 0 0,0 0 0 0 0,0 1 0 0 0,0-1 0 0 0,1 0 1 0 0,0 0-1 0 0,2 4 0 0 0,2 0 184 0 0,-1 1-1 0 0,1-1 1 0 0,1 0 0 0 0,-1 0 0 0 0,1-1-1 0 0,1 0 1 0 0,-1 0 0 0 0,15 8 0 0 0,8 4 875 0 0,34 12 0 0 0,-33-16-563 0 0,395 204 2479 0 0,143 63-1981 0 0,-464-240-967 0 0,-55-23-376 0 0,-2 1 0 0 0,79 45 0 0 0,-149-63-5909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3.1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8 245 2673 0 0,'-2'-3'105'0'0,"1"-1"1"0"0,0 1 0 0 0,0-1 0 0 0,0 1-1 0 0,0-1 1 0 0,0 0 0 0 0,7-23 10061 0 0,3 39-8976 0 0,14 38-542 0 0,-1 0-1 0 0,-3 2 0 0 0,22 97 1 0 0,6 18 982 0 0,-36-136-1449 0 0,1 0 0 0 0,2 0 0 0 0,20 31 0 0 0,-34-60-187 0 0,1-1 0 0 0,-1 0 0 0 0,1 0 0 0 0,0 0 0 0 0,0 0 0 0 0,0 0 0 0 0,0 0 0 0 0,-1 0 0 0 0,1 0 1 0 0,0 0-1 0 0,1 0 0 0 0,-1 0 0 0 0,0-1 0 0 0,0 1 0 0 0,2 1 0 0 0,-2-2-2 0 0,-1 0 1 0 0,1 0-1 0 0,-1 0 1 0 0,1 0-1 0 0,-1 0 1 0 0,1-1-1 0 0,-1 1 1 0 0,1 0-1 0 0,-1 0 1 0 0,0 0-1 0 0,1 0 0 0 0,-1-1 1 0 0,1 1-1 0 0,-1 0 1 0 0,1 0-1 0 0,-1-1 1 0 0,0 1-1 0 0,1 0 1 0 0,-1-1-1 0 0,0 1 1 0 0,1 0-1 0 0,-1-1 1 0 0,0 1-1 0 0,1-1 1 0 0,-1 1-1 0 0,0 0 1 0 0,1-2-1 0 0,0-1-30 0 0,1-1-1 0 0,-1 0 0 0 0,0 0 1 0 0,0 0-1 0 0,0 0 1 0 0,-1 0-1 0 0,1 0 1 0 0,-1-7-1 0 0,-2-17-42 0 0,-1 1 1 0 0,-2 0-1 0 0,-14-51 0 0 0,-38-77-19 0 0,32 95 91 0 0,-20-81-1 0 0,40 120 141 0 0,1 0 0 0 0,0 0 0 0 0,2 0 0 0 0,0-1 0 0 0,2 1-1 0 0,2-23 1 0 0,-2 38-34 0 0,1 0 0 0 0,1 0 0 0 0,-1 0 1 0 0,1 0-1 0 0,0 1 0 0 0,0-1 0 0 0,1 1 0 0 0,-1-1 0 0 0,1 1 0 0 0,0 0 0 0 0,6-7 0 0 0,-5 9-11 0 0,-1 0 0 0 0,0 0 0 0 0,1 0 0 0 0,0 0 0 0 0,0 1 0 0 0,0-1 0 0 0,0 1 0 0 0,0 0 0 0 0,0 0 0 0 0,0 1 0 0 0,1-1 1 0 0,-1 1-1 0 0,1 0 0 0 0,-1 0 0 0 0,1 1 0 0 0,9-1 0 0 0,2 1 60 0 0,1 1 0 0 0,0 1 0 0 0,-1 0 1 0 0,1 1-1 0 0,26 9 0 0 0,78 35 213 0 0,-107-42-323 0 0,46 21-105 0 0,103 60 0 0 0,-97-47-2036 0 0,-31-18-5578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3.9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58 6913 0 0,'-38'-57'7994'0'0,"41"64"-7276"0"0,0 0 0 0 0,-1 1 1 0 0,1 0-1 0 0,0 9 0 0 0,1 3-256 0 0,18 81 810 0 0,12 139 1 0 0,-10 106-1986 0 0,-16-200-1830 0 0,-7-125 1066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4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16 280 4145 0 0,'-5'-22'1076'0'0,"1"1"1"0"0,1-1-1 0 0,1-1 0 0 0,1 1 1 0 0,3-39-1 0 0,-1 54-724 0 0,0 1-1 0 0,0 0 1 0 0,1 0-1 0 0,0 0 1 0 0,0 0-1 0 0,0 0 1 0 0,1 0-1 0 0,0 0 1 0 0,0 1-1 0 0,8-10 1 0 0,-8 11-199 0 0,0 1-1 0 0,0 0 1 0 0,0 1-1 0 0,1-1 1 0 0,-1 1 0 0 0,1-1-1 0 0,0 1 1 0 0,0 0 0 0 0,0 0-1 0 0,0 1 1 0 0,0-1-1 0 0,0 1 1 0 0,0 0 0 0 0,1 0-1 0 0,-1 0 1 0 0,0 1-1 0 0,8-1 1 0 0,-5 2-64 0 0,1 0 0 0 0,-1 0-1 0 0,0 0 1 0 0,1 1 0 0 0,-1 0 0 0 0,0 0-1 0 0,0 1 1 0 0,0 0 0 0 0,0 0 0 0 0,-1 0-1 0 0,1 1 1 0 0,-1 0 0 0 0,0 0 0 0 0,0 1-1 0 0,0 0 1 0 0,-1 0 0 0 0,1 0 0 0 0,-1 1-1 0 0,-1 0 1 0 0,6 8 0 0 0,0 0 106 0 0,0 1 1 0 0,-2-1-1 0 0,0 2 1 0 0,-1-1-1 0 0,0 1 0 0 0,-1 0 1 0 0,7 32-1 0 0,-10-26-335 0 0,-1 1 0 0 0,0-1 0 0 0,-2 1 0 0 0,-1-1 0 0 0,0 0 0 0 0,-2 1 0 0 0,0-1 0 0 0,-9 27 0 0 0,-4 4-280 0 0,-2-1 0 0 0,-30 58 0 0 0,42-97-18 0 0,-27 51 1227 0 0,31-60-1449 0 0,-1 0 0 0 0,1-1 0 0 0,-1 1 1 0 0,0-1-1 0 0,0 0 0 0 0,0 0 0 0 0,-6 4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4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0 255 7370 0 0,'3'1'420'0'0,"-1"1"1"0"0,0-1 0 0 0,1 0-1 0 0,-1 0 1 0 0,1 0 0 0 0,-1 0-1 0 0,1-1 1 0 0,0 1 0 0 0,-1-1-1 0 0,1 1 1 0 0,0-1 0 0 0,-1 0-1 0 0,6 0 1 0 0,35-5 2475 0 0,-38 3-2746 0 0,0 0-1 0 0,0 0 1 0 0,-1-1-1 0 0,1 0 1 0 0,-1 1-1 0 0,1-1 1 0 0,-1-1-1 0 0,0 1 1 0 0,0-1-1 0 0,0 1 1 0 0,-1-1-1 0 0,1 0 0 0 0,-1-1 1 0 0,0 1-1 0 0,0-1 1 0 0,-1 1-1 0 0,1-1 1 0 0,-1 0-1 0 0,0 0 1 0 0,0 0-1 0 0,-1 0 1 0 0,1 0-1 0 0,-1 0 1 0 0,0-6-1 0 0,1 3-289 0 0,0-1-1 0 0,-1 0 1 0 0,-1 0-1 0 0,1 0 1 0 0,-1 0 0 0 0,-1 1-1 0 0,0-1 1 0 0,0 0-1 0 0,-1 0 1 0 0,0 1 0 0 0,0-1-1 0 0,-1 1 1 0 0,-7-15 0 0 0,10 22 17 0 0,0-1 1 0 0,-1 1 0 0 0,1 0 0 0 0,-1 0 0 0 0,1 0 0 0 0,-1 0 0 0 0,0 0 0 0 0,1 0 0 0 0,-1 0 0 0 0,0 0 0 0 0,0 1 0 0 0,0-1 0 0 0,0 0 0 0 0,0 0 0 0 0,1 1 0 0 0,-1-1-1 0 0,-1 0 1 0 0,1 1 0 0 0,0-1 0 0 0,0 1 0 0 0,0-1 0 0 0,0 1 0 0 0,0 0 0 0 0,0-1 0 0 0,-1 1 0 0 0,1 0 0 0 0,0 0 0 0 0,0 0 0 0 0,0 0 0 0 0,0 0 0 0 0,-1 0 0 0 0,1 0 0 0 0,0 0-1 0 0,0 0 1 0 0,0 1 0 0 0,-1-1 0 0 0,1 1 0 0 0,0-1 0 0 0,0 0 0 0 0,0 1 0 0 0,0 0 0 0 0,0-1 0 0 0,0 1 0 0 0,0 0 0 0 0,0-1 0 0 0,0 1 0 0 0,0 0 0 0 0,1 0 0 0 0,-1 0-1 0 0,0 0 1 0 0,0 0 0 0 0,0 2 0 0 0,-3 2 101 0 0,0 0-1 0 0,1 1 0 0 0,0-1 1 0 0,0 1-1 0 0,0 0 0 0 0,1 0 1 0 0,0 0-1 0 0,-3 11 0 0 0,5-13 257 0 0,-1 1-1 0 0,1 0 1 0 0,0 0-1 0 0,0-1 0 0 0,1 1 1 0 0,-1 0-1 0 0,1 0 0 0 0,0-1 1 0 0,0 1-1 0 0,1-1 1 0 0,-1 1-1 0 0,1-1 0 0 0,0 1 1 0 0,0-1-1 0 0,5 7 1 0 0,-2-5 218 0 0,0 1 0 0 0,1-2 0 0 0,-1 1 1 0 0,1-1-1 0 0,0 1 0 0 0,1-2 0 0 0,-1 1 1 0 0,15 7-1 0 0,-10-7-268 0 0,0 0 0 0 0,1 0 1 0 0,0-1-1 0 0,0 0 0 0 0,0-1 1 0 0,1-1-1 0 0,-1 0 0 0 0,1 0 0 0 0,-1-1 1 0 0,1-1-1 0 0,23-2 0 0 0,-16-3-1881 0 0,-2-1-5384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4.8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51 7834 0 0,'-1'-32'1742'0'0,"1"31"-1543"0"0,0 0 0 0 0,0 1 1 0 0,0-1-1 0 0,0 0 0 0 0,0 0 0 0 0,-1 1 0 0 0,1-1 0 0 0,0 0 0 0 0,0 1 0 0 0,-1-1 0 0 0,1 0 0 0 0,0 1 0 0 0,-1-1 1 0 0,1 0-1 0 0,-1 1 0 0 0,1-1 0 0 0,-1 1 0 0 0,1-1 0 0 0,-1 0 0 0 0,1 1 0 0 0,-1-1 0 0 0,1 1 0 0 0,-1 0 0 0 0,0-1 1 0 0,1 1-1 0 0,-1 0 0 0 0,0-1 0 0 0,1 1 0 0 0,-1 0 0 0 0,0-1 0 0 0,1 1 0 0 0,-1 0 0 0 0,0 0 0 0 0,0 0 0 0 0,1 0 1 0 0,-1 0-1 0 0,0 0 0 0 0,0 0 0 0 0,1 0 0 0 0,-1 0 0 0 0,0 0 0 0 0,-1 1 0 0 0,0 0 14 0 0,0 0 0 0 0,0 1 0 0 0,0-1-1 0 0,0 0 1 0 0,0 1 0 0 0,1 0 0 0 0,-1-1 0 0 0,1 1 0 0 0,-1 0-1 0 0,1 0 1 0 0,-1 0 0 0 0,1 0 0 0 0,0 0 0 0 0,0 0-1 0 0,0 0 1 0 0,0 1 0 0 0,1-1 0 0 0,-2 4 0 0 0,-7 45 422 0 0,6-2-485 0 0,2 0 1 0 0,3 0 0 0 0,1-1 0 0 0,3 1 0 0 0,23 91 0 0 0,-23-121-1265 0 0,14 37 0 0 0,-11-37-6616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5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1 215 7370 0 0,'0'-2'431'0'0,"1"-1"-1"0"0,0 1 1 0 0,0 0 0 0 0,0 0 0 0 0,0 0 0 0 0,1 0 0 0 0,-1 0 0 0 0,1 0 0 0 0,-1 0 0 0 0,1 0 0 0 0,-1 0 0 0 0,4-2 0 0 0,-3 2-204 0 0,17-19 1438 0 0,9-11 669 0 0,38-33-1 0 0,-58 57-2443 0 0,1 1 1 0 0,0 0-1 0 0,1 1 0 0 0,-1 0 0 0 0,1 0 0 0 0,0 1 1 0 0,1 0-1 0 0,-1 1 0 0 0,18-4 0 0 0,-9 4-6504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5.4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1 315 6913 0 0,'2'-1'551'0'0,"1"0"-1"0"0,-1-1 0 0 0,1 1 0 0 0,-1-1 0 0 0,0 1 1 0 0,0-1-1 0 0,0 0 0 0 0,0 0 0 0 0,0 0 0 0 0,3-4 1 0 0,2-1 317 0 0,8-8 331 0 0,0-1 1 0 0,-2 0 0 0 0,0 0 0 0 0,19-32 0 0 0,-28 41-1163 0 0,0 0 0 0 0,0-1 0 0 0,-1 1 0 0 0,0-1 0 0 0,0 0 0 0 0,0 0 0 0 0,-2 0 0 0 0,1 0 0 0 0,-1 0 0 0 0,0 0 0 0 0,0 0 0 0 0,-1-1 1 0 0,0 1-1 0 0,-1 0 0 0 0,-1-9 0 0 0,2 14-70 0 0,-1 1 1 0 0,0 0 0 0 0,0 0 0 0 0,0 0-1 0 0,0 0 1 0 0,0 0 0 0 0,-1 0-1 0 0,1 0 1 0 0,0 0 0 0 0,-1 0 0 0 0,0 1-1 0 0,1-1 1 0 0,-1 1 0 0 0,0-1 0 0 0,0 1-1 0 0,0-1 1 0 0,0 1 0 0 0,0 0-1 0 0,0 0 1 0 0,0 0 0 0 0,0 0 0 0 0,-5 0-1 0 0,6 0-18 0 0,0 1 1 0 0,0 0-1 0 0,-1 0 0 0 0,1 0 0 0 0,0 0 0 0 0,-1 0 0 0 0,1 0 0 0 0,0 0 0 0 0,0 1 0 0 0,-1-1 0 0 0,1 0 0 0 0,0 1 1 0 0,0-1-1 0 0,0 1 0 0 0,-1-1 0 0 0,1 1 0 0 0,0 0 0 0 0,0-1 0 0 0,0 1 0 0 0,0 0 0 0 0,0 0 0 0 0,0 0 0 0 0,0 0 1 0 0,1 0-1 0 0,-1 0 0 0 0,0 0 0 0 0,0 0 0 0 0,1 0 0 0 0,-1 0 0 0 0,1 0 0 0 0,-1 0 0 0 0,1 0 0 0 0,-1 1 0 0 0,1-1 0 0 0,0 0 1 0 0,-1 0-1 0 0,1 1 0 0 0,0-1 0 0 0,0 0 0 0 0,0 0 0 0 0,0 3 0 0 0,1 1 48 0 0,-1 1 1 0 0,1-1-1 0 0,0 0 0 0 0,0 0 0 0 0,1 1 0 0 0,0-1 1 0 0,0 0-1 0 0,0 0 0 0 0,0-1 0 0 0,1 1 1 0 0,0 0-1 0 0,0-1 0 0 0,0 0 0 0 0,0 1 1 0 0,1-1-1 0 0,0-1 0 0 0,0 1 0 0 0,8 6 1 0 0,7 5 1076 0 0,0-1 1 0 0,39 20-1 0 0,-50-30-999 0 0,0 0 0 0 0,0 0-1 0 0,1-1 1 0 0,-1 0-1 0 0,1-1 1 0 0,0 0-1 0 0,-1-1 1 0 0,1 1-1 0 0,0-2 1 0 0,0 1-1 0 0,10-1 1 0 0,30-10-6191 0 0,-30 3-545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5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14 244 9218 0 0,'-1'-1'126'0'0,"1"1"0"0"0,-1 0 0 0 0,0 0 0 0 0,0-1 0 0 0,1 1 0 0 0,-1 0 0 0 0,0-1 0 0 0,1 1 0 0 0,-1-1-1 0 0,1 1 1 0 0,-1-1 0 0 0,1 1 0 0 0,-1-1 0 0 0,0 1 0 0 0,1-1 0 0 0,0 0 0 0 0,-1 1 0 0 0,1-1 0 0 0,-1 0 0 0 0,1 1 0 0 0,0-1 0 0 0,0 0 0 0 0,-1 0 0 0 0,1 1 0 0 0,0-1 0 0 0,0 0 0 0 0,0 0 0 0 0,0 1-1 0 0,0-1 1 0 0,0 0 0 0 0,0 0 0 0 0,0 0 0 0 0,0 0-49 0 0,0 1-1 0 0,0-1 0 0 0,0 0 1 0 0,0 1-1 0 0,0-1 0 0 0,1 1 1 0 0,-1-1-1 0 0,0 1 0 0 0,0-1 1 0 0,1 1-1 0 0,-1-1 1 0 0,0 1-1 0 0,1-1 0 0 0,-1 1 1 0 0,0-1-1 0 0,1 1 0 0 0,-1 0 1 0 0,1-1-1 0 0,-1 1 0 0 0,1 0 1 0 0,-1-1-1 0 0,1 1 0 0 0,-1 0 1 0 0,1-1-1 0 0,-1 1 0 0 0,1 0 1 0 0,-1 0-1 0 0,1 0 1 0 0,-1 0-1 0 0,1-1 0 0 0,0 1 1 0 0,-1 0-1 0 0,1 0 0 0 0,-1 0 1 0 0,1 0-1 0 0,0 0 0 0 0,-1 0 1 0 0,1 1-1 0 0,-1-1 0 0 0,1 0 1 0 0,-1 0-1 0 0,1 0 1 0 0,-1 0-1 0 0,1 1 0 0 0,0-1 1 0 0,-1 0-1 0 0,0 1 0 0 0,1-1 1 0 0,-1 0-1 0 0,1 1 0 0 0,-1-1 1 0 0,1 1-1 0 0,6 3 44 0 0,-1-1-1 0 0,0 1 1 0 0,-1 1 0 0 0,1-1 0 0 0,-1 1-1 0 0,0 0 1 0 0,0 0 0 0 0,0 0-1 0 0,-1 1 1 0 0,1 0 0 0 0,-1 0-1 0 0,-1 0 1 0 0,5 10 0 0 0,2 8 712 0 0,-1 0 1 0 0,8 38-1 0 0,8 22 83 0 0,-31-235-858 0 0,6 120-786 0 0,1 0 0 0 0,2-1 0 0 0,1 1-1 0 0,2 0 1 0 0,1 1 0 0 0,1 0 0 0 0,1 0 0 0 0,18-36-1 0 0,-13 40 730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6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1 7370 0 0,'-23'14'481'0'0,"-5"12"4435"0"0,26-24-4557 0 0,0 0 0 0 0,1 1 0 0 0,-1-1 1 0 0,1 1-1 0 0,0-1 0 0 0,0 1 0 0 0,0 0 1 0 0,0 0-1 0 0,0-1 0 0 0,1 1 0 0 0,-1 0 1 0 0,1 0-1 0 0,0 0 0 0 0,0 0 0 0 0,0-1 1 0 0,0 1-1 0 0,0 0 0 0 0,1 0 0 0 0,-1 0 1 0 0,3 5-1 0 0,22 64 2107 0 0,-13-41-2221 0 0,9 41 1 0 0,-13-40-1676 0 0,-6-25 196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6.9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1 307 4145 0 0,'29'-137'5996'0'0,"-23"119"-4913"0"0,0-1 0 0 0,1 1 0 0 0,1 1 0 0 0,1-1-1 0 0,12-18 1 0 0,-19 33-970 0 0,-1 1 0 0 0,1-1 1 0 0,0 0-1 0 0,0 1 0 0 0,0 0 0 0 0,0-1 0 0 0,1 1 0 0 0,-1 0 0 0 0,1 0 0 0 0,-1 1 0 0 0,1-1 1 0 0,-1 0-1 0 0,1 1 0 0 0,0-1 0 0 0,0 1 0 0 0,0 0 0 0 0,0 0 0 0 0,6-1 0 0 0,-6 2-18 0 0,0 0 0 0 0,0 1-1 0 0,0-1 1 0 0,0 1-1 0 0,0-1 1 0 0,0 1 0 0 0,0 0-1 0 0,0 0 1 0 0,-1 0-1 0 0,1 1 1 0 0,0-1 0 0 0,-1 1-1 0 0,1-1 1 0 0,-1 1-1 0 0,5 4 1 0 0,3 4 51 0 0,0 1 1 0 0,-1 1-1 0 0,0-1 0 0 0,-1 1 0 0 0,0 1 0 0 0,10 21 1 0 0,11 32-35 0 0,-16-34-135 0 0,23 41 0 0 0,-36-73-7 0 0,0 1 0 0 0,0-1-1 0 0,0 0 1 0 0,0 0 0 0 0,1 1-1 0 0,-1-1 1 0 0,0 0 0 0 0,0 1-1 0 0,0-1 1 0 0,0 0 0 0 0,1 1-1 0 0,-1-1 1 0 0,0 0 0 0 0,0 0-1 0 0,0 0 1 0 0,1 1 0 0 0,-1-1-1 0 0,0 0 1 0 0,0 0-1 0 0,1 0 1 0 0,-1 1 0 0 0,0-1-1 0 0,1 0 1 0 0,-1 0 0 0 0,0 0-1 0 0,0 0 1 0 0,1 0 0 0 0,-1 0-1 0 0,0 1 1 0 0,1-1 0 0 0,-1 0-1 0 0,0 0 1 0 0,1 0 0 0 0,-1 0-1 0 0,0 0 1 0 0,1 0 0 0 0,-1-1-1 0 0,0 1 1 0 0,1 0 0 0 0,-1 0-1 0 0,0 0 1 0 0,1 0 0 0 0,6-16-1586 0 0,-1-23-678 0 0,-4 17 2042 0 0,0 0 1 0 0,2 0 0 0 0,12-41-1 0 0,-14 54 704 0 0,1 0 0 0 0,1 0-1 0 0,-1 1 1 0 0,2-1 0 0 0,-1 1-1 0 0,1 0 1 0 0,0 0-1 0 0,1 0 1 0 0,0 1 0 0 0,0 0-1 0 0,13-12 1 0 0,-17 18-380 0 0,-1 0 1 0 0,1-1-1 0 0,-1 1 1 0 0,1 0-1 0 0,0 0 0 0 0,0 0 1 0 0,0 0-1 0 0,0 0 0 0 0,0 1 1 0 0,0-1-1 0 0,0 0 0 0 0,0 1 1 0 0,0-1-1 0 0,0 1 1 0 0,0 0-1 0 0,0 0 0 0 0,0 0 1 0 0,0 0-1 0 0,0 0 0 0 0,0 0 1 0 0,0 1-1 0 0,0-1 1 0 0,0 1-1 0 0,0-1 0 0 0,3 2 1 0 0,-2 0-40 0 0,0 1-1 0 0,0-1 1 0 0,0 1 0 0 0,0 0 0 0 0,0 0 0 0 0,-1 0 0 0 0,1 1 0 0 0,-1-1 0 0 0,0 0 0 0 0,0 1 0 0 0,0-1 0 0 0,2 7 0 0 0,5 15 72 0 0,-1 0 0 0 0,-1 0 0 0 0,4 36-1 0 0,-6-36-981 0 0,0 1 0 0 0,1-1-1 0 0,15 37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7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 4609 0 0,'-1'4'923'0'0,"0"1"1"0"0,1 0 0 0 0,0 0-1 0 0,0 0 1 0 0,0-1-1 0 0,1 1 1 0 0,-1 0-1 0 0,1 0 1 0 0,3 8-1 0 0,18 45 2014 0 0,-10-32-1459 0 0,-3 0-703 0 0,-2-5-694 0 0,2-1-1 0 0,14 28 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7.3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14283 0 0,'1'21'4947'0'0,"0"1"-3339"0"0,0-14-1823 0 0,0-1 1 0 0,0 1-1 0 0,1-1 1 0 0,0 0-1 0 0,0 0 0 0 0,1 0 1 0 0,0 0-1 0 0,4 8 1 0 0,3 1 178 0 0,0 3-31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7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9218 0 0,'17'-8'5270'0'0,"-15"9"-4951"0"0,1-1-1 0 0,-1 1 0 0 0,0-1 1 0 0,0 1-1 0 0,0 0 0 0 0,1 0 1 0 0,-1 0-1 0 0,0 0 0 0 0,0 1 1 0 0,0-1-1 0 0,0 0 0 0 0,-1 1 0 0 0,1-1 1 0 0,0 1-1 0 0,0 0 0 0 0,-1 0 1 0 0,1 0-1 0 0,1 3 0 0 0,24 42 937 0 0,-24-40-1069 0 0,57 134-121 0 0,-60-141-82 0 0,0 1 0 0 0,1-1 0 0 0,-1 1 1 0 0,0 0-1 0 0,0-1 0 0 0,0 1 0 0 0,0-1 0 0 0,1 1 0 0 0,-1 0 0 0 0,0-1 0 0 0,1 1 1 0 0,-1-1-1 0 0,0 1 0 0 0,1-1 0 0 0,-1 1 0 0 0,1-1 0 0 0,-1 0 0 0 0,0 1 1 0 0,1-1-1 0 0,-1 1 0 0 0,1-1 0 0 0,-1 0 0 0 0,1 1 0 0 0,0-1 0 0 0,-1 0 0 0 0,1 0 1 0 0,-1 0-1 0 0,1 1 0 0 0,-1-1 0 0 0,1 0 0 0 0,0 0 0 0 0,-1 0 0 0 0,1 0 1 0 0,-1 0-1 0 0,1 0 0 0 0,0 0 0 0 0,1-1-114 0 0,-1 0 1 0 0,1 0 0 0 0,-1 0-1 0 0,0 0 1 0 0,0-1-1 0 0,0 1 1 0 0,1 0 0 0 0,-1-1-1 0 0,0 1 1 0 0,-1-1-1 0 0,1 1 1 0 0,1-3-1 0 0,18-51-2531 0 0,-14 32 1969 0 0,1-5 1047 0 0,2 0 0 0 0,0 0 0 0 0,2 1 0 0 0,15-29 0 0 0,-25 54-268 0 0,-1 1 0 0 0,1 0 0 0 0,0-1 0 0 0,0 1 0 0 0,-1-1 0 0 0,1 1 0 0 0,0 0 0 0 0,0 0 0 0 0,0-1 0 0 0,1 1 0 0 0,-1 0 0 0 0,0 0 0 0 0,0 0 0 0 0,1 0 0 0 0,-1 0 0 0 0,0 0 0 0 0,1 1 0 0 0,-1-1 0 0 0,1 0 0 0 0,-1 1 0 0 0,1-1 0 0 0,-1 1 0 0 0,1 0 0 0 0,-1-1 0 0 0,1 1 0 0 0,-1 0 0 0 0,1 0 0 0 0,0 0 0 0 0,-1 0 0 0 0,1 0 0 0 0,-1 0 0 0 0,1 0 0 0 0,0 1 0 0 0,-1-1 0 0 0,1 1 0 0 0,-1-1 0 0 0,1 1 0 0 0,-1-1 0 0 0,1 1 0 0 0,-1 0 0 0 0,0 0 0 0 0,1 0 0 0 0,0 1 0 0 0,7 6 26 0 0,-1 0 0 0 0,0 0-1 0 0,0 1 1 0 0,-1 0 0 0 0,7 11 0 0 0,4 5-24 0 0,24 22-2248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8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0 302 12899 0 0,'0'1'131'0'0,"1"0"0"0"0,-1 0 0 0 0,1 0 0 0 0,-1 0-1 0 0,1 0 1 0 0,-1 0 0 0 0,1-1 0 0 0,-1 1 0 0 0,1 0 0 0 0,0 0 0 0 0,0-1 0 0 0,-1 1 0 0 0,1 0 0 0 0,0-1 0 0 0,0 1 0 0 0,0-1 0 0 0,-1 1 0 0 0,1-1 0 0 0,0 0-1 0 0,0 1 1 0 0,0-1 0 0 0,0 0 0 0 0,0 1 0 0 0,0-1 0 0 0,0 0 0 0 0,0 0 0 0 0,0 0 0 0 0,1 0 0 0 0,0 0 43 0 0,1-1 1 0 0,-1 0 0 0 0,0 0-1 0 0,0 0 1 0 0,0 0-1 0 0,0 0 1 0 0,0 0-1 0 0,0 0 1 0 0,0 0 0 0 0,0-1-1 0 0,2-2 1 0 0,4-3 92 0 0,-2 0 0 0 0,1-1 0 0 0,-1 0 0 0 0,8-13 0 0 0,-8 7-293 0 0,1-1 0 0 0,-2 1 0 0 0,0-1 0 0 0,0 0 0 0 0,-2-1 0 0 0,0 1 0 0 0,0 0 0 0 0,-2-1 0 0 0,0 0 1 0 0,-1 1-1 0 0,0-1 0 0 0,-1 0 0 0 0,-4-18 0 0 0,5 33-2 0 0,0 0 0 0 0,0 0 0 0 0,0 0 0 0 0,0 0 0 0 0,0 0 0 0 0,-1 0 0 0 0,1 0 0 0 0,0 0 0 0 0,0 1 0 0 0,-1-1 0 0 0,1 0 0 0 0,-1 0-1 0 0,1 0 1 0 0,-1 1 0 0 0,1-1 0 0 0,-1 0 0 0 0,1 1 0 0 0,-1-1 0 0 0,0 0 0 0 0,1 1 0 0 0,-1-1 0 0 0,0 1 0 0 0,-1-2 0 0 0,1 2 39 0 0,1 1 0 0 0,-1-1 0 0 0,0 0 0 0 0,0 0 0 0 0,0 0 0 0 0,1 1-1 0 0,-1-1 1 0 0,0 1 0 0 0,0-1 0 0 0,1 0 0 0 0,-1 1 0 0 0,0-1 0 0 0,1 1 0 0 0,-1-1 0 0 0,1 1 0 0 0,-1 0 0 0 0,1-1-1 0 0,-1 1 1 0 0,1 0 0 0 0,-1 0 0 0 0,-25 46 1167 0 0,24-42-1104 0 0,-4 7 64 0 0,1 0-1 0 0,0 1 1 0 0,1-1 0 0 0,1 1-1 0 0,0 0 1 0 0,0 0-1 0 0,1 1 1 0 0,0 14 0 0 0,2-22-126 0 0,0-1 0 0 0,1 1 1 0 0,0-1-1 0 0,0 1 0 0 0,0-1 0 0 0,0 1 1 0 0,1-1-1 0 0,0 0 0 0 0,0 0 1 0 0,0 1-1 0 0,1-2 0 0 0,0 1 1 0 0,0 0-1 0 0,0 0 0 0 0,0-1 1 0 0,1 0-1 0 0,0 0 0 0 0,0 0 0 0 0,0 0 1 0 0,0 0-1 0 0,1-1 0 0 0,5 4 1 0 0,0-2 6 0 0,0 0 0 0 0,1 0-1 0 0,-1-1 1 0 0,1 0 0 0 0,0-1 0 0 0,0 0 0 0 0,20 2 0 0 0,80-1-1235 0 0,-92-4 462 0 0,9 0-6533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8.6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57 7370 0 0,'-5'-20'2398'0'0,"-5"-11"3991"0"0,10 30-6308 0 0,-1 1 0 0 0,1-1 0 0 0,0 1-1 0 0,-1 0 1 0 0,1-1 0 0 0,-1 1 0 0 0,1 0 0 0 0,-1-1 0 0 0,1 1 0 0 0,-1 0 0 0 0,1-1 0 0 0,-1 1 0 0 0,1 0 0 0 0,-1 0 0 0 0,1 0 0 0 0,-1 0-1 0 0,1-1 1 0 0,-1 1 0 0 0,1 0 0 0 0,-1 0 0 0 0,1 0 0 0 0,-1 0 0 0 0,0 0 0 0 0,1 0 0 0 0,-1 0 0 0 0,1 1 0 0 0,-1-1 0 0 0,1 0 0 0 0,-1 0-1 0 0,1 0 1 0 0,-1 0 0 0 0,1 1 0 0 0,-1-1 0 0 0,1 0 0 0 0,-1 1 0 0 0,1-1 0 0 0,-1 0 0 0 0,1 1 0 0 0,0-1 0 0 0,-1 0 0 0 0,1 1 0 0 0,-1-1-1 0 0,1 1 1 0 0,0-1 0 0 0,0 1 0 0 0,-1-1 0 0 0,1 1 0 0 0,0-1 0 0 0,-1 1 0 0 0,-9 12 90 0 0,1 0-1 0 0,0 0 1 0 0,0 1 0 0 0,2 0 0 0 0,-1 0-1 0 0,2 1 1 0 0,0 0 0 0 0,1 0-1 0 0,0 0 1 0 0,2 1 0 0 0,-1 0-1 0 0,2 0 1 0 0,0 0 0 0 0,1 23 0 0 0,1-33-162 0 0,1 0 1 0 0,0 0 0 0 0,1 0 0 0 0,-1 0 0 0 0,1 0 0 0 0,1 0 0 0 0,-1 0 0 0 0,1-1 0 0 0,0 1-1 0 0,0-1 1 0 0,0 1 0 0 0,1-1 0 0 0,0 0 0 0 0,0-1 0 0 0,0 1 0 0 0,1-1 0 0 0,5 5-1 0 0,6 2 46 0 0,1 1-1 0 0,1-2 1 0 0,34 15-1 0 0,-9-4-24 0 0,-39-19-51 0 0,0 0 0 0 0,-1 0 0 0 0,0 0 0 0 0,1 0-1 0 0,-1 0 1 0 0,0 1 0 0 0,0-1 0 0 0,-1 1 0 0 0,1 0 0 0 0,0 0 0 0 0,-1 0 0 0 0,0 0 0 0 0,4 7 0 0 0,-5-8 2 0 0,-1 0 0 0 0,1 0 0 0 0,-1 0 0 0 0,0 0 0 0 0,0 0 0 0 0,0 0 0 0 0,0 0 1 0 0,0 0-1 0 0,-1 0 0 0 0,1-1 0 0 0,0 1 0 0 0,-1 0 0 0 0,0 0 0 0 0,1 0 0 0 0,-1 0 1 0 0,0 0-1 0 0,0-1 0 0 0,0 1 0 0 0,0 0 0 0 0,0-1 0 0 0,0 1 0 0 0,0-1 0 0 0,-1 1 0 0 0,1-1 1 0 0,-1 0-1 0 0,1 1 0 0 0,-1-1 0 0 0,-3 2 0 0 0,-10 8-1871 0 0,-3 1-5523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9.0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17972 0 0,'0'0'1878'0'0,"8"11"-435"0"0,6 19-1045 0 0,-2 0 1 0 0,-1 1 0 0 0,13 61 0 0 0,5 99 1048 0 0,-8-42-3009 0 0,-13-108-1428 0 0,21 63 0 0 0,-20-80-4233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9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1 287 5529 0 0,'35'-17'1820'0'0,"0"-2"-1"0"0,49-34 1 0 0,-39 25-885 0 0,46-36 603 0 0,-55 38-627 0 0,0 1 1 0 0,54-26-1 0 0,-89 50-852 0 0,0 1-1 0 0,0-1 0 0 0,0 1 0 0 0,1 0 1 0 0,-1-1-1 0 0,0 1 0 0 0,0 0 0 0 0,1 0 0 0 0,-1 0 1 0 0,0 0-1 0 0,0 0 0 0 0,1 0 0 0 0,-1 0 1 0 0,0 0-1 0 0,0 1 0 0 0,1-1 0 0 0,-1 1 0 0 0,0-1 1 0 0,0 0-1 0 0,0 1 0 0 0,0 0 0 0 0,0-1 0 0 0,1 1 1 0 0,-1 0-1 0 0,0 0 0 0 0,0-1 0 0 0,-1 1 1 0 0,1 0-1 0 0,0 0 0 0 0,0 0 0 0 0,0 0 0 0 0,-1 0 1 0 0,1 0-1 0 0,0 0 0 0 0,-1 1 0 0 0,1-1 1 0 0,-1 0-1 0 0,1 2 0 0 0,4 8 290 0 0,-1 0 1 0 0,-1 1-1 0 0,3 17 1 0 0,0-6-61 0 0,0-1-28 0 0,-4-11-128 0 0,1-1-1 0 0,0 0 1 0 0,1 0-1 0 0,0 0 1 0 0,0 0-1 0 0,1 0 1 0 0,0-1-1 0 0,1 0 1 0 0,9 12-1 0 0,-14-20-112 0 0,0 0-1 0 0,0 0 0 0 0,1 0 1 0 0,-1 0-1 0 0,0 0 0 0 0,0 0 1 0 0,0-1-1 0 0,1 1 0 0 0,-1 0 1 0 0,0-1-1 0 0,1 1 0 0 0,-1-1 1 0 0,0 0-1 0 0,1 1 1 0 0,-1-1-1 0 0,1 0 0 0 0,-1 0 1 0 0,0 0-1 0 0,1 0 0 0 0,-1 0 1 0 0,1 0-1 0 0,-1 0 0 0 0,2-1 1 0 0,0 0-7 0 0,-1 0 0 0 0,1-1 1 0 0,-1 1-1 0 0,0 0 1 0 0,0-1-1 0 0,1 0 0 0 0,-1 1 1 0 0,0-1-1 0 0,0 0 0 0 0,0 0 1 0 0,2-4-1 0 0,4-6-68 0 0,0 0 1 0 0,-1-1-1 0 0,9-22 0 0 0,-12 26-12 0 0,3-9-56 0 0,-6 12 148 0 0,1 1 0 0 0,0 0 1 0 0,0 0-1 0 0,0 1 0 0 0,1-1 0 0 0,-1 0 1 0 0,1 1-1 0 0,0-1 0 0 0,7-6 0 0 0,-9 10-6 0 0,0 1-1 0 0,0 0 1 0 0,0 0-1 0 0,0-1 0 0 0,0 1 1 0 0,0 0-1 0 0,0 0 1 0 0,0 0-1 0 0,0 0 0 0 0,0 0 1 0 0,0 1-1 0 0,0-1 1 0 0,0 0-1 0 0,0 0 0 0 0,-1 1 1 0 0,1-1-1 0 0,0 0 1 0 0,0 1-1 0 0,0-1 0 0 0,0 1 1 0 0,0-1-1 0 0,-1 1 1 0 0,1-1-1 0 0,0 1 0 0 0,-1 0 1 0 0,1-1-1 0 0,0 1 1 0 0,-1 0-1 0 0,1 0 0 0 0,-1 0 1 0 0,2 0-1 0 0,20 33 97 0 0,-17-26-74 0 0,18 25-1367 0 0,42 47-1 0 0,-49-62 401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9.7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14 248 6913 0 0,'10'-11'675'0'0,"0"0"0"0"0,-1-1 0 0 0,-1 0 0 0 0,0 0 0 0 0,-1-1-1 0 0,8-17 1 0 0,-12 23-420 0 0,0 1 0 0 0,0-1 0 0 0,-1 0-1 0 0,0-1 1 0 0,0 1 0 0 0,-1 0 0 0 0,0-1 0 0 0,0 1-1 0 0,-1 0 1 0 0,0-1 0 0 0,0 1 0 0 0,-1-1 0 0 0,1 1 0 0 0,-3-8-1 0 0,2 13-190 0 0,1 0 0 0 0,0 1 0 0 0,-1-1 0 0 0,0 0 0 0 0,1 1 0 0 0,-1-1-1 0 0,0 0 1 0 0,0 1 0 0 0,0-1 0 0 0,0 1 0 0 0,0 0 0 0 0,0-1 0 0 0,0 1 0 0 0,0 0 0 0 0,-1 0-1 0 0,1-1 1 0 0,0 1 0 0 0,-1 0 0 0 0,-2-1 0 0 0,3 2-10 0 0,0 0 1 0 0,-1 0-1 0 0,1 0 0 0 0,0 0 1 0 0,0 0-1 0 0,0 0 0 0 0,0 0 1 0 0,0 1-1 0 0,0-1 0 0 0,0 0 0 0 0,-1 1 1 0 0,1-1-1 0 0,0 1 0 0 0,0 0 1 0 0,0-1-1 0 0,1 1 0 0 0,-1 0 1 0 0,0-1-1 0 0,0 1 0 0 0,0 0 1 0 0,0 0-1 0 0,0 1 0 0 0,-4 4 156 0 0,0 1-1 0 0,0 0 1 0 0,1 0-1 0 0,0 0 0 0 0,1 1 1 0 0,-6 13-1 0 0,6-9 27 0 0,0 1 1 0 0,0-1-1 0 0,1 1 0 0 0,0-1 1 0 0,2 1-1 0 0,-1 0 0 0 0,1-1 1 0 0,1 1-1 0 0,3 17 0 0 0,-3-26-273 0 0,0 0 0 0 0,0-1-1 0 0,0 1 1 0 0,1-1 0 0 0,-1 1-1 0 0,1-1 1 0 0,0 1 0 0 0,0-1 0 0 0,0 0-1 0 0,0 0 1 0 0,0 0 0 0 0,1 0-1 0 0,0 0 1 0 0,-1 0 0 0 0,1-1 0 0 0,0 1-1 0 0,0-1 1 0 0,5 3 0 0 0,-4-4-358 0 0,0 1 1 0 0,1-1-1 0 0,-1 0 1 0 0,0 0-1 0 0,0 0 1 0 0,1 0-1 0 0,-1-1 1 0 0,1 0-1 0 0,-1 0 1 0 0,0 0-1 0 0,1 0 1 0 0,5-2-1 0 0,12-3-6477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0.3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72 4609 0 0,'3'-29'1633'0'0,"-2"28"-1287"0"0,-1 0 1 0 0,0 0 0 0 0,0 0-1 0 0,0 0 1 0 0,0 0-1 0 0,0 0 1 0 0,0 0-1 0 0,0 0 1 0 0,-1 0 0 0 0,1 0-1 0 0,0 0 1 0 0,0 0-1 0 0,-1 0 1 0 0,-5-7 3465 0 0,4 6-3465 0 0,1 2-190 0 0,0 0 1 0 0,0 1-1 0 0,0-1 0 0 0,0 0 1 0 0,1 0-1 0 0,-1 1 1 0 0,0-1-1 0 0,0 1 1 0 0,0-1-1 0 0,1 0 1 0 0,-1 1-1 0 0,0 0 1 0 0,0-1-1 0 0,1 1 1 0 0,-1-1-1 0 0,0 1 1 0 0,1 0-1 0 0,-1 0 1 0 0,1-1-1 0 0,-1 1 1 0 0,1 0-1 0 0,-1 0 0 0 0,1-1 1 0 0,0 1-1 0 0,-1 0 1 0 0,1 0-1 0 0,0 2 1 0 0,-10 25 1091 0 0,7-10-1046 0 0,0-1-1 0 0,0 1 1 0 0,2-1-1 0 0,0 1 0 0 0,1 0 1 0 0,3 18-1 0 0,-2-28-184 0 0,0-1 0 0 0,1 1-1 0 0,0 0 1 0 0,0-1-1 0 0,1 0 1 0 0,0 1-1 0 0,5 7 1 0 0,-6-11-17 0 0,0-1-1 0 0,1 1 1 0 0,0-1-1 0 0,-1 0 1 0 0,1 0-1 0 0,0 0 1 0 0,1 0-1 0 0,-1 0 1 0 0,0-1-1 0 0,1 0 1 0 0,0 1-1 0 0,-1-1 1 0 0,1 0-1 0 0,4 1 1 0 0,-6-2-2 0 0,0 0 1 0 0,0 0-1 0 0,0-1 1 0 0,0 1-1 0 0,1-1 0 0 0,-1 1 1 0 0,0-1-1 0 0,0 0 1 0 0,0 1-1 0 0,0-1 1 0 0,0 0-1 0 0,1-1 0 0 0,-1 1 1 0 0,0 0-1 0 0,0 0 1 0 0,0-1-1 0 0,0 0 1 0 0,0 1-1 0 0,0-1 1 0 0,0 0-1 0 0,0 0 0 0 0,0 0 1 0 0,0 0-1 0 0,0 0 1 0 0,-1 0-1 0 0,1-1 1 0 0,0 1-1 0 0,-1-1 0 0 0,1 1 1 0 0,-1-1-1 0 0,1 0 1 0 0,-1 1-1 0 0,0-1 1 0 0,0 0-1 0 0,0 0 1 0 0,0 0-1 0 0,0 0 0 0 0,0 0 1 0 0,0 0-1 0 0,-1 0 1 0 0,1 0-1 0 0,0-4 1 0 0,0-2-49 0 0,0 0 0 0 0,0 0 0 0 0,-1 1 1 0 0,1-1-1 0 0,-2 0 0 0 0,1 0 1 0 0,-1 0-1 0 0,-1 0 0 0 0,1 1 0 0 0,-5-14 1 0 0,-4 2-256 0 0,0 0 1 0 0,-1 1 0 0 0,-1 0-1 0 0,-24-29 1 0 0,0 1-2255 0 0,29 33 1624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0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0,'4'17'1752'0'0,"1"1"-1"0"0,0-1 0 0 0,1 0 0 0 0,1 0 0 0 0,8 16 1 0 0,8 16 506 0 0,-20-41-1947 0 0,18 39 1231 0 0,-20-46-1512 0 0,0 1 1 0 0,0 0-1 0 0,1 0 0 0 0,-1-1 0 0 0,0 1 0 0 0,0-1 0 0 0,1 1 0 0 0,-1-1 0 0 0,1 1 1 0 0,-1-1-1 0 0,1 0 0 0 0,0 0 0 0 0,0 0 0 0 0,-1 0 0 0 0,1 0 0 0 0,0 0 0 0 0,0 0 0 0 0,0-1 1 0 0,0 1-1 0 0,4 0 0 0 0,-4-1-57 0 0,0-1-1 0 0,0 0 1 0 0,0 1 0 0 0,-1-1 0 0 0,1 0 0 0 0,0 0-1 0 0,0 0 1 0 0,-1 0 0 0 0,1 0 0 0 0,0 0 0 0 0,-1-1 0 0 0,1 1-1 0 0,-1 0 1 0 0,0-1 0 0 0,1 1 0 0 0,-1-1 0 0 0,0 0-1 0 0,0 1 1 0 0,1-4 0 0 0,20-38-861 0 0,-20 38 719 0 0,11-31-562 0 0,-8 19 414 0 0,2 0 1 0 0,8-19-1 0 0,-13 33 319 0 0,-1 0 0 0 0,1 0 0 0 0,0 1 0 0 0,0-1 0 0 0,0 0-1 0 0,0 1 1 0 0,0-1 0 0 0,0 1 0 0 0,1-1 0 0 0,-1 1 0 0 0,1 0 0 0 0,0 0 0 0 0,0 0 0 0 0,-1 1 0 0 0,1-1 0 0 0,0 1-1 0 0,5-2 1 0 0,-6 2 58 0 0,0 1-1 0 0,-1 0 1 0 0,1 0-1 0 0,0 0 1 0 0,-1 0 0 0 0,1 0-1 0 0,-1 0 1 0 0,1 1-1 0 0,0-1 1 0 0,-1 0-1 0 0,1 1 1 0 0,-1-1-1 0 0,1 1 1 0 0,-1 0-1 0 0,1-1 1 0 0,-1 1-1 0 0,1 0 1 0 0,-1 0-1 0 0,2 1 1 0 0,23 27 1350 0 0,-24-26-1496 0 0,0 0 0 0 0,0-1-1 0 0,0 1 1 0 0,0 0 0 0 0,0-1-1 0 0,1 1 1 0 0,0-1 0 0 0,-1 0-1 0 0,1 0 1 0 0,0 0 0 0 0,0 0-1 0 0,0-1 1 0 0,6 3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0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14283 0 0,'5'6'1321'0'0,"-1"0"0"0"0,1 0 0 0 0,-1 0-1 0 0,0 0 1 0 0,3 10 0 0 0,28 73-847 0 0,-25-62 150 0 0,31 81-25 0 0,51 165-1006 0 0,-90-263-466 0 0,1 0-1 0 0,-2 0 0 0 0,1 15 0 0 0,-3-12-437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0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6 157 656 0 0,'0'0'76'0'0,"0"0"-1"0"0,0 0 1 0 0,-1 0 0 0 0,1 0-1 0 0,0 0 1 0 0,0 0-1 0 0,-1 0 1 0 0,1 0-1 0 0,0 0 1 0 0,0 0 0 0 0,0 0-1 0 0,-1-1 1 0 0,0 0 604 0 0,1 1-604 0 0,0 0-1 0 0,-1 0 1 0 0,1-1 0 0 0,0 1-1 0 0,0 0 1 0 0,0 0-1 0 0,0 0 1 0 0,0-1-1 0 0,0 1 1 0 0,0 0 0 0 0,0 0-1 0 0,0 0 1 0 0,0-1-1 0 0,0 1 1 0 0,0 0 0 0 0,0 0-1 0 0,0-1 1 0 0,0 1-1 0 0,0 0 1 0 0,0 0 0 0 0,0 0-1 0 0,0-1 1 0 0,0 1-1 0 0,0 0 1 0 0,0 0 0 0 0,0-1-1 0 0,0 1 1 0 0,0 0-1 0 0,1 0 1 0 0,-1-1 151 0 0,0 1-152 0 0,18-16 4712 0 0,32-18 1086 0 0,-44 30-6048 0 0,20-11-131 0 0,30-14 1 0 0,-28 18-2181 0 0,0 0-1 0 0,49-11 1 0 0,-52 17 2312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0,'2'5'827'0'0,"-1"-1"-1"0"0,1 1 1 0 0,0-1-1 0 0,0 0 1 0 0,0 0-1 0 0,1 0 1 0 0,0 0-1 0 0,-1 0 1 0 0,5 4-1 0 0,1 3-314 0 0,-3-5-73 0 0,73 117 3662 0 0,-71-110-3996 0 0,-1 0 0 0 0,0 0-1 0 0,0 1 1 0 0,-2 0 0 0 0,0 0 0 0 0,0 0 0 0 0,3 28-1 0 0,-10-9-929 0 0,2-32 619 0 0,1 0 0 0 0,-1 0 0 0 0,1 0 1 0 0,-1 0-1 0 0,1 0 0 0 0,-1 0 0 0 0,0 0 1 0 0,1 0-1 0 0,-1 0 0 0 0,0 0 0 0 0,0 0 0 0 0,0 0 1 0 0,0 0-1 0 0,0-1 0 0 0,0 1 0 0 0,-1 1 1 0 0,-5 1-1289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4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1 179 2761 0 0,'0'-7'564'0'0,"-1"-1"0"0"0,2 1 0 0 0,-1-1 0 0 0,1 1 0 0 0,0-1 0 0 0,0 1 0 0 0,1 0 0 0 0,0-1 0 0 0,1 1 0 0 0,-1 0 0 0 0,1 0 0 0 0,1 0 0 0 0,-1 1 0 0 0,1-1 0 0 0,0 1 0 0 0,1 0 0 0 0,5-7 0 0 0,-6 9-286 0 0,0 0 0 0 0,0 0 1 0 0,0 0-1 0 0,0 1 1 0 0,0-1-1 0 0,1 1 1 0 0,0 0-1 0 0,-1 1 1 0 0,1-1-1 0 0,0 1 0 0 0,0 0 1 0 0,1 0-1 0 0,-1 1 1 0 0,0-1-1 0 0,1 1 1 0 0,-1 0-1 0 0,0 1 0 0 0,1-1 1 0 0,-1 1-1 0 0,1 0 1 0 0,-1 0-1 0 0,1 1 1 0 0,-1 0-1 0 0,6 1 1 0 0,-5 0-116 0 0,0 0 1 0 0,0 0-1 0 0,-1 1 1 0 0,1-1 0 0 0,-1 1-1 0 0,0 0 1 0 0,0 1-1 0 0,0-1 1 0 0,0 1 0 0 0,6 6-1 0 0,-10-8-130 0 0,1-1 1 0 0,-1 1-1 0 0,1 0 0 0 0,-1 0 0 0 0,0 0 0 0 0,0 0 0 0 0,0 0 0 0 0,0 0 1 0 0,0 1-1 0 0,0-1 0 0 0,0 0 0 0 0,-1 1 0 0 0,1-1 0 0 0,-1 0 0 0 0,0 1 1 0 0,0-1-1 0 0,0 0 0 0 0,0 1 0 0 0,0-1 0 0 0,0 0 0 0 0,-1 1 0 0 0,1-1 1 0 0,-1 0-1 0 0,1 0 0 0 0,-1 1 0 0 0,0-1 0 0 0,0 0 0 0 0,0 0 0 0 0,-2 3 1 0 0,-1 2-19 0 0,-1-1 0 0 0,0 0 0 0 0,0 0 0 0 0,-1 0 1 0 0,1 0-1 0 0,-1-1 0 0 0,0 0 0 0 0,-1-1 1 0 0,-7 6-1 0 0,-20 7-6367 0 0,15-9-730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0 333 14051 0 0,'2'2'130'0'0,"0"0"0"0"0,-1 0 0 0 0,1 1-1 0 0,-1-1 1 0 0,0 0 0 0 0,0 1 0 0 0,0 0 0 0 0,0-1 0 0 0,0 1-1 0 0,-1-1 1 0 0,1 1 0 0 0,-1 0 0 0 0,1 3 0 0 0,-1-2 223 0 0,6 55 1573 0 0,0 11-1009 0 0,-5-65-882 0 0,-1-1 0 0 0,2 0-1 0 0,-1 1 1 0 0,0-1 0 0 0,1 0-1 0 0,0 0 1 0 0,0 0 0 0 0,0 0-1 0 0,0-1 1 0 0,1 1 0 0 0,0-1-1 0 0,4 6 1 0 0,-6-8-36 0 0,0 0 0 0 0,0 0 0 0 0,0 0-1 0 0,0 0 1 0 0,0-1 0 0 0,0 1 0 0 0,0 0 0 0 0,1 0-1 0 0,-1-1 1 0 0,0 1 0 0 0,0-1 0 0 0,1 1 0 0 0,-1-1 0 0 0,1 1-1 0 0,-1-1 1 0 0,0 0 0 0 0,1 0 0 0 0,-1 0 0 0 0,1 0-1 0 0,-1 0 1 0 0,0 0 0 0 0,1 0 0 0 0,-1 0 0 0 0,3-1-1 0 0,-2 0-65 0 0,1-1-1 0 0,-1 1 0 0 0,0 0 1 0 0,0-1-1 0 0,0 0 0 0 0,0 1 1 0 0,-1-1-1 0 0,1 0 0 0 0,0 0 1 0 0,-1 0-1 0 0,1 0 0 0 0,1-4 0 0 0,3-5-532 0 0,-1-1-1 0 0,0 1 0 0 0,-1-1 0 0 0,4-17 0 0 0,5-42-4957 0 0,8-118 1 0 0,-15 77 5385 0 0,-1 36 4496 0 0,-6 75-4025 0 0,1 0-1 0 0,0 0 1 0 0,0 1-1 0 0,0-1 1 0 0,0 0-1 0 0,0 0 1 0 0,0 0-1 0 0,0 0 1 0 0,0 0-1 0 0,0 0 1 0 0,1 0-1 0 0,-1 0 1 0 0,0 0-1 0 0,1 1 1 0 0,-1-1 0 0 0,0 0-1 0 0,1 0 1 0 0,-1 0-1 0 0,1 0 1 0 0,-1 1-1 0 0,2-2 598 0 0,0 0-598 0 0,-1 2-64 0 0,0 1-1 0 0,0-1 1 0 0,0 1-1 0 0,0-1 1 0 0,0 1 0 0 0,-1-1-1 0 0,1 1 1 0 0,0-1-1 0 0,0 1 1 0 0,-1 0-1 0 0,1 0 1 0 0,0-1 0 0 0,-1 1-1 0 0,1 0 1 0 0,-1 0-1 0 0,1 0 1 0 0,0 1-1 0 0,23 49 2082 0 0,-24-50-2312 0 0,17 43 230 0 0,2-1 1 0 0,2-1 0 0 0,2-1 0 0 0,1-1 0 0 0,2-1 0 0 0,34 38 0 0 0,-49-63-571 0 0,-1-1-86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2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1 176 10594 0 0,'2'2'472'0'0,"1"-2"96"0"0,0 1-455 0 0,0-1-113 0 0,1 0 0 0 0,-1 0 0 0 0,2-1 1144 0 0,4-1 200 0 0,6-2 48 0 0,5-3 9 0 0,5-1-561 0 0,0-5-104 0 0,3-2-32 0 0,-2-3 0 0 0,2-3-1272 0 0,0-4-256 0 0,1-6-48 0 0,3-2-16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15.00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672 173 2304 0 0,'-1'-5'74'0'0,"0"0"-1"0"0,0 0 1 0 0,-1 1-1 0 0,1-1 1 0 0,-1 1-1 0 0,0 0 1 0 0,0-1-1 0 0,-1 1 1 0 0,1 0-1 0 0,-1 0 1 0 0,0 0-1 0 0,0 1 0 0 0,0-1 1 0 0,0 1-1 0 0,-1-1 1 0 0,1 1-1 0 0,-6-3 1 0 0,2 2 37 0 0,1 1 0 0 0,-1 0 0 0 0,0 1 0 0 0,0 0 0 0 0,1 0 0 0 0,-2 0 1 0 0,1 1-1 0 0,0 0 0 0 0,0 0 0 0 0,-13 1 0 0 0,-27-1-34 0 0,1 2 1 0 0,0 2-1 0 0,0 2 0 0 0,1 2 1 0 0,-58 16-1 0 0,22 6 287 0 0,10-3 1225 0 0,22-12 2371 0 0,189-55-3755 0 0,97-22 828 0 0,125 1 1173 0 0,-325 55-2028 0 0,1 2-1 0 0,-1 2 1 0 0,0 2 0 0 0,1 1 0 0 0,73 10 0 0 0,-106-9-190 0 0,-1 0-1 0 0,0 0 1 0 0,1 0 0 0 0,-1 1 0 0 0,0-1 0 0 0,0 1 0 0 0,0 0 0 0 0,0 0 0 0 0,0 1-1 0 0,6 4 1 0 0,-52 8-925 0 0,-17 1 704 0 0,2 2 1 0 0,0 3 0 0 0,1 2 0 0 0,-82 47-1 0 0,14 0-615 0 0,-41 24 235 0 0,145-81 714 0 0,2 1 1 0 0,0 1 0 0 0,-31 32-1 0 0,40-38-110 0 0,1 1 0 0 0,0 0-1 0 0,1 0 1 0 0,0 1 0 0 0,1 0-1 0 0,0 0 1 0 0,1 0 0 0 0,-8 23-1 0 0,13-31-30 0 0,-1-1 0 0 0,0 1-1 0 0,1-1 1 0 0,0 1 0 0 0,-1-1 0 0 0,1 1-1 0 0,0-1 1 0 0,0 1 0 0 0,1-1-1 0 0,-1 1 1 0 0,1-1 0 0 0,-1 1 0 0 0,1-1-1 0 0,0 1 1 0 0,-1-1 0 0 0,1 0-1 0 0,0 1 1 0 0,1-1 0 0 0,-1 0 0 0 0,0 0-1 0 0,3 3 1 0 0,-1-2 46 0 0,0-1 0 0 0,0 1 0 0 0,1 0 0 0 0,-1-1 0 0 0,1 0-1 0 0,0 1 1 0 0,0-1 0 0 0,0-1 0 0 0,0 1 0 0 0,0-1 0 0 0,6 2 0 0 0,10 1 347 0 0,0-1 0 0 0,0-1 0 0 0,0-1 0 0 0,23-2 0 0 0,83-4 304 0 0,-31 0 631 0 0,176 14 0 0 0,-236-5-1301 0 0,127 22-230 0 0,-147-22 220 0 0,0 0 1 0 0,0 1-1 0 0,-1 0 0 0 0,1 2 0 0 0,-1-1 1 0 0,-1 2-1 0 0,1 0 0 0 0,15 12 0 0 0,-41-18 201 0 0,-1-1 0 0 0,1 0 0 0 0,-14-2-1 0 0,-177-21-1630 0 0,148 13 919 0 0,-1 3 1 0 0,1 2-1 0 0,-86 4 1 0 0,42 8-142 0 0,-109 14 2421 0 0,169-11-1222 0 0,20 0-725 0 0,19-11 166 0 0,0 1 0 0 0,-1-1-1 0 0,1 0 1 0 0,0 1 0 0 0,-1-1-1 0 0,1 1 1 0 0,0-1-1 0 0,0 0 1 0 0,-1 1 0 0 0,1-1-1 0 0,0 1 1 0 0,0-1 0 0 0,0 1-1 0 0,0-1 1 0 0,0 1-1 0 0,0-1 1 0 0,0 1 0 0 0,-1-1-1 0 0,1 1 1 0 0,0-1 0 0 0,1 1-1 0 0,-1-1 1 0 0,0 1-1 0 0,0-1 1 0 0,0 1 0 0 0,0-1-1 0 0,0 1 1 0 0,0-1 0 0 0,1 0-1 0 0,-1 1 1 0 0,0 0 0 0 0,2 0-128 0 0,-1 0 1 0 0,0 1 0 0 0,1-1-1 0 0,-1 0 1 0 0,1 0 0 0 0,0 0-1 0 0,-1 0 1 0 0,1 0 0 0 0,0 0-1 0 0,0 0 1 0 0,-1-1 0 0 0,1 1-1 0 0,0-1 1 0 0,0 1 0 0 0,0-1-1 0 0,2 0 1 0 0,36 3-1149 0 0,-34-3 998 0 0,142 4-1086 0 0,207 13 2198 0 0,-327-14-819 0 0,1-1 1 0 0,-1-1 0 0 0,0-1-1 0 0,0-2 1 0 0,55-10-1 0 0,-75 10 43 0 0,0-1-1 0 0,0 1 1 0 0,0-1-1 0 0,0 0 1 0 0,-1-1 0 0 0,1 0-1 0 0,-1 0 1 0 0,0-1-1 0 0,0 1 1 0 0,-1-1-1 0 0,0-1 1 0 0,1 0-1 0 0,-2 1 1 0 0,1-2-1 0 0,-1 1 1 0 0,0-1-1 0 0,0 0 1 0 0,0 0-1 0 0,-1 0 1 0 0,-1 0-1 0 0,1-1 1 0 0,-1 0 0 0 0,0 0-1 0 0,3-13 1 0 0,-3 8 58 0 0,-1-1 1 0 0,0 0 0 0 0,0 0 0 0 0,-1 0 0 0 0,-1 0 0 0 0,0 0 0 0 0,-4-22 0 0 0,2 29-30 0 0,1 1 0 0 0,-1-1 0 0 0,0 1 0 0 0,-1 0 0 0 0,0 0 0 0 0,1 0 0 0 0,-2 0 0 0 0,1 1 0 0 0,-1-1 0 0 0,0 1 0 0 0,0 0 0 0 0,0 0 0 0 0,-1 0 0 0 0,0 0 0 0 0,0 1 0 0 0,0 0 0 0 0,0 0 0 0 0,-7-3 0 0 0,-10-5 402 0 0,0 2 1 0 0,-1 0 0 0 0,0 2-1 0 0,-1 0 1 0 0,-35-6 0 0 0,17 7-782 0 0,1 2 1 0 0,-61-1-1 0 0,88 7 181 0 0,0 0 1 0 0,0 1 0 0 0,1 1-1 0 0,-1 0 1 0 0,1 0-1 0 0,0 2 1 0 0,0-1-1 0 0,0 2 1 0 0,0 0-1 0 0,1 0 1 0 0,0 1-1 0 0,0 1 1 0 0,1 0-1 0 0,-12 10 1 0 0,-6 9-264 0 0,1 0 0 0 0,2 2 0 0 0,-41 58 0 0 0,64-84 340 0 0,1 1 1 0 0,-1 0-1 0 0,1-1 1 0 0,0 1-1 0 0,0 0 1 0 0,0 0-1 0 0,1 1 0 0 0,-1-1 1 0 0,0 6-1 0 0,0 4-201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20.74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197 271 3681 0 0,'-20'12'205'0'0,"0"0"1"0"0,1 2 0 0 0,0 1-1 0 0,2 0 1 0 0,-1 1 0 0 0,2 1-1 0 0,0 0 1 0 0,1 2 0 0 0,-14 22-1 0 0,28-40-227 0 0,0 0-1 0 0,1 0 0 0 0,-1 0 1 0 0,0 0-1 0 0,1 0 1 0 0,-1 0-1 0 0,1 0 1 0 0,-1 0-1 0 0,1 1 0 0 0,-1-1 1 0 0,1 0-1 0 0,0 0 1 0 0,0 1-1 0 0,-1-1 0 0 0,1 0 1 0 0,0 0-1 0 0,0 1 1 0 0,0-1-1 0 0,1 0 1 0 0,-1 3-1 0 0,1-3 21 0 0,0-1 1 0 0,-1 1-1 0 0,1 0 1 0 0,0 0-1 0 0,-1-1 0 0 0,1 1 1 0 0,0 0-1 0 0,0-1 1 0 0,0 1-1 0 0,0-1 0 0 0,-1 1 1 0 0,1-1-1 0 0,0 1 1 0 0,0-1-1 0 0,0 0 0 0 0,0 0 1 0 0,0 1-1 0 0,0-1 1 0 0,0 0-1 0 0,1 0 0 0 0,8 1 87 0 0,0-1-1 0 0,0-1 0 0 0,0 0 0 0 0,11-2 0 0 0,-15 2-45 0 0,64-8 740 0 0,-22 3-544 0 0,-1-1-1 0 0,1-3 0 0 0,56-19 1 0 0,-103 29-242 0 0,-1 0 0 0 0,0 0 1 0 0,1 0-1 0 0,-1 0 0 0 0,0 0 1 0 0,1 0-1 0 0,-1 0 0 0 0,0 0 1 0 0,1 0-1 0 0,-1 0 0 0 0,0 0 1 0 0,1-1-1 0 0,-1 1 0 0 0,0 0 1 0 0,1 0-1 0 0,-1 0 0 0 0,0-1 1 0 0,0 1-1 0 0,1 0 0 0 0,-1 0 1 0 0,0 0-1 0 0,0-1 0 0 0,1 1 1 0 0,-1 0-1 0 0,0-1 0 0 0,0 1 1 0 0,0 0-1 0 0,0 0 0 0 0,1-1 1 0 0,-1 1-1 0 0,0 0 1 0 0,0-1-1 0 0,0 0 0 0 0,-11-2 7 0 0,-21 2 28 0 0,-18 13-498 0 0,41-9 434 0 0,0 0 0 0 0,0 0 0 0 0,-1-1-1 0 0,1-1 1 0 0,0 1 0 0 0,-1-2 0 0 0,1 1-1 0 0,-1-1 1 0 0,1 0 0 0 0,-15-3 0 0 0,77-16 552 0 0,184-88 1993 0 0,-134 56-1960 0 0,-77 38-401 0 0,-16 7-72 0 0,0 1 1 0 0,1 0-1 0 0,0 1 0 0 0,17-5 0 0 0,-28 9-78 0 0,0 0-1 0 0,0 0 0 0 0,0 0 1 0 0,0 0-1 0 0,0 0 1 0 0,0 0-1 0 0,0 0 1 0 0,0 0-1 0 0,0 0 0 0 0,0 0 1 0 0,0 1-1 0 0,0-1 1 0 0,0 0-1 0 0,0 0 0 0 0,0 0 1 0 0,0 0-1 0 0,-13 4-125 0 0,-23 4-68 0 0,-11-6-281 0 0,-1-3 0 0 0,-83-12 0 0 0,78 6-224 0 0,-90 0 1 0 0,102 12-1149 0 0,61-10 960 0 0,122-47-429 0 0,-41 13 1721 0 0,172-62 756 0 0,-269 99-1151 0 0,0 1 0 0 0,1-1 0 0 0,-1 1 1 0 0,1 0-1 0 0,-1 0 0 0 0,8 0 0 0 0,-11 1-8 0 0,-1 0 0 0 0,1 0-1 0 0,-1 0 1 0 0,0 0 0 0 0,1 0 0 0 0,-1 0 0 0 0,0 0-1 0 0,1 1 1 0 0,-1-1 0 0 0,0 0 0 0 0,1 0-1 0 0,-1 0 1 0 0,0 0 0 0 0,1 1 0 0 0,-1-1 0 0 0,0 0-1 0 0,1 0 1 0 0,-1 1 0 0 0,0-1 0 0 0,0 0-1 0 0,1 0 1 0 0,-1 1 0 0 0,0-1 0 0 0,0 0 0 0 0,0 1-1 0 0,1-1 1 0 0,-1 0 0 0 0,0 1 0 0 0,0-1-1 0 0,0 1 1 0 0,0 0 0 0 0,0 1 1 0 0,0-1-1 0 0,0 1 0 0 0,-1-1 0 0 0,1 1 1 0 0,0-1-1 0 0,-1 1 0 0 0,1-1 0 0 0,-1 0 0 0 0,0 1 1 0 0,1-1-1 0 0,-3 2 0 0 0,-8 14-26 0 0,-1 0-1 0 0,0-1 1 0 0,-2-1 0 0 0,0 0-1 0 0,-21 17 1 0 0,-85 60-188 0 0,105-82 202 0 0,-16 13-48 0 0,-23 14 169 0 0,2 2 1 0 0,2 3 0 0 0,-69 72 0 0 0,118-113-13 0 0,0-1 1 0 0,0 1 0 0 0,0 0-1 0 0,0 0 1 0 0,0 0-1 0 0,0 1 1 0 0,0-1 0 0 0,1 0-1 0 0,-1 0 1 0 0,0 0-1 0 0,1 1 1 0 0,-1-1 0 0 0,1 0-1 0 0,-1 1 1 0 0,1-1-1 0 0,0 0 1 0 0,-1 1 0 0 0,1-1-1 0 0,0 0 1 0 0,0 1-1 0 0,0-1 1 0 0,0 1 0 0 0,0-1-1 0 0,0 1 1 0 0,1-1 0 0 0,-1 0-1 0 0,0 1 1 0 0,1-1-1 0 0,-1 0 1 0 0,1 2 0 0 0,1-1 14 0 0,0 0 0 0 0,0-1 0 0 0,0 0 0 0 0,0 1 0 0 0,1-1 0 0 0,-1 0 0 0 0,0 0 0 0 0,0 0 0 0 0,1-1 0 0 0,-1 1 0 0 0,0 0 0 0 0,1-1 0 0 0,-1 1 0 0 0,1-1 0 0 0,-1 0 0 0 0,1 0 0 0 0,3 0 0 0 0,3-1-143 0 0,1 0 0 0 0,-1 0 0 0 0,0-1-1 0 0,0 0 1 0 0,0-1 0 0 0,0 0 0 0 0,16-8 0 0 0,62-38-507 0 0,-21 11 58 0 0,-55 32 375 0 0,33-14-373 0 0,-41 19 458 0 0,-1 0 0 0 0,1 0-1 0 0,0 1 1 0 0,-1-1 0 0 0,1 0-1 0 0,0 1 1 0 0,0 0 0 0 0,-1 0-1 0 0,1 0 1 0 0,0 0-1 0 0,0 0 1 0 0,-1 1 0 0 0,1-1-1 0 0,3 2 1 0 0,-5-2 0 0 0,-1 1-1 0 0,1 0 1 0 0,-1-1 0 0 0,1 1-1 0 0,0 0 1 0 0,-1-1 0 0 0,0 1-1 0 0,1 0 1 0 0,-1 0 0 0 0,1 0-1 0 0,-1-1 1 0 0,0 1 0 0 0,0 0-1 0 0,1 0 1 0 0,-1 0 0 0 0,0 0-1 0 0,0 0 1 0 0,0 0 0 0 0,0 0-1 0 0,0-1 1 0 0,0 1 0 0 0,0 0-1 0 0,0 0 1 0 0,0 0 0 0 0,-1 0-1 0 0,1 0 1 0 0,0-1 0 0 0,-1 1-1 0 0,1 0 1 0 0,0 0 0 0 0,-1 1 0 0 0,-13 26-564 0 0,4-14 591 0 0,-1-1 0 0 0,0 0 0 0 0,-1-1 0 0 0,0-1 0 0 0,0 1 0 0 0,-27 16 0 0 0,-93 49 1647 0 0,118-70-1430 0 0,-20 10 439 0 0,23-12-432 0 0,-1 0 0 0 0,1 1 0 0 0,0 0 1 0 0,1 1-1 0 0,-16 13 0 0 0,63-29-337 0 0,165-85 2000 0 0,-32 13-973 0 0,-132 66-831 0 0,1 0 1 0 0,61-12 0 0 0,-98 26-205 0 0,1 0 0 0 0,-1 0 0 0 0,1 1 0 0 0,-1-1-1 0 0,1 1 1 0 0,0-1 0 0 0,-1 1 0 0 0,1 0 0 0 0,0 0 0 0 0,-1 0 0 0 0,1 1 0 0 0,0-1 0 0 0,-1 1 0 0 0,1-1 0 0 0,-1 1 0 0 0,1 0 0 0 0,-1 0-1 0 0,1 0 1 0 0,-1 0 0 0 0,0 0 0 0 0,1 1 0 0 0,-1-1 0 0 0,2 3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21.90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201 13 3681 0 0,'-1'-2'54'0'0,"-1"1"0"0"0,0 0 0 0 0,0 0 0 0 0,0-1 0 0 0,0 1 0 0 0,0 0 0 0 0,0 1 0 0 0,0-1 0 0 0,0 0 0 0 0,0 1 0 0 0,-1-1 0 0 0,1 1 0 0 0,0 0 0 0 0,0-1 0 0 0,0 1 0 0 0,-1 0 0 0 0,1 0 0 0 0,0 1 0 0 0,-4 0 0 0 0,3 0 37 0 0,-1 1 0 0 0,1-1 0 0 0,-1 1 0 0 0,1 0 0 0 0,0 1 0 0 0,-1-1 0 0 0,1 0-1 0 0,0 1 1 0 0,1 0 0 0 0,-6 5 0 0 0,-1 4-256 0 0,0 0-1 0 0,1 0 0 0 0,0 1 1 0 0,1 0-1 0 0,-6 16 0 0 0,-24 73-1137 0 0,31-83 1226 0 0,2-8 129 0 0,0-1 0 0 0,1 1-1 0 0,1 1 1 0 0,0-1-1 0 0,0 0 1 0 0,1 18 0 0 0,1-27 36 0 0,0 1 1 0 0,0-1-1 0 0,1 1 1 0 0,-1-1-1 0 0,1 1 1 0 0,0-1 0 0 0,-1 0-1 0 0,1 1 1 0 0,0-1-1 0 0,1 0 1 0 0,-1 1-1 0 0,0-1 1 0 0,1 0 0 0 0,-1 0-1 0 0,1 0 1 0 0,-1 0-1 0 0,1-1 1 0 0,0 1 0 0 0,0 0-1 0 0,0-1 1 0 0,0 1-1 0 0,0-1 1 0 0,0 0-1 0 0,0 0 1 0 0,1 1 0 0 0,-1-1-1 0 0,0-1 1 0 0,1 1-1 0 0,-1 0 1 0 0,1-1 0 0 0,-1 1-1 0 0,1-1 1 0 0,-1 0-1 0 0,1 1 1 0 0,2-2-1 0 0,8 2 328 0 0,1-1-1 0 0,-1-1 0 0 0,1 0 0 0 0,-1-1 0 0 0,0 0 0 0 0,0-1 1 0 0,16-6-1 0 0,9-6 677 0 0,37-19 1 0 0,-54 22-1032 0 0,1 2 1 0 0,0 0 0 0 0,0 2-1 0 0,0 0 1 0 0,1 2-1 0 0,39-7 1 0 0,-103 75-3871 0 0,35-57 3884 0 0,-38 27 580 0 0,32-24-418 0 0,1 0-1 0 0,0 0 0 0 0,0 1 1 0 0,1 1-1 0 0,0-1 0 0 0,-11 16 0 0 0,21-25-251 0 0,-1 0 0 0 0,1 1-1 0 0,0-1 1 0 0,-1 0 0 0 0,1 1-1 0 0,0-1 1 0 0,0 1 0 0 0,-1-1-1 0 0,1 1 1 0 0,0-1 0 0 0,0 0-1 0 0,-1 1 1 0 0,1-1 0 0 0,0 1-1 0 0,0-1 1 0 0,0 1 0 0 0,0-1-1 0 0,0 1 1 0 0,0-1 0 0 0,0 1-1 0 0,0 0 1 0 0,0-1 0 0 0,0 1-1 0 0,0-1 1 0 0,0 1-1 0 0,0-1 1 0 0,0 1 0 0 0,0-1-1 0 0,1 1 1 0 0,-1-1 0 0 0,0 0-1 0 0,0 1 1 0 0,1-1 0 0 0,-1 1-1 0 0,0-1 1 0 0,1 1 0 0 0,0 0-1 0 0,0-1-91 0 0,1 1 0 0 0,0 0 0 0 0,-1-1 0 0 0,1 1 0 0 0,0-1 0 0 0,0 0 0 0 0,-1 0-1 0 0,1 1 1 0 0,0-1 0 0 0,0 0 0 0 0,2-1 0 0 0,46-8-1785 0 0,196-96 4169 0 0,-238 103-2178 0 0,-8 6-168 0 0,-18 13-392 0 0,-30 22-505 0 0,16-17 513 0 0,2 2 0 0 0,-37 36 0 0 0,54-46 503 0 0,1-1 0 0 0,0 1 0 0 0,1 1 1 0 0,1 0-1 0 0,0 1 0 0 0,1 0 0 0 0,-8 19 0 0 0,16-33-83 0 0,0 0-1 0 0,0 0 1 0 0,0 0-1 0 0,1 0 1 0 0,-1 0 0 0 0,1 1-1 0 0,-1-1 1 0 0,1 0-1 0 0,0 0 1 0 0,0 0-1 0 0,0 1 1 0 0,0-1-1 0 0,0 0 1 0 0,0 0-1 0 0,1 1 1 0 0,-1-1-1 0 0,1 0 1 0 0,-1 0 0 0 0,1 0-1 0 0,1 3 1 0 0,-1-4-24 0 0,1 1 0 0 0,0-1 1 0 0,-1 0-1 0 0,1 0 0 0 0,-1 0 1 0 0,1 0-1 0 0,0 0 0 0 0,0 0 0 0 0,0-1 1 0 0,-1 1-1 0 0,1-1 0 0 0,0 1 1 0 0,0-1-1 0 0,0 1 0 0 0,0-1 1 0 0,0 0-1 0 0,0 0 0 0 0,0 0 1 0 0,0 0-1 0 0,0 0 0 0 0,0-1 1 0 0,0 1-1 0 0,3-2 0 0 0,31-6 273 0 0,-1-3 0 0 0,47-18 0 0 0,31-11 556 0 0,-98 36-707 0 0,1 0-1 0 0,-1 2 0 0 0,1 0 0 0 0,-1 0 0 0 0,25 2 0 0 0,-39 0-73 0 0,0-1 1 0 0,1 1 0 0 0,-1 0 0 0 0,0 1-1 0 0,1-1 1 0 0,-1 0 0 0 0,0 0-1 0 0,1 0 1 0 0,-1 1 0 0 0,0-1 0 0 0,0 1-1 0 0,0-1 1 0 0,1 1 0 0 0,-1-1 0 0 0,0 1-1 0 0,0 0 1 0 0,0 0 0 0 0,0-1 0 0 0,0 1-1 0 0,0 0 1 0 0,0 0 0 0 0,0 0-1 0 0,0 0 1 0 0,0 2 0 0 0,0-2-19 0 0,-1 1 0 0 0,0 0 0 0 0,0-1 0 0 0,0 1 0 0 0,0-1 1 0 0,0 1-1 0 0,0 0 0 0 0,0-1 0 0 0,0 1 0 0 0,-1-1 0 0 0,1 1 0 0 0,-1-1 0 0 0,1 1 0 0 0,-1-1 1 0 0,1 1-1 0 0,-3 2 0 0 0,-2 5-111 0 0,-1-1 0 0 0,0 1 0 0 0,-1-1 0 0 0,-12 12 0 0 0,-33 23 624 0 0,-1-2-1 0 0,-2-3 1 0 0,-75 40-1 0 0,124-75-664 0 0,-10 8-1567 0 0,24-13 1308 0 0,7-7 643 0 0,0-1 1 0 0,0 0-1 0 0,17-17 1 0 0,28-19 170 0 0,-33 30-249 0 0,1 1 0 0 0,0 1 0 0 0,0 1 0 0 0,38-11 0 0 0,-50 20-42 0 0,0 0 1 0 0,-1 1 0 0 0,1 0-1 0 0,0 1 1 0 0,1 1 0 0 0,-1 1-1 0 0,0 0 1 0 0,0 1-1 0 0,0 1 1 0 0,17 3 0 0 0,-32-5-73 0 0,0 0-1 0 0,-1 1 1 0 0,1-1 0 0 0,-1 0 0 0 0,1 0 0 0 0,0 0-1 0 0,-1 0 1 0 0,1 1 0 0 0,-1-1 0 0 0,1 0 0 0 0,-1 1-1 0 0,1-1 1 0 0,0 0 0 0 0,-1 1 0 0 0,1-1 0 0 0,-1 1-1 0 0,0-1 1 0 0,1 0 0 0 0,-1 1 0 0 0,1-1-1 0 0,-1 1 1 0 0,0 0 0 0 0,1-1 0 0 0,-1 1 0 0 0,0-1-1 0 0,0 1 1 0 0,1-1 0 0 0,-1 1 0 0 0,0 0 0 0 0,0 1 29 0 0,0-1 1 0 0,0 0 0 0 0,-1 1 0 0 0,1-1-1 0 0,-1 0 1 0 0,1 0 0 0 0,-1 1 0 0 0,1-1-1 0 0,-1 0 1 0 0,0 0 0 0 0,1 0-1 0 0,-1 0 1 0 0,-1 2 0 0 0,-41 35 1283 0 0,33-29-971 0 0,-3 1-870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3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79 5529 0 0,'-33'6'727'0'0,"27"-4"-275"0"0,-1-1 1 0 0,1 1 0 0 0,0-1-1 0 0,0 0 1 0 0,0-1-1 0 0,-1 0 1 0 0,1 0 0 0 0,0 0-1 0 0,-1 0 1 0 0,-11-4-1 0 0,18 4-376 0 0,-1 0-1 0 0,1 0 0 0 0,-1 0 1 0 0,1 0-1 0 0,0-1 0 0 0,-1 1 1 0 0,1 0-1 0 0,-1 0 0 0 0,1 0 1 0 0,0-1-1 0 0,-1 1 1 0 0,1 0-1 0 0,0-1 0 0 0,-1 1 1 0 0,1 0-1 0 0,0-1 0 0 0,0 1 1 0 0,-1 0-1 0 0,1-1 0 0 0,0 1 1 0 0,0-1-1 0 0,0 1 0 0 0,-1 0 1 0 0,1-1-1 0 0,0 1 0 0 0,0-1 1 0 0,0 1-1 0 0,0-1 0 0 0,0 1 1 0 0,0-1-1 0 0,0 1 0 0 0,0 0 1 0 0,0-2-1 0 0,11-12 1025 0 0,21-5-926 0 0,-18 16-330 0 0,0 1 1 0 0,0 0-1 0 0,1 1 1 0 0,-1 0-1 0 0,16 2 0 0 0,36-2-308 0 0,150-31 126 0 0,-213 32 379 0 0,0-1 1 0 0,-1 1 0 0 0,1 0 0 0 0,0 0-1 0 0,-1 0 1 0 0,1 0 0 0 0,0 0 0 0 0,0 0-1 0 0,-1 1 1 0 0,1-1 0 0 0,0 1 0 0 0,-1 0-1 0 0,1 0 1 0 0,-1 0 0 0 0,1 0 0 0 0,-1 0-1 0 0,1 1 1 0 0,2 1 0 0 0,-4-1 104 0 0,0 0-1 0 0,1 0 1 0 0,-1 0 0 0 0,0 0-1 0 0,0 0 1 0 0,0 0 0 0 0,0 0-1 0 0,0 0 1 0 0,-1 1 0 0 0,1-1-1 0 0,0 0 1 0 0,-1 0 0 0 0,0 1-1 0 0,0-1 1 0 0,0 0 0 0 0,0 1-1 0 0,0-1 1 0 0,0 0 0 0 0,0 1-1 0 0,-1-1 1 0 0,0 3 0 0 0,-4 46 627 0 0,1 1 0 0 0,3 0 1 0 0,11 92-1 0 0,-3-42-578 0 0,16 601 799 0 0,33 272-685 0 0,-23-509-75 0 0,6-21 70 0 0,-26-363-128 0 0,3 0 0 0 0,29 81 0 0 0,6 30-184 0 0,-50-191 16 0 0,-1-1 0 0 0,1 1 0 0 0,-1 0 0 0 0,0-1-1 0 0,1 1 1 0 0,-1 0 0 0 0,0-1 0 0 0,0 1 0 0 0,0 0 0 0 0,0-1 0 0 0,0 1 0 0 0,-1 0 0 0 0,1 0 0 0 0,0-1 0 0 0,-1 1-1 0 0,0 0 1 0 0,1-1 0 0 0,-1 1 0 0 0,0-1 0 0 0,1 1 0 0 0,-1-1 0 0 0,0 1 0 0 0,-3 2 0 0 0,1-2 38 0 0,-1 0 1 0 0,0 0 0 0 0,1 0-1 0 0,-1-1 1 0 0,0 1-1 0 0,0-1 1 0 0,0 0 0 0 0,-8 1-1 0 0,-32 8 85 0 0,0-3 0 0 0,-1-2 0 0 0,-84 0 0 0 0,118-6-754 0 0,1 0 0 0 0,-1 0 0 0 0,-18-6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3.7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1 159 5065 0 0,'0'-2'172'0'0,"0"0"0"0"0,0 1-1 0 0,0-1 1 0 0,0 1 0 0 0,1-1 0 0 0,-1 0-1 0 0,0 1 1 0 0,1-1 0 0 0,-1 1 0 0 0,1-1-1 0 0,-1 1 1 0 0,1-1 0 0 0,0 1-1 0 0,0 0 1 0 0,0-1 0 0 0,0 1 0 0 0,0 0-1 0 0,0-1 1 0 0,0 1 0 0 0,0 0 0 0 0,0 0-1 0 0,1 0 1 0 0,-1 0 0 0 0,0 0 0 0 0,1 0-1 0 0,1 0 1 0 0,41-22 2087 0 0,-24 16-1762 0 0,0 1 0 0 0,0 2 0 0 0,0 0 0 0 0,40-3 0 0 0,88 7 891 0 0,-73 1-545 0 0,-23-2-717 0 0,-1-2 0 0 0,1-2 0 0 0,-1-2 1 0 0,77-23-1 0 0,-105 23-260 0 0,37-10-339 0 0,-56 17-44 0 0,0-1 1 0 0,0 0-1 0 0,1 1 0 0 0,-1 0 1 0 0,0 0-1 0 0,6 1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4.1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56 2304 0 0,'-33'-15'1224'0'0,"16"7"1213"0"0,0 0 1 0 0,-1 1-1 0 0,0 1 1 0 0,-28-5-1 0 0,39 11 394 0 0,17 5-1015 0 0,-5-3-1951 0 0,-4-1 304 0 0,3 1-11 0 0,181 101 355 0 0,-149-81-479 0 0,-25-16-35 0 0,1 1 0 0 0,-2 0 1 0 0,1 1-1 0 0,-1 1 1 0 0,-1-1-1 0 0,14 16 1 0 0,-21-21 0 0 0,0-1 1 0 0,0 1-1 0 0,0 0 1 0 0,-1 0 0 0 0,1 0-1 0 0,-1 0 1 0 0,0 0 0 0 0,0 0-1 0 0,0 0 1 0 0,0 0 0 0 0,0 0-1 0 0,-1 1 1 0 0,0-1 0 0 0,1 0-1 0 0,-1 1 1 0 0,0-1-1 0 0,-1 0 1 0 0,1 0 0 0 0,0 1-1 0 0,-1-1 1 0 0,0 0 0 0 0,0 0-1 0 0,0 0 1 0 0,0 1 0 0 0,0-1-1 0 0,-1 0 1 0 0,1-1 0 0 0,-1 1-1 0 0,0 0 1 0 0,-3 3 0 0 0,-9 12 225 0 0,-1-2 0 0 0,-1 0 1 0 0,-19 15-1 0 0,17-16-1133 0 0,1 1 0 0 0,-25 30 0 0 0,35-38-550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4.4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1 3225 0 0,'-3'0'289'0'0,"1"0"0"0"0,-1-1 0 0 0,1 1 0 0 0,-1 1 0 0 0,1-1 0 0 0,-1 0 0 0 0,1 1 0 0 0,-1-1 0 0 0,1 1 0 0 0,-1-1 1 0 0,1 1-1 0 0,-1 0 0 0 0,1 0 0 0 0,0 1 0 0 0,0-1 0 0 0,0 0 0 0 0,-1 1 0 0 0,1-1 0 0 0,1 1 0 0 0,-1-1 0 0 0,0 1 0 0 0,0 0 1 0 0,1 0-1 0 0,-1 0 0 0 0,0 0 0 0 0,1 0 0 0 0,0 0 0 0 0,0 1 0 0 0,0-1 0 0 0,-2 4 0 0 0,-2 5 312 0 0,1 0 1 0 0,0 0-1 0 0,1 0 0 0 0,0 0 1 0 0,-2 16-1 0 0,-16 234 2558 0 0,11-93-3680 0 0,7-129-161 0 0,0 2-4356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4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0 226 4609 0 0,'6'-28'-29'0'0,"-5"27"283"0"0,-1-1 0 0 0,1 0 0 0 0,1 1 0 0 0,-1-1-1 0 0,0 1 1 0 0,0 0 0 0 0,0-1 0 0 0,1 1-1 0 0,-1 0 1 0 0,1 0 0 0 0,-1-1 0 0 0,1 1-1 0 0,-1 0 1 0 0,1 1 0 0 0,0-1 0 0 0,2-1-1 0 0,-2 1 66 0 0,1 1 0 0 0,0-1 0 0 0,0 1 0 0 0,0 0 0 0 0,0 0-1 0 0,0 0 1 0 0,0 0 0 0 0,0 0 0 0 0,-1 0 0 0 0,1 1 0 0 0,0 0 0 0 0,0-1-1 0 0,0 1 1 0 0,-1 0 0 0 0,1 0 0 0 0,0 1 0 0 0,-1-1 0 0 0,1 0-1 0 0,3 3 1 0 0,18 16 2 0 0,0 1-1 0 0,-1 0 0 0 0,31 40 0 0 0,30 28 28 0 0,-83-88-279 0 0,-1 0 0 0 0,1 0 1 0 0,0 0-1 0 0,0 0 0 0 0,0 0 0 0 0,0 0 1 0 0,0 0-1 0 0,0-1 0 0 0,1 1 1 0 0,-1 0-1 0 0,0-1 0 0 0,0 1 1 0 0,0-1-1 0 0,1 1 0 0 0,-1-1 1 0 0,0 1-1 0 0,1-1 0 0 0,-1 0 0 0 0,0 0 1 0 0,1 0-1 0 0,-1 0 0 0 0,0 0 1 0 0,1 0-1 0 0,-1 0 0 0 0,0 0 1 0 0,1 0-1 0 0,1-1 0 0 0,-2 0 50 0 0,0-1-1 0 0,0 1 1 0 0,0 0 0 0 0,0-1-1 0 0,0 1 1 0 0,0-1 0 0 0,0 1-1 0 0,-1-1 1 0 0,1 0-1 0 0,-1 1 1 0 0,1-1 0 0 0,-1 0-1 0 0,1 1 1 0 0,-1-1-1 0 0,0 0 1 0 0,0 1 0 0 0,0-1-1 0 0,0 0 1 0 0,0 0 0 0 0,-1-2-1 0 0,-2-49 652 0 0,-2-108 80 0 0,6 145-1475 0 0,0 1 0 0 0,1-1 0 0 0,1 0 0 0 0,0 1 1 0 0,1 0-1 0 0,1 0 0 0 0,13-28 0 0 0,-12 33-1660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5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68 2304 0 0,'-1'-1'229'0'0,"1"0"-1"0"0,-1 0 0 0 0,1 1 0 0 0,-1-1 0 0 0,0 0 1 0 0,1 0-1 0 0,-1 0 0 0 0,0 0 0 0 0,1 1 0 0 0,-1-1 1 0 0,0 0-1 0 0,0 1 0 0 0,0-1 0 0 0,0 1 0 0 0,0-1 0 0 0,1 1 1 0 0,-1-1-1 0 0,0 1 0 0 0,0-1 0 0 0,0 1 0 0 0,0 0 1 0 0,0 0-1 0 0,-1-1 0 0 0,1 1 0 0 0,0 0 0 0 0,0 0 1 0 0,0 0-1 0 0,0 0 0 0 0,0 0 0 0 0,0 1 0 0 0,0-1 0 0 0,-1 0 1 0 0,1 1-26 0 0,-1 0 1 0 0,1 0-1 0 0,0 0 1 0 0,0 0-1 0 0,0 0 1 0 0,0 0-1 0 0,0 0 1 0 0,0 0-1 0 0,1 0 1 0 0,-1 0-1 0 0,0 0 1 0 0,0 0-1 0 0,1 1 1 0 0,-1-1-1 0 0,1 0 1 0 0,-1 1-1 0 0,1-1 1 0 0,-1 0-1 0 0,1 1 1 0 0,0-1-1 0 0,0 1 1 0 0,0 1-1 0 0,-2 24 549 0 0,2 1 1 0 0,1 0-1 0 0,6 31 0 0 0,-6-49-708 0 0,1 0 0 0 0,1 0 0 0 0,0 0 0 0 0,0 0 0 0 0,1-1 0 0 0,0 1 0 0 0,0-1 0 0 0,1 0 0 0 0,0 0 0 0 0,1-1 0 0 0,12 15 0 0 0,-16-21 20 0 0,1 0 0 0 0,-1 0-1 0 0,1 0 1 0 0,-1 0 0 0 0,1-1 0 0 0,0 1 0 0 0,0-1 0 0 0,-1 0 0 0 0,1 0-1 0 0,0 0 1 0 0,0 0 0 0 0,0 0 0 0 0,1-1 0 0 0,-1 1 0 0 0,0-1 0 0 0,0 0 0 0 0,0 0-1 0 0,0 0 1 0 0,0 0 0 0 0,0 0 0 0 0,0-1 0 0 0,1 0 0 0 0,-1 1 0 0 0,0-1-1 0 0,-1 0 1 0 0,1-1 0 0 0,0 1 0 0 0,0 0 0 0 0,0-1 0 0 0,-1 0 0 0 0,1 1-1 0 0,3-4 1 0 0,-1 1 66 0 0,1 0-1 0 0,-1-1 1 0 0,1 0-1 0 0,-1 0 0 0 0,-1 0 1 0 0,1-1-1 0 0,-1 0 1 0 0,0 0-1 0 0,0 0 1 0 0,-1 0-1 0 0,0 0 0 0 0,0-1 1 0 0,3-8-1 0 0,-3-2-18 0 0,-1 1 0 0 0,0-1 0 0 0,-2 1 0 0 0,0-1 0 0 0,0 0 0 0 0,-2 1 0 0 0,0-1 0 0 0,-1 1 0 0 0,0 0 0 0 0,-1 0 0 0 0,-1 0 0 0 0,-1 0 0 0 0,-10-20 0 0 0,15 34-146 0 0,0 1 0 0 0,0 0 0 0 0,0 0 0 0 0,0 0-1 0 0,0-1 1 0 0,0 1 0 0 0,0 0 0 0 0,0 0 0 0 0,0 1 0 0 0,-1-1 0 0 0,1 0-1 0 0,0 0 1 0 0,-1 0 0 0 0,1 1 0 0 0,0-1 0 0 0,-1 1 0 0 0,1-1 0 0 0,-1 1 0 0 0,1 0-1 0 0,-1-1 1 0 0,1 1 0 0 0,-1 0 0 0 0,1 0 0 0 0,-1 0 0 0 0,1 0 0 0 0,-1 0 0 0 0,1 0-1 0 0,-1 1 1 0 0,1-1 0 0 0,-1 0 0 0 0,1 1 0 0 0,-1-1 0 0 0,1 1 0 0 0,0 0 0 0 0,-1-1-1 0 0,1 1 1 0 0,0 0 0 0 0,0 0 0 0 0,-1 0 0 0 0,1 0 0 0 0,0 0 0 0 0,0 0 0 0 0,-1 1-1 0 0,-12 10-522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31764" y="65552"/>
            <a:ext cx="1275956" cy="6611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67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4366" y="1368933"/>
            <a:ext cx="9378315" cy="4081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8.png"/><Relationship Id="rId13" Type="http://schemas.openxmlformats.org/officeDocument/2006/relationships/customXml" Target="../ink/ink6.xml"/><Relationship Id="rId18" Type="http://schemas.openxmlformats.org/officeDocument/2006/relationships/image" Target="../media/image753.png"/><Relationship Id="rId26" Type="http://schemas.openxmlformats.org/officeDocument/2006/relationships/image" Target="../media/image757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75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0.png"/><Relationship Id="rId16" Type="http://schemas.openxmlformats.org/officeDocument/2006/relationships/image" Target="../media/image752.png"/><Relationship Id="rId20" Type="http://schemas.openxmlformats.org/officeDocument/2006/relationships/image" Target="../media/image7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7.png"/><Relationship Id="rId11" Type="http://schemas.openxmlformats.org/officeDocument/2006/relationships/customXml" Target="../ink/ink5.xml"/><Relationship Id="rId24" Type="http://schemas.openxmlformats.org/officeDocument/2006/relationships/image" Target="../media/image75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749.png"/><Relationship Id="rId19" Type="http://schemas.openxmlformats.org/officeDocument/2006/relationships/customXml" Target="../ink/ink9.xml"/><Relationship Id="rId4" Type="http://schemas.openxmlformats.org/officeDocument/2006/relationships/image" Target="../media/image746.png"/><Relationship Id="rId9" Type="http://schemas.openxmlformats.org/officeDocument/2006/relationships/customXml" Target="../ink/ink4.xml"/><Relationship Id="rId14" Type="http://schemas.openxmlformats.org/officeDocument/2006/relationships/image" Target="../media/image751.png"/><Relationship Id="rId22" Type="http://schemas.openxmlformats.org/officeDocument/2006/relationships/image" Target="../media/image75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72" Type="http://schemas.openxmlformats.org/officeDocument/2006/relationships/image" Target="../media/image1360.png"/><Relationship Id="rId80" Type="http://schemas.openxmlformats.org/officeDocument/2006/relationships/image" Target="../media/image1364.png"/><Relationship Id="rId85" Type="http://schemas.openxmlformats.org/officeDocument/2006/relationships/customXml" Target="../ink/ink23.xml"/><Relationship Id="rId3" Type="http://schemas.openxmlformats.org/officeDocument/2006/relationships/customXml" Target="../ink/ink13.xml"/><Relationship Id="rId68" Type="http://schemas.openxmlformats.org/officeDocument/2006/relationships/image" Target="../media/image1358.png"/><Relationship Id="rId76" Type="http://schemas.openxmlformats.org/officeDocument/2006/relationships/image" Target="../media/image1362.png"/><Relationship Id="rId84" Type="http://schemas.openxmlformats.org/officeDocument/2006/relationships/image" Target="../media/image1366.png"/><Relationship Id="rId67" Type="http://schemas.openxmlformats.org/officeDocument/2006/relationships/customXml" Target="../ink/ink14.xml"/><Relationship Id="rId71" Type="http://schemas.openxmlformats.org/officeDocument/2006/relationships/customXml" Target="../ink/ink16.xml"/><Relationship Id="rId2" Type="http://schemas.openxmlformats.org/officeDocument/2006/relationships/image" Target="../media/image14.png"/><Relationship Id="rId70" Type="http://schemas.openxmlformats.org/officeDocument/2006/relationships/image" Target="../media/image1359.png"/><Relationship Id="rId75" Type="http://schemas.openxmlformats.org/officeDocument/2006/relationships/customXml" Target="../ink/ink18.xml"/><Relationship Id="rId83" Type="http://schemas.openxmlformats.org/officeDocument/2006/relationships/customXml" Target="../ink/ink22.xml"/><Relationship Id="rId88" Type="http://schemas.openxmlformats.org/officeDocument/2006/relationships/image" Target="../media/image1368.png"/><Relationship Id="rId1" Type="http://schemas.openxmlformats.org/officeDocument/2006/relationships/slideLayout" Target="../slideLayouts/slideLayout2.xml"/><Relationship Id="rId66" Type="http://schemas.openxmlformats.org/officeDocument/2006/relationships/image" Target="../media/image1357.png"/><Relationship Id="rId74" Type="http://schemas.openxmlformats.org/officeDocument/2006/relationships/image" Target="../media/image1361.png"/><Relationship Id="rId79" Type="http://schemas.openxmlformats.org/officeDocument/2006/relationships/customXml" Target="../ink/ink20.xml"/><Relationship Id="rId87" Type="http://schemas.openxmlformats.org/officeDocument/2006/relationships/customXml" Target="../ink/ink24.xml"/><Relationship Id="rId82" Type="http://schemas.openxmlformats.org/officeDocument/2006/relationships/image" Target="../media/image1365.png"/><Relationship Id="rId73" Type="http://schemas.openxmlformats.org/officeDocument/2006/relationships/customXml" Target="../ink/ink17.xml"/><Relationship Id="rId78" Type="http://schemas.openxmlformats.org/officeDocument/2006/relationships/image" Target="../media/image1363.png"/><Relationship Id="rId81" Type="http://schemas.openxmlformats.org/officeDocument/2006/relationships/customXml" Target="../ink/ink21.xml"/><Relationship Id="rId86" Type="http://schemas.openxmlformats.org/officeDocument/2006/relationships/image" Target="../media/image1367.png"/><Relationship Id="rId69" Type="http://schemas.openxmlformats.org/officeDocument/2006/relationships/customXml" Target="../ink/ink15.xml"/><Relationship Id="rId77" Type="http://schemas.openxmlformats.org/officeDocument/2006/relationships/customXml" Target="../ink/ink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0.xml"/><Relationship Id="rId18" Type="http://schemas.openxmlformats.org/officeDocument/2006/relationships/image" Target="../media/image1401.png"/><Relationship Id="rId26" Type="http://schemas.openxmlformats.org/officeDocument/2006/relationships/image" Target="../media/image1405.png"/><Relationship Id="rId39" Type="http://schemas.openxmlformats.org/officeDocument/2006/relationships/customXml" Target="../ink/ink43.xml"/><Relationship Id="rId21" Type="http://schemas.openxmlformats.org/officeDocument/2006/relationships/customXml" Target="../ink/ink34.xml"/><Relationship Id="rId34" Type="http://schemas.openxmlformats.org/officeDocument/2006/relationships/image" Target="../media/image1409.png"/><Relationship Id="rId42" Type="http://schemas.openxmlformats.org/officeDocument/2006/relationships/image" Target="../media/image1413.png"/><Relationship Id="rId47" Type="http://schemas.openxmlformats.org/officeDocument/2006/relationships/customXml" Target="../ink/ink47.xml"/><Relationship Id="rId50" Type="http://schemas.openxmlformats.org/officeDocument/2006/relationships/image" Target="../media/image1417.png"/><Relationship Id="rId55" Type="http://schemas.openxmlformats.org/officeDocument/2006/relationships/customXml" Target="../ink/ink51.xml"/><Relationship Id="rId7" Type="http://schemas.openxmlformats.org/officeDocument/2006/relationships/customXml" Target="../ink/ink27.xml"/><Relationship Id="rId2" Type="http://schemas.openxmlformats.org/officeDocument/2006/relationships/image" Target="../media/image16.png"/><Relationship Id="rId16" Type="http://schemas.openxmlformats.org/officeDocument/2006/relationships/image" Target="../media/image1400.png"/><Relationship Id="rId29" Type="http://schemas.openxmlformats.org/officeDocument/2006/relationships/customXml" Target="../ink/ink38.xml"/><Relationship Id="rId11" Type="http://schemas.openxmlformats.org/officeDocument/2006/relationships/customXml" Target="../ink/ink29.xml"/><Relationship Id="rId24" Type="http://schemas.openxmlformats.org/officeDocument/2006/relationships/image" Target="../media/image1404.png"/><Relationship Id="rId32" Type="http://schemas.openxmlformats.org/officeDocument/2006/relationships/image" Target="../media/image1408.png"/><Relationship Id="rId37" Type="http://schemas.openxmlformats.org/officeDocument/2006/relationships/customXml" Target="../ink/ink42.xml"/><Relationship Id="rId40" Type="http://schemas.openxmlformats.org/officeDocument/2006/relationships/image" Target="../media/image1412.png"/><Relationship Id="rId45" Type="http://schemas.openxmlformats.org/officeDocument/2006/relationships/customXml" Target="../ink/ink46.xml"/><Relationship Id="rId53" Type="http://schemas.openxmlformats.org/officeDocument/2006/relationships/customXml" Target="../ink/ink50.xml"/><Relationship Id="rId58" Type="http://schemas.openxmlformats.org/officeDocument/2006/relationships/image" Target="../media/image1421.png"/><Relationship Id="rId5" Type="http://schemas.openxmlformats.org/officeDocument/2006/relationships/customXml" Target="../ink/ink26.xml"/><Relationship Id="rId19" Type="http://schemas.openxmlformats.org/officeDocument/2006/relationships/customXml" Target="../ink/ink33.xml"/><Relationship Id="rId4" Type="http://schemas.openxmlformats.org/officeDocument/2006/relationships/image" Target="../media/image1394.png"/><Relationship Id="rId9" Type="http://schemas.openxmlformats.org/officeDocument/2006/relationships/customXml" Target="../ink/ink28.xml"/><Relationship Id="rId14" Type="http://schemas.openxmlformats.org/officeDocument/2006/relationships/image" Target="../media/image1399.png"/><Relationship Id="rId22" Type="http://schemas.openxmlformats.org/officeDocument/2006/relationships/image" Target="../media/image1403.png"/><Relationship Id="rId27" Type="http://schemas.openxmlformats.org/officeDocument/2006/relationships/customXml" Target="../ink/ink37.xml"/><Relationship Id="rId30" Type="http://schemas.openxmlformats.org/officeDocument/2006/relationships/image" Target="../media/image1407.png"/><Relationship Id="rId35" Type="http://schemas.openxmlformats.org/officeDocument/2006/relationships/customXml" Target="../ink/ink41.xml"/><Relationship Id="rId43" Type="http://schemas.openxmlformats.org/officeDocument/2006/relationships/customXml" Target="../ink/ink45.xml"/><Relationship Id="rId48" Type="http://schemas.openxmlformats.org/officeDocument/2006/relationships/image" Target="../media/image1416.png"/><Relationship Id="rId56" Type="http://schemas.openxmlformats.org/officeDocument/2006/relationships/image" Target="../media/image1420.png"/><Relationship Id="rId8" Type="http://schemas.openxmlformats.org/officeDocument/2006/relationships/image" Target="../media/image1396.png"/><Relationship Id="rId51" Type="http://schemas.openxmlformats.org/officeDocument/2006/relationships/customXml" Target="../ink/ink49.xml"/><Relationship Id="rId3" Type="http://schemas.openxmlformats.org/officeDocument/2006/relationships/customXml" Target="../ink/ink25.xml"/><Relationship Id="rId12" Type="http://schemas.openxmlformats.org/officeDocument/2006/relationships/image" Target="../media/image1398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33" Type="http://schemas.openxmlformats.org/officeDocument/2006/relationships/customXml" Target="../ink/ink40.xml"/><Relationship Id="rId38" Type="http://schemas.openxmlformats.org/officeDocument/2006/relationships/image" Target="../media/image1411.png"/><Relationship Id="rId46" Type="http://schemas.openxmlformats.org/officeDocument/2006/relationships/image" Target="../media/image1415.png"/><Relationship Id="rId20" Type="http://schemas.openxmlformats.org/officeDocument/2006/relationships/image" Target="../media/image1402.png"/><Relationship Id="rId41" Type="http://schemas.openxmlformats.org/officeDocument/2006/relationships/customXml" Target="../ink/ink44.xml"/><Relationship Id="rId54" Type="http://schemas.openxmlformats.org/officeDocument/2006/relationships/image" Target="../media/image14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5.png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28" Type="http://schemas.openxmlformats.org/officeDocument/2006/relationships/image" Target="../media/image1406.png"/><Relationship Id="rId36" Type="http://schemas.openxmlformats.org/officeDocument/2006/relationships/image" Target="../media/image1410.png"/><Relationship Id="rId49" Type="http://schemas.openxmlformats.org/officeDocument/2006/relationships/customXml" Target="../ink/ink48.xml"/><Relationship Id="rId57" Type="http://schemas.openxmlformats.org/officeDocument/2006/relationships/customXml" Target="../ink/ink52.xml"/><Relationship Id="rId10" Type="http://schemas.openxmlformats.org/officeDocument/2006/relationships/image" Target="../media/image1397.png"/><Relationship Id="rId31" Type="http://schemas.openxmlformats.org/officeDocument/2006/relationships/customXml" Target="../ink/ink39.xml"/><Relationship Id="rId44" Type="http://schemas.openxmlformats.org/officeDocument/2006/relationships/image" Target="../media/image1414.png"/><Relationship Id="rId52" Type="http://schemas.openxmlformats.org/officeDocument/2006/relationships/image" Target="../media/image14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4.png"/><Relationship Id="rId13" Type="http://schemas.openxmlformats.org/officeDocument/2006/relationships/customXml" Target="../ink/ink58.xml"/><Relationship Id="rId18" Type="http://schemas.openxmlformats.org/officeDocument/2006/relationships/image" Target="../media/image1429.png"/><Relationship Id="rId3" Type="http://schemas.openxmlformats.org/officeDocument/2006/relationships/customXml" Target="../ink/ink53.xml"/><Relationship Id="rId7" Type="http://schemas.openxmlformats.org/officeDocument/2006/relationships/customXml" Target="../ink/ink55.xml"/><Relationship Id="rId12" Type="http://schemas.openxmlformats.org/officeDocument/2006/relationships/image" Target="../media/image1426.png"/><Relationship Id="rId17" Type="http://schemas.openxmlformats.org/officeDocument/2006/relationships/customXml" Target="../ink/ink60.xml"/><Relationship Id="rId2" Type="http://schemas.openxmlformats.org/officeDocument/2006/relationships/image" Target="../media/image16.png"/><Relationship Id="rId16" Type="http://schemas.openxmlformats.org/officeDocument/2006/relationships/image" Target="../media/image1428.png"/><Relationship Id="rId20" Type="http://schemas.openxmlformats.org/officeDocument/2006/relationships/image" Target="../media/image1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3.png"/><Relationship Id="rId11" Type="http://schemas.openxmlformats.org/officeDocument/2006/relationships/customXml" Target="../ink/ink57.xml"/><Relationship Id="rId5" Type="http://schemas.openxmlformats.org/officeDocument/2006/relationships/customXml" Target="../ink/ink54.xml"/><Relationship Id="rId15" Type="http://schemas.openxmlformats.org/officeDocument/2006/relationships/customXml" Target="../ink/ink59.xml"/><Relationship Id="rId10" Type="http://schemas.openxmlformats.org/officeDocument/2006/relationships/image" Target="../media/image1425.png"/><Relationship Id="rId19" Type="http://schemas.openxmlformats.org/officeDocument/2006/relationships/customXml" Target="../ink/ink61.xml"/><Relationship Id="rId4" Type="http://schemas.openxmlformats.org/officeDocument/2006/relationships/image" Target="../media/image1422.png"/><Relationship Id="rId9" Type="http://schemas.openxmlformats.org/officeDocument/2006/relationships/customXml" Target="../ink/ink56.xml"/><Relationship Id="rId14" Type="http://schemas.openxmlformats.org/officeDocument/2006/relationships/image" Target="../media/image14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://yann.lecun.com/exdb/mnist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998" y="747217"/>
            <a:ext cx="5857875" cy="1321516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11150" marR="5080" indent="-299085">
              <a:lnSpc>
                <a:spcPts val="4750"/>
              </a:lnSpc>
              <a:spcBef>
                <a:spcPts val="705"/>
              </a:spcBef>
            </a:pPr>
            <a:r>
              <a:rPr sz="4000" spc="175" dirty="0">
                <a:latin typeface="PT Sans" panose="020B0503020203020204" pitchFamily="34" charset="0"/>
              </a:rPr>
              <a:t>ECE</a:t>
            </a:r>
            <a:r>
              <a:rPr sz="4000" spc="190" dirty="0">
                <a:latin typeface="PT Sans" panose="020B0503020203020204" pitchFamily="34" charset="0"/>
              </a:rPr>
              <a:t> </a:t>
            </a:r>
            <a:r>
              <a:rPr sz="4000" spc="75" dirty="0">
                <a:latin typeface="PT Sans" panose="020B0503020203020204" pitchFamily="34" charset="0"/>
              </a:rPr>
              <a:t>105:</a:t>
            </a:r>
            <a:r>
              <a:rPr sz="4000" spc="175" dirty="0">
                <a:latin typeface="PT Sans" panose="020B0503020203020204" pitchFamily="34" charset="0"/>
              </a:rPr>
              <a:t> </a:t>
            </a:r>
            <a:r>
              <a:rPr sz="4000" spc="55" dirty="0">
                <a:latin typeface="PT Sans" panose="020B0503020203020204" pitchFamily="34" charset="0"/>
              </a:rPr>
              <a:t>Introduction</a:t>
            </a:r>
            <a:r>
              <a:rPr sz="4000" spc="160" dirty="0">
                <a:latin typeface="PT Sans" panose="020B0503020203020204" pitchFamily="34" charset="0"/>
              </a:rPr>
              <a:t> </a:t>
            </a:r>
            <a:r>
              <a:rPr sz="4000" spc="-25" dirty="0">
                <a:latin typeface="PT Sans" panose="020B0503020203020204" pitchFamily="34" charset="0"/>
              </a:rPr>
              <a:t>to </a:t>
            </a:r>
            <a:r>
              <a:rPr sz="4000" spc="105" dirty="0">
                <a:latin typeface="PT Sans" panose="020B0503020203020204" pitchFamily="34" charset="0"/>
              </a:rPr>
              <a:t>Electrical</a:t>
            </a:r>
            <a:r>
              <a:rPr sz="4000" spc="204" dirty="0">
                <a:latin typeface="PT Sans" panose="020B0503020203020204" pitchFamily="34" charset="0"/>
              </a:rPr>
              <a:t> </a:t>
            </a:r>
            <a:r>
              <a:rPr sz="4000" spc="105" dirty="0">
                <a:latin typeface="PT Sans" panose="020B0503020203020204" pitchFamily="34" charset="0"/>
              </a:rPr>
              <a:t>Engineering</a:t>
            </a:r>
            <a:endParaRPr sz="4000">
              <a:latin typeface="PT Sans" panose="020B05030202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15966" y="3361905"/>
            <a:ext cx="2560320" cy="1754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indent="1905" algn="ctr">
              <a:lnSpc>
                <a:spcPct val="119800"/>
              </a:lnSpc>
              <a:spcBef>
                <a:spcPts val="110"/>
              </a:spcBef>
            </a:pPr>
            <a:r>
              <a:rPr sz="2400" dirty="0">
                <a:latin typeface="PT Sans" panose="020B0503020203020204" pitchFamily="34" charset="0"/>
                <a:cs typeface="Calibri"/>
              </a:rPr>
              <a:t>Lecture</a:t>
            </a:r>
            <a:r>
              <a:rPr sz="2400" spc="345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70" dirty="0">
                <a:latin typeface="PT Sans" panose="020B0503020203020204" pitchFamily="34" charset="0"/>
                <a:cs typeface="Calibri"/>
              </a:rPr>
              <a:t>1</a:t>
            </a:r>
            <a:r>
              <a:rPr lang="en-US" sz="2400" spc="70" dirty="0">
                <a:latin typeface="PT Sans" panose="020B0503020203020204" pitchFamily="34" charset="0"/>
                <a:cs typeface="Calibri"/>
              </a:rPr>
              <a:t>9-20</a:t>
            </a:r>
            <a:r>
              <a:rPr sz="2400" spc="70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50" dirty="0">
                <a:latin typeface="PT Sans" panose="020B0503020203020204" pitchFamily="34" charset="0"/>
                <a:cs typeface="Calibri"/>
              </a:rPr>
              <a:t>Neural</a:t>
            </a:r>
            <a:r>
              <a:rPr sz="2400" spc="130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-10" dirty="0">
                <a:latin typeface="PT Sans" panose="020B0503020203020204" pitchFamily="34" charset="0"/>
                <a:cs typeface="Calibri"/>
              </a:rPr>
              <a:t>Networks </a:t>
            </a:r>
            <a:r>
              <a:rPr sz="2400" dirty="0">
                <a:latin typeface="PT Sans" panose="020B0503020203020204" pitchFamily="34" charset="0"/>
                <a:cs typeface="Calibri"/>
              </a:rPr>
              <a:t>Yasser</a:t>
            </a:r>
            <a:r>
              <a:rPr sz="24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80" dirty="0">
                <a:latin typeface="PT Sans" panose="020B0503020203020204" pitchFamily="34" charset="0"/>
                <a:cs typeface="Calibri"/>
              </a:rPr>
              <a:t>Khan </a:t>
            </a:r>
            <a:r>
              <a:rPr sz="2400" dirty="0">
                <a:latin typeface="PT Sans" panose="020B0503020203020204" pitchFamily="34" charset="0"/>
                <a:cs typeface="Calibri"/>
              </a:rPr>
              <a:t>Rehan</a:t>
            </a:r>
            <a:r>
              <a:rPr sz="2400" spc="275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55" dirty="0">
                <a:latin typeface="PT Sans" panose="020B0503020203020204" pitchFamily="34" charset="0"/>
                <a:cs typeface="Calibri"/>
              </a:rPr>
              <a:t>Kapadia</a:t>
            </a:r>
            <a:endParaRPr sz="2400" dirty="0">
              <a:latin typeface="PT Sans" panose="020B0503020203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29C7C-A5C3-A8C4-55F2-36C8B35D6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B3157B-7D1E-B8BF-4CFD-8A3D2511D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>
                <a:latin typeface="PT Sans" panose="020B0503020203020204" pitchFamily="34" charset="0"/>
              </a:rPr>
              <a:t>Timeframe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BC165FE-2E6C-46DC-251A-5E38630C974F}"/>
              </a:ext>
            </a:extLst>
          </p:cNvPr>
          <p:cNvSpPr txBox="1"/>
          <p:nvPr/>
        </p:nvSpPr>
        <p:spPr>
          <a:xfrm>
            <a:off x="1176324" y="913046"/>
            <a:ext cx="7631430" cy="428707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1943:</a:t>
            </a:r>
            <a:r>
              <a:rPr sz="20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5" dirty="0">
                <a:latin typeface="PT Sans" panose="020B0503020203020204" pitchFamily="34" charset="0"/>
                <a:cs typeface="Calibri"/>
              </a:rPr>
              <a:t>McCulloch–Pitts</a:t>
            </a:r>
            <a:r>
              <a:rPr sz="200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“neuron”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Started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the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field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1962: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Rosenblatt’s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perceptron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Learned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its</a:t>
            </a:r>
            <a:r>
              <a:rPr sz="1800" spc="2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own</a:t>
            </a:r>
            <a:r>
              <a:rPr sz="1800" spc="2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weight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values;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convergence</a:t>
            </a:r>
            <a:r>
              <a:rPr sz="1800" spc="22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proof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1969:</a:t>
            </a:r>
            <a:r>
              <a:rPr sz="2000" spc="15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Minsky</a:t>
            </a:r>
            <a:r>
              <a:rPr sz="2000" spc="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254" dirty="0">
                <a:latin typeface="PT Sans" panose="020B0503020203020204" pitchFamily="34" charset="0"/>
                <a:cs typeface="Calibri"/>
              </a:rPr>
              <a:t>&amp;</a:t>
            </a:r>
            <a:r>
              <a:rPr sz="20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Papert</a:t>
            </a:r>
            <a:r>
              <a:rPr sz="20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book</a:t>
            </a:r>
            <a:r>
              <a:rPr sz="2000" spc="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on</a:t>
            </a:r>
            <a:r>
              <a:rPr sz="20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perceptrons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Proved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limitations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65" dirty="0">
                <a:latin typeface="PT Sans" panose="020B0503020203020204" pitchFamily="34" charset="0"/>
                <a:cs typeface="Calibri"/>
              </a:rPr>
              <a:t>single-</a:t>
            </a:r>
            <a:r>
              <a:rPr sz="1800" dirty="0">
                <a:latin typeface="PT Sans" panose="020B0503020203020204" pitchFamily="34" charset="0"/>
                <a:cs typeface="Calibri"/>
              </a:rPr>
              <a:t>layer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perceptron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networks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1982:</a:t>
            </a:r>
            <a:r>
              <a:rPr sz="2000" spc="254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Hopfield</a:t>
            </a:r>
            <a:r>
              <a:rPr sz="2000" spc="2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and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convergence</a:t>
            </a:r>
            <a:r>
              <a:rPr sz="20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0" dirty="0">
                <a:latin typeface="PT Sans" panose="020B0503020203020204" pitchFamily="34" charset="0"/>
                <a:cs typeface="Calibri"/>
              </a:rPr>
              <a:t>in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symmetric</a:t>
            </a:r>
            <a:r>
              <a:rPr sz="20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networks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Introduced</a:t>
            </a:r>
            <a:r>
              <a:rPr sz="1800" spc="36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energy-function</a:t>
            </a:r>
            <a:r>
              <a:rPr sz="1800" spc="4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concept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PT Sans" panose="020B0503020203020204" pitchFamily="34" charset="0"/>
                <a:cs typeface="Calibri"/>
              </a:rPr>
              <a:t>1986:</a:t>
            </a:r>
            <a:r>
              <a:rPr sz="2000" spc="25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Backpropagation</a:t>
            </a:r>
            <a:r>
              <a:rPr sz="2000" spc="22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of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errors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Method</a:t>
            </a:r>
            <a:r>
              <a:rPr sz="1800" spc="204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training</a:t>
            </a:r>
            <a:r>
              <a:rPr sz="1800" spc="24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multilayer</a:t>
            </a:r>
            <a:r>
              <a:rPr sz="1800" spc="21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networks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PT Sans" panose="020B0503020203020204" pitchFamily="34" charset="0"/>
                <a:cs typeface="Calibri"/>
              </a:rPr>
              <a:t>Present:</a:t>
            </a:r>
            <a:r>
              <a:rPr sz="20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Probabilistic</a:t>
            </a:r>
            <a:r>
              <a:rPr sz="2000" spc="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interpretations,</a:t>
            </a:r>
            <a:r>
              <a:rPr sz="2000" spc="-1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Bayesian</a:t>
            </a:r>
            <a:r>
              <a:rPr sz="20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and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5" dirty="0">
                <a:latin typeface="PT Sans" panose="020B0503020203020204" pitchFamily="34" charset="0"/>
                <a:cs typeface="Calibri"/>
              </a:rPr>
              <a:t>spiking</a:t>
            </a:r>
            <a:r>
              <a:rPr sz="20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networks</a:t>
            </a:r>
            <a:endParaRPr sz="2000">
              <a:latin typeface="PT Sans" panose="020B0503020203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665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>
                <a:latin typeface="PT Sans" panose="020B0503020203020204" pitchFamily="34" charset="0"/>
              </a:rPr>
              <a:t>Timeframe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913046"/>
            <a:ext cx="7631430" cy="428707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1943:</a:t>
            </a:r>
            <a:r>
              <a:rPr sz="20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5" dirty="0">
                <a:latin typeface="PT Sans" panose="020B0503020203020204" pitchFamily="34" charset="0"/>
                <a:cs typeface="Calibri"/>
              </a:rPr>
              <a:t>McCulloch–Pitts</a:t>
            </a:r>
            <a:r>
              <a:rPr sz="200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“neuron”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Started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the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field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1962: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Rosenblatt’s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perceptron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Learned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its</a:t>
            </a:r>
            <a:r>
              <a:rPr sz="1800" spc="2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own</a:t>
            </a:r>
            <a:r>
              <a:rPr sz="1800" spc="2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weight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values;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convergence</a:t>
            </a:r>
            <a:r>
              <a:rPr sz="1800" spc="22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proof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1969:</a:t>
            </a:r>
            <a:r>
              <a:rPr sz="2000" spc="15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Minsky</a:t>
            </a:r>
            <a:r>
              <a:rPr sz="2000" spc="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254" dirty="0">
                <a:latin typeface="PT Sans" panose="020B0503020203020204" pitchFamily="34" charset="0"/>
                <a:cs typeface="Calibri"/>
              </a:rPr>
              <a:t>&amp;</a:t>
            </a:r>
            <a:r>
              <a:rPr sz="20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Papert</a:t>
            </a:r>
            <a:r>
              <a:rPr sz="20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book</a:t>
            </a:r>
            <a:r>
              <a:rPr sz="2000" spc="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on</a:t>
            </a:r>
            <a:r>
              <a:rPr sz="20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perceptrons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Proved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limitations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65" dirty="0">
                <a:latin typeface="PT Sans" panose="020B0503020203020204" pitchFamily="34" charset="0"/>
                <a:cs typeface="Calibri"/>
              </a:rPr>
              <a:t>single-</a:t>
            </a:r>
            <a:r>
              <a:rPr sz="1800" dirty="0">
                <a:latin typeface="PT Sans" panose="020B0503020203020204" pitchFamily="34" charset="0"/>
                <a:cs typeface="Calibri"/>
              </a:rPr>
              <a:t>layer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perceptron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networks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1982:</a:t>
            </a:r>
            <a:r>
              <a:rPr sz="2000" spc="254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Hopfield</a:t>
            </a:r>
            <a:r>
              <a:rPr sz="2000" spc="2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and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convergence</a:t>
            </a:r>
            <a:r>
              <a:rPr sz="20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0" dirty="0">
                <a:latin typeface="PT Sans" panose="020B0503020203020204" pitchFamily="34" charset="0"/>
                <a:cs typeface="Calibri"/>
              </a:rPr>
              <a:t>in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symmetric</a:t>
            </a:r>
            <a:r>
              <a:rPr sz="20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networks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Introduced</a:t>
            </a:r>
            <a:r>
              <a:rPr sz="1800" spc="36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energy-function</a:t>
            </a:r>
            <a:r>
              <a:rPr sz="1800" spc="4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concept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PT Sans" panose="020B0503020203020204" pitchFamily="34" charset="0"/>
                <a:cs typeface="Calibri"/>
              </a:rPr>
              <a:t>1986:</a:t>
            </a:r>
            <a:r>
              <a:rPr sz="2000" spc="25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Backpropagation</a:t>
            </a:r>
            <a:r>
              <a:rPr sz="2000" spc="22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of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errors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Method</a:t>
            </a:r>
            <a:r>
              <a:rPr sz="1800" spc="204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training</a:t>
            </a:r>
            <a:r>
              <a:rPr sz="1800" spc="24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multilayer</a:t>
            </a:r>
            <a:r>
              <a:rPr sz="1800" spc="21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networks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PT Sans" panose="020B0503020203020204" pitchFamily="34" charset="0"/>
                <a:cs typeface="Calibri"/>
              </a:rPr>
              <a:t>Present:</a:t>
            </a:r>
            <a:r>
              <a:rPr sz="20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Probabilistic</a:t>
            </a:r>
            <a:r>
              <a:rPr sz="2000" spc="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interpretations,</a:t>
            </a:r>
            <a:r>
              <a:rPr sz="2000" spc="-1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Bayesian</a:t>
            </a:r>
            <a:r>
              <a:rPr sz="20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and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5" dirty="0">
                <a:latin typeface="PT Sans" panose="020B0503020203020204" pitchFamily="34" charset="0"/>
                <a:cs typeface="Calibri"/>
              </a:rPr>
              <a:t>spiking</a:t>
            </a:r>
            <a:r>
              <a:rPr sz="20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networks</a:t>
            </a:r>
            <a:endParaRPr sz="2000">
              <a:latin typeface="PT Sans" panose="020B0503020203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PT Sans" panose="020B0503020203020204" pitchFamily="34" charset="0"/>
              </a:rPr>
              <a:t>Why</a:t>
            </a:r>
            <a:r>
              <a:rPr spc="15" dirty="0">
                <a:latin typeface="PT Sans" panose="020B0503020203020204" pitchFamily="34" charset="0"/>
              </a:rPr>
              <a:t> </a:t>
            </a:r>
            <a:r>
              <a:rPr dirty="0">
                <a:latin typeface="PT Sans" panose="020B0503020203020204" pitchFamily="34" charset="0"/>
              </a:rPr>
              <a:t>Deep</a:t>
            </a:r>
            <a:r>
              <a:rPr spc="110" dirty="0">
                <a:latin typeface="PT Sans" panose="020B0503020203020204" pitchFamily="34" charset="0"/>
              </a:rPr>
              <a:t> </a:t>
            </a:r>
            <a:r>
              <a:rPr spc="60" dirty="0">
                <a:latin typeface="PT Sans" panose="020B0503020203020204" pitchFamily="34" charset="0"/>
              </a:rPr>
              <a:t>Neural</a:t>
            </a:r>
            <a:r>
              <a:rPr spc="125" dirty="0">
                <a:latin typeface="PT Sans" panose="020B0503020203020204" pitchFamily="34" charset="0"/>
              </a:rPr>
              <a:t> </a:t>
            </a:r>
            <a:r>
              <a:rPr spc="-10" dirty="0">
                <a:latin typeface="PT Sans" panose="020B0503020203020204" pitchFamily="34" charset="0"/>
              </a:rPr>
              <a:t>Networks?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9009" y="5189587"/>
            <a:ext cx="9438005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Deep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neural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networks</a:t>
            </a:r>
            <a:r>
              <a:rPr sz="1800" spc="2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are</a:t>
            </a:r>
            <a:r>
              <a:rPr sz="18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excellent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certain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45" dirty="0">
                <a:latin typeface="PT Sans" panose="020B0503020203020204" pitchFamily="34" charset="0"/>
                <a:cs typeface="Calibri"/>
              </a:rPr>
              <a:t>classes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problems,</a:t>
            </a:r>
            <a:r>
              <a:rPr sz="1800" spc="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such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as</a:t>
            </a:r>
            <a:r>
              <a:rPr sz="1800" spc="2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image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recognition,</a:t>
            </a:r>
            <a:r>
              <a:rPr lang="en-US" sz="1800" spc="-10" dirty="0">
                <a:latin typeface="PT Sans" panose="020B0503020203020204" pitchFamily="34" charset="0"/>
                <a:cs typeface="Calibri"/>
              </a:rPr>
              <a:t> </a:t>
            </a:r>
            <a:r>
              <a:rPr lang="en-US" sz="1800" dirty="0">
                <a:latin typeface="PT Sans" panose="020B0503020203020204" pitchFamily="34" charset="0"/>
                <a:cs typeface="Calibri"/>
              </a:rPr>
              <a:t>speech</a:t>
            </a:r>
            <a:r>
              <a:rPr lang="en-US" sz="18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lang="en-US" sz="1800" dirty="0">
                <a:latin typeface="PT Sans" panose="020B0503020203020204" pitchFamily="34" charset="0"/>
                <a:cs typeface="Calibri"/>
              </a:rPr>
              <a:t>recognition</a:t>
            </a:r>
            <a:r>
              <a:rPr lang="en-US" sz="18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lang="en-US" sz="1800" spc="-20" dirty="0">
                <a:latin typeface="PT Sans" panose="020B0503020203020204" pitchFamily="34" charset="0"/>
                <a:cs typeface="Calibri"/>
              </a:rPr>
              <a:t>etc.</a:t>
            </a:r>
            <a:endParaRPr lang="en-US" sz="1800" dirty="0">
              <a:latin typeface="PT Sans" panose="020B0503020203020204" pitchFamily="34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sz="1800" dirty="0">
              <a:latin typeface="PT Sans" panose="020B0503020203020204" pitchFamily="34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8274" y="5849933"/>
            <a:ext cx="11049000" cy="33406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Importantly, as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the</a:t>
            </a:r>
            <a:r>
              <a:rPr sz="18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amount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data</a:t>
            </a:r>
            <a:r>
              <a:rPr sz="1800" spc="1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scales, the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performance</a:t>
            </a:r>
            <a:r>
              <a:rPr sz="1800" spc="15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deep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learning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continues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to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improve</a:t>
            </a:r>
            <a:endParaRPr sz="1800" dirty="0">
              <a:latin typeface="PT Sans" panose="020B0503020203020204" pitchFamily="34" charset="0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503" y="927201"/>
            <a:ext cx="10018166" cy="41299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14800" y="6301232"/>
            <a:ext cx="789368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T Sans" panose="020B0503020203020204" pitchFamily="34" charset="0"/>
                <a:cs typeface="Calibri"/>
              </a:rPr>
              <a:t>Image</a:t>
            </a:r>
            <a:r>
              <a:rPr sz="1800" spc="-6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from</a:t>
            </a:r>
            <a:r>
              <a:rPr sz="1800" spc="-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Medium:</a:t>
            </a:r>
            <a:r>
              <a:rPr sz="1800" spc="-3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“Review</a:t>
            </a:r>
            <a:r>
              <a:rPr sz="1800" spc="-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-5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Deep</a:t>
            </a:r>
            <a:r>
              <a:rPr sz="1800" spc="-2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Learning</a:t>
            </a:r>
            <a:r>
              <a:rPr sz="1800" spc="-3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Algorithms</a:t>
            </a:r>
            <a:r>
              <a:rPr sz="1800" spc="-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-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Object</a:t>
            </a:r>
            <a:r>
              <a:rPr sz="1800" spc="-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Detection”</a:t>
            </a:r>
            <a:endParaRPr sz="1800" dirty="0">
              <a:latin typeface="PT Sans" panose="020B0503020203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What’s</a:t>
            </a:r>
            <a:r>
              <a:rPr spc="175" dirty="0"/>
              <a:t> </a:t>
            </a:r>
            <a:r>
              <a:rPr dirty="0"/>
              <a:t>so</a:t>
            </a:r>
            <a:r>
              <a:rPr spc="175" dirty="0"/>
              <a:t> </a:t>
            </a:r>
            <a:r>
              <a:rPr dirty="0"/>
              <a:t>deep</a:t>
            </a:r>
            <a:r>
              <a:rPr spc="145" dirty="0"/>
              <a:t> </a:t>
            </a:r>
            <a:r>
              <a:rPr dirty="0"/>
              <a:t>about</a:t>
            </a:r>
            <a:r>
              <a:rPr spc="160" dirty="0"/>
              <a:t> </a:t>
            </a:r>
            <a:r>
              <a:rPr dirty="0"/>
              <a:t>Deep</a:t>
            </a:r>
            <a:r>
              <a:rPr spc="135" dirty="0"/>
              <a:t> </a:t>
            </a:r>
            <a:r>
              <a:rPr spc="60" dirty="0"/>
              <a:t>Neural</a:t>
            </a:r>
            <a:r>
              <a:rPr spc="145" dirty="0"/>
              <a:t> </a:t>
            </a:r>
            <a:r>
              <a:rPr spc="-10" dirty="0"/>
              <a:t>Networks?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844" y="4871084"/>
            <a:ext cx="98913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9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80" dirty="0">
                <a:latin typeface="Calibri"/>
                <a:cs typeface="Calibri"/>
              </a:rPr>
              <a:t>“deep”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refers</a:t>
            </a:r>
            <a:r>
              <a:rPr sz="2600" spc="2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layers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‘units’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input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5148453"/>
            <a:ext cx="8502650" cy="826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layer</a:t>
            </a:r>
            <a:r>
              <a:rPr sz="2600" spc="2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2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output</a:t>
            </a:r>
            <a:r>
              <a:rPr sz="2600" spc="2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layer.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65" dirty="0">
                <a:latin typeface="Calibri"/>
                <a:cs typeface="Calibri"/>
              </a:rPr>
              <a:t>Since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spc="55" dirty="0">
                <a:latin typeface="Calibri"/>
                <a:cs typeface="Calibri"/>
              </a:rPr>
              <a:t>this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spc="85" dirty="0">
                <a:latin typeface="Calibri"/>
                <a:cs typeface="Calibri"/>
              </a:rPr>
              <a:t>is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neural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spc="50" dirty="0">
                <a:latin typeface="Calibri"/>
                <a:cs typeface="Calibri"/>
              </a:rPr>
              <a:t>units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spc="75" dirty="0">
                <a:latin typeface="Calibri"/>
                <a:cs typeface="Calibri"/>
              </a:rPr>
              <a:t>called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neurons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587" y="1228839"/>
            <a:ext cx="8193197" cy="30323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99046" y="6431991"/>
            <a:ext cx="5575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https://becominghuman.ai/deep-learning-made-easy-with-deep-cognition-403fbe445351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Fundamental</a:t>
            </a:r>
            <a:r>
              <a:rPr spc="114" dirty="0"/>
              <a:t> </a:t>
            </a:r>
            <a:r>
              <a:rPr spc="55" dirty="0"/>
              <a:t>Unit</a:t>
            </a:r>
            <a:r>
              <a:rPr spc="15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7905" y="4057378"/>
            <a:ext cx="8677275" cy="21304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154555">
              <a:lnSpc>
                <a:spcPct val="100000"/>
              </a:lnSpc>
              <a:spcBef>
                <a:spcPts val="13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  <a:p>
            <a:pPr marL="278130" indent="-227329">
              <a:lnSpc>
                <a:spcPts val="2775"/>
              </a:lnSpc>
              <a:spcBef>
                <a:spcPts val="1600"/>
              </a:spcBef>
              <a:buFont typeface="Arial"/>
              <a:buChar char="•"/>
              <a:tabLst>
                <a:tab pos="278130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fundamental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735965" lvl="1" indent="-227965">
              <a:lnSpc>
                <a:spcPts val="2180"/>
              </a:lnSpc>
              <a:buFont typeface="Arial"/>
              <a:buChar char="•"/>
              <a:tabLst>
                <a:tab pos="735965" algn="l"/>
              </a:tabLst>
            </a:pPr>
            <a:r>
              <a:rPr sz="2000" dirty="0">
                <a:latin typeface="Calibri"/>
                <a:cs typeface="Calibri"/>
              </a:rPr>
              <a:t>W</a:t>
            </a:r>
            <a:r>
              <a:rPr sz="1950" baseline="-21367" dirty="0">
                <a:latin typeface="Calibri"/>
                <a:cs typeface="Calibri"/>
              </a:rPr>
              <a:t>i</a:t>
            </a:r>
            <a:r>
              <a:rPr sz="1950" spc="540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weights,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sometimes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called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synaptic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35" dirty="0">
                <a:latin typeface="Calibri"/>
                <a:cs typeface="Calibri"/>
              </a:rPr>
              <a:t>weights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180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60" dirty="0">
                <a:latin typeface="Calibri"/>
                <a:cs typeface="Calibri"/>
              </a:rPr>
              <a:t>The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mathematical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inputs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185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120" dirty="0">
                <a:latin typeface="Calibri"/>
                <a:cs typeface="Calibri"/>
              </a:rPr>
              <a:t>X</a:t>
            </a:r>
            <a:r>
              <a:rPr sz="1950" spc="179" baseline="-21367" dirty="0">
                <a:latin typeface="Calibri"/>
                <a:cs typeface="Calibri"/>
              </a:rPr>
              <a:t>i</a:t>
            </a:r>
            <a:r>
              <a:rPr sz="1950" spc="41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295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135" dirty="0">
                <a:latin typeface="Calibri"/>
                <a:cs typeface="Calibri"/>
              </a:rPr>
              <a:t>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2010" y="4584827"/>
            <a:ext cx="11008360" cy="0"/>
          </a:xfrm>
          <a:custGeom>
            <a:avLst/>
            <a:gdLst/>
            <a:ahLst/>
            <a:cxnLst/>
            <a:rect l="l" t="t" r="r" b="b"/>
            <a:pathLst>
              <a:path w="11008360">
                <a:moveTo>
                  <a:pt x="0" y="0"/>
                </a:moveTo>
                <a:lnTo>
                  <a:pt x="11007915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Fundamental</a:t>
            </a:r>
            <a:r>
              <a:rPr spc="114" dirty="0"/>
              <a:t> </a:t>
            </a:r>
            <a:r>
              <a:rPr spc="55" dirty="0"/>
              <a:t>Unit</a:t>
            </a:r>
            <a:r>
              <a:rPr spc="15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05" y="4678171"/>
            <a:ext cx="987679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Many</a:t>
            </a:r>
            <a:r>
              <a:rPr sz="2600" spc="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different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spc="50" dirty="0">
                <a:latin typeface="Calibri"/>
                <a:cs typeface="Calibri"/>
              </a:rPr>
              <a:t>functions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neuron,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but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three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most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605" y="4955540"/>
            <a:ext cx="5621655" cy="131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7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popular</a:t>
            </a:r>
            <a:r>
              <a:rPr sz="2600" spc="39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are</a:t>
            </a:r>
            <a:endParaRPr sz="2600">
              <a:latin typeface="Calibri"/>
              <a:cs typeface="Calibri"/>
            </a:endParaRPr>
          </a:p>
          <a:p>
            <a:pPr marL="469265" indent="-227965">
              <a:lnSpc>
                <a:spcPts val="2350"/>
              </a:lnSpc>
              <a:buFont typeface="Arial"/>
              <a:buChar char="•"/>
              <a:tabLst>
                <a:tab pos="469265" algn="l"/>
              </a:tabLst>
            </a:pPr>
            <a:r>
              <a:rPr sz="2200" spc="45" dirty="0">
                <a:latin typeface="Calibri"/>
                <a:cs typeface="Calibri"/>
              </a:rPr>
              <a:t>Sigmoid: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Symbol"/>
                <a:cs typeface="Symbol"/>
              </a:rPr>
              <a:t></a:t>
            </a:r>
            <a:r>
              <a:rPr sz="2200" dirty="0">
                <a:latin typeface="Calibri"/>
                <a:cs typeface="Calibri"/>
              </a:rPr>
              <a:t>(x)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1/(1+exp(-</a:t>
            </a:r>
            <a:r>
              <a:rPr sz="2200" spc="-25" dirty="0">
                <a:latin typeface="Calibri"/>
                <a:cs typeface="Calibri"/>
              </a:rPr>
              <a:t>x))</a:t>
            </a:r>
            <a:endParaRPr sz="2200">
              <a:latin typeface="Calibri"/>
              <a:cs typeface="Calibri"/>
            </a:endParaRPr>
          </a:p>
          <a:p>
            <a:pPr marL="469265" indent="-227965">
              <a:lnSpc>
                <a:spcPts val="2355"/>
              </a:lnSpc>
              <a:buFont typeface="Arial"/>
              <a:buChar char="•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Rectified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spc="60" dirty="0">
                <a:latin typeface="Calibri"/>
                <a:cs typeface="Calibri"/>
              </a:rPr>
              <a:t>Linear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(ReLU):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f(x)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max(0,x)</a:t>
            </a:r>
            <a:endParaRPr sz="2200">
              <a:latin typeface="Calibri"/>
              <a:cs typeface="Calibri"/>
            </a:endParaRPr>
          </a:p>
          <a:p>
            <a:pPr marL="469265" indent="-227965">
              <a:lnSpc>
                <a:spcPts val="2495"/>
              </a:lnSpc>
              <a:buFont typeface="Arial"/>
              <a:buChar char="•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tanh: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tanh(x)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dirty="0">
                <a:latin typeface="Symbol"/>
                <a:cs typeface="Symbol"/>
              </a:rPr>
              <a:t></a:t>
            </a:r>
            <a:r>
              <a:rPr sz="2200" dirty="0">
                <a:latin typeface="Calibri"/>
                <a:cs typeface="Calibri"/>
              </a:rPr>
              <a:t>(2x)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110" dirty="0">
                <a:latin typeface="Calibri"/>
                <a:cs typeface="Calibri"/>
              </a:rPr>
              <a:t>-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25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60039" y="4209745"/>
            <a:ext cx="5603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4" name="object 14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8" name="object 18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2" name="object 22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2010" y="4584827"/>
            <a:ext cx="11008360" cy="0"/>
          </a:xfrm>
          <a:custGeom>
            <a:avLst/>
            <a:gdLst/>
            <a:ahLst/>
            <a:cxnLst/>
            <a:rect l="l" t="t" r="r" b="b"/>
            <a:pathLst>
              <a:path w="11008360">
                <a:moveTo>
                  <a:pt x="0" y="0"/>
                </a:moveTo>
                <a:lnTo>
                  <a:pt x="11007915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29740-9DFA-93FA-40D7-334D5916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DC982A-B1D4-D67C-550D-C8E674D98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60" dirty="0"/>
              <a:t>Activation functions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27" name="Picture 26" descr="A graph of a function&#10;&#10;AI-generated content may be incorrect.">
            <a:extLst>
              <a:ext uri="{FF2B5EF4-FFF2-40B4-BE49-F238E27FC236}">
                <a16:creationId xmlns:a16="http://schemas.microsoft.com/office/drawing/2014/main" id="{B03C7CE8-52F0-3BD1-00D8-65FC3134CB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0"/>
            <a:ext cx="3614936" cy="2743200"/>
          </a:xfrm>
          <a:prstGeom prst="rect">
            <a:avLst/>
          </a:prstGeom>
        </p:spPr>
      </p:pic>
      <p:pic>
        <p:nvPicPr>
          <p:cNvPr id="29" name="Picture 28" descr="A graph with a line&#10;&#10;AI-generated content may be incorrect.">
            <a:extLst>
              <a:ext uri="{FF2B5EF4-FFF2-40B4-BE49-F238E27FC236}">
                <a16:creationId xmlns:a16="http://schemas.microsoft.com/office/drawing/2014/main" id="{57DB25D7-BAE3-E3FE-847C-429BA2E867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51" y="1066800"/>
            <a:ext cx="3725633" cy="2743200"/>
          </a:xfrm>
          <a:prstGeom prst="rect">
            <a:avLst/>
          </a:prstGeom>
        </p:spPr>
      </p:pic>
      <p:pic>
        <p:nvPicPr>
          <p:cNvPr id="31" name="Picture 30" descr="A graph with a line&#10;&#10;AI-generated content may be incorrect.">
            <a:extLst>
              <a:ext uri="{FF2B5EF4-FFF2-40B4-BE49-F238E27FC236}">
                <a16:creationId xmlns:a16="http://schemas.microsoft.com/office/drawing/2014/main" id="{7456E9DE-BBFE-6571-975C-16F7608D13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066800"/>
            <a:ext cx="3895137" cy="2743200"/>
          </a:xfrm>
          <a:prstGeom prst="rect">
            <a:avLst/>
          </a:prstGeom>
        </p:spPr>
      </p:pic>
      <p:pic>
        <p:nvPicPr>
          <p:cNvPr id="33" name="Picture 3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8ED5E9EA-A69C-6AF5-D6D8-DB0D205A78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51" y="3996739"/>
            <a:ext cx="4275190" cy="1303133"/>
          </a:xfrm>
          <a:prstGeom prst="rect">
            <a:avLst/>
          </a:prstGeom>
        </p:spPr>
      </p:pic>
      <p:pic>
        <p:nvPicPr>
          <p:cNvPr id="35" name="Picture 3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46599FD-E2EA-6E3D-9A4C-0B6206306D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76" y="4080566"/>
            <a:ext cx="3482642" cy="1181202"/>
          </a:xfrm>
          <a:prstGeom prst="rect">
            <a:avLst/>
          </a:prstGeom>
        </p:spPr>
      </p:pic>
      <p:pic>
        <p:nvPicPr>
          <p:cNvPr id="37" name="Picture 36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3849239B-7D71-1838-C5DE-4CD053CE83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941" y="4103428"/>
            <a:ext cx="409229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438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C6224-E5AA-F907-F3E1-E96E9ED7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B37BFC-3F06-2EE3-9CF8-DF184456C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</a:t>
            </a:r>
            <a:r>
              <a:rPr spc="195" dirty="0"/>
              <a:t> </a:t>
            </a:r>
            <a:r>
              <a:rPr dirty="0"/>
              <a:t>of</a:t>
            </a:r>
            <a:r>
              <a:rPr spc="240" dirty="0"/>
              <a:t> </a:t>
            </a:r>
            <a:r>
              <a:rPr dirty="0"/>
              <a:t>a</a:t>
            </a:r>
            <a:r>
              <a:rPr spc="229" dirty="0"/>
              <a:t> </a:t>
            </a:r>
            <a:r>
              <a:rPr spc="55" dirty="0"/>
              <a:t>neural</a:t>
            </a:r>
            <a:r>
              <a:rPr spc="22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0FB117E-3754-F5AA-49B1-AA615C23B014}"/>
              </a:ext>
            </a:extLst>
          </p:cNvPr>
          <p:cNvSpPr txBox="1"/>
          <p:nvPr/>
        </p:nvSpPr>
        <p:spPr>
          <a:xfrm>
            <a:off x="657250" y="4915915"/>
            <a:ext cx="11515725" cy="16630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50" dirty="0">
                <a:latin typeface="Calibri"/>
                <a:cs typeface="Calibri"/>
              </a:rPr>
              <a:t>Image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pixels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ts val="193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pixel</a:t>
            </a:r>
            <a:r>
              <a:rPr sz="1700" spc="1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becomes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input</a:t>
            </a:r>
            <a:endParaRPr sz="1700" dirty="0">
              <a:latin typeface="Calibri"/>
              <a:cs typeface="Calibri"/>
            </a:endParaRPr>
          </a:p>
          <a:p>
            <a:pPr marL="698500" lvl="1" indent="-228600">
              <a:lnSpc>
                <a:spcPts val="1925"/>
              </a:lnSpc>
              <a:buFont typeface="Arial"/>
              <a:buChar char="•"/>
              <a:tabLst>
                <a:tab pos="698500" algn="l"/>
              </a:tabLst>
            </a:pPr>
            <a:r>
              <a:rPr sz="1700" spc="50" dirty="0">
                <a:latin typeface="Calibri"/>
                <a:cs typeface="Calibri"/>
              </a:rPr>
              <a:t>Example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here: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pixel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is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from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0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256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50" dirty="0">
                <a:latin typeface="Calibri"/>
                <a:cs typeface="Calibri"/>
              </a:rPr>
              <a:t>in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greyscale</a:t>
            </a:r>
            <a:endParaRPr sz="1700" dirty="0">
              <a:latin typeface="Calibri"/>
              <a:cs typeface="Calibri"/>
            </a:endParaRPr>
          </a:p>
          <a:p>
            <a:pPr marL="698500" lvl="1" indent="-228600">
              <a:lnSpc>
                <a:spcPts val="192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input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is</a:t>
            </a:r>
            <a:r>
              <a:rPr sz="1700" spc="1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connected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all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neurons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hidden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layer</a:t>
            </a:r>
            <a:endParaRPr sz="1700" dirty="0">
              <a:latin typeface="Calibri"/>
              <a:cs typeface="Calibri"/>
            </a:endParaRPr>
          </a:p>
          <a:p>
            <a:pPr marL="698500" lvl="1" indent="-228600">
              <a:lnSpc>
                <a:spcPts val="198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Adjusting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2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220" dirty="0">
                <a:latin typeface="Calibri"/>
                <a:cs typeface="Calibri"/>
              </a:rPr>
              <a:t> </a:t>
            </a:r>
            <a:r>
              <a:rPr sz="1700" spc="70" dirty="0">
                <a:latin typeface="Calibri"/>
                <a:cs typeface="Calibri"/>
              </a:rPr>
              <a:t>will</a:t>
            </a:r>
            <a:r>
              <a:rPr sz="1700" spc="2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2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eventually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allow</a:t>
            </a:r>
            <a:r>
              <a:rPr sz="1700" spc="2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recognition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229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2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digits</a:t>
            </a:r>
            <a:endParaRPr sz="1700" dirty="0">
              <a:latin typeface="Calibri"/>
              <a:cs typeface="Calibri"/>
            </a:endParaRPr>
          </a:p>
          <a:p>
            <a:pPr marL="6409055">
              <a:lnSpc>
                <a:spcPct val="100000"/>
              </a:lnSpc>
              <a:spcBef>
                <a:spcPts val="1450"/>
              </a:spcBef>
            </a:pPr>
            <a:r>
              <a:rPr sz="1100" spc="-10" dirty="0">
                <a:latin typeface="Calibri"/>
                <a:cs typeface="Calibri"/>
              </a:rPr>
              <a:t>https://becominghuman.ai/deep-learning-made-easy-with-deep-cognition-403fbe445351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CDD96FB-F044-A2C1-0D5B-2BE011D2E7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657" y="656880"/>
            <a:ext cx="8055483" cy="412840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289CB49-3BC3-5195-0E44-7A0D2FD05E94}"/>
              </a:ext>
            </a:extLst>
          </p:cNvPr>
          <p:cNvGrpSpPr/>
          <p:nvPr/>
        </p:nvGrpSpPr>
        <p:grpSpPr>
          <a:xfrm>
            <a:off x="2135660" y="723080"/>
            <a:ext cx="412560" cy="136440"/>
            <a:chOff x="2135660" y="723080"/>
            <a:chExt cx="41256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0A7F813-58E0-68A0-A3D4-8E9388618BD4}"/>
                    </a:ext>
                  </a:extLst>
                </p14:cNvPr>
                <p14:cNvContentPartPr/>
                <p14:nvPr/>
              </p14:nvContentPartPr>
              <p14:xfrm>
                <a:off x="2135660" y="774200"/>
                <a:ext cx="412560" cy="85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0A7F813-58E0-68A0-A3D4-8E9388618BD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17660" y="756200"/>
                  <a:ext cx="448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D7F8D2-E6ED-E3D1-8405-A9BE0394A9C4}"/>
                    </a:ext>
                  </a:extLst>
                </p14:cNvPr>
                <p14:cNvContentPartPr/>
                <p14:nvPr/>
              </p14:nvContentPartPr>
              <p14:xfrm>
                <a:off x="2483420" y="723080"/>
                <a:ext cx="55440" cy="109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D7F8D2-E6ED-E3D1-8405-A9BE0394A9C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65420" y="705080"/>
                  <a:ext cx="910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C73203-64D8-1635-5F63-FBFECC01A4B0}"/>
              </a:ext>
            </a:extLst>
          </p:cNvPr>
          <p:cNvGrpSpPr/>
          <p:nvPr/>
        </p:nvGrpSpPr>
        <p:grpSpPr>
          <a:xfrm>
            <a:off x="1257260" y="599240"/>
            <a:ext cx="520560" cy="423720"/>
            <a:chOff x="1257260" y="599240"/>
            <a:chExt cx="52056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482C32-A639-1299-A4B0-A530C7485DEC}"/>
                    </a:ext>
                  </a:extLst>
                </p14:cNvPr>
                <p14:cNvContentPartPr/>
                <p14:nvPr/>
              </p14:nvContentPartPr>
              <p14:xfrm>
                <a:off x="1296500" y="855560"/>
                <a:ext cx="36360" cy="167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482C32-A639-1299-A4B0-A530C7485DE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8500" y="837560"/>
                  <a:ext cx="72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1B76FB2-CE9D-8041-F919-B6731E8693A8}"/>
                    </a:ext>
                  </a:extLst>
                </p14:cNvPr>
                <p14:cNvContentPartPr/>
                <p14:nvPr/>
              </p14:nvContentPartPr>
              <p14:xfrm>
                <a:off x="1257260" y="795800"/>
                <a:ext cx="90000" cy="89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1B76FB2-CE9D-8041-F919-B6731E8693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39260" y="777800"/>
                  <a:ext cx="125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FFC3E86-8589-306B-FCA4-F98C2FA9AA4E}"/>
                    </a:ext>
                  </a:extLst>
                </p14:cNvPr>
                <p14:cNvContentPartPr/>
                <p14:nvPr/>
              </p14:nvContentPartPr>
              <p14:xfrm>
                <a:off x="1407020" y="857360"/>
                <a:ext cx="17640" cy="67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FFC3E86-8589-306B-FCA4-F98C2FA9AA4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89380" y="839360"/>
                  <a:ext cx="52567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619F0F-05BB-9A15-1EE5-E29A82D5F93B}"/>
                    </a:ext>
                  </a:extLst>
                </p14:cNvPr>
                <p14:cNvContentPartPr/>
                <p14:nvPr/>
              </p14:nvContentPartPr>
              <p14:xfrm>
                <a:off x="1383980" y="777080"/>
                <a:ext cx="19440" cy="43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619F0F-05BB-9A15-1EE5-E29A82D5F93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65980" y="759080"/>
                  <a:ext cx="55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9A940B7-2096-73D3-C835-41B58B6987D6}"/>
                    </a:ext>
                  </a:extLst>
                </p14:cNvPr>
                <p14:cNvContentPartPr/>
                <p14:nvPr/>
              </p14:nvContentPartPr>
              <p14:xfrm>
                <a:off x="1477220" y="826400"/>
                <a:ext cx="82800" cy="88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9A940B7-2096-73D3-C835-41B58B6987D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59220" y="808400"/>
                  <a:ext cx="118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E22986-9C83-7883-8A8E-23B5A790F5FB}"/>
                    </a:ext>
                  </a:extLst>
                </p14:cNvPr>
                <p14:cNvContentPartPr/>
                <p14:nvPr/>
              </p14:nvContentPartPr>
              <p14:xfrm>
                <a:off x="1507460" y="825680"/>
                <a:ext cx="61200" cy="135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E22986-9C83-7883-8A8E-23B5A790F5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89460" y="807680"/>
                  <a:ext cx="96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C93E5A-0B27-2C0F-FE09-086972683E3D}"/>
                    </a:ext>
                  </a:extLst>
                </p14:cNvPr>
                <p14:cNvContentPartPr/>
                <p14:nvPr/>
              </p14:nvContentPartPr>
              <p14:xfrm>
                <a:off x="1617620" y="792920"/>
                <a:ext cx="66240" cy="87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C93E5A-0B27-2C0F-FE09-086972683E3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99620" y="774920"/>
                  <a:ext cx="101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278C24-C394-DEB6-2864-DAF29AD29D0F}"/>
                    </a:ext>
                  </a:extLst>
                </p14:cNvPr>
                <p14:cNvContentPartPr/>
                <p14:nvPr/>
              </p14:nvContentPartPr>
              <p14:xfrm>
                <a:off x="1756580" y="599240"/>
                <a:ext cx="21240" cy="23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278C24-C394-DEB6-2864-DAF29AD29D0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38580" y="581240"/>
                  <a:ext cx="56880" cy="26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94393F-CE9E-0D58-C2FB-DD9ACF516CFF}"/>
                  </a:ext>
                </a:extLst>
              </p14:cNvPr>
              <p14:cNvContentPartPr/>
              <p14:nvPr/>
            </p14:nvContentPartPr>
            <p14:xfrm>
              <a:off x="1421420" y="3422000"/>
              <a:ext cx="653760" cy="29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94393F-CE9E-0D58-C2FB-DD9ACF516CF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03420" y="3404000"/>
                <a:ext cx="6894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7474C28-7AD2-B5B3-9ABE-2FB14ACB057C}"/>
                  </a:ext>
                </a:extLst>
              </p14:cNvPr>
              <p14:cNvContentPartPr/>
              <p14:nvPr/>
            </p14:nvContentPartPr>
            <p14:xfrm>
              <a:off x="1306220" y="3739160"/>
              <a:ext cx="798480" cy="36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7474C28-7AD2-B5B3-9ABE-2FB14ACB057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88220" y="3721160"/>
                <a:ext cx="834120" cy="7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1680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5E62-36E8-EE2F-6825-73234A9A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591523-778E-CD3F-A0D2-6E785F2494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Training</a:t>
            </a:r>
            <a:r>
              <a:rPr spc="150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dirty="0"/>
              <a:t>an</a:t>
            </a:r>
            <a:r>
              <a:rPr spc="45" dirty="0"/>
              <a:t> </a:t>
            </a:r>
            <a:r>
              <a:rPr spc="80" dirty="0"/>
              <a:t>Artificial</a:t>
            </a:r>
            <a:r>
              <a:rPr spc="165" dirty="0"/>
              <a:t> </a:t>
            </a:r>
            <a:r>
              <a:rPr spc="55" dirty="0"/>
              <a:t>Neural</a:t>
            </a:r>
            <a:r>
              <a:rPr spc="14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A91957-4E77-F4B3-5AE0-E73A1F4E7D30}"/>
              </a:ext>
            </a:extLst>
          </p:cNvPr>
          <p:cNvSpPr txBox="1"/>
          <p:nvPr/>
        </p:nvSpPr>
        <p:spPr>
          <a:xfrm>
            <a:off x="799896" y="4397121"/>
            <a:ext cx="9628505" cy="106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Calibri"/>
                <a:cs typeface="Calibri"/>
              </a:rPr>
              <a:t>Backpropagation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algorithm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form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of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supervised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697865" lvl="1" indent="-228600">
              <a:lnSpc>
                <a:spcPts val="193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45" dirty="0">
                <a:latin typeface="Calibri"/>
                <a:cs typeface="Calibri"/>
              </a:rPr>
              <a:t>initialize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all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ANN,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feed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into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it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25"/>
              </a:lnSpc>
              <a:buFont typeface="Arial"/>
              <a:buChar char="•"/>
              <a:tabLst>
                <a:tab pos="697865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2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example</a:t>
            </a:r>
            <a:r>
              <a:rPr sz="1700" spc="2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generates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2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output.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8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know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those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samples,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error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C7185CC-9F78-797E-4A8B-725200107385}"/>
              </a:ext>
            </a:extLst>
          </p:cNvPr>
          <p:cNvSpPr txBox="1"/>
          <p:nvPr/>
        </p:nvSpPr>
        <p:spPr>
          <a:xfrm>
            <a:off x="1257096" y="5423103"/>
            <a:ext cx="97948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700" spc="10" dirty="0">
                <a:latin typeface="Calibri"/>
                <a:cs typeface="Calibri"/>
              </a:rPr>
              <a:t>Then,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can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essentially </a:t>
            </a:r>
            <a:r>
              <a:rPr sz="1700" spc="55" dirty="0">
                <a:latin typeface="Calibri"/>
                <a:cs typeface="Calibri"/>
              </a:rPr>
              <a:t>go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backwards,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assigning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some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part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of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that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error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the</a:t>
            </a:r>
            <a:r>
              <a:rPr sz="1700" spc="9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between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9C3FBD7-6A17-E592-FEEA-64D2508D78BB}"/>
              </a:ext>
            </a:extLst>
          </p:cNvPr>
          <p:cNvSpPr txBox="1"/>
          <p:nvPr/>
        </p:nvSpPr>
        <p:spPr>
          <a:xfrm>
            <a:off x="1257096" y="5604459"/>
            <a:ext cx="8069580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985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neuron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previous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neurons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ts val="1985"/>
              </a:lnSpc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Adjusting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allows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move</a:t>
            </a:r>
            <a:r>
              <a:rPr sz="1700" spc="1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towards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answer,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defined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us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283DB99E-055D-C3CE-7163-A1AB5157B1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514" y="933450"/>
            <a:ext cx="4571999" cy="32766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3F07C78C-9705-C3D2-18C0-C45E3382AE85}"/>
              </a:ext>
            </a:extLst>
          </p:cNvPr>
          <p:cNvSpPr/>
          <p:nvPr/>
        </p:nvSpPr>
        <p:spPr>
          <a:xfrm>
            <a:off x="474789" y="4333113"/>
            <a:ext cx="11052175" cy="0"/>
          </a:xfrm>
          <a:custGeom>
            <a:avLst/>
            <a:gdLst/>
            <a:ahLst/>
            <a:cxnLst/>
            <a:rect l="l" t="t" r="r" b="b"/>
            <a:pathLst>
              <a:path w="11052175">
                <a:moveTo>
                  <a:pt x="0" y="0"/>
                </a:moveTo>
                <a:lnTo>
                  <a:pt x="11051984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7C951ED-8737-6024-8320-1FFD607A5722}"/>
              </a:ext>
            </a:extLst>
          </p:cNvPr>
          <p:cNvSpPr txBox="1"/>
          <p:nvPr/>
        </p:nvSpPr>
        <p:spPr>
          <a:xfrm>
            <a:off x="6528307" y="6390233"/>
            <a:ext cx="558863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Calibri"/>
                <a:cs typeface="Calibri"/>
              </a:rPr>
              <a:t>https://github.com/rasbt/python-machine-learning-book/blob/master/faq/visual-backpropagation.md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120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Handwriting</a:t>
            </a:r>
            <a:r>
              <a:rPr spc="100" dirty="0"/>
              <a:t> </a:t>
            </a:r>
            <a:r>
              <a:rPr spc="45" dirty="0"/>
              <a:t>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0305" y="4166081"/>
            <a:ext cx="9878695" cy="121094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can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easily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45" dirty="0">
                <a:latin typeface="Calibri"/>
                <a:cs typeface="Calibri"/>
              </a:rPr>
              <a:t>recognize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huge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(~billion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more)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even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connections/synapses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(100’s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billions)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2460" y="2101342"/>
            <a:ext cx="5924550" cy="10668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91311" y="3956558"/>
            <a:ext cx="10364470" cy="0"/>
          </a:xfrm>
          <a:custGeom>
            <a:avLst/>
            <a:gdLst/>
            <a:ahLst/>
            <a:cxnLst/>
            <a:rect l="l" t="t" r="r" b="b"/>
            <a:pathLst>
              <a:path w="10364470">
                <a:moveTo>
                  <a:pt x="0" y="0"/>
                </a:moveTo>
                <a:lnTo>
                  <a:pt x="10364368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931488"/>
            <a:ext cx="7418705" cy="8813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Need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large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training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55" dirty="0">
                <a:latin typeface="Calibri"/>
                <a:cs typeface="Calibri"/>
              </a:rPr>
              <a:t>Also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trained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3718" y="888641"/>
            <a:ext cx="4708338" cy="37101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Perceptron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209745"/>
            <a:ext cx="7286625" cy="1771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6085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98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perceptron: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if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</a:t>
            </a:r>
            <a:r>
              <a:rPr sz="2400" dirty="0">
                <a:latin typeface="Calibri"/>
                <a:cs typeface="Calibri"/>
              </a:rPr>
              <a:t>w*x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≤threshold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10" dirty="0">
                <a:latin typeface="Symbol"/>
                <a:cs typeface="Symbol"/>
              </a:rPr>
              <a:t></a:t>
            </a:r>
            <a:r>
              <a:rPr sz="2400" spc="-10" dirty="0">
                <a:latin typeface="Calibri"/>
                <a:cs typeface="Calibri"/>
              </a:rPr>
              <a:t>w*x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&gt;threshold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145" dirty="0"/>
              <a:t> </a:t>
            </a:r>
            <a:r>
              <a:rPr spc="60" dirty="0"/>
              <a:t>can</a:t>
            </a:r>
            <a:r>
              <a:rPr spc="165" dirty="0"/>
              <a:t> </a:t>
            </a:r>
            <a:r>
              <a:rPr dirty="0"/>
              <a:t>we</a:t>
            </a:r>
            <a:r>
              <a:rPr spc="155" dirty="0"/>
              <a:t> </a:t>
            </a:r>
            <a:r>
              <a:rPr dirty="0"/>
              <a:t>answer</a:t>
            </a:r>
            <a:r>
              <a:rPr spc="165" dirty="0"/>
              <a:t> </a:t>
            </a:r>
            <a:r>
              <a:rPr spc="50" dirty="0"/>
              <a:t>with</a:t>
            </a:r>
            <a:r>
              <a:rPr spc="150" dirty="0"/>
              <a:t> </a:t>
            </a:r>
            <a:r>
              <a:rPr dirty="0"/>
              <a:t>a</a:t>
            </a:r>
            <a:r>
              <a:rPr spc="165" dirty="0"/>
              <a:t> </a:t>
            </a:r>
            <a:r>
              <a:rPr spc="-10" dirty="0"/>
              <a:t>perceptron?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089" y="1775586"/>
            <a:ext cx="5064760" cy="2025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Do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go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40" dirty="0">
                <a:latin typeface="Calibri"/>
                <a:cs typeface="Calibri"/>
              </a:rPr>
              <a:t>Coachella?</a:t>
            </a:r>
            <a:endParaRPr sz="2800" dirty="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33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Factor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1: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weather?</a:t>
            </a:r>
            <a:endParaRPr sz="2400" dirty="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Factor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2: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Friends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going?</a:t>
            </a:r>
            <a:endParaRPr sz="2400" dirty="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Factor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3: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tickets?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39411" y="1921018"/>
            <a:ext cx="7399020" cy="2302510"/>
            <a:chOff x="4439411" y="1921018"/>
            <a:chExt cx="7399020" cy="23025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1266" y="1921018"/>
              <a:ext cx="5226982" cy="23024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39412" y="2045334"/>
              <a:ext cx="2541905" cy="2157095"/>
            </a:xfrm>
            <a:custGeom>
              <a:avLst/>
              <a:gdLst/>
              <a:ahLst/>
              <a:cxnLst/>
              <a:rect l="l" t="t" r="r" b="b"/>
              <a:pathLst>
                <a:path w="2541904" h="2157095">
                  <a:moveTo>
                    <a:pt x="2084451" y="1023239"/>
                  </a:moveTo>
                  <a:lnTo>
                    <a:pt x="2001520" y="1003681"/>
                  </a:lnTo>
                  <a:lnTo>
                    <a:pt x="2009546" y="1037615"/>
                  </a:lnTo>
                  <a:lnTo>
                    <a:pt x="0" y="1512443"/>
                  </a:lnTo>
                  <a:lnTo>
                    <a:pt x="1397" y="1518666"/>
                  </a:lnTo>
                  <a:lnTo>
                    <a:pt x="2011006" y="1043813"/>
                  </a:lnTo>
                  <a:lnTo>
                    <a:pt x="2019046" y="1077722"/>
                  </a:lnTo>
                  <a:lnTo>
                    <a:pt x="2070722" y="1034669"/>
                  </a:lnTo>
                  <a:lnTo>
                    <a:pt x="2084451" y="1023239"/>
                  </a:lnTo>
                  <a:close/>
                </a:path>
                <a:path w="2541904" h="2157095">
                  <a:moveTo>
                    <a:pt x="2436114" y="3302"/>
                  </a:moveTo>
                  <a:lnTo>
                    <a:pt x="2351024" y="0"/>
                  </a:lnTo>
                  <a:lnTo>
                    <a:pt x="2365413" y="31813"/>
                  </a:lnTo>
                  <a:lnTo>
                    <a:pt x="140081" y="1037844"/>
                  </a:lnTo>
                  <a:lnTo>
                    <a:pt x="142748" y="1043686"/>
                  </a:lnTo>
                  <a:lnTo>
                    <a:pt x="2368029" y="37617"/>
                  </a:lnTo>
                  <a:lnTo>
                    <a:pt x="2382393" y="69342"/>
                  </a:lnTo>
                  <a:lnTo>
                    <a:pt x="2417203" y="26543"/>
                  </a:lnTo>
                  <a:lnTo>
                    <a:pt x="2436114" y="3302"/>
                  </a:lnTo>
                  <a:close/>
                </a:path>
                <a:path w="2541904" h="2157095">
                  <a:moveTo>
                    <a:pt x="2541651" y="2122170"/>
                  </a:moveTo>
                  <a:lnTo>
                    <a:pt x="2467229" y="2080641"/>
                  </a:lnTo>
                  <a:lnTo>
                    <a:pt x="2465654" y="2115629"/>
                  </a:lnTo>
                  <a:lnTo>
                    <a:pt x="800989" y="2039874"/>
                  </a:lnTo>
                  <a:lnTo>
                    <a:pt x="800608" y="2046224"/>
                  </a:lnTo>
                  <a:lnTo>
                    <a:pt x="2465362" y="2121979"/>
                  </a:lnTo>
                  <a:lnTo>
                    <a:pt x="2463800" y="2156841"/>
                  </a:lnTo>
                  <a:lnTo>
                    <a:pt x="2540787" y="2122551"/>
                  </a:lnTo>
                  <a:lnTo>
                    <a:pt x="2541651" y="212217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B1FA04B-8C8C-F92F-2DBC-0D05B1055D29}"/>
              </a:ext>
            </a:extLst>
          </p:cNvPr>
          <p:cNvGrpSpPr/>
          <p:nvPr/>
        </p:nvGrpSpPr>
        <p:grpSpPr>
          <a:xfrm>
            <a:off x="6597140" y="3099800"/>
            <a:ext cx="482760" cy="467280"/>
            <a:chOff x="6597140" y="3099800"/>
            <a:chExt cx="4827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389E51-C4D3-8698-2B5F-6AB88AECEFA5}"/>
                    </a:ext>
                  </a:extLst>
                </p14:cNvPr>
                <p14:cNvContentPartPr/>
                <p14:nvPr/>
              </p14:nvContentPartPr>
              <p14:xfrm>
                <a:off x="6894500" y="3237680"/>
                <a:ext cx="11880" cy="210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389E51-C4D3-8698-2B5F-6AB88AECEFA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876860" y="3220040"/>
                  <a:ext cx="47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FF553FA-8FEC-3105-F3F8-497095E0BBB6}"/>
                    </a:ext>
                  </a:extLst>
                </p14:cNvPr>
                <p14:cNvContentPartPr/>
                <p14:nvPr/>
              </p14:nvContentPartPr>
              <p14:xfrm>
                <a:off x="6738620" y="3099800"/>
                <a:ext cx="341280" cy="467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FF553FA-8FEC-3105-F3F8-497095E0BBB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720980" y="3081800"/>
                  <a:ext cx="37692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B35DF54-0F3B-A1C6-2849-D01A0AE34C32}"/>
                    </a:ext>
                  </a:extLst>
                </p14:cNvPr>
                <p14:cNvContentPartPr/>
                <p14:nvPr/>
              </p14:nvContentPartPr>
              <p14:xfrm>
                <a:off x="6597140" y="3234800"/>
                <a:ext cx="97560" cy="34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B35DF54-0F3B-A1C6-2849-D01A0AE34C3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79500" y="3216800"/>
                  <a:ext cx="133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771D46-04A1-CF5A-C063-DD1411182D4A}"/>
                    </a:ext>
                  </a:extLst>
                </p14:cNvPr>
                <p14:cNvContentPartPr/>
                <p14:nvPr/>
              </p14:nvContentPartPr>
              <p14:xfrm>
                <a:off x="6602900" y="3327320"/>
                <a:ext cx="89280" cy="1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771D46-04A1-CF5A-C063-DD1411182D4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585260" y="3309680"/>
                  <a:ext cx="1249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9EB14A2-B93C-DB55-4573-022A4240A244}"/>
              </a:ext>
            </a:extLst>
          </p:cNvPr>
          <p:cNvGrpSpPr/>
          <p:nvPr/>
        </p:nvGrpSpPr>
        <p:grpSpPr>
          <a:xfrm>
            <a:off x="6754100" y="2140040"/>
            <a:ext cx="401400" cy="407520"/>
            <a:chOff x="6754100" y="2140040"/>
            <a:chExt cx="40140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24BFC63-501C-E345-8314-630E8D0ECC47}"/>
                    </a:ext>
                  </a:extLst>
                </p14:cNvPr>
                <p14:cNvContentPartPr/>
                <p14:nvPr/>
              </p14:nvContentPartPr>
              <p14:xfrm>
                <a:off x="7002140" y="2217800"/>
                <a:ext cx="21240" cy="163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24BFC63-501C-E345-8314-630E8D0ECC4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84500" y="2199800"/>
                  <a:ext cx="56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A21D3FD-088D-D0EB-0F0C-9582BC0B0BD4}"/>
                    </a:ext>
                  </a:extLst>
                </p14:cNvPr>
                <p14:cNvContentPartPr/>
                <p14:nvPr/>
              </p14:nvContentPartPr>
              <p14:xfrm>
                <a:off x="6813860" y="2140040"/>
                <a:ext cx="341640" cy="407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A21D3FD-088D-D0EB-0F0C-9582BC0B0BD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95860" y="2122400"/>
                  <a:ext cx="3772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F3B0161-1D48-3697-37CF-3E5B4922E6F6}"/>
                    </a:ext>
                  </a:extLst>
                </p14:cNvPr>
                <p14:cNvContentPartPr/>
                <p14:nvPr/>
              </p14:nvContentPartPr>
              <p14:xfrm>
                <a:off x="6755540" y="2244440"/>
                <a:ext cx="7668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F3B0161-1D48-3697-37CF-3E5B4922E6F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37900" y="2226800"/>
                  <a:ext cx="112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5082A8-5D2C-169D-A0F8-07F622AD8DD8}"/>
                    </a:ext>
                  </a:extLst>
                </p14:cNvPr>
                <p14:cNvContentPartPr/>
                <p14:nvPr/>
              </p14:nvContentPartPr>
              <p14:xfrm>
                <a:off x="6754100" y="2299880"/>
                <a:ext cx="46440" cy="3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5082A8-5D2C-169D-A0F8-07F622AD8DD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36100" y="2282240"/>
                  <a:ext cx="820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81E5FE5-6B29-4EFD-6A37-860AD0A1F411}"/>
              </a:ext>
            </a:extLst>
          </p:cNvPr>
          <p:cNvGrpSpPr/>
          <p:nvPr/>
        </p:nvGrpSpPr>
        <p:grpSpPr>
          <a:xfrm>
            <a:off x="7004300" y="4261520"/>
            <a:ext cx="492120" cy="400320"/>
            <a:chOff x="7004300" y="4261520"/>
            <a:chExt cx="49212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A7C1C1A-8E64-BAEE-1960-337CE4149F6C}"/>
                    </a:ext>
                  </a:extLst>
                </p14:cNvPr>
                <p14:cNvContentPartPr/>
                <p14:nvPr/>
              </p14:nvContentPartPr>
              <p14:xfrm>
                <a:off x="7304900" y="4325600"/>
                <a:ext cx="24480" cy="155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A7C1C1A-8E64-BAEE-1960-337CE4149F6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86900" y="4307960"/>
                  <a:ext cx="60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4A8ABF-A6EB-9EF7-3139-55F0B8FFDFE3}"/>
                    </a:ext>
                  </a:extLst>
                </p14:cNvPr>
                <p14:cNvContentPartPr/>
                <p14:nvPr/>
              </p14:nvContentPartPr>
              <p14:xfrm>
                <a:off x="7139660" y="4261520"/>
                <a:ext cx="356760" cy="400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4A8ABF-A6EB-9EF7-3139-55F0B8FFDFE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21660" y="4243520"/>
                  <a:ext cx="3924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71B68F-2F3F-E4B3-35C8-A7E8F978F751}"/>
                    </a:ext>
                  </a:extLst>
                </p14:cNvPr>
                <p14:cNvContentPartPr/>
                <p14:nvPr/>
              </p14:nvContentPartPr>
              <p14:xfrm>
                <a:off x="7004300" y="4462040"/>
                <a:ext cx="72720" cy="10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F71B68F-2F3F-E4B3-35C8-A7E8F978F75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86300" y="4444040"/>
                  <a:ext cx="108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5C6D39F-E48A-6F64-BBD0-05F3E97DE854}"/>
                    </a:ext>
                  </a:extLst>
                </p14:cNvPr>
                <p14:cNvContentPartPr/>
                <p14:nvPr/>
              </p14:nvContentPartPr>
              <p14:xfrm>
                <a:off x="7012940" y="4554200"/>
                <a:ext cx="90360" cy="8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5C6D39F-E48A-6F64-BBD0-05F3E97DE85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95300" y="4536200"/>
                  <a:ext cx="126000" cy="44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spc="55" dirty="0"/>
              <a:t>would</a:t>
            </a:r>
            <a:r>
              <a:rPr spc="175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spc="50" dirty="0"/>
              <a:t>decide</a:t>
            </a:r>
            <a:r>
              <a:rPr spc="165" dirty="0"/>
              <a:t> </a:t>
            </a:r>
            <a:r>
              <a:rPr spc="-10" dirty="0"/>
              <a:t>this?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645" y="483234"/>
            <a:ext cx="11576304" cy="47167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5823" y="4342865"/>
            <a:ext cx="7724775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65" dirty="0">
                <a:latin typeface="Calibri"/>
                <a:cs typeface="Calibri"/>
              </a:rPr>
              <a:t>Each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variable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1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decision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making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weights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assign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threshold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spc="55" dirty="0"/>
              <a:t>would</a:t>
            </a:r>
            <a:r>
              <a:rPr spc="175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spc="50" dirty="0"/>
              <a:t>decide</a:t>
            </a:r>
            <a:r>
              <a:rPr spc="165" dirty="0"/>
              <a:t> </a:t>
            </a:r>
            <a:r>
              <a:rPr spc="-10" dirty="0"/>
              <a:t>this?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011" y="474344"/>
            <a:ext cx="9523349" cy="36843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7100" y="3208299"/>
            <a:ext cx="2306320" cy="20713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55" dirty="0">
                <a:latin typeface="Calibri"/>
                <a:cs typeface="Calibri"/>
              </a:rPr>
              <a:t>Threshold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65" dirty="0">
                <a:latin typeface="Calibri"/>
                <a:cs typeface="Calibri"/>
              </a:rPr>
              <a:t>w1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w2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w3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88613" y="4257928"/>
            <a:ext cx="1973580" cy="707390"/>
            <a:chOff x="3888613" y="4257928"/>
            <a:chExt cx="1973580" cy="707390"/>
          </a:xfrm>
        </p:grpSpPr>
        <p:sp>
          <p:nvSpPr>
            <p:cNvPr id="6" name="object 6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1613408" y="0"/>
                  </a:moveTo>
                  <a:lnTo>
                    <a:pt x="1613408" y="173609"/>
                  </a:lnTo>
                  <a:lnTo>
                    <a:pt x="0" y="173609"/>
                  </a:lnTo>
                  <a:lnTo>
                    <a:pt x="0" y="520954"/>
                  </a:lnTo>
                  <a:lnTo>
                    <a:pt x="1613408" y="520954"/>
                  </a:lnTo>
                  <a:lnTo>
                    <a:pt x="1613408" y="694563"/>
                  </a:lnTo>
                  <a:lnTo>
                    <a:pt x="1960752" y="347345"/>
                  </a:lnTo>
                  <a:lnTo>
                    <a:pt x="16134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0" y="173609"/>
                  </a:moveTo>
                  <a:lnTo>
                    <a:pt x="1613408" y="173609"/>
                  </a:lnTo>
                  <a:lnTo>
                    <a:pt x="1613408" y="0"/>
                  </a:lnTo>
                  <a:lnTo>
                    <a:pt x="1960752" y="347345"/>
                  </a:lnTo>
                  <a:lnTo>
                    <a:pt x="1613408" y="694563"/>
                  </a:lnTo>
                  <a:lnTo>
                    <a:pt x="1613408" y="520954"/>
                  </a:lnTo>
                  <a:lnTo>
                    <a:pt x="0" y="520954"/>
                  </a:lnTo>
                  <a:lnTo>
                    <a:pt x="0" y="17360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03289" y="3300729"/>
            <a:ext cx="5152390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385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silly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distribution.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Either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have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you’re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going,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don’t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aren’t.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CBA0BA-73D1-91B9-C509-D693197652BB}"/>
                  </a:ext>
                </a:extLst>
              </p14:cNvPr>
              <p14:cNvContentPartPr/>
              <p14:nvPr/>
            </p14:nvContentPartPr>
            <p14:xfrm>
              <a:off x="1254020" y="4970720"/>
              <a:ext cx="554760" cy="318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CBA0BA-73D1-91B9-C509-D693197652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0020" y="4863080"/>
                <a:ext cx="662400" cy="53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738A80D-92E4-594B-03DE-BA5FDB880EC0}"/>
              </a:ext>
            </a:extLst>
          </p:cNvPr>
          <p:cNvGrpSpPr/>
          <p:nvPr/>
        </p:nvGrpSpPr>
        <p:grpSpPr>
          <a:xfrm>
            <a:off x="2130980" y="5171600"/>
            <a:ext cx="574920" cy="409320"/>
            <a:chOff x="2130980" y="5171600"/>
            <a:chExt cx="57492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A31C4A-68DC-9842-0A41-6590120FD4A6}"/>
                    </a:ext>
                  </a:extLst>
                </p14:cNvPr>
                <p14:cNvContentPartPr/>
                <p14:nvPr/>
              </p14:nvContentPartPr>
              <p14:xfrm>
                <a:off x="2151860" y="5280680"/>
                <a:ext cx="554040" cy="3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A31C4A-68DC-9842-0A41-6590120FD4A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33860" y="5262680"/>
                  <a:ext cx="5896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42CB17-DD06-19D2-5664-8362A3DF1ED5}"/>
                    </a:ext>
                  </a:extLst>
                </p14:cNvPr>
                <p14:cNvContentPartPr/>
                <p14:nvPr/>
              </p14:nvContentPartPr>
              <p14:xfrm>
                <a:off x="2130980" y="5171600"/>
                <a:ext cx="287280" cy="30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42CB17-DD06-19D2-5664-8362A3DF1ED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12980" y="5153960"/>
                  <a:ext cx="32292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9F5134D-4F17-5272-C8B5-2B024CC3D4F3}"/>
              </a:ext>
            </a:extLst>
          </p:cNvPr>
          <p:cNvGrpSpPr/>
          <p:nvPr/>
        </p:nvGrpSpPr>
        <p:grpSpPr>
          <a:xfrm>
            <a:off x="3035660" y="5260160"/>
            <a:ext cx="2278080" cy="717480"/>
            <a:chOff x="3035660" y="5260160"/>
            <a:chExt cx="2278080" cy="71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2D5C4B-6CF1-C704-5E07-EEAF940F4695}"/>
                    </a:ext>
                  </a:extLst>
                </p14:cNvPr>
                <p14:cNvContentPartPr/>
                <p14:nvPr/>
              </p14:nvContentPartPr>
              <p14:xfrm>
                <a:off x="3035660" y="5403440"/>
                <a:ext cx="38880" cy="331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2D5C4B-6CF1-C704-5E07-EEAF940F469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17660" y="5385800"/>
                  <a:ext cx="745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1A78F4A-3638-D00E-6E09-137E6DDFE2F2}"/>
                    </a:ext>
                  </a:extLst>
                </p14:cNvPr>
                <p14:cNvContentPartPr/>
                <p14:nvPr/>
              </p14:nvContentPartPr>
              <p14:xfrm>
                <a:off x="3069140" y="5432600"/>
                <a:ext cx="117000" cy="28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1A78F4A-3638-D00E-6E09-137E6DDFE2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51500" y="5414600"/>
                  <a:ext cx="152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7475D0A-3737-BB25-6435-F480528D7D8E}"/>
                    </a:ext>
                  </a:extLst>
                </p14:cNvPr>
                <p14:cNvContentPartPr/>
                <p14:nvPr/>
              </p14:nvContentPartPr>
              <p14:xfrm>
                <a:off x="3281540" y="5526560"/>
                <a:ext cx="131040" cy="95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7475D0A-3737-BB25-6435-F480528D7D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63540" y="5508920"/>
                  <a:ext cx="166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522F0F-271A-1D94-E7D6-77028C53C93D}"/>
                    </a:ext>
                  </a:extLst>
                </p14:cNvPr>
                <p14:cNvContentPartPr/>
                <p14:nvPr/>
              </p14:nvContentPartPr>
              <p14:xfrm>
                <a:off x="3482780" y="5396960"/>
                <a:ext cx="27000" cy="204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522F0F-271A-1D94-E7D6-77028C53C9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64780" y="5379320"/>
                  <a:ext cx="62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383DF34-F88C-BA26-3FE9-9DCEA56D3C09}"/>
                    </a:ext>
                  </a:extLst>
                </p14:cNvPr>
                <p14:cNvContentPartPr/>
                <p14:nvPr/>
              </p14:nvContentPartPr>
              <p14:xfrm>
                <a:off x="3424100" y="5475080"/>
                <a:ext cx="96840" cy="77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383DF34-F88C-BA26-3FE9-9DCEA56D3C0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06460" y="5457080"/>
                  <a:ext cx="132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8D6C63-B3BE-DB6F-19D5-4E4676489CE4}"/>
                    </a:ext>
                  </a:extLst>
                </p14:cNvPr>
                <p14:cNvContentPartPr/>
                <p14:nvPr/>
              </p14:nvContentPartPr>
              <p14:xfrm>
                <a:off x="3568100" y="5483720"/>
                <a:ext cx="146160" cy="113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8D6C63-B3BE-DB6F-19D5-4E4676489CE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50460" y="5466080"/>
                  <a:ext cx="181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1CB150-2108-F09C-B54F-D11543E69032}"/>
                    </a:ext>
                  </a:extLst>
                </p14:cNvPr>
                <p14:cNvContentPartPr/>
                <p14:nvPr/>
              </p14:nvContentPartPr>
              <p14:xfrm>
                <a:off x="3768260" y="5400560"/>
                <a:ext cx="83520" cy="176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1CB150-2108-F09C-B54F-D11543E690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50620" y="5382920"/>
                  <a:ext cx="1191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B1C5DB-A58B-4635-B620-DAD1A6CC6A40}"/>
                    </a:ext>
                  </a:extLst>
                </p14:cNvPr>
                <p14:cNvContentPartPr/>
                <p14:nvPr/>
              </p14:nvContentPartPr>
              <p14:xfrm>
                <a:off x="3973100" y="5428280"/>
                <a:ext cx="26280" cy="114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B1C5DB-A58B-4635-B620-DAD1A6CC6A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55460" y="5410640"/>
                  <a:ext cx="61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7B2AD9F-DCA6-C8EE-598B-609166B46A51}"/>
                    </a:ext>
                  </a:extLst>
                </p14:cNvPr>
                <p14:cNvContentPartPr/>
                <p14:nvPr/>
              </p14:nvContentPartPr>
              <p14:xfrm>
                <a:off x="3986060" y="5402360"/>
                <a:ext cx="221400" cy="117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7B2AD9F-DCA6-C8EE-598B-609166B46A5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68420" y="5384720"/>
                  <a:ext cx="2570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48033A1-1B96-08CF-1CE1-1DEF6E2EF02D}"/>
                    </a:ext>
                  </a:extLst>
                </p14:cNvPr>
                <p14:cNvContentPartPr/>
                <p14:nvPr/>
              </p14:nvContentPartPr>
              <p14:xfrm>
                <a:off x="4269020" y="5447360"/>
                <a:ext cx="32040" cy="92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48033A1-1B96-08CF-1CE1-1DEF6E2EF02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51380" y="5429720"/>
                  <a:ext cx="67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346581-93F4-16AD-0E05-CA483FF33632}"/>
                    </a:ext>
                  </a:extLst>
                </p14:cNvPr>
                <p14:cNvContentPartPr/>
                <p14:nvPr/>
              </p14:nvContentPartPr>
              <p14:xfrm>
                <a:off x="4270820" y="5298320"/>
                <a:ext cx="15840" cy="54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346581-93F4-16AD-0E05-CA483FF3363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52820" y="5280320"/>
                  <a:ext cx="51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FE3CBE-77CE-D0DE-6D54-E12865389734}"/>
                    </a:ext>
                  </a:extLst>
                </p14:cNvPr>
                <p14:cNvContentPartPr/>
                <p14:nvPr/>
              </p14:nvContentPartPr>
              <p14:xfrm>
                <a:off x="4348580" y="5383640"/>
                <a:ext cx="158400" cy="104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FE3CBE-77CE-D0DE-6D54-E1286538973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30940" y="5366000"/>
                  <a:ext cx="194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576DFD-F67D-B2D4-929C-22942148660D}"/>
                    </a:ext>
                  </a:extLst>
                </p14:cNvPr>
                <p14:cNvContentPartPr/>
                <p14:nvPr/>
              </p14:nvContentPartPr>
              <p14:xfrm>
                <a:off x="4580780" y="5291480"/>
                <a:ext cx="131400" cy="12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576DFD-F67D-B2D4-929C-22942148660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62780" y="5273480"/>
                  <a:ext cx="167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FB2103-E118-921C-981A-BF9FBA4F2E7B}"/>
                    </a:ext>
                  </a:extLst>
                </p14:cNvPr>
                <p14:cNvContentPartPr/>
                <p14:nvPr/>
              </p14:nvContentPartPr>
              <p14:xfrm>
                <a:off x="4799300" y="5260160"/>
                <a:ext cx="89640" cy="198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FFB2103-E118-921C-981A-BF9FBA4F2E7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81660" y="5242160"/>
                  <a:ext cx="1252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BB5BBC6-1A52-0186-6367-14FEEECD77AD}"/>
                    </a:ext>
                  </a:extLst>
                </p14:cNvPr>
                <p14:cNvContentPartPr/>
                <p14:nvPr/>
              </p14:nvContentPartPr>
              <p14:xfrm>
                <a:off x="3776180" y="5724200"/>
                <a:ext cx="59760" cy="253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BB5BBC6-1A52-0186-6367-14FEEECD77A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58180" y="5706200"/>
                  <a:ext cx="95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D1FB94-D501-B148-C536-359B60A57FC8}"/>
                    </a:ext>
                  </a:extLst>
                </p14:cNvPr>
                <p14:cNvContentPartPr/>
                <p14:nvPr/>
              </p14:nvContentPartPr>
              <p14:xfrm>
                <a:off x="3743420" y="5786840"/>
                <a:ext cx="315360" cy="10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D1FB94-D501-B148-C536-359B60A57FC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25780" y="5769200"/>
                  <a:ext cx="351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282CCE7-8FF3-1C50-8DA3-1AB5DB249E59}"/>
                    </a:ext>
                  </a:extLst>
                </p14:cNvPr>
                <p14:cNvContentPartPr/>
                <p14:nvPr/>
              </p14:nvContentPartPr>
              <p14:xfrm>
                <a:off x="4130780" y="5765600"/>
                <a:ext cx="48240" cy="104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282CCE7-8FF3-1C50-8DA3-1AB5DB249E5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12780" y="5747960"/>
                  <a:ext cx="83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14CA246-470C-8BAB-44C6-8CA5CC073504}"/>
                    </a:ext>
                  </a:extLst>
                </p14:cNvPr>
                <p14:cNvContentPartPr/>
                <p14:nvPr/>
              </p14:nvContentPartPr>
              <p14:xfrm>
                <a:off x="4536140" y="5739680"/>
                <a:ext cx="55080" cy="116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14CA246-470C-8BAB-44C6-8CA5CC07350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18140" y="5721680"/>
                  <a:ext cx="907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4F4CB4-3C92-D97B-84CD-D91F16FC0271}"/>
                    </a:ext>
                  </a:extLst>
                </p14:cNvPr>
                <p14:cNvContentPartPr/>
                <p14:nvPr/>
              </p14:nvContentPartPr>
              <p14:xfrm>
                <a:off x="4631900" y="5720960"/>
                <a:ext cx="132840" cy="90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4F4CB4-3C92-D97B-84CD-D91F16FC027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13900" y="5703320"/>
                  <a:ext cx="1684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DB9479-2A49-515E-5B38-AAB38B4FB15D}"/>
                    </a:ext>
                  </a:extLst>
                </p14:cNvPr>
                <p14:cNvContentPartPr/>
                <p14:nvPr/>
              </p14:nvContentPartPr>
              <p14:xfrm>
                <a:off x="4812620" y="5552480"/>
                <a:ext cx="78120" cy="220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DB9479-2A49-515E-5B38-AAB38B4FB15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94980" y="5534480"/>
                  <a:ext cx="113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BFBA5A-B57C-2762-4AA1-CC300E4D9690}"/>
                    </a:ext>
                  </a:extLst>
                </p14:cNvPr>
                <p14:cNvContentPartPr/>
                <p14:nvPr/>
              </p14:nvContentPartPr>
              <p14:xfrm>
                <a:off x="4821620" y="5639600"/>
                <a:ext cx="113760" cy="56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BFBA5A-B57C-2762-4AA1-CC300E4D969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03980" y="5621960"/>
                  <a:ext cx="149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FB9F91-B6B1-8B44-139B-EB242DAE0617}"/>
                    </a:ext>
                  </a:extLst>
                </p14:cNvPr>
                <p14:cNvContentPartPr/>
                <p14:nvPr/>
              </p14:nvContentPartPr>
              <p14:xfrm>
                <a:off x="4957340" y="5651840"/>
                <a:ext cx="57960" cy="135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FB9F91-B6B1-8B44-139B-EB242DAE061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39340" y="5633840"/>
                  <a:ext cx="93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5A4541-6AC2-89C3-9B81-DB997A2A611B}"/>
                    </a:ext>
                  </a:extLst>
                </p14:cNvPr>
                <p14:cNvContentPartPr/>
                <p14:nvPr/>
              </p14:nvContentPartPr>
              <p14:xfrm>
                <a:off x="4964540" y="5612960"/>
                <a:ext cx="92160" cy="70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5A4541-6AC2-89C3-9B81-DB997A2A611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46540" y="5594960"/>
                  <a:ext cx="127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8DE1A21-A1A7-5125-C1AE-C826985435B1}"/>
                    </a:ext>
                  </a:extLst>
                </p14:cNvPr>
                <p14:cNvContentPartPr/>
                <p14:nvPr/>
              </p14:nvContentPartPr>
              <p14:xfrm>
                <a:off x="5112500" y="5483000"/>
                <a:ext cx="160200" cy="206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8DE1A21-A1A7-5125-C1AE-C826985435B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94500" y="5465000"/>
                  <a:ext cx="1958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45A995-A2AA-681A-866E-82AEFB4F9252}"/>
                    </a:ext>
                  </a:extLst>
                </p14:cNvPr>
                <p14:cNvContentPartPr/>
                <p14:nvPr/>
              </p14:nvContentPartPr>
              <p14:xfrm>
                <a:off x="5209340" y="5513600"/>
                <a:ext cx="104400" cy="6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45A995-A2AA-681A-866E-82AEFB4F925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91700" y="5495960"/>
                  <a:ext cx="140040" cy="100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spc="55" dirty="0"/>
              <a:t>would</a:t>
            </a:r>
            <a:r>
              <a:rPr spc="175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spc="50" dirty="0"/>
              <a:t>decide</a:t>
            </a:r>
            <a:r>
              <a:rPr spc="165" dirty="0"/>
              <a:t> </a:t>
            </a:r>
            <a:r>
              <a:rPr spc="-10" dirty="0"/>
              <a:t>this?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011" y="474344"/>
            <a:ext cx="9523349" cy="36843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7100" y="3208299"/>
            <a:ext cx="2306320" cy="20713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55" dirty="0">
                <a:latin typeface="Calibri"/>
                <a:cs typeface="Calibri"/>
              </a:rPr>
              <a:t>Threshold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12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65" dirty="0">
                <a:latin typeface="Calibri"/>
                <a:cs typeface="Calibri"/>
              </a:rPr>
              <a:t>w1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w2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w3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88613" y="4257928"/>
            <a:ext cx="1973580" cy="707390"/>
            <a:chOff x="3888613" y="4257928"/>
            <a:chExt cx="1973580" cy="707390"/>
          </a:xfrm>
        </p:grpSpPr>
        <p:sp>
          <p:nvSpPr>
            <p:cNvPr id="6" name="object 6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1613408" y="0"/>
                  </a:moveTo>
                  <a:lnTo>
                    <a:pt x="1613408" y="173609"/>
                  </a:lnTo>
                  <a:lnTo>
                    <a:pt x="0" y="173609"/>
                  </a:lnTo>
                  <a:lnTo>
                    <a:pt x="0" y="520954"/>
                  </a:lnTo>
                  <a:lnTo>
                    <a:pt x="1613408" y="520954"/>
                  </a:lnTo>
                  <a:lnTo>
                    <a:pt x="1613408" y="694563"/>
                  </a:lnTo>
                  <a:lnTo>
                    <a:pt x="1960752" y="347345"/>
                  </a:lnTo>
                  <a:lnTo>
                    <a:pt x="16134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0" y="173609"/>
                  </a:moveTo>
                  <a:lnTo>
                    <a:pt x="1613408" y="173609"/>
                  </a:lnTo>
                  <a:lnTo>
                    <a:pt x="1613408" y="0"/>
                  </a:lnTo>
                  <a:lnTo>
                    <a:pt x="1960752" y="347345"/>
                  </a:lnTo>
                  <a:lnTo>
                    <a:pt x="1613408" y="694563"/>
                  </a:lnTo>
                  <a:lnTo>
                    <a:pt x="1613408" y="520954"/>
                  </a:lnTo>
                  <a:lnTo>
                    <a:pt x="0" y="520954"/>
                  </a:lnTo>
                  <a:lnTo>
                    <a:pt x="0" y="17360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03289" y="3300729"/>
            <a:ext cx="5456555" cy="22161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85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Now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basically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says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go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we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other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conditions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true,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both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them.</a:t>
            </a:r>
            <a:endParaRPr sz="2400">
              <a:latin typeface="Calibri"/>
              <a:cs typeface="Calibri"/>
            </a:endParaRPr>
          </a:p>
          <a:p>
            <a:pPr marL="12700" marR="224790">
              <a:lnSpc>
                <a:spcPts val="2590"/>
              </a:lnSpc>
              <a:spcBef>
                <a:spcPts val="1445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silly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example,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reasonable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starting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point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think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build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complex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decision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making.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3640D28-26E1-D65A-1A97-041C618282C5}"/>
                  </a:ext>
                </a:extLst>
              </p14:cNvPr>
              <p14:cNvContentPartPr/>
              <p14:nvPr/>
            </p14:nvContentPartPr>
            <p14:xfrm>
              <a:off x="1349060" y="4917440"/>
              <a:ext cx="452880" cy="298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3640D28-26E1-D65A-1A97-041C618282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5420" y="4809800"/>
                <a:ext cx="56052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06AB88D-ACB8-9923-693E-CD9772123E58}"/>
                  </a:ext>
                </a:extLst>
              </p14:cNvPr>
              <p14:cNvContentPartPr/>
              <p14:nvPr/>
            </p14:nvContentPartPr>
            <p14:xfrm>
              <a:off x="1327100" y="3899360"/>
              <a:ext cx="311040" cy="259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06AB88D-ACB8-9923-693E-CD9772123E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3100" y="3791360"/>
                <a:ext cx="41868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F236BE4-F5AE-FDA0-AE17-84A9263D4AF2}"/>
                  </a:ext>
                </a:extLst>
              </p14:cNvPr>
              <p14:cNvContentPartPr/>
              <p14:nvPr/>
            </p14:nvContentPartPr>
            <p14:xfrm>
              <a:off x="1283900" y="4395440"/>
              <a:ext cx="352800" cy="329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F236BE4-F5AE-FDA0-AE17-84A9263D4A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30260" y="4287440"/>
                <a:ext cx="460440" cy="54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453D149-EFCA-83B8-C661-0FD903F3380E}"/>
              </a:ext>
            </a:extLst>
          </p:cNvPr>
          <p:cNvGrpSpPr/>
          <p:nvPr/>
        </p:nvGrpSpPr>
        <p:grpSpPr>
          <a:xfrm>
            <a:off x="1837220" y="4077920"/>
            <a:ext cx="887760" cy="1316880"/>
            <a:chOff x="1837220" y="4077920"/>
            <a:chExt cx="887760" cy="13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8A048B6-FB3A-D98E-806E-F2DF0F1EBABD}"/>
                    </a:ext>
                  </a:extLst>
                </p14:cNvPr>
                <p14:cNvContentPartPr/>
                <p14:nvPr/>
              </p14:nvContentPartPr>
              <p14:xfrm>
                <a:off x="1837220" y="4077920"/>
                <a:ext cx="279360" cy="131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8A048B6-FB3A-D98E-806E-F2DF0F1EBAB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19580" y="4060280"/>
                  <a:ext cx="315000" cy="13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2C4E79-5E1E-D0F4-08D7-BF84B3C88327}"/>
                    </a:ext>
                  </a:extLst>
                </p14:cNvPr>
                <p14:cNvContentPartPr/>
                <p14:nvPr/>
              </p14:nvContentPartPr>
              <p14:xfrm>
                <a:off x="2011820" y="4684880"/>
                <a:ext cx="317520" cy="57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2C4E79-5E1E-D0F4-08D7-BF84B3C8832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94180" y="4666880"/>
                  <a:ext cx="353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F7A7C54-55FF-74F6-E182-2A27DA2551D8}"/>
                    </a:ext>
                  </a:extLst>
                </p14:cNvPr>
                <p14:cNvContentPartPr/>
                <p14:nvPr/>
              </p14:nvContentPartPr>
              <p14:xfrm>
                <a:off x="2255180" y="4609280"/>
                <a:ext cx="124200" cy="168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F7A7C54-55FF-74F6-E182-2A27DA2551D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37180" y="4591640"/>
                  <a:ext cx="159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324286-99D7-564E-A2F7-B4C16B6F3D6A}"/>
                    </a:ext>
                  </a:extLst>
                </p14:cNvPr>
                <p14:cNvContentPartPr/>
                <p14:nvPr/>
              </p14:nvContentPartPr>
              <p14:xfrm>
                <a:off x="2458580" y="4595960"/>
                <a:ext cx="45360" cy="227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324286-99D7-564E-A2F7-B4C16B6F3D6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40580" y="4577960"/>
                  <a:ext cx="81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474CDE-9D16-D3E8-B44C-1B9F03CEDB73}"/>
                    </a:ext>
                  </a:extLst>
                </p14:cNvPr>
                <p14:cNvContentPartPr/>
                <p14:nvPr/>
              </p14:nvContentPartPr>
              <p14:xfrm>
                <a:off x="2471180" y="4566800"/>
                <a:ext cx="136800" cy="148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D474CDE-9D16-D3E8-B44C-1B9F03CEDB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53180" y="4548800"/>
                  <a:ext cx="172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E62C98-0289-A133-8F72-07A17C484B3B}"/>
                    </a:ext>
                  </a:extLst>
                </p14:cNvPr>
                <p14:cNvContentPartPr/>
                <p14:nvPr/>
              </p14:nvContentPartPr>
              <p14:xfrm>
                <a:off x="2640380" y="4561760"/>
                <a:ext cx="84600" cy="133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E62C98-0289-A133-8F72-07A17C484B3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22380" y="4544120"/>
                  <a:ext cx="12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Addition</a:t>
            </a:r>
            <a:r>
              <a:rPr spc="260" dirty="0"/>
              <a:t> </a:t>
            </a:r>
            <a:r>
              <a:rPr dirty="0"/>
              <a:t>of</a:t>
            </a:r>
            <a:r>
              <a:rPr spc="265" dirty="0"/>
              <a:t> </a:t>
            </a:r>
            <a:r>
              <a:rPr dirty="0"/>
              <a:t>other</a:t>
            </a:r>
            <a:r>
              <a:rPr spc="250" dirty="0"/>
              <a:t> </a:t>
            </a:r>
            <a:r>
              <a:rPr dirty="0"/>
              <a:t>nodes</a:t>
            </a:r>
            <a:r>
              <a:rPr spc="265" dirty="0"/>
              <a:t> </a:t>
            </a:r>
            <a:r>
              <a:rPr spc="50" dirty="0"/>
              <a:t>increases</a:t>
            </a:r>
            <a:r>
              <a:rPr spc="260" dirty="0"/>
              <a:t> </a:t>
            </a:r>
            <a:r>
              <a:rPr spc="60" dirty="0"/>
              <a:t>complexity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5061915"/>
            <a:ext cx="9655175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39395" marR="5080" indent="-227329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can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decisions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inputs,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nuanced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getting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587" y="1228839"/>
            <a:ext cx="8193197" cy="30323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240" dirty="0"/>
              <a:t> </a:t>
            </a:r>
            <a:r>
              <a:rPr dirty="0"/>
              <a:t>does</a:t>
            </a:r>
            <a:r>
              <a:rPr spc="335" dirty="0"/>
              <a:t> </a:t>
            </a:r>
            <a:r>
              <a:rPr dirty="0"/>
              <a:t>information</a:t>
            </a:r>
            <a:r>
              <a:rPr spc="335" dirty="0"/>
              <a:t> </a:t>
            </a:r>
            <a:r>
              <a:rPr spc="75" dirty="0"/>
              <a:t>change</a:t>
            </a:r>
            <a:r>
              <a:rPr spc="335" dirty="0"/>
              <a:t> </a:t>
            </a:r>
            <a:r>
              <a:rPr dirty="0"/>
              <a:t>through</a:t>
            </a:r>
            <a:r>
              <a:rPr spc="300" dirty="0"/>
              <a:t> </a:t>
            </a:r>
            <a:r>
              <a:rPr spc="-10" dirty="0"/>
              <a:t>layers?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5220715"/>
            <a:ext cx="954214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9395" marR="5080" indent="-227329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move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layers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DNN,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somewhat 	</a:t>
            </a:r>
            <a:r>
              <a:rPr sz="2800" spc="80" dirty="0">
                <a:latin typeface="Calibri"/>
                <a:cs typeface="Calibri"/>
              </a:rPr>
              <a:t>making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decisions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abstract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items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2721" y="837501"/>
            <a:ext cx="6365510" cy="30754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Perceptrons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0924" y="3576039"/>
            <a:ext cx="7279005" cy="23469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can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assume</a:t>
            </a:r>
            <a:endParaRPr sz="28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721995" algn="l"/>
              </a:tabLst>
            </a:pP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{x1,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x2,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95" dirty="0">
                <a:latin typeface="Calibri"/>
                <a:cs typeface="Calibri"/>
              </a:rPr>
              <a:t>x3}</a:t>
            </a:r>
            <a:endParaRPr sz="24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721995" algn="l"/>
              </a:tabLst>
            </a:pPr>
            <a:r>
              <a:rPr sz="2400" dirty="0">
                <a:latin typeface="Calibri"/>
                <a:cs typeface="Calibri"/>
              </a:rPr>
              <a:t>Weights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{w1,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w2,w3}</a:t>
            </a:r>
            <a:endParaRPr sz="24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721995" algn="l"/>
                <a:tab pos="6229350" algn="l"/>
              </a:tabLst>
            </a:pPr>
            <a:r>
              <a:rPr sz="2400" spc="60" dirty="0">
                <a:latin typeface="Calibri"/>
                <a:cs typeface="Calibri"/>
              </a:rPr>
              <a:t>Then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is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become</a:t>
            </a:r>
            <a:endParaRPr sz="2400">
              <a:latin typeface="Calibri"/>
              <a:cs typeface="Calibri"/>
            </a:endParaRPr>
          </a:p>
          <a:p>
            <a:pPr marL="1180465" lvl="2" indent="-2286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180465" algn="l"/>
                <a:tab pos="2782570" algn="l"/>
              </a:tabLst>
            </a:pPr>
            <a:r>
              <a:rPr sz="2000" spc="70" dirty="0">
                <a:latin typeface="Calibri"/>
                <a:cs typeface="Calibri"/>
              </a:rPr>
              <a:t>0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35" dirty="0">
                <a:latin typeface="Calibri"/>
                <a:cs typeface="Calibri"/>
              </a:rPr>
              <a:t>x</a:t>
            </a:r>
            <a:r>
              <a:rPr sz="975" spc="52" baseline="25641" dirty="0">
                <a:latin typeface="Arial"/>
                <a:cs typeface="Arial"/>
              </a:rPr>
              <a:t>●</a:t>
            </a:r>
            <a:r>
              <a:rPr sz="2000" spc="35" dirty="0">
                <a:latin typeface="Calibri"/>
                <a:cs typeface="Calibri"/>
              </a:rPr>
              <a:t>w+b≤0</a:t>
            </a:r>
            <a:endParaRPr sz="2000">
              <a:latin typeface="Calibri"/>
              <a:cs typeface="Calibri"/>
            </a:endParaRPr>
          </a:p>
          <a:p>
            <a:pPr marL="1180465" lvl="2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80465" algn="l"/>
                <a:tab pos="2782570" algn="l"/>
              </a:tabLst>
            </a:pPr>
            <a:r>
              <a:rPr sz="2000" spc="70" dirty="0">
                <a:latin typeface="Calibri"/>
                <a:cs typeface="Calibri"/>
              </a:rPr>
              <a:t>1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5" dirty="0">
                <a:latin typeface="Calibri"/>
                <a:cs typeface="Calibri"/>
              </a:rPr>
              <a:t>x</a:t>
            </a:r>
            <a:r>
              <a:rPr sz="750" spc="-7" baseline="27777" dirty="0">
                <a:latin typeface="Arial"/>
                <a:cs typeface="Arial"/>
              </a:rPr>
              <a:t>●</a:t>
            </a:r>
            <a:r>
              <a:rPr sz="2000" spc="-10" dirty="0">
                <a:latin typeface="Calibri"/>
                <a:cs typeface="Calibri"/>
              </a:rPr>
              <a:t>w+</a:t>
            </a:r>
            <a:r>
              <a:rPr sz="2000" spc="-15" dirty="0">
                <a:latin typeface="Calibri"/>
                <a:cs typeface="Calibri"/>
              </a:rPr>
              <a:t>b&gt;0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8111" y="932704"/>
            <a:ext cx="5224730" cy="23024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Perceptrons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8074" y="3593718"/>
            <a:ext cx="6327775" cy="18262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65430" algn="l"/>
                <a:tab pos="2182495" algn="l"/>
              </a:tabLst>
            </a:pP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when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40" dirty="0">
                <a:latin typeface="Calibri"/>
                <a:cs typeface="Calibri"/>
              </a:rPr>
              <a:t>x</a:t>
            </a:r>
            <a:r>
              <a:rPr sz="1800" spc="60" baseline="25462" dirty="0">
                <a:latin typeface="Arial"/>
                <a:cs typeface="Arial"/>
              </a:rPr>
              <a:t>●</a:t>
            </a:r>
            <a:r>
              <a:rPr sz="2400" spc="40" dirty="0">
                <a:latin typeface="Calibri"/>
                <a:cs typeface="Calibri"/>
              </a:rPr>
              <a:t>w+b≤0</a:t>
            </a:r>
            <a:endParaRPr sz="240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65430" algn="l"/>
                <a:tab pos="2182495" algn="l"/>
              </a:tabLst>
            </a:pP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when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40" dirty="0">
                <a:latin typeface="Calibri"/>
                <a:cs typeface="Calibri"/>
              </a:rPr>
              <a:t>x</a:t>
            </a:r>
            <a:r>
              <a:rPr sz="1575" spc="60" baseline="26455" dirty="0">
                <a:latin typeface="Arial"/>
                <a:cs typeface="Arial"/>
              </a:rPr>
              <a:t>●</a:t>
            </a:r>
            <a:r>
              <a:rPr sz="2400" spc="40" dirty="0">
                <a:latin typeface="Calibri"/>
                <a:cs typeface="Calibri"/>
              </a:rPr>
              <a:t>w+b&gt;0</a:t>
            </a:r>
            <a:endParaRPr sz="24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723265" algn="l"/>
              </a:tabLst>
            </a:pPr>
            <a:r>
              <a:rPr sz="2000" dirty="0">
                <a:latin typeface="Calibri"/>
                <a:cs typeface="Calibri"/>
              </a:rPr>
              <a:t>b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thought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bias</a:t>
            </a:r>
            <a:endParaRPr sz="20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723265" algn="l"/>
              </a:tabLst>
            </a:pPr>
            <a:r>
              <a:rPr sz="2000" spc="55" dirty="0">
                <a:latin typeface="Calibri"/>
                <a:cs typeface="Calibri"/>
              </a:rPr>
              <a:t>Large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positive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95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fires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inputs</a:t>
            </a:r>
            <a:endParaRPr sz="20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723265" algn="l"/>
              </a:tabLst>
            </a:pPr>
            <a:r>
              <a:rPr sz="2000" dirty="0">
                <a:latin typeface="Calibri"/>
                <a:cs typeface="Calibri"/>
              </a:rPr>
              <a:t>Negative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b-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rarely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fires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2216" y="873776"/>
            <a:ext cx="5224730" cy="23024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Perceptrons</a:t>
            </a:r>
            <a:r>
              <a:rPr spc="160" dirty="0"/>
              <a:t> </a:t>
            </a:r>
            <a:r>
              <a:rPr dirty="0"/>
              <a:t>for</a:t>
            </a:r>
            <a:r>
              <a:rPr spc="210" dirty="0"/>
              <a:t> </a:t>
            </a:r>
            <a:r>
              <a:rPr spc="120" dirty="0"/>
              <a:t>logical</a:t>
            </a:r>
            <a:r>
              <a:rPr spc="210" dirty="0"/>
              <a:t> </a:t>
            </a:r>
            <a:r>
              <a:rPr spc="-10" dirty="0"/>
              <a:t>functions?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5527" y="3577648"/>
            <a:ext cx="3574415" cy="14490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40" dirty="0">
                <a:latin typeface="Calibri"/>
                <a:cs typeface="Calibri"/>
              </a:rPr>
              <a:t>OR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20" dirty="0">
                <a:latin typeface="Calibri"/>
                <a:cs typeface="Calibri"/>
              </a:rPr>
              <a:t>NAND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6458" y="1282572"/>
            <a:ext cx="4897755" cy="1052195"/>
          </a:xfrm>
          <a:custGeom>
            <a:avLst/>
            <a:gdLst/>
            <a:ahLst/>
            <a:cxnLst/>
            <a:rect l="l" t="t" r="r" b="b"/>
            <a:pathLst>
              <a:path w="4897755" h="1052195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052195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1052195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1" name="object 11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5" name="object 15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8F828-3BDB-AB6A-1157-723B95E5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AND gate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DA0FDD5-6227-04C8-54CD-E48C52518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4288545" cy="4498857"/>
          </a:xfrm>
          <a:prstGeom prst="rect">
            <a:avLst/>
          </a:prstGeom>
        </p:spPr>
      </p:pic>
      <p:pic>
        <p:nvPicPr>
          <p:cNvPr id="7" name="Picture 6" descr="A white background with black and white numbers&#10;&#10;AI-generated content may be incorrect.">
            <a:extLst>
              <a:ext uri="{FF2B5EF4-FFF2-40B4-BE49-F238E27FC236}">
                <a16:creationId xmlns:a16="http://schemas.microsoft.com/office/drawing/2014/main" id="{D12D983B-411A-FF6C-085D-E6A10DB41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348" y="3392428"/>
            <a:ext cx="7167640" cy="324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72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E3FB-5B0C-0F55-686B-AEAAD3B5A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OR gate</a:t>
            </a:r>
          </a:p>
        </p:txBody>
      </p:sp>
      <p:pic>
        <p:nvPicPr>
          <p:cNvPr id="5" name="Picture 4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74B6CA4E-9897-4BD6-E6C8-1465B5721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990600"/>
            <a:ext cx="4288545" cy="4498857"/>
          </a:xfrm>
          <a:prstGeom prst="rect">
            <a:avLst/>
          </a:prstGeom>
        </p:spPr>
      </p:pic>
      <p:pic>
        <p:nvPicPr>
          <p:cNvPr id="7" name="Picture 6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844370E0-D56C-4B49-11BC-E18B5F889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33" y="3579388"/>
            <a:ext cx="7354071" cy="323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32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BCAE7-F4D4-C909-54D7-E3FA4922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NAND gate</a:t>
            </a:r>
          </a:p>
        </p:txBody>
      </p:sp>
      <p:pic>
        <p:nvPicPr>
          <p:cNvPr id="5" name="Picture 4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30F99F9A-6857-455F-23B6-788C2A744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90600"/>
            <a:ext cx="4288545" cy="4498857"/>
          </a:xfrm>
          <a:prstGeom prst="rect">
            <a:avLst/>
          </a:prstGeom>
        </p:spPr>
      </p:pic>
      <p:pic>
        <p:nvPicPr>
          <p:cNvPr id="7" name="Picture 6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22D506E0-7EEA-8190-1938-C8B93229B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947414"/>
            <a:ext cx="6485278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37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So</a:t>
            </a:r>
            <a:r>
              <a:rPr spc="170" dirty="0"/>
              <a:t> </a:t>
            </a:r>
            <a:r>
              <a:rPr dirty="0"/>
              <a:t>are</a:t>
            </a:r>
            <a:r>
              <a:rPr spc="170" dirty="0"/>
              <a:t> </a:t>
            </a:r>
            <a:r>
              <a:rPr dirty="0"/>
              <a:t>perceptrons</a:t>
            </a:r>
            <a:r>
              <a:rPr spc="145" dirty="0"/>
              <a:t> </a:t>
            </a:r>
            <a:r>
              <a:rPr spc="55" dirty="0"/>
              <a:t>just</a:t>
            </a:r>
            <a:r>
              <a:rPr spc="190" dirty="0"/>
              <a:t> </a:t>
            </a:r>
            <a:r>
              <a:rPr dirty="0"/>
              <a:t>more</a:t>
            </a:r>
            <a:r>
              <a:rPr spc="170" dirty="0"/>
              <a:t> </a:t>
            </a:r>
            <a:r>
              <a:rPr spc="75" dirty="0"/>
              <a:t>complex</a:t>
            </a:r>
            <a:r>
              <a:rPr spc="55" dirty="0"/>
              <a:t> </a:t>
            </a:r>
            <a:r>
              <a:rPr spc="75" dirty="0"/>
              <a:t>NAND</a:t>
            </a:r>
            <a:r>
              <a:rPr spc="165" dirty="0"/>
              <a:t> </a:t>
            </a:r>
            <a:r>
              <a:rPr spc="-10" dirty="0"/>
              <a:t>gates?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7419" y="1122153"/>
            <a:ext cx="9768205" cy="42805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25" dirty="0"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65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strength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lies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algorithms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allow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tune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spc="45" dirty="0">
                <a:latin typeface="Calibri"/>
                <a:cs typeface="Calibri"/>
              </a:rPr>
              <a:t>weights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55" dirty="0">
                <a:latin typeface="Calibri"/>
                <a:cs typeface="Calibri"/>
              </a:rPr>
              <a:t>It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also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something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that’s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not</a:t>
            </a:r>
            <a:endParaRPr sz="2400">
              <a:latin typeface="Calibri"/>
              <a:cs typeface="Calibri"/>
            </a:endParaRPr>
          </a:p>
          <a:p>
            <a:pPr marR="4667885" algn="r">
              <a:lnSpc>
                <a:spcPts val="2735"/>
              </a:lnSpc>
            </a:pPr>
            <a:r>
              <a:rPr sz="2400" spc="50" dirty="0">
                <a:latin typeface="Calibri"/>
                <a:cs typeface="Calibri"/>
              </a:rPr>
              <a:t>something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relies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human</a:t>
            </a:r>
            <a:endParaRPr sz="2400">
              <a:latin typeface="Calibri"/>
              <a:cs typeface="Calibri"/>
            </a:endParaRPr>
          </a:p>
          <a:p>
            <a:pPr marL="227329" marR="4721860" indent="-227329" algn="r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27329" algn="l"/>
              </a:tabLst>
            </a:pPr>
            <a:r>
              <a:rPr sz="2800" spc="-20" dirty="0">
                <a:latin typeface="Calibri"/>
                <a:cs typeface="Calibri"/>
              </a:rPr>
              <a:t>What’s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so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important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this?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circuit,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basically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presolve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60" dirty="0">
                <a:latin typeface="Calibri"/>
                <a:cs typeface="Calibri"/>
              </a:rPr>
              <a:t>Then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lay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circuit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solve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those</a:t>
            </a:r>
            <a:endParaRPr sz="2400">
              <a:latin typeface="Calibri"/>
              <a:cs typeface="Calibri"/>
            </a:endParaRPr>
          </a:p>
          <a:p>
            <a:pPr marL="697230" marR="5080" lvl="1" indent="-227329">
              <a:lnSpc>
                <a:spcPct val="9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However,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‘learning’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approach,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don’t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that.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We 	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basic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architecture,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let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automatically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tune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itself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get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right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answer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627831"/>
            <a:ext cx="9742805" cy="12204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39395" marR="5080" indent="-227329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0665" algn="l"/>
                <a:tab pos="1181100" algn="l"/>
              </a:tabLst>
            </a:pPr>
            <a:r>
              <a:rPr sz="2800" spc="75" dirty="0">
                <a:latin typeface="Calibri"/>
                <a:cs typeface="Calibri"/>
              </a:rPr>
              <a:t>If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</a:t>
            </a:r>
            <a:r>
              <a:rPr sz="2800" dirty="0">
                <a:latin typeface="Calibri"/>
                <a:cs typeface="Calibri"/>
              </a:rPr>
              <a:t>	want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should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small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change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45" dirty="0">
                <a:latin typeface="Calibri"/>
                <a:cs typeface="Calibri"/>
              </a:rPr>
              <a:t>in 	</a:t>
            </a:r>
            <a:r>
              <a:rPr sz="2800" spc="55" dirty="0">
                <a:latin typeface="Calibri"/>
                <a:cs typeface="Calibri"/>
              </a:rPr>
              <a:t>weight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in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synapse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corresponding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small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change 	</a:t>
            </a:r>
            <a:r>
              <a:rPr sz="2800" spc="70" dirty="0">
                <a:latin typeface="Calibri"/>
                <a:cs typeface="Calibri"/>
              </a:rPr>
              <a:t>in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593132"/>
            <a:ext cx="9720580" cy="22288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this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important?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digit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It’s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Our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NN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classifies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90" dirty="0">
                <a:latin typeface="Calibri"/>
                <a:cs typeface="Calibri"/>
              </a:rPr>
              <a:t>4…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ts val="2280"/>
              </a:lnSpc>
              <a:spcBef>
                <a:spcPts val="28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would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great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could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change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slightly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small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change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35" dirty="0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1155065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our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593132"/>
            <a:ext cx="9698355" cy="221805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this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important?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if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perceptron,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small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change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invert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output</a:t>
            </a:r>
            <a:endParaRPr sz="2400">
              <a:latin typeface="Calibri"/>
              <a:cs typeface="Calibri"/>
            </a:endParaRPr>
          </a:p>
          <a:p>
            <a:pPr marL="1155065" marR="310515" lvl="2" indent="-228600">
              <a:lnSpc>
                <a:spcPts val="2160"/>
              </a:lnSpc>
              <a:spcBef>
                <a:spcPts val="53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70" dirty="0">
                <a:latin typeface="Calibri"/>
                <a:cs typeface="Calibri"/>
              </a:rPr>
              <a:t>This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propagates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down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NN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radically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everything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in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fashion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complex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precalculate</a:t>
            </a:r>
            <a:endParaRPr sz="20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You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fixed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incorrect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classification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messed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593132"/>
            <a:ext cx="9484360" cy="16046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this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important?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perceptrons,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challenging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algorithm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will 	</a:t>
            </a:r>
            <a:r>
              <a:rPr sz="2400" spc="70" dirty="0">
                <a:latin typeface="Calibri"/>
                <a:cs typeface="Calibri"/>
              </a:rPr>
              <a:t>allow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easily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complex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circumvent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sigmoid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was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introduced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779366"/>
            <a:ext cx="9826625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50" dirty="0">
                <a:latin typeface="Calibri"/>
                <a:cs typeface="Calibri"/>
              </a:rPr>
              <a:t>Looks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as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before…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-10" dirty="0">
                <a:latin typeface="Calibri"/>
                <a:cs typeface="Calibri"/>
              </a:rPr>
              <a:t>However,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anything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1.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Equation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5273" y="5124703"/>
            <a:ext cx="1905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6065" algn="l"/>
              </a:tabLst>
            </a:pPr>
            <a:r>
              <a:rPr sz="2000" spc="-10" dirty="0">
                <a:latin typeface="Symbol"/>
                <a:cs typeface="Symbol"/>
              </a:rPr>
              <a:t></a:t>
            </a:r>
            <a:r>
              <a:rPr sz="2000" spc="-10" dirty="0">
                <a:latin typeface="Calibri"/>
                <a:cs typeface="Calibri"/>
              </a:rPr>
              <a:t>(x</a:t>
            </a:r>
            <a:r>
              <a:rPr sz="975" spc="-15" baseline="25641" dirty="0">
                <a:latin typeface="Arial"/>
                <a:cs typeface="Arial"/>
              </a:rPr>
              <a:t>●</a:t>
            </a:r>
            <a:r>
              <a:rPr sz="2000" spc="-10" dirty="0">
                <a:latin typeface="Calibri"/>
                <a:cs typeface="Calibri"/>
              </a:rPr>
              <a:t>w+b)=</a:t>
            </a:r>
            <a:r>
              <a:rPr sz="2000" spc="-10" dirty="0">
                <a:latin typeface="Symbol"/>
                <a:cs typeface="Symbol"/>
              </a:rPr>
              <a:t></a:t>
            </a:r>
            <a:r>
              <a:rPr sz="2000" spc="-10" dirty="0">
                <a:latin typeface="Calibri"/>
                <a:cs typeface="Calibri"/>
              </a:rPr>
              <a:t>(z)=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71544" y="5309996"/>
            <a:ext cx="562610" cy="17145"/>
          </a:xfrm>
          <a:custGeom>
            <a:avLst/>
            <a:gdLst/>
            <a:ahLst/>
            <a:cxnLst/>
            <a:rect l="l" t="t" r="r" b="b"/>
            <a:pathLst>
              <a:path w="562610" h="17145">
                <a:moveTo>
                  <a:pt x="562355" y="0"/>
                </a:moveTo>
                <a:lnTo>
                  <a:pt x="0" y="0"/>
                </a:lnTo>
                <a:lnTo>
                  <a:pt x="0" y="16763"/>
                </a:lnTo>
                <a:lnTo>
                  <a:pt x="562355" y="16763"/>
                </a:lnTo>
                <a:lnTo>
                  <a:pt x="5623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86554" y="5043373"/>
            <a:ext cx="13335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-50" dirty="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4078" y="5321300"/>
            <a:ext cx="63119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450" spc="-10" dirty="0">
                <a:latin typeface="Cambria Math"/>
                <a:cs typeface="Cambria Math"/>
              </a:rPr>
              <a:t>1+𝑒</a:t>
            </a:r>
            <a:r>
              <a:rPr sz="1800" spc="-15" baseline="20833" dirty="0">
                <a:latin typeface="Cambria Math"/>
                <a:cs typeface="Cambria Math"/>
              </a:rPr>
              <a:t>−𝑧</a:t>
            </a:r>
            <a:endParaRPr sz="1800" baseline="20833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2216" y="873776"/>
            <a:ext cx="5224730" cy="230247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Similarities</a:t>
            </a:r>
            <a:r>
              <a:rPr spc="240" dirty="0"/>
              <a:t> </a:t>
            </a:r>
            <a:r>
              <a:rPr dirty="0"/>
              <a:t>between</a:t>
            </a:r>
            <a:r>
              <a:rPr spc="270" dirty="0"/>
              <a:t> </a:t>
            </a:r>
            <a:r>
              <a:rPr dirty="0"/>
              <a:t>Perceptrons</a:t>
            </a:r>
            <a:r>
              <a:rPr spc="229" dirty="0"/>
              <a:t> </a:t>
            </a:r>
            <a:r>
              <a:rPr dirty="0"/>
              <a:t>and</a:t>
            </a:r>
            <a:r>
              <a:rPr spc="270" dirty="0"/>
              <a:t> </a:t>
            </a:r>
            <a:r>
              <a:rPr spc="90" dirty="0"/>
              <a:t>Sigmoids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0924" y="1233881"/>
            <a:ext cx="2574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(x</a:t>
            </a:r>
            <a:r>
              <a:rPr sz="2175" spc="-15" baseline="24904" dirty="0">
                <a:latin typeface="Arial"/>
                <a:cs typeface="Arial"/>
              </a:rPr>
              <a:t>●</a:t>
            </a:r>
            <a:r>
              <a:rPr sz="2800" spc="-10" dirty="0">
                <a:latin typeface="Calibri"/>
                <a:cs typeface="Calibri"/>
              </a:rPr>
              <a:t>w+b)=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(z)=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47515" y="1489075"/>
            <a:ext cx="786765" cy="22860"/>
          </a:xfrm>
          <a:custGeom>
            <a:avLst/>
            <a:gdLst/>
            <a:ahLst/>
            <a:cxnLst/>
            <a:rect l="l" t="t" r="r" b="b"/>
            <a:pathLst>
              <a:path w="786764" h="22859">
                <a:moveTo>
                  <a:pt x="786384" y="0"/>
                </a:moveTo>
                <a:lnTo>
                  <a:pt x="0" y="0"/>
                </a:lnTo>
                <a:lnTo>
                  <a:pt x="0" y="22860"/>
                </a:lnTo>
                <a:lnTo>
                  <a:pt x="786384" y="22860"/>
                </a:lnTo>
                <a:lnTo>
                  <a:pt x="786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52442" y="1121410"/>
            <a:ext cx="175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0051" y="1508886"/>
            <a:ext cx="85344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45" dirty="0">
                <a:latin typeface="Cambria Math"/>
                <a:cs typeface="Cambria Math"/>
              </a:rPr>
              <a:t>1+𝑒</a:t>
            </a:r>
            <a:r>
              <a:rPr sz="2475" spc="67" baseline="20202" dirty="0">
                <a:latin typeface="Cambria Math"/>
                <a:cs typeface="Cambria Math"/>
              </a:rPr>
              <a:t>−𝑧</a:t>
            </a:r>
            <a:endParaRPr sz="2475" baseline="20202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3473" y="1739011"/>
            <a:ext cx="8950960" cy="12039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z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large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</a:t>
            </a:r>
            <a:r>
              <a:rPr sz="2400" dirty="0">
                <a:latin typeface="Calibri"/>
                <a:cs typeface="Calibri"/>
              </a:rPr>
              <a:t>(z)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~1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z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large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negative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</a:t>
            </a:r>
            <a:r>
              <a:rPr sz="2400" dirty="0">
                <a:latin typeface="Calibri"/>
                <a:cs typeface="Calibri"/>
              </a:rPr>
              <a:t>(z)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~0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difference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smoothed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sudden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changes…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3125" y="3819145"/>
            <a:ext cx="2878734" cy="190214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889423"/>
            <a:ext cx="9102725" cy="228409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50" dirty="0">
                <a:latin typeface="Calibri"/>
                <a:cs typeface="Calibri"/>
              </a:rPr>
              <a:t>Now,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if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our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25" dirty="0">
                <a:latin typeface="Calibri"/>
                <a:cs typeface="Calibri"/>
              </a:rPr>
              <a:t>NN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Perceptron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evaluate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70" dirty="0">
                <a:latin typeface="Calibri"/>
                <a:cs typeface="Calibri"/>
              </a:rPr>
              <a:t>0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1;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yes,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no;</a:t>
            </a:r>
            <a:endParaRPr sz="20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15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60" dirty="0">
                <a:latin typeface="Calibri"/>
                <a:cs typeface="Calibri"/>
              </a:rPr>
              <a:t>Since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sigmoids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continuous,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setup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criteria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decide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saying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Maybe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value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&gt;0.5,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9.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295" y="788162"/>
            <a:ext cx="6988936" cy="335508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Neural</a:t>
            </a:r>
            <a:r>
              <a:rPr spc="235" dirty="0"/>
              <a:t> </a:t>
            </a:r>
            <a:r>
              <a:rPr dirty="0"/>
              <a:t>Network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18713" y="1573911"/>
            <a:ext cx="6229350" cy="4039235"/>
            <a:chOff x="3418713" y="1573911"/>
            <a:chExt cx="6229350" cy="4039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8713" y="1573911"/>
              <a:ext cx="6229144" cy="33788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02555" y="4958714"/>
              <a:ext cx="1742439" cy="650875"/>
            </a:xfrm>
            <a:custGeom>
              <a:avLst/>
              <a:gdLst/>
              <a:ahLst/>
              <a:cxnLst/>
              <a:rect l="l" t="t" r="r" b="b"/>
              <a:pathLst>
                <a:path w="1742439" h="650875">
                  <a:moveTo>
                    <a:pt x="1742186" y="0"/>
                  </a:moveTo>
                  <a:lnTo>
                    <a:pt x="1738962" y="44152"/>
                  </a:lnTo>
                  <a:lnTo>
                    <a:pt x="1729570" y="86499"/>
                  </a:lnTo>
                  <a:lnTo>
                    <a:pt x="1714432" y="126652"/>
                  </a:lnTo>
                  <a:lnTo>
                    <a:pt x="1693968" y="164225"/>
                  </a:lnTo>
                  <a:lnTo>
                    <a:pt x="1668598" y="198828"/>
                  </a:lnTo>
                  <a:lnTo>
                    <a:pt x="1638744" y="230076"/>
                  </a:lnTo>
                  <a:lnTo>
                    <a:pt x="1604826" y="257580"/>
                  </a:lnTo>
                  <a:lnTo>
                    <a:pt x="1567264" y="280952"/>
                  </a:lnTo>
                  <a:lnTo>
                    <a:pt x="1526480" y="299805"/>
                  </a:lnTo>
                  <a:lnTo>
                    <a:pt x="1482894" y="313751"/>
                  </a:lnTo>
                  <a:lnTo>
                    <a:pt x="1436926" y="322403"/>
                  </a:lnTo>
                  <a:lnTo>
                    <a:pt x="1388999" y="325374"/>
                  </a:lnTo>
                  <a:lnTo>
                    <a:pt x="1224280" y="325374"/>
                  </a:lnTo>
                  <a:lnTo>
                    <a:pt x="1176352" y="328341"/>
                  </a:lnTo>
                  <a:lnTo>
                    <a:pt x="1130384" y="336986"/>
                  </a:lnTo>
                  <a:lnTo>
                    <a:pt x="1086798" y="350923"/>
                  </a:lnTo>
                  <a:lnTo>
                    <a:pt x="1046014" y="369763"/>
                  </a:lnTo>
                  <a:lnTo>
                    <a:pt x="1008452" y="393121"/>
                  </a:lnTo>
                  <a:lnTo>
                    <a:pt x="974534" y="420609"/>
                  </a:lnTo>
                  <a:lnTo>
                    <a:pt x="944680" y="451842"/>
                  </a:lnTo>
                  <a:lnTo>
                    <a:pt x="919310" y="486432"/>
                  </a:lnTo>
                  <a:lnTo>
                    <a:pt x="898846" y="523993"/>
                  </a:lnTo>
                  <a:lnTo>
                    <a:pt x="883708" y="564138"/>
                  </a:lnTo>
                  <a:lnTo>
                    <a:pt x="874316" y="606480"/>
                  </a:lnTo>
                  <a:lnTo>
                    <a:pt x="871093" y="650633"/>
                  </a:lnTo>
                  <a:lnTo>
                    <a:pt x="867869" y="606480"/>
                  </a:lnTo>
                  <a:lnTo>
                    <a:pt x="858477" y="564138"/>
                  </a:lnTo>
                  <a:lnTo>
                    <a:pt x="843339" y="523993"/>
                  </a:lnTo>
                  <a:lnTo>
                    <a:pt x="822875" y="486432"/>
                  </a:lnTo>
                  <a:lnTo>
                    <a:pt x="797505" y="451842"/>
                  </a:lnTo>
                  <a:lnTo>
                    <a:pt x="767651" y="420609"/>
                  </a:lnTo>
                  <a:lnTo>
                    <a:pt x="733733" y="393121"/>
                  </a:lnTo>
                  <a:lnTo>
                    <a:pt x="696171" y="369763"/>
                  </a:lnTo>
                  <a:lnTo>
                    <a:pt x="655387" y="350923"/>
                  </a:lnTo>
                  <a:lnTo>
                    <a:pt x="611801" y="336986"/>
                  </a:lnTo>
                  <a:lnTo>
                    <a:pt x="565833" y="328341"/>
                  </a:lnTo>
                  <a:lnTo>
                    <a:pt x="517906" y="325374"/>
                  </a:lnTo>
                  <a:lnTo>
                    <a:pt x="353060" y="325374"/>
                  </a:lnTo>
                  <a:lnTo>
                    <a:pt x="305134" y="322403"/>
                  </a:lnTo>
                  <a:lnTo>
                    <a:pt x="259174" y="313751"/>
                  </a:lnTo>
                  <a:lnTo>
                    <a:pt x="215598" y="299805"/>
                  </a:lnTo>
                  <a:lnTo>
                    <a:pt x="174827" y="280952"/>
                  </a:lnTo>
                  <a:lnTo>
                    <a:pt x="137280" y="257580"/>
                  </a:lnTo>
                  <a:lnTo>
                    <a:pt x="103378" y="230076"/>
                  </a:lnTo>
                  <a:lnTo>
                    <a:pt x="73539" y="198828"/>
                  </a:lnTo>
                  <a:lnTo>
                    <a:pt x="48184" y="164225"/>
                  </a:lnTo>
                  <a:lnTo>
                    <a:pt x="27733" y="126652"/>
                  </a:lnTo>
                  <a:lnTo>
                    <a:pt x="12605" y="86499"/>
                  </a:lnTo>
                  <a:lnTo>
                    <a:pt x="3221" y="4415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1680" y="3073095"/>
            <a:ext cx="14154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20" dirty="0">
                <a:latin typeface="Calibri"/>
                <a:cs typeface="Calibri"/>
              </a:rPr>
              <a:t> Layer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76195" y="1573911"/>
            <a:ext cx="650875" cy="3490595"/>
          </a:xfrm>
          <a:custGeom>
            <a:avLst/>
            <a:gdLst/>
            <a:ahLst/>
            <a:cxnLst/>
            <a:rect l="l" t="t" r="r" b="b"/>
            <a:pathLst>
              <a:path w="650875" h="3490595">
                <a:moveTo>
                  <a:pt x="650621" y="3490468"/>
                </a:moveTo>
                <a:lnTo>
                  <a:pt x="606468" y="3487244"/>
                </a:lnTo>
                <a:lnTo>
                  <a:pt x="564121" y="3477852"/>
                </a:lnTo>
                <a:lnTo>
                  <a:pt x="523968" y="3462714"/>
                </a:lnTo>
                <a:lnTo>
                  <a:pt x="486395" y="3442250"/>
                </a:lnTo>
                <a:lnTo>
                  <a:pt x="451792" y="3416880"/>
                </a:lnTo>
                <a:lnTo>
                  <a:pt x="420544" y="3387026"/>
                </a:lnTo>
                <a:lnTo>
                  <a:pt x="393040" y="3353108"/>
                </a:lnTo>
                <a:lnTo>
                  <a:pt x="369668" y="3315546"/>
                </a:lnTo>
                <a:lnTo>
                  <a:pt x="350815" y="3274762"/>
                </a:lnTo>
                <a:lnTo>
                  <a:pt x="336869" y="3231176"/>
                </a:lnTo>
                <a:lnTo>
                  <a:pt x="328217" y="3185208"/>
                </a:lnTo>
                <a:lnTo>
                  <a:pt x="325247" y="3137281"/>
                </a:lnTo>
                <a:lnTo>
                  <a:pt x="325247" y="2098421"/>
                </a:lnTo>
                <a:lnTo>
                  <a:pt x="322276" y="2050493"/>
                </a:lnTo>
                <a:lnTo>
                  <a:pt x="313625" y="2004525"/>
                </a:lnTo>
                <a:lnTo>
                  <a:pt x="299680" y="1960939"/>
                </a:lnTo>
                <a:lnTo>
                  <a:pt x="280829" y="1920155"/>
                </a:lnTo>
                <a:lnTo>
                  <a:pt x="257462" y="1882593"/>
                </a:lnTo>
                <a:lnTo>
                  <a:pt x="229965" y="1848675"/>
                </a:lnTo>
                <a:lnTo>
                  <a:pt x="198727" y="1818821"/>
                </a:lnTo>
                <a:lnTo>
                  <a:pt x="164135" y="1793451"/>
                </a:lnTo>
                <a:lnTo>
                  <a:pt x="126579" y="1772987"/>
                </a:lnTo>
                <a:lnTo>
                  <a:pt x="86445" y="1757849"/>
                </a:lnTo>
                <a:lnTo>
                  <a:pt x="44123" y="1748457"/>
                </a:lnTo>
                <a:lnTo>
                  <a:pt x="0" y="1745234"/>
                </a:lnTo>
                <a:lnTo>
                  <a:pt x="44123" y="1742010"/>
                </a:lnTo>
                <a:lnTo>
                  <a:pt x="86445" y="1732618"/>
                </a:lnTo>
                <a:lnTo>
                  <a:pt x="126579" y="1717480"/>
                </a:lnTo>
                <a:lnTo>
                  <a:pt x="164135" y="1697016"/>
                </a:lnTo>
                <a:lnTo>
                  <a:pt x="198727" y="1671646"/>
                </a:lnTo>
                <a:lnTo>
                  <a:pt x="229965" y="1641792"/>
                </a:lnTo>
                <a:lnTo>
                  <a:pt x="257462" y="1607874"/>
                </a:lnTo>
                <a:lnTo>
                  <a:pt x="280829" y="1570312"/>
                </a:lnTo>
                <a:lnTo>
                  <a:pt x="299680" y="1529528"/>
                </a:lnTo>
                <a:lnTo>
                  <a:pt x="313625" y="1485942"/>
                </a:lnTo>
                <a:lnTo>
                  <a:pt x="322276" y="1439974"/>
                </a:lnTo>
                <a:lnTo>
                  <a:pt x="325247" y="1392047"/>
                </a:lnTo>
                <a:lnTo>
                  <a:pt x="325247" y="353187"/>
                </a:lnTo>
                <a:lnTo>
                  <a:pt x="328217" y="305259"/>
                </a:lnTo>
                <a:lnTo>
                  <a:pt x="336869" y="259291"/>
                </a:lnTo>
                <a:lnTo>
                  <a:pt x="350815" y="215705"/>
                </a:lnTo>
                <a:lnTo>
                  <a:pt x="369668" y="174921"/>
                </a:lnTo>
                <a:lnTo>
                  <a:pt x="393040" y="137359"/>
                </a:lnTo>
                <a:lnTo>
                  <a:pt x="420544" y="103441"/>
                </a:lnTo>
                <a:lnTo>
                  <a:pt x="451792" y="73587"/>
                </a:lnTo>
                <a:lnTo>
                  <a:pt x="486395" y="48217"/>
                </a:lnTo>
                <a:lnTo>
                  <a:pt x="523968" y="27753"/>
                </a:lnTo>
                <a:lnTo>
                  <a:pt x="564121" y="12615"/>
                </a:lnTo>
                <a:lnTo>
                  <a:pt x="606468" y="3223"/>
                </a:lnTo>
                <a:lnTo>
                  <a:pt x="650621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61305" y="4616957"/>
            <a:ext cx="3776345" cy="140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3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10" dirty="0">
                <a:latin typeface="Calibri"/>
                <a:cs typeface="Calibri"/>
              </a:rPr>
              <a:t> Layer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7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Layer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33107" y="3944746"/>
            <a:ext cx="1742439" cy="650875"/>
          </a:xfrm>
          <a:custGeom>
            <a:avLst/>
            <a:gdLst/>
            <a:ahLst/>
            <a:cxnLst/>
            <a:rect l="l" t="t" r="r" b="b"/>
            <a:pathLst>
              <a:path w="1742440" h="650875">
                <a:moveTo>
                  <a:pt x="1742313" y="0"/>
                </a:moveTo>
                <a:lnTo>
                  <a:pt x="1739089" y="44123"/>
                </a:lnTo>
                <a:lnTo>
                  <a:pt x="1729697" y="86445"/>
                </a:lnTo>
                <a:lnTo>
                  <a:pt x="1714559" y="126579"/>
                </a:lnTo>
                <a:lnTo>
                  <a:pt x="1694095" y="164135"/>
                </a:lnTo>
                <a:lnTo>
                  <a:pt x="1668725" y="198727"/>
                </a:lnTo>
                <a:lnTo>
                  <a:pt x="1638871" y="229965"/>
                </a:lnTo>
                <a:lnTo>
                  <a:pt x="1604953" y="257462"/>
                </a:lnTo>
                <a:lnTo>
                  <a:pt x="1567391" y="280829"/>
                </a:lnTo>
                <a:lnTo>
                  <a:pt x="1526607" y="299680"/>
                </a:lnTo>
                <a:lnTo>
                  <a:pt x="1483021" y="313625"/>
                </a:lnTo>
                <a:lnTo>
                  <a:pt x="1437053" y="322276"/>
                </a:lnTo>
                <a:lnTo>
                  <a:pt x="1389126" y="325246"/>
                </a:lnTo>
                <a:lnTo>
                  <a:pt x="1224407" y="325246"/>
                </a:lnTo>
                <a:lnTo>
                  <a:pt x="1176479" y="328217"/>
                </a:lnTo>
                <a:lnTo>
                  <a:pt x="1130511" y="336869"/>
                </a:lnTo>
                <a:lnTo>
                  <a:pt x="1086925" y="350815"/>
                </a:lnTo>
                <a:lnTo>
                  <a:pt x="1046141" y="369668"/>
                </a:lnTo>
                <a:lnTo>
                  <a:pt x="1008579" y="393040"/>
                </a:lnTo>
                <a:lnTo>
                  <a:pt x="974661" y="420544"/>
                </a:lnTo>
                <a:lnTo>
                  <a:pt x="944807" y="451792"/>
                </a:lnTo>
                <a:lnTo>
                  <a:pt x="919437" y="486395"/>
                </a:lnTo>
                <a:lnTo>
                  <a:pt x="898973" y="523968"/>
                </a:lnTo>
                <a:lnTo>
                  <a:pt x="883835" y="564121"/>
                </a:lnTo>
                <a:lnTo>
                  <a:pt x="874443" y="606468"/>
                </a:lnTo>
                <a:lnTo>
                  <a:pt x="871220" y="650620"/>
                </a:lnTo>
                <a:lnTo>
                  <a:pt x="867996" y="606468"/>
                </a:lnTo>
                <a:lnTo>
                  <a:pt x="858604" y="564121"/>
                </a:lnTo>
                <a:lnTo>
                  <a:pt x="843466" y="523968"/>
                </a:lnTo>
                <a:lnTo>
                  <a:pt x="823002" y="486395"/>
                </a:lnTo>
                <a:lnTo>
                  <a:pt x="797632" y="451792"/>
                </a:lnTo>
                <a:lnTo>
                  <a:pt x="767778" y="420544"/>
                </a:lnTo>
                <a:lnTo>
                  <a:pt x="733860" y="393040"/>
                </a:lnTo>
                <a:lnTo>
                  <a:pt x="696298" y="369668"/>
                </a:lnTo>
                <a:lnTo>
                  <a:pt x="655514" y="350815"/>
                </a:lnTo>
                <a:lnTo>
                  <a:pt x="611928" y="336869"/>
                </a:lnTo>
                <a:lnTo>
                  <a:pt x="565960" y="328217"/>
                </a:lnTo>
                <a:lnTo>
                  <a:pt x="518033" y="325246"/>
                </a:lnTo>
                <a:lnTo>
                  <a:pt x="353187" y="325246"/>
                </a:lnTo>
                <a:lnTo>
                  <a:pt x="305259" y="322276"/>
                </a:lnTo>
                <a:lnTo>
                  <a:pt x="259291" y="313625"/>
                </a:lnTo>
                <a:lnTo>
                  <a:pt x="215705" y="299680"/>
                </a:lnTo>
                <a:lnTo>
                  <a:pt x="174921" y="280829"/>
                </a:lnTo>
                <a:lnTo>
                  <a:pt x="137359" y="257462"/>
                </a:lnTo>
                <a:lnTo>
                  <a:pt x="103441" y="229965"/>
                </a:lnTo>
                <a:lnTo>
                  <a:pt x="73587" y="198727"/>
                </a:lnTo>
                <a:lnTo>
                  <a:pt x="48217" y="164135"/>
                </a:lnTo>
                <a:lnTo>
                  <a:pt x="27753" y="126579"/>
                </a:lnTo>
                <a:lnTo>
                  <a:pt x="12615" y="86445"/>
                </a:lnTo>
                <a:lnTo>
                  <a:pt x="3223" y="44123"/>
                </a:lnTo>
                <a:lnTo>
                  <a:pt x="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54704" y="696595"/>
            <a:ext cx="46653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Three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Layer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Neural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Four</a:t>
            </a:r>
            <a:r>
              <a:rPr spc="170" dirty="0"/>
              <a:t> </a:t>
            </a:r>
            <a:r>
              <a:rPr spc="55" dirty="0"/>
              <a:t>Layer</a:t>
            </a:r>
            <a:r>
              <a:rPr spc="195" dirty="0"/>
              <a:t> </a:t>
            </a:r>
            <a:r>
              <a:rPr spc="55" dirty="0"/>
              <a:t>Neural</a:t>
            </a:r>
            <a:r>
              <a:rPr spc="1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441952"/>
            <a:ext cx="5965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95" dirty="0">
                <a:latin typeface="Calibri"/>
                <a:cs typeface="Calibri"/>
              </a:rPr>
              <a:t>This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multi-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perceptron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(MLP)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1602"/>
            <a:ext cx="9824085" cy="1927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Inputs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ts val="2850"/>
              </a:lnSpc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Depends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3329"/>
              </a:lnSpc>
              <a:spcBef>
                <a:spcPts val="309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Outputs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ts val="2565"/>
              </a:lnSpc>
              <a:buFont typeface="Arial"/>
              <a:buChar char="•"/>
              <a:tabLst>
                <a:tab pos="696595" algn="l"/>
              </a:tabLst>
            </a:pP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trying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digit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recognition,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use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595"/>
              </a:lnSpc>
            </a:pPr>
            <a:r>
              <a:rPr sz="2400" spc="80" dirty="0">
                <a:latin typeface="Calibri"/>
                <a:cs typeface="Calibri"/>
              </a:rPr>
              <a:t>10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(0,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145" dirty="0">
                <a:latin typeface="Calibri"/>
                <a:cs typeface="Calibri"/>
              </a:rPr>
              <a:t>…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9)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9861550" cy="160401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Input: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64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215" dirty="0">
                <a:latin typeface="Calibri"/>
                <a:cs typeface="Calibri"/>
              </a:rPr>
              <a:t>x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64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pixel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greyscale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image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-35" dirty="0">
                <a:latin typeface="Calibri"/>
                <a:cs typeface="Calibri"/>
              </a:rPr>
              <a:t>We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4096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values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1, 	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greyscale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intensity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pixel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pixel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9716135" cy="188213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Output: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110" dirty="0">
                <a:latin typeface="Calibri"/>
                <a:cs typeface="Calibri"/>
              </a:rPr>
              <a:t>0-</a:t>
            </a:r>
            <a:r>
              <a:rPr sz="2800" spc="35" dirty="0">
                <a:latin typeface="Calibri"/>
                <a:cs typeface="Calibri"/>
              </a:rPr>
              <a:t>9</a:t>
            </a:r>
            <a:endParaRPr sz="2800">
              <a:latin typeface="Calibri"/>
              <a:cs typeface="Calibri"/>
            </a:endParaRPr>
          </a:p>
          <a:p>
            <a:pPr marL="696595" marR="281305" lvl="1" indent="-227329" algn="just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10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assign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digit,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then 	</a:t>
            </a:r>
            <a:r>
              <a:rPr sz="2400" dirty="0">
                <a:latin typeface="Calibri"/>
                <a:cs typeface="Calibri"/>
              </a:rPr>
              <a:t>depending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only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should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‘yes’</a:t>
            </a:r>
            <a:endParaRPr sz="2400">
              <a:latin typeface="Calibri"/>
              <a:cs typeface="Calibri"/>
            </a:endParaRPr>
          </a:p>
          <a:p>
            <a:pPr marL="1153160" lvl="2" indent="-226695" algn="just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1153160" algn="l"/>
              </a:tabLst>
            </a:pPr>
            <a:r>
              <a:rPr sz="2000" spc="50" dirty="0">
                <a:latin typeface="Calibri"/>
                <a:cs typeface="Calibri"/>
              </a:rPr>
              <a:t>Recall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‘yes’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is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being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greater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value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(e.g.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output&gt;0.5)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6304280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55" dirty="0">
                <a:latin typeface="Calibri"/>
                <a:cs typeface="Calibri"/>
              </a:rPr>
              <a:t>Hidden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layers?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85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science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Driven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heuristics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depending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8293100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Note: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55" dirty="0">
                <a:latin typeface="Calibri"/>
                <a:cs typeface="Calibri"/>
              </a:rPr>
              <a:t>These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feed-forward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95" dirty="0">
                <a:latin typeface="Calibri"/>
                <a:cs typeface="Calibri"/>
              </a:rPr>
              <a:t>All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forward,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never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backward,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during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Aside:</a:t>
            </a:r>
            <a:r>
              <a:rPr spc="245" dirty="0"/>
              <a:t> </a:t>
            </a:r>
            <a:r>
              <a:rPr dirty="0"/>
              <a:t>Recurrent</a:t>
            </a:r>
            <a:r>
              <a:rPr spc="215" dirty="0"/>
              <a:t> </a:t>
            </a:r>
            <a:r>
              <a:rPr spc="60" dirty="0"/>
              <a:t>Neural</a:t>
            </a:r>
            <a:r>
              <a:rPr spc="21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7697"/>
            <a:ext cx="9746615" cy="2298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Note:</a:t>
            </a:r>
            <a:endParaRPr sz="2600" dirty="0">
              <a:latin typeface="Calibri"/>
              <a:cs typeface="Calibri"/>
            </a:endParaRPr>
          </a:p>
          <a:p>
            <a:pPr marL="697865" lvl="1" indent="-228600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sz="2200" spc="65" dirty="0">
                <a:latin typeface="Calibri"/>
                <a:cs typeface="Calibri"/>
              </a:rPr>
              <a:t>The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spc="55" dirty="0">
                <a:latin typeface="Calibri"/>
                <a:cs typeface="Calibri"/>
              </a:rPr>
              <a:t>actually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is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input</a:t>
            </a:r>
            <a:endParaRPr lang="en-US" sz="2200" spc="-10" dirty="0">
              <a:latin typeface="Calibri"/>
              <a:cs typeface="Calibri"/>
            </a:endParaRPr>
          </a:p>
          <a:p>
            <a:pPr marL="697865" lvl="1" indent="-228600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lang="en-US" sz="2200" spc="-10" dirty="0">
                <a:latin typeface="Calibri"/>
                <a:cs typeface="Calibri"/>
              </a:rPr>
              <a:t>RNN has memory</a:t>
            </a:r>
            <a:endParaRPr sz="2200" dirty="0">
              <a:latin typeface="Calibri"/>
              <a:cs typeface="Calibri"/>
            </a:endParaRPr>
          </a:p>
          <a:p>
            <a:pPr marL="697865" marR="5080" lvl="1" indent="-228600">
              <a:lnSpc>
                <a:spcPct val="80000"/>
              </a:lnSpc>
              <a:spcBef>
                <a:spcPts val="515"/>
              </a:spcBef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There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is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kind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dependence,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behavior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evolve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over time</a:t>
            </a:r>
            <a:endParaRPr sz="2200" dirty="0">
              <a:latin typeface="Calibri"/>
              <a:cs typeface="Calibri"/>
            </a:endParaRPr>
          </a:p>
          <a:p>
            <a:pPr marL="697865" lvl="1" indent="-228600">
              <a:lnSpc>
                <a:spcPts val="2355"/>
              </a:lnSpc>
              <a:buFont typeface="Arial"/>
              <a:buChar char="•"/>
              <a:tabLst>
                <a:tab pos="697865" algn="l"/>
              </a:tabLst>
            </a:pPr>
            <a:r>
              <a:rPr sz="2200" spc="80" dirty="0">
                <a:latin typeface="Calibri"/>
                <a:cs typeface="Calibri"/>
              </a:rPr>
              <a:t>This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is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necessary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cant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fed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back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65" dirty="0">
                <a:latin typeface="Calibri"/>
                <a:cs typeface="Calibri"/>
              </a:rPr>
              <a:t>in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if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</a:t>
            </a:r>
            <a:endParaRPr sz="2200" dirty="0">
              <a:latin typeface="Calibri"/>
              <a:cs typeface="Calibri"/>
            </a:endParaRPr>
          </a:p>
          <a:p>
            <a:pPr marL="697865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be</a:t>
            </a:r>
            <a:r>
              <a:rPr sz="2200" spc="2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evaluated</a:t>
            </a:r>
            <a:r>
              <a:rPr sz="2200" spc="2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intantaneously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871" y="1199807"/>
            <a:ext cx="8528939" cy="226162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Getting</a:t>
            </a:r>
            <a:r>
              <a:rPr spc="105" dirty="0"/>
              <a:t> </a:t>
            </a:r>
            <a:r>
              <a:rPr spc="60" dirty="0"/>
              <a:t>back</a:t>
            </a:r>
            <a:r>
              <a:rPr spc="40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spc="5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053560"/>
            <a:ext cx="9770110" cy="29851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95" dirty="0">
                <a:latin typeface="Calibri"/>
                <a:cs typeface="Calibri"/>
              </a:rPr>
              <a:t>This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6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different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images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85" dirty="0">
                <a:latin typeface="Calibri"/>
                <a:cs typeface="Calibri"/>
              </a:rPr>
              <a:t>Building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algorithm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automatically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recognize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bit 	</a:t>
            </a:r>
            <a:r>
              <a:rPr sz="2400" dirty="0">
                <a:latin typeface="Calibri"/>
                <a:cs typeface="Calibri"/>
              </a:rPr>
              <a:t>outside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scope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cover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relatively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do-</a:t>
            </a:r>
            <a:r>
              <a:rPr sz="2400" spc="-10" dirty="0">
                <a:latin typeface="Calibri"/>
                <a:cs typeface="Calibri"/>
              </a:rPr>
              <a:t>able.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85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105" dirty="0">
                <a:latin typeface="Calibri"/>
                <a:cs typeface="Calibri"/>
              </a:rPr>
              <a:t>will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focus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single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digit</a:t>
            </a:r>
            <a:endParaRPr sz="2400">
              <a:latin typeface="Calibri"/>
              <a:cs typeface="Calibri"/>
            </a:endParaRPr>
          </a:p>
          <a:p>
            <a:pPr marL="696595" marR="6985" lvl="1" indent="-227329">
              <a:lnSpc>
                <a:spcPct val="90000"/>
              </a:lnSpc>
              <a:spcBef>
                <a:spcPts val="505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Once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segmenting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taking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single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image,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segmenting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portions,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using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digit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classifier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assign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segmentation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highly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scored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version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339" y="1487627"/>
            <a:ext cx="3600123" cy="6482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5294" y="1486772"/>
            <a:ext cx="4350385" cy="64220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084445" y="1549908"/>
            <a:ext cx="1516380" cy="355600"/>
            <a:chOff x="5084445" y="1549908"/>
            <a:chExt cx="1516380" cy="355600"/>
          </a:xfrm>
        </p:grpSpPr>
        <p:sp>
          <p:nvSpPr>
            <p:cNvPr id="7" name="object 7"/>
            <p:cNvSpPr/>
            <p:nvPr/>
          </p:nvSpPr>
          <p:spPr>
            <a:xfrm>
              <a:off x="5090795" y="1556258"/>
              <a:ext cx="1503680" cy="342900"/>
            </a:xfrm>
            <a:custGeom>
              <a:avLst/>
              <a:gdLst/>
              <a:ahLst/>
              <a:cxnLst/>
              <a:rect l="l" t="t" r="r" b="b"/>
              <a:pathLst>
                <a:path w="1503679" h="342900">
                  <a:moveTo>
                    <a:pt x="1331976" y="0"/>
                  </a:moveTo>
                  <a:lnTo>
                    <a:pt x="1331976" y="85725"/>
                  </a:lnTo>
                  <a:lnTo>
                    <a:pt x="0" y="85725"/>
                  </a:lnTo>
                  <a:lnTo>
                    <a:pt x="0" y="257175"/>
                  </a:lnTo>
                  <a:lnTo>
                    <a:pt x="1331976" y="257175"/>
                  </a:lnTo>
                  <a:lnTo>
                    <a:pt x="1331976" y="342900"/>
                  </a:lnTo>
                  <a:lnTo>
                    <a:pt x="1503426" y="171450"/>
                  </a:lnTo>
                  <a:lnTo>
                    <a:pt x="133197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90795" y="1556258"/>
              <a:ext cx="1503680" cy="342900"/>
            </a:xfrm>
            <a:custGeom>
              <a:avLst/>
              <a:gdLst/>
              <a:ahLst/>
              <a:cxnLst/>
              <a:rect l="l" t="t" r="r" b="b"/>
              <a:pathLst>
                <a:path w="1503679" h="342900">
                  <a:moveTo>
                    <a:pt x="0" y="85725"/>
                  </a:moveTo>
                  <a:lnTo>
                    <a:pt x="1331976" y="85725"/>
                  </a:lnTo>
                  <a:lnTo>
                    <a:pt x="1331976" y="0"/>
                  </a:lnTo>
                  <a:lnTo>
                    <a:pt x="1503426" y="171450"/>
                  </a:lnTo>
                  <a:lnTo>
                    <a:pt x="1331976" y="342900"/>
                  </a:lnTo>
                  <a:lnTo>
                    <a:pt x="1331976" y="257175"/>
                  </a:lnTo>
                  <a:lnTo>
                    <a:pt x="0" y="257175"/>
                  </a:lnTo>
                  <a:lnTo>
                    <a:pt x="0" y="85725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40" dirty="0"/>
              <a:t> </a:t>
            </a:r>
            <a:r>
              <a:rPr spc="55" dirty="0"/>
              <a:t>ANN</a:t>
            </a:r>
            <a:r>
              <a:rPr spc="145" dirty="0"/>
              <a:t> </a:t>
            </a:r>
            <a:r>
              <a:rPr dirty="0"/>
              <a:t>for</a:t>
            </a:r>
            <a:r>
              <a:rPr spc="145" dirty="0"/>
              <a:t> </a:t>
            </a:r>
            <a:r>
              <a:rPr spc="6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9572" y="888092"/>
            <a:ext cx="4520565" cy="45472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inputs?</a:t>
            </a:r>
            <a:endParaRPr sz="2800">
              <a:latin typeface="Calibri"/>
              <a:cs typeface="Calibri"/>
            </a:endParaRPr>
          </a:p>
          <a:p>
            <a:pPr marL="697230" lvl="1" indent="-227329" algn="just">
              <a:lnSpc>
                <a:spcPts val="2735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80" dirty="0">
                <a:latin typeface="Calibri"/>
                <a:cs typeface="Calibri"/>
              </a:rPr>
              <a:t>28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28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pixels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images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698500" algn="just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scanned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digits</a:t>
            </a:r>
            <a:endParaRPr sz="2400">
              <a:latin typeface="Calibri"/>
              <a:cs typeface="Calibri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Input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784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neurons</a:t>
            </a:r>
            <a:endParaRPr sz="2400">
              <a:latin typeface="Calibri"/>
              <a:cs typeface="Calibri"/>
            </a:endParaRPr>
          </a:p>
          <a:p>
            <a:pPr marL="697230" marR="454659" lvl="1" indent="-227329" algn="just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pixels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35" dirty="0">
                <a:latin typeface="Calibri"/>
                <a:cs typeface="Calibri"/>
              </a:rPr>
              <a:t>greyscale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representing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white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representing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black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One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ct val="9000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85" dirty="0">
                <a:latin typeface="Calibri"/>
                <a:cs typeface="Calibri"/>
              </a:rPr>
              <a:t>This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only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15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neurons, 	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numbers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how 	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08" y="1172336"/>
            <a:ext cx="5000625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40" dirty="0"/>
              <a:t> </a:t>
            </a:r>
            <a:r>
              <a:rPr spc="55" dirty="0"/>
              <a:t>ANN</a:t>
            </a:r>
            <a:r>
              <a:rPr spc="145" dirty="0"/>
              <a:t> </a:t>
            </a:r>
            <a:r>
              <a:rPr dirty="0"/>
              <a:t>for</a:t>
            </a:r>
            <a:r>
              <a:rPr spc="145" dirty="0"/>
              <a:t> </a:t>
            </a:r>
            <a:r>
              <a:rPr spc="6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9572" y="888092"/>
            <a:ext cx="4484370" cy="364362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Output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marL="697230" lvl="1" indent="-227329" algn="just">
              <a:lnSpc>
                <a:spcPts val="2735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80" dirty="0">
                <a:latin typeface="Calibri"/>
                <a:cs typeface="Calibri"/>
              </a:rPr>
              <a:t>10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each</a:t>
            </a:r>
            <a:endParaRPr sz="2400">
              <a:latin typeface="Calibri"/>
              <a:cs typeface="Calibri"/>
            </a:endParaRPr>
          </a:p>
          <a:p>
            <a:pPr marL="698500" algn="just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representing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digit</a:t>
            </a:r>
            <a:endParaRPr sz="2400">
              <a:latin typeface="Calibri"/>
              <a:cs typeface="Calibri"/>
            </a:endParaRPr>
          </a:p>
          <a:p>
            <a:pPr marL="697230" marR="5080" lvl="1" indent="-227329" algn="just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given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digit,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 	</a:t>
            </a:r>
            <a:r>
              <a:rPr sz="2400" spc="50" dirty="0">
                <a:latin typeface="Calibri"/>
                <a:cs typeface="Calibri"/>
              </a:rPr>
              <a:t>should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while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others 	</a:t>
            </a:r>
            <a:r>
              <a:rPr sz="2400" spc="50" dirty="0">
                <a:latin typeface="Calibri"/>
                <a:cs typeface="Calibri"/>
              </a:rPr>
              <a:t>should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</a:t>
            </a:r>
            <a:endParaRPr sz="2400">
              <a:latin typeface="Calibri"/>
              <a:cs typeface="Calibri"/>
            </a:endParaRPr>
          </a:p>
          <a:p>
            <a:pPr marL="697230" marR="41910" lvl="1" indent="-227329">
              <a:lnSpc>
                <a:spcPct val="90000"/>
              </a:lnSpc>
              <a:spcBef>
                <a:spcPts val="47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reality,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highest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which 	</a:t>
            </a:r>
            <a:r>
              <a:rPr sz="2400" spc="-10" dirty="0">
                <a:latin typeface="Calibri"/>
                <a:cs typeface="Calibri"/>
              </a:rPr>
              <a:t>activated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08" y="1172336"/>
            <a:ext cx="5000625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40" dirty="0"/>
              <a:t> </a:t>
            </a:r>
            <a:r>
              <a:rPr spc="55" dirty="0"/>
              <a:t>ANN</a:t>
            </a:r>
            <a:r>
              <a:rPr spc="145" dirty="0"/>
              <a:t> </a:t>
            </a:r>
            <a:r>
              <a:rPr dirty="0"/>
              <a:t>for</a:t>
            </a:r>
            <a:r>
              <a:rPr spc="145" dirty="0"/>
              <a:t> </a:t>
            </a:r>
            <a:r>
              <a:rPr spc="6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457" y="888092"/>
            <a:ext cx="10240010" cy="25533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10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neurons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better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4?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Need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working</a:t>
            </a:r>
            <a:endParaRPr sz="2400">
              <a:latin typeface="Calibri"/>
              <a:cs typeface="Calibri"/>
            </a:endParaRPr>
          </a:p>
          <a:p>
            <a:pPr marL="1155065" lvl="2" indent="-227965">
              <a:lnSpc>
                <a:spcPts val="2280"/>
              </a:lnSpc>
              <a:spcBef>
                <a:spcPts val="295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6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60" dirty="0">
                <a:latin typeface="Calibri"/>
                <a:cs typeface="Calibri"/>
              </a:rPr>
              <a:t>‘0’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basically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summing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85" dirty="0">
                <a:latin typeface="Calibri"/>
                <a:cs typeface="Calibri"/>
              </a:rPr>
              <a:t>all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hidden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layer</a:t>
            </a:r>
            <a:endParaRPr sz="2000">
              <a:latin typeface="Calibri"/>
              <a:cs typeface="Calibri"/>
            </a:endParaRPr>
          </a:p>
          <a:p>
            <a:pPr marL="11557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and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trying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decide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digit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0.</a:t>
            </a:r>
            <a:endParaRPr sz="20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75" dirty="0">
                <a:latin typeface="Calibri"/>
                <a:cs typeface="Calibri"/>
              </a:rPr>
              <a:t>So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hidden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layer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doing?</a:t>
            </a:r>
            <a:endParaRPr sz="20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19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heuristic,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certain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image: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4901" y="4082329"/>
            <a:ext cx="1606123" cy="160179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30" dirty="0"/>
              <a:t> </a:t>
            </a:r>
            <a:r>
              <a:rPr dirty="0"/>
              <a:t>does</a:t>
            </a:r>
            <a:r>
              <a:rPr spc="220" dirty="0"/>
              <a:t> </a:t>
            </a:r>
            <a:r>
              <a:rPr dirty="0"/>
              <a:t>the</a:t>
            </a:r>
            <a:r>
              <a:rPr spc="220" dirty="0"/>
              <a:t> </a:t>
            </a:r>
            <a:r>
              <a:rPr spc="55" dirty="0"/>
              <a:t>hidden</a:t>
            </a:r>
            <a:r>
              <a:rPr spc="210" dirty="0"/>
              <a:t> </a:t>
            </a:r>
            <a:r>
              <a:rPr dirty="0"/>
              <a:t>layer</a:t>
            </a:r>
            <a:r>
              <a:rPr spc="235" dirty="0"/>
              <a:t> </a:t>
            </a:r>
            <a:r>
              <a:rPr dirty="0"/>
              <a:t>neuron</a:t>
            </a:r>
            <a:r>
              <a:rPr spc="200" dirty="0"/>
              <a:t> </a:t>
            </a:r>
            <a:r>
              <a:rPr spc="60" dirty="0"/>
              <a:t>find</a:t>
            </a:r>
            <a:r>
              <a:rPr spc="235" dirty="0"/>
              <a:t> </a:t>
            </a:r>
            <a:r>
              <a:rPr dirty="0"/>
              <a:t>a</a:t>
            </a:r>
            <a:r>
              <a:rPr spc="215" dirty="0"/>
              <a:t> </a:t>
            </a:r>
            <a:r>
              <a:rPr spc="75" dirty="0"/>
              <a:t>specific</a:t>
            </a:r>
            <a:r>
              <a:rPr spc="135" dirty="0"/>
              <a:t> </a:t>
            </a:r>
            <a:r>
              <a:rPr spc="-10" dirty="0"/>
              <a:t>image?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457" y="4323763"/>
            <a:ext cx="10267315" cy="12115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55" dirty="0">
                <a:latin typeface="Calibri"/>
                <a:cs typeface="Calibri"/>
              </a:rPr>
              <a:t>Recall,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single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if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95" dirty="0">
                <a:latin typeface="Calibri"/>
                <a:cs typeface="Calibri"/>
              </a:rPr>
              <a:t>I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I 	</a:t>
            </a:r>
            <a:r>
              <a:rPr sz="2400" spc="55" dirty="0">
                <a:latin typeface="Calibri"/>
                <a:cs typeface="Calibri"/>
              </a:rPr>
              <a:t>bias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8245" y="1076124"/>
            <a:ext cx="3098677" cy="30986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2915" y="731393"/>
            <a:ext cx="4478274" cy="372757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110" dirty="0"/>
              <a:t> </a:t>
            </a:r>
            <a:r>
              <a:rPr dirty="0"/>
              <a:t>do</a:t>
            </a:r>
            <a:r>
              <a:rPr spc="85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spc="85" dirty="0"/>
              <a:t>simple</a:t>
            </a:r>
            <a:r>
              <a:rPr spc="110" dirty="0"/>
              <a:t> </a:t>
            </a:r>
            <a:r>
              <a:rPr spc="60"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12544" y="1198206"/>
          <a:ext cx="2286000" cy="223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295263" y="1299844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0" y="835278"/>
                </a:moveTo>
                <a:lnTo>
                  <a:pt x="1322" y="787872"/>
                </a:lnTo>
                <a:lnTo>
                  <a:pt x="5242" y="741161"/>
                </a:lnTo>
                <a:lnTo>
                  <a:pt x="11690" y="695214"/>
                </a:lnTo>
                <a:lnTo>
                  <a:pt x="20594" y="650104"/>
                </a:lnTo>
                <a:lnTo>
                  <a:pt x="31884" y="605899"/>
                </a:lnTo>
                <a:lnTo>
                  <a:pt x="45490" y="562671"/>
                </a:lnTo>
                <a:lnTo>
                  <a:pt x="61341" y="520490"/>
                </a:lnTo>
                <a:lnTo>
                  <a:pt x="79367" y="479427"/>
                </a:lnTo>
                <a:lnTo>
                  <a:pt x="99496" y="439551"/>
                </a:lnTo>
                <a:lnTo>
                  <a:pt x="121659" y="400934"/>
                </a:lnTo>
                <a:lnTo>
                  <a:pt x="145785" y="363645"/>
                </a:lnTo>
                <a:lnTo>
                  <a:pt x="171804" y="327756"/>
                </a:lnTo>
                <a:lnTo>
                  <a:pt x="199644" y="293337"/>
                </a:lnTo>
                <a:lnTo>
                  <a:pt x="229235" y="260457"/>
                </a:lnTo>
                <a:lnTo>
                  <a:pt x="260507" y="229189"/>
                </a:lnTo>
                <a:lnTo>
                  <a:pt x="293389" y="199601"/>
                </a:lnTo>
                <a:lnTo>
                  <a:pt x="327810" y="171765"/>
                </a:lnTo>
                <a:lnTo>
                  <a:pt x="363701" y="145751"/>
                </a:lnTo>
                <a:lnTo>
                  <a:pt x="400990" y="121630"/>
                </a:lnTo>
                <a:lnTo>
                  <a:pt x="439607" y="99471"/>
                </a:lnTo>
                <a:lnTo>
                  <a:pt x="479482" y="79346"/>
                </a:lnTo>
                <a:lnTo>
                  <a:pt x="520543" y="61324"/>
                </a:lnTo>
                <a:lnTo>
                  <a:pt x="562721" y="45477"/>
                </a:lnTo>
                <a:lnTo>
                  <a:pt x="605944" y="31875"/>
                </a:lnTo>
                <a:lnTo>
                  <a:pt x="650143" y="20588"/>
                </a:lnTo>
                <a:lnTo>
                  <a:pt x="695246" y="11686"/>
                </a:lnTo>
                <a:lnTo>
                  <a:pt x="741184" y="5240"/>
                </a:lnTo>
                <a:lnTo>
                  <a:pt x="787885" y="1321"/>
                </a:lnTo>
                <a:lnTo>
                  <a:pt x="835279" y="0"/>
                </a:lnTo>
                <a:lnTo>
                  <a:pt x="882672" y="1321"/>
                </a:lnTo>
                <a:lnTo>
                  <a:pt x="929373" y="5240"/>
                </a:lnTo>
                <a:lnTo>
                  <a:pt x="975311" y="11686"/>
                </a:lnTo>
                <a:lnTo>
                  <a:pt x="1020414" y="20588"/>
                </a:lnTo>
                <a:lnTo>
                  <a:pt x="1064613" y="31875"/>
                </a:lnTo>
                <a:lnTo>
                  <a:pt x="1107836" y="45477"/>
                </a:lnTo>
                <a:lnTo>
                  <a:pt x="1150014" y="61324"/>
                </a:lnTo>
                <a:lnTo>
                  <a:pt x="1191075" y="79346"/>
                </a:lnTo>
                <a:lnTo>
                  <a:pt x="1230950" y="99471"/>
                </a:lnTo>
                <a:lnTo>
                  <a:pt x="1269567" y="121630"/>
                </a:lnTo>
                <a:lnTo>
                  <a:pt x="1306856" y="145751"/>
                </a:lnTo>
                <a:lnTo>
                  <a:pt x="1342747" y="171765"/>
                </a:lnTo>
                <a:lnTo>
                  <a:pt x="1377168" y="199601"/>
                </a:lnTo>
                <a:lnTo>
                  <a:pt x="1410050" y="229189"/>
                </a:lnTo>
                <a:lnTo>
                  <a:pt x="1441322" y="260457"/>
                </a:lnTo>
                <a:lnTo>
                  <a:pt x="1470913" y="293337"/>
                </a:lnTo>
                <a:lnTo>
                  <a:pt x="1498753" y="327756"/>
                </a:lnTo>
                <a:lnTo>
                  <a:pt x="1524772" y="363645"/>
                </a:lnTo>
                <a:lnTo>
                  <a:pt x="1548898" y="400934"/>
                </a:lnTo>
                <a:lnTo>
                  <a:pt x="1571061" y="439551"/>
                </a:lnTo>
                <a:lnTo>
                  <a:pt x="1591190" y="479427"/>
                </a:lnTo>
                <a:lnTo>
                  <a:pt x="1609216" y="520490"/>
                </a:lnTo>
                <a:lnTo>
                  <a:pt x="1625067" y="562671"/>
                </a:lnTo>
                <a:lnTo>
                  <a:pt x="1638673" y="605899"/>
                </a:lnTo>
                <a:lnTo>
                  <a:pt x="1649963" y="650104"/>
                </a:lnTo>
                <a:lnTo>
                  <a:pt x="1658867" y="695214"/>
                </a:lnTo>
                <a:lnTo>
                  <a:pt x="1665315" y="741161"/>
                </a:lnTo>
                <a:lnTo>
                  <a:pt x="1669235" y="787872"/>
                </a:lnTo>
                <a:lnTo>
                  <a:pt x="1670558" y="835278"/>
                </a:lnTo>
                <a:lnTo>
                  <a:pt x="1669235" y="882672"/>
                </a:lnTo>
                <a:lnTo>
                  <a:pt x="1665315" y="929372"/>
                </a:lnTo>
                <a:lnTo>
                  <a:pt x="1658867" y="975307"/>
                </a:lnTo>
                <a:lnTo>
                  <a:pt x="1649963" y="1020408"/>
                </a:lnTo>
                <a:lnTo>
                  <a:pt x="1638673" y="1064603"/>
                </a:lnTo>
                <a:lnTo>
                  <a:pt x="1625067" y="1107822"/>
                </a:lnTo>
                <a:lnTo>
                  <a:pt x="1609216" y="1149995"/>
                </a:lnTo>
                <a:lnTo>
                  <a:pt x="1591190" y="1191052"/>
                </a:lnTo>
                <a:lnTo>
                  <a:pt x="1571061" y="1230921"/>
                </a:lnTo>
                <a:lnTo>
                  <a:pt x="1548898" y="1269532"/>
                </a:lnTo>
                <a:lnTo>
                  <a:pt x="1524772" y="1306815"/>
                </a:lnTo>
                <a:lnTo>
                  <a:pt x="1498753" y="1342699"/>
                </a:lnTo>
                <a:lnTo>
                  <a:pt x="1470913" y="1377115"/>
                </a:lnTo>
                <a:lnTo>
                  <a:pt x="1441322" y="1409990"/>
                </a:lnTo>
                <a:lnTo>
                  <a:pt x="1410050" y="1441255"/>
                </a:lnTo>
                <a:lnTo>
                  <a:pt x="1377168" y="1470840"/>
                </a:lnTo>
                <a:lnTo>
                  <a:pt x="1342747" y="1498674"/>
                </a:lnTo>
                <a:lnTo>
                  <a:pt x="1306856" y="1524686"/>
                </a:lnTo>
                <a:lnTo>
                  <a:pt x="1269567" y="1548805"/>
                </a:lnTo>
                <a:lnTo>
                  <a:pt x="1230950" y="1570963"/>
                </a:lnTo>
                <a:lnTo>
                  <a:pt x="1191075" y="1591087"/>
                </a:lnTo>
                <a:lnTo>
                  <a:pt x="1150014" y="1609107"/>
                </a:lnTo>
                <a:lnTo>
                  <a:pt x="1107836" y="1624954"/>
                </a:lnTo>
                <a:lnTo>
                  <a:pt x="1064613" y="1638556"/>
                </a:lnTo>
                <a:lnTo>
                  <a:pt x="1020414" y="1649843"/>
                </a:lnTo>
                <a:lnTo>
                  <a:pt x="975311" y="1658744"/>
                </a:lnTo>
                <a:lnTo>
                  <a:pt x="929373" y="1665190"/>
                </a:lnTo>
                <a:lnTo>
                  <a:pt x="882672" y="1669109"/>
                </a:lnTo>
                <a:lnTo>
                  <a:pt x="835279" y="1670430"/>
                </a:lnTo>
                <a:lnTo>
                  <a:pt x="787885" y="1669109"/>
                </a:lnTo>
                <a:lnTo>
                  <a:pt x="741184" y="1665190"/>
                </a:lnTo>
                <a:lnTo>
                  <a:pt x="695246" y="1658744"/>
                </a:lnTo>
                <a:lnTo>
                  <a:pt x="650143" y="1649843"/>
                </a:lnTo>
                <a:lnTo>
                  <a:pt x="605944" y="1638556"/>
                </a:lnTo>
                <a:lnTo>
                  <a:pt x="562721" y="1624954"/>
                </a:lnTo>
                <a:lnTo>
                  <a:pt x="520543" y="1609107"/>
                </a:lnTo>
                <a:lnTo>
                  <a:pt x="479482" y="1591087"/>
                </a:lnTo>
                <a:lnTo>
                  <a:pt x="439607" y="1570963"/>
                </a:lnTo>
                <a:lnTo>
                  <a:pt x="400990" y="1548805"/>
                </a:lnTo>
                <a:lnTo>
                  <a:pt x="363701" y="1524686"/>
                </a:lnTo>
                <a:lnTo>
                  <a:pt x="327810" y="1498674"/>
                </a:lnTo>
                <a:lnTo>
                  <a:pt x="293389" y="1470840"/>
                </a:lnTo>
                <a:lnTo>
                  <a:pt x="260507" y="1441255"/>
                </a:lnTo>
                <a:lnTo>
                  <a:pt x="229235" y="1409990"/>
                </a:lnTo>
                <a:lnTo>
                  <a:pt x="199644" y="1377115"/>
                </a:lnTo>
                <a:lnTo>
                  <a:pt x="171804" y="1342699"/>
                </a:lnTo>
                <a:lnTo>
                  <a:pt x="145785" y="1306815"/>
                </a:lnTo>
                <a:lnTo>
                  <a:pt x="121659" y="1269532"/>
                </a:lnTo>
                <a:lnTo>
                  <a:pt x="99496" y="1230921"/>
                </a:lnTo>
                <a:lnTo>
                  <a:pt x="79367" y="1191052"/>
                </a:lnTo>
                <a:lnTo>
                  <a:pt x="61341" y="1149995"/>
                </a:lnTo>
                <a:lnTo>
                  <a:pt x="45490" y="1107822"/>
                </a:lnTo>
                <a:lnTo>
                  <a:pt x="31884" y="1064603"/>
                </a:lnTo>
                <a:lnTo>
                  <a:pt x="20594" y="1020408"/>
                </a:lnTo>
                <a:lnTo>
                  <a:pt x="11690" y="975307"/>
                </a:lnTo>
                <a:lnTo>
                  <a:pt x="5242" y="929372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68210" y="1970278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6300" y="1121028"/>
            <a:ext cx="4897755" cy="1757680"/>
          </a:xfrm>
          <a:custGeom>
            <a:avLst/>
            <a:gdLst/>
            <a:ahLst/>
            <a:cxnLst/>
            <a:rect l="l" t="t" r="r" b="b"/>
            <a:pathLst>
              <a:path w="4897755" h="1757680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757680">
                <a:moveTo>
                  <a:pt x="1737995" y="524637"/>
                </a:moveTo>
                <a:lnTo>
                  <a:pt x="1720227" y="505841"/>
                </a:lnTo>
                <a:lnTo>
                  <a:pt x="1679448" y="462661"/>
                </a:lnTo>
                <a:lnTo>
                  <a:pt x="1667433" y="495541"/>
                </a:lnTo>
                <a:lnTo>
                  <a:pt x="308864" y="0"/>
                </a:lnTo>
                <a:lnTo>
                  <a:pt x="306705" y="5842"/>
                </a:lnTo>
                <a:lnTo>
                  <a:pt x="1665262" y="501510"/>
                </a:lnTo>
                <a:lnTo>
                  <a:pt x="1653286" y="534289"/>
                </a:lnTo>
                <a:lnTo>
                  <a:pt x="1737995" y="524637"/>
                </a:lnTo>
                <a:close/>
              </a:path>
              <a:path w="4897755" h="1757680">
                <a:moveTo>
                  <a:pt x="1749679" y="1540129"/>
                </a:moveTo>
                <a:lnTo>
                  <a:pt x="1668907" y="1512951"/>
                </a:lnTo>
                <a:lnTo>
                  <a:pt x="1673720" y="1547482"/>
                </a:lnTo>
                <a:lnTo>
                  <a:pt x="219329" y="1750822"/>
                </a:lnTo>
                <a:lnTo>
                  <a:pt x="220218" y="1757172"/>
                </a:lnTo>
                <a:lnTo>
                  <a:pt x="1674609" y="1553832"/>
                </a:lnTo>
                <a:lnTo>
                  <a:pt x="1679448" y="1588389"/>
                </a:lnTo>
                <a:lnTo>
                  <a:pt x="1741538" y="1545717"/>
                </a:lnTo>
                <a:lnTo>
                  <a:pt x="1749679" y="1540129"/>
                </a:lnTo>
                <a:close/>
              </a:path>
              <a:path w="4897755" h="1757680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665" y="1010920"/>
                </a:lnTo>
                <a:lnTo>
                  <a:pt x="3288665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46194" y="1915490"/>
            <a:ext cx="240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7041" y="2808478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7250" y="874521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2026" y="1808479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65750" y="1059433"/>
            <a:ext cx="540385" cy="534670"/>
            <a:chOff x="5365750" y="1059433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30977" y="1213484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31840" y="1844675"/>
            <a:ext cx="540385" cy="534670"/>
            <a:chOff x="5331840" y="1844675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9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9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9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9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97195" y="199897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70321" y="2525141"/>
            <a:ext cx="540385" cy="534670"/>
            <a:chOff x="5370321" y="2525141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8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7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7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8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35548" y="26795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19496" y="2891535"/>
            <a:ext cx="1137920" cy="738505"/>
          </a:xfrm>
          <a:custGeom>
            <a:avLst/>
            <a:gdLst/>
            <a:ahLst/>
            <a:cxnLst/>
            <a:rect l="l" t="t" r="r" b="b"/>
            <a:pathLst>
              <a:path w="1137920" h="738504">
                <a:moveTo>
                  <a:pt x="1071722" y="38803"/>
                </a:moveTo>
                <a:lnTo>
                  <a:pt x="0" y="732663"/>
                </a:lnTo>
                <a:lnTo>
                  <a:pt x="3428" y="737996"/>
                </a:lnTo>
                <a:lnTo>
                  <a:pt x="1075166" y="44127"/>
                </a:lnTo>
                <a:lnTo>
                  <a:pt x="1071722" y="38803"/>
                </a:lnTo>
                <a:close/>
              </a:path>
              <a:path w="1137920" h="738504">
                <a:moveTo>
                  <a:pt x="1118605" y="31876"/>
                </a:moveTo>
                <a:lnTo>
                  <a:pt x="1082421" y="31876"/>
                </a:lnTo>
                <a:lnTo>
                  <a:pt x="1085850" y="37211"/>
                </a:lnTo>
                <a:lnTo>
                  <a:pt x="1075166" y="44127"/>
                </a:lnTo>
                <a:lnTo>
                  <a:pt x="1094104" y="73405"/>
                </a:lnTo>
                <a:lnTo>
                  <a:pt x="1118605" y="31876"/>
                </a:lnTo>
                <a:close/>
              </a:path>
              <a:path w="1137920" h="738504">
                <a:moveTo>
                  <a:pt x="1082421" y="31876"/>
                </a:moveTo>
                <a:lnTo>
                  <a:pt x="1071722" y="38803"/>
                </a:lnTo>
                <a:lnTo>
                  <a:pt x="1075166" y="44127"/>
                </a:lnTo>
                <a:lnTo>
                  <a:pt x="1085850" y="37211"/>
                </a:lnTo>
                <a:lnTo>
                  <a:pt x="1082421" y="31876"/>
                </a:lnTo>
                <a:close/>
              </a:path>
              <a:path w="1137920" h="738504">
                <a:moveTo>
                  <a:pt x="1137411" y="0"/>
                </a:moveTo>
                <a:lnTo>
                  <a:pt x="1052702" y="9398"/>
                </a:lnTo>
                <a:lnTo>
                  <a:pt x="1071722" y="38803"/>
                </a:lnTo>
                <a:lnTo>
                  <a:pt x="1082421" y="31876"/>
                </a:lnTo>
                <a:lnTo>
                  <a:pt x="1118605" y="31876"/>
                </a:lnTo>
                <a:lnTo>
                  <a:pt x="113741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08482" y="3420115"/>
            <a:ext cx="9935845" cy="200278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229870" algn="ctr">
              <a:lnSpc>
                <a:spcPct val="100000"/>
              </a:lnSpc>
              <a:spcBef>
                <a:spcPts val="420"/>
              </a:spcBef>
            </a:pPr>
            <a:r>
              <a:rPr sz="1800" spc="-25" dirty="0">
                <a:latin typeface="Calibri"/>
                <a:cs typeface="Calibri"/>
              </a:rPr>
              <a:t>x4</a:t>
            </a:r>
            <a:endParaRPr sz="1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8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110" dirty="0">
                <a:latin typeface="Calibri"/>
                <a:cs typeface="Calibri"/>
              </a:rPr>
              <a:t>I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design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neuron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which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tells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if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top 	</a:t>
            </a:r>
            <a:r>
              <a:rPr sz="2800" dirty="0">
                <a:latin typeface="Calibri"/>
                <a:cs typeface="Calibri"/>
              </a:rPr>
              <a:t>left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box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filled</a:t>
            </a:r>
            <a:endParaRPr sz="2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four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  <a:tab pos="5300980" algn="l"/>
              </a:tabLst>
            </a:pPr>
            <a:r>
              <a:rPr sz="2400" spc="-20" dirty="0">
                <a:latin typeface="Calibri"/>
                <a:cs typeface="Calibri"/>
              </a:rPr>
              <a:t>We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high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30" dirty="0">
                <a:latin typeface="Calibri"/>
                <a:cs typeface="Calibri"/>
              </a:rPr>
              <a:t>if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145" dirty="0">
                <a:latin typeface="Calibri"/>
                <a:cs typeface="Calibri"/>
              </a:rPr>
              <a:t>x1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dark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35" dirty="0">
                <a:latin typeface="Calibri"/>
                <a:cs typeface="Calibri"/>
              </a:rPr>
              <a:t> x2-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light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874130" y="3058541"/>
            <a:ext cx="540385" cy="534670"/>
            <a:chOff x="5874130" y="3058541"/>
            <a:chExt cx="540385" cy="534670"/>
          </a:xfrm>
        </p:grpSpPr>
        <p:sp>
          <p:nvSpPr>
            <p:cNvPr id="26" name="object 26"/>
            <p:cNvSpPr/>
            <p:nvPr/>
          </p:nvSpPr>
          <p:spPr>
            <a:xfrm>
              <a:off x="5880480" y="30648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9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9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8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80480" y="30648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9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9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39358" y="32129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110" dirty="0"/>
              <a:t> </a:t>
            </a:r>
            <a:r>
              <a:rPr dirty="0"/>
              <a:t>do</a:t>
            </a:r>
            <a:r>
              <a:rPr spc="85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spc="85" dirty="0"/>
              <a:t>simple</a:t>
            </a:r>
            <a:r>
              <a:rPr spc="110" dirty="0"/>
              <a:t> </a:t>
            </a:r>
            <a:r>
              <a:rPr spc="6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1091" y="3915536"/>
            <a:ext cx="3646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65430" algn="l"/>
              </a:tabLst>
            </a:pPr>
            <a:r>
              <a:rPr sz="2800" dirty="0">
                <a:latin typeface="Calibri"/>
                <a:cs typeface="Calibri"/>
              </a:rPr>
              <a:t>Recall: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(x</a:t>
            </a:r>
            <a:r>
              <a:rPr sz="1950" spc="-15" baseline="25641" dirty="0">
                <a:latin typeface="Arial"/>
                <a:cs typeface="Arial"/>
              </a:rPr>
              <a:t>●</a:t>
            </a:r>
            <a:r>
              <a:rPr sz="2800" spc="-10" dirty="0">
                <a:latin typeface="Calibri"/>
                <a:cs typeface="Calibri"/>
              </a:rPr>
              <a:t>w+b)=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(z)=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69283" y="4169664"/>
            <a:ext cx="786765" cy="22860"/>
          </a:xfrm>
          <a:custGeom>
            <a:avLst/>
            <a:gdLst/>
            <a:ahLst/>
            <a:cxnLst/>
            <a:rect l="l" t="t" r="r" b="b"/>
            <a:pathLst>
              <a:path w="786764" h="22860">
                <a:moveTo>
                  <a:pt x="786384" y="0"/>
                </a:moveTo>
                <a:lnTo>
                  <a:pt x="0" y="0"/>
                </a:lnTo>
                <a:lnTo>
                  <a:pt x="0" y="22860"/>
                </a:lnTo>
                <a:lnTo>
                  <a:pt x="786384" y="22860"/>
                </a:lnTo>
                <a:lnTo>
                  <a:pt x="786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74209" y="3802760"/>
            <a:ext cx="175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7217" y="4189857"/>
            <a:ext cx="5060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Cambria Math"/>
                <a:cs typeface="Cambria Math"/>
              </a:rPr>
              <a:t>1+𝑒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4041" y="4157853"/>
            <a:ext cx="30543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ambria Math"/>
                <a:cs typeface="Cambria Math"/>
              </a:rPr>
              <a:t>−𝑧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3691" y="4447413"/>
            <a:ext cx="5015865" cy="177101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w1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heavily,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while 	</a:t>
            </a:r>
            <a:r>
              <a:rPr sz="2400" spc="10" dirty="0">
                <a:latin typeface="Calibri"/>
                <a:cs typeface="Calibri"/>
              </a:rPr>
              <a:t>dramatically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lowering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weights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130" dirty="0">
                <a:latin typeface="Calibri"/>
                <a:cs typeface="Calibri"/>
              </a:rPr>
              <a:t>x2-</a:t>
            </a:r>
            <a:r>
              <a:rPr sz="2400" spc="120" dirty="0">
                <a:latin typeface="Calibri"/>
                <a:cs typeface="Calibri"/>
              </a:rPr>
              <a:t>x4</a:t>
            </a:r>
            <a:endParaRPr sz="2400">
              <a:latin typeface="Calibri"/>
              <a:cs typeface="Calibri"/>
            </a:endParaRPr>
          </a:p>
          <a:p>
            <a:pPr marL="240029" marR="325120" indent="-227329" algn="just">
              <a:lnSpc>
                <a:spcPts val="259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5" dirty="0">
                <a:latin typeface="Calibri"/>
                <a:cs typeface="Calibri"/>
              </a:rPr>
              <a:t>We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high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30" dirty="0">
                <a:latin typeface="Calibri"/>
                <a:cs typeface="Calibri"/>
              </a:rPr>
              <a:t>if 	</a:t>
            </a:r>
            <a:r>
              <a:rPr sz="2400" spc="145" dirty="0">
                <a:latin typeface="Calibri"/>
                <a:cs typeface="Calibri"/>
              </a:rPr>
              <a:t>x1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dark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35" dirty="0">
                <a:latin typeface="Calibri"/>
                <a:cs typeface="Calibri"/>
              </a:rPr>
              <a:t> x2-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light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312544" y="1198206"/>
          <a:ext cx="2286000" cy="223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6295263" y="1299844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0" y="835278"/>
                </a:moveTo>
                <a:lnTo>
                  <a:pt x="1322" y="787872"/>
                </a:lnTo>
                <a:lnTo>
                  <a:pt x="5242" y="741161"/>
                </a:lnTo>
                <a:lnTo>
                  <a:pt x="11690" y="695214"/>
                </a:lnTo>
                <a:lnTo>
                  <a:pt x="20594" y="650104"/>
                </a:lnTo>
                <a:lnTo>
                  <a:pt x="31884" y="605899"/>
                </a:lnTo>
                <a:lnTo>
                  <a:pt x="45490" y="562671"/>
                </a:lnTo>
                <a:lnTo>
                  <a:pt x="61341" y="520490"/>
                </a:lnTo>
                <a:lnTo>
                  <a:pt x="79367" y="479427"/>
                </a:lnTo>
                <a:lnTo>
                  <a:pt x="99496" y="439551"/>
                </a:lnTo>
                <a:lnTo>
                  <a:pt x="121659" y="400934"/>
                </a:lnTo>
                <a:lnTo>
                  <a:pt x="145785" y="363645"/>
                </a:lnTo>
                <a:lnTo>
                  <a:pt x="171804" y="327756"/>
                </a:lnTo>
                <a:lnTo>
                  <a:pt x="199644" y="293337"/>
                </a:lnTo>
                <a:lnTo>
                  <a:pt x="229235" y="260457"/>
                </a:lnTo>
                <a:lnTo>
                  <a:pt x="260507" y="229189"/>
                </a:lnTo>
                <a:lnTo>
                  <a:pt x="293389" y="199601"/>
                </a:lnTo>
                <a:lnTo>
                  <a:pt x="327810" y="171765"/>
                </a:lnTo>
                <a:lnTo>
                  <a:pt x="363701" y="145751"/>
                </a:lnTo>
                <a:lnTo>
                  <a:pt x="400990" y="121630"/>
                </a:lnTo>
                <a:lnTo>
                  <a:pt x="439607" y="99471"/>
                </a:lnTo>
                <a:lnTo>
                  <a:pt x="479482" y="79346"/>
                </a:lnTo>
                <a:lnTo>
                  <a:pt x="520543" y="61324"/>
                </a:lnTo>
                <a:lnTo>
                  <a:pt x="562721" y="45477"/>
                </a:lnTo>
                <a:lnTo>
                  <a:pt x="605944" y="31875"/>
                </a:lnTo>
                <a:lnTo>
                  <a:pt x="650143" y="20588"/>
                </a:lnTo>
                <a:lnTo>
                  <a:pt x="695246" y="11686"/>
                </a:lnTo>
                <a:lnTo>
                  <a:pt x="741184" y="5240"/>
                </a:lnTo>
                <a:lnTo>
                  <a:pt x="787885" y="1321"/>
                </a:lnTo>
                <a:lnTo>
                  <a:pt x="835279" y="0"/>
                </a:lnTo>
                <a:lnTo>
                  <a:pt x="882672" y="1321"/>
                </a:lnTo>
                <a:lnTo>
                  <a:pt x="929373" y="5240"/>
                </a:lnTo>
                <a:lnTo>
                  <a:pt x="975311" y="11686"/>
                </a:lnTo>
                <a:lnTo>
                  <a:pt x="1020414" y="20588"/>
                </a:lnTo>
                <a:lnTo>
                  <a:pt x="1064613" y="31875"/>
                </a:lnTo>
                <a:lnTo>
                  <a:pt x="1107836" y="45477"/>
                </a:lnTo>
                <a:lnTo>
                  <a:pt x="1150014" y="61324"/>
                </a:lnTo>
                <a:lnTo>
                  <a:pt x="1191075" y="79346"/>
                </a:lnTo>
                <a:lnTo>
                  <a:pt x="1230950" y="99471"/>
                </a:lnTo>
                <a:lnTo>
                  <a:pt x="1269567" y="121630"/>
                </a:lnTo>
                <a:lnTo>
                  <a:pt x="1306856" y="145751"/>
                </a:lnTo>
                <a:lnTo>
                  <a:pt x="1342747" y="171765"/>
                </a:lnTo>
                <a:lnTo>
                  <a:pt x="1377168" y="199601"/>
                </a:lnTo>
                <a:lnTo>
                  <a:pt x="1410050" y="229189"/>
                </a:lnTo>
                <a:lnTo>
                  <a:pt x="1441322" y="260457"/>
                </a:lnTo>
                <a:lnTo>
                  <a:pt x="1470913" y="293337"/>
                </a:lnTo>
                <a:lnTo>
                  <a:pt x="1498753" y="327756"/>
                </a:lnTo>
                <a:lnTo>
                  <a:pt x="1524772" y="363645"/>
                </a:lnTo>
                <a:lnTo>
                  <a:pt x="1548898" y="400934"/>
                </a:lnTo>
                <a:lnTo>
                  <a:pt x="1571061" y="439551"/>
                </a:lnTo>
                <a:lnTo>
                  <a:pt x="1591190" y="479427"/>
                </a:lnTo>
                <a:lnTo>
                  <a:pt x="1609216" y="520490"/>
                </a:lnTo>
                <a:lnTo>
                  <a:pt x="1625067" y="562671"/>
                </a:lnTo>
                <a:lnTo>
                  <a:pt x="1638673" y="605899"/>
                </a:lnTo>
                <a:lnTo>
                  <a:pt x="1649963" y="650104"/>
                </a:lnTo>
                <a:lnTo>
                  <a:pt x="1658867" y="695214"/>
                </a:lnTo>
                <a:lnTo>
                  <a:pt x="1665315" y="741161"/>
                </a:lnTo>
                <a:lnTo>
                  <a:pt x="1669235" y="787872"/>
                </a:lnTo>
                <a:lnTo>
                  <a:pt x="1670558" y="835278"/>
                </a:lnTo>
                <a:lnTo>
                  <a:pt x="1669235" y="882672"/>
                </a:lnTo>
                <a:lnTo>
                  <a:pt x="1665315" y="929372"/>
                </a:lnTo>
                <a:lnTo>
                  <a:pt x="1658867" y="975307"/>
                </a:lnTo>
                <a:lnTo>
                  <a:pt x="1649963" y="1020408"/>
                </a:lnTo>
                <a:lnTo>
                  <a:pt x="1638673" y="1064603"/>
                </a:lnTo>
                <a:lnTo>
                  <a:pt x="1625067" y="1107822"/>
                </a:lnTo>
                <a:lnTo>
                  <a:pt x="1609216" y="1149995"/>
                </a:lnTo>
                <a:lnTo>
                  <a:pt x="1591190" y="1191052"/>
                </a:lnTo>
                <a:lnTo>
                  <a:pt x="1571061" y="1230921"/>
                </a:lnTo>
                <a:lnTo>
                  <a:pt x="1548898" y="1269532"/>
                </a:lnTo>
                <a:lnTo>
                  <a:pt x="1524772" y="1306815"/>
                </a:lnTo>
                <a:lnTo>
                  <a:pt x="1498753" y="1342699"/>
                </a:lnTo>
                <a:lnTo>
                  <a:pt x="1470913" y="1377115"/>
                </a:lnTo>
                <a:lnTo>
                  <a:pt x="1441322" y="1409990"/>
                </a:lnTo>
                <a:lnTo>
                  <a:pt x="1410050" y="1441255"/>
                </a:lnTo>
                <a:lnTo>
                  <a:pt x="1377168" y="1470840"/>
                </a:lnTo>
                <a:lnTo>
                  <a:pt x="1342747" y="1498674"/>
                </a:lnTo>
                <a:lnTo>
                  <a:pt x="1306856" y="1524686"/>
                </a:lnTo>
                <a:lnTo>
                  <a:pt x="1269567" y="1548805"/>
                </a:lnTo>
                <a:lnTo>
                  <a:pt x="1230950" y="1570963"/>
                </a:lnTo>
                <a:lnTo>
                  <a:pt x="1191075" y="1591087"/>
                </a:lnTo>
                <a:lnTo>
                  <a:pt x="1150014" y="1609107"/>
                </a:lnTo>
                <a:lnTo>
                  <a:pt x="1107836" y="1624954"/>
                </a:lnTo>
                <a:lnTo>
                  <a:pt x="1064613" y="1638556"/>
                </a:lnTo>
                <a:lnTo>
                  <a:pt x="1020414" y="1649843"/>
                </a:lnTo>
                <a:lnTo>
                  <a:pt x="975311" y="1658744"/>
                </a:lnTo>
                <a:lnTo>
                  <a:pt x="929373" y="1665190"/>
                </a:lnTo>
                <a:lnTo>
                  <a:pt x="882672" y="1669109"/>
                </a:lnTo>
                <a:lnTo>
                  <a:pt x="835279" y="1670430"/>
                </a:lnTo>
                <a:lnTo>
                  <a:pt x="787885" y="1669109"/>
                </a:lnTo>
                <a:lnTo>
                  <a:pt x="741184" y="1665190"/>
                </a:lnTo>
                <a:lnTo>
                  <a:pt x="695246" y="1658744"/>
                </a:lnTo>
                <a:lnTo>
                  <a:pt x="650143" y="1649843"/>
                </a:lnTo>
                <a:lnTo>
                  <a:pt x="605944" y="1638556"/>
                </a:lnTo>
                <a:lnTo>
                  <a:pt x="562721" y="1624954"/>
                </a:lnTo>
                <a:lnTo>
                  <a:pt x="520543" y="1609107"/>
                </a:lnTo>
                <a:lnTo>
                  <a:pt x="479482" y="1591087"/>
                </a:lnTo>
                <a:lnTo>
                  <a:pt x="439607" y="1570963"/>
                </a:lnTo>
                <a:lnTo>
                  <a:pt x="400990" y="1548805"/>
                </a:lnTo>
                <a:lnTo>
                  <a:pt x="363701" y="1524686"/>
                </a:lnTo>
                <a:lnTo>
                  <a:pt x="327810" y="1498674"/>
                </a:lnTo>
                <a:lnTo>
                  <a:pt x="293389" y="1470840"/>
                </a:lnTo>
                <a:lnTo>
                  <a:pt x="260507" y="1441255"/>
                </a:lnTo>
                <a:lnTo>
                  <a:pt x="229235" y="1409990"/>
                </a:lnTo>
                <a:lnTo>
                  <a:pt x="199644" y="1377115"/>
                </a:lnTo>
                <a:lnTo>
                  <a:pt x="171804" y="1342699"/>
                </a:lnTo>
                <a:lnTo>
                  <a:pt x="145785" y="1306815"/>
                </a:lnTo>
                <a:lnTo>
                  <a:pt x="121659" y="1269532"/>
                </a:lnTo>
                <a:lnTo>
                  <a:pt x="99496" y="1230921"/>
                </a:lnTo>
                <a:lnTo>
                  <a:pt x="79367" y="1191052"/>
                </a:lnTo>
                <a:lnTo>
                  <a:pt x="61341" y="1149995"/>
                </a:lnTo>
                <a:lnTo>
                  <a:pt x="45490" y="1107822"/>
                </a:lnTo>
                <a:lnTo>
                  <a:pt x="31884" y="1064603"/>
                </a:lnTo>
                <a:lnTo>
                  <a:pt x="20594" y="1020408"/>
                </a:lnTo>
                <a:lnTo>
                  <a:pt x="11690" y="975307"/>
                </a:lnTo>
                <a:lnTo>
                  <a:pt x="5242" y="929372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68210" y="1970278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86300" y="1121028"/>
            <a:ext cx="4897755" cy="1757680"/>
          </a:xfrm>
          <a:custGeom>
            <a:avLst/>
            <a:gdLst/>
            <a:ahLst/>
            <a:cxnLst/>
            <a:rect l="l" t="t" r="r" b="b"/>
            <a:pathLst>
              <a:path w="4897755" h="1757680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757680">
                <a:moveTo>
                  <a:pt x="1737995" y="524637"/>
                </a:moveTo>
                <a:lnTo>
                  <a:pt x="1720227" y="505841"/>
                </a:lnTo>
                <a:lnTo>
                  <a:pt x="1679448" y="462661"/>
                </a:lnTo>
                <a:lnTo>
                  <a:pt x="1667433" y="495541"/>
                </a:lnTo>
                <a:lnTo>
                  <a:pt x="308864" y="0"/>
                </a:lnTo>
                <a:lnTo>
                  <a:pt x="306705" y="5842"/>
                </a:lnTo>
                <a:lnTo>
                  <a:pt x="1665262" y="501510"/>
                </a:lnTo>
                <a:lnTo>
                  <a:pt x="1653286" y="534289"/>
                </a:lnTo>
                <a:lnTo>
                  <a:pt x="1737995" y="524637"/>
                </a:lnTo>
                <a:close/>
              </a:path>
              <a:path w="4897755" h="1757680">
                <a:moveTo>
                  <a:pt x="1749679" y="1540129"/>
                </a:moveTo>
                <a:lnTo>
                  <a:pt x="1668907" y="1512951"/>
                </a:lnTo>
                <a:lnTo>
                  <a:pt x="1673720" y="1547482"/>
                </a:lnTo>
                <a:lnTo>
                  <a:pt x="219329" y="1750822"/>
                </a:lnTo>
                <a:lnTo>
                  <a:pt x="220218" y="1757172"/>
                </a:lnTo>
                <a:lnTo>
                  <a:pt x="1674609" y="1553832"/>
                </a:lnTo>
                <a:lnTo>
                  <a:pt x="1679448" y="1588389"/>
                </a:lnTo>
                <a:lnTo>
                  <a:pt x="1741538" y="1545717"/>
                </a:lnTo>
                <a:lnTo>
                  <a:pt x="1749679" y="1540129"/>
                </a:lnTo>
                <a:close/>
              </a:path>
              <a:path w="4897755" h="1757680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665" y="1010920"/>
                </a:lnTo>
                <a:lnTo>
                  <a:pt x="3288665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46194" y="1915490"/>
            <a:ext cx="240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7041" y="2808478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7250" y="874521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52026" y="1808479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65750" y="1059433"/>
            <a:ext cx="540385" cy="534670"/>
            <a:chOff x="5365750" y="1059433"/>
            <a:chExt cx="540385" cy="534670"/>
          </a:xfrm>
        </p:grpSpPr>
        <p:sp>
          <p:nvSpPr>
            <p:cNvPr id="18" name="object 18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530977" y="1213484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31840" y="1844675"/>
            <a:ext cx="540385" cy="534670"/>
            <a:chOff x="5331840" y="1844675"/>
            <a:chExt cx="540385" cy="534670"/>
          </a:xfrm>
        </p:grpSpPr>
        <p:sp>
          <p:nvSpPr>
            <p:cNvPr id="22" name="object 22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9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9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9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9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97195" y="199897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70321" y="2525141"/>
            <a:ext cx="540385" cy="534670"/>
            <a:chOff x="5370321" y="2525141"/>
            <a:chExt cx="540385" cy="534670"/>
          </a:xfrm>
        </p:grpSpPr>
        <p:sp>
          <p:nvSpPr>
            <p:cNvPr id="26" name="object 26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8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7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7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8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35548" y="26795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619496" y="2891535"/>
            <a:ext cx="1137920" cy="738505"/>
            <a:chOff x="5619496" y="2891535"/>
            <a:chExt cx="1137920" cy="738505"/>
          </a:xfrm>
        </p:grpSpPr>
        <p:sp>
          <p:nvSpPr>
            <p:cNvPr id="30" name="object 30"/>
            <p:cNvSpPr/>
            <p:nvPr/>
          </p:nvSpPr>
          <p:spPr>
            <a:xfrm>
              <a:off x="5619496" y="2891535"/>
              <a:ext cx="1137920" cy="738505"/>
            </a:xfrm>
            <a:custGeom>
              <a:avLst/>
              <a:gdLst/>
              <a:ahLst/>
              <a:cxnLst/>
              <a:rect l="l" t="t" r="r" b="b"/>
              <a:pathLst>
                <a:path w="1137920" h="738504">
                  <a:moveTo>
                    <a:pt x="1137412" y="0"/>
                  </a:moveTo>
                  <a:lnTo>
                    <a:pt x="1052703" y="9398"/>
                  </a:lnTo>
                  <a:lnTo>
                    <a:pt x="1071714" y="38811"/>
                  </a:lnTo>
                  <a:lnTo>
                    <a:pt x="724166" y="263829"/>
                  </a:lnTo>
                  <a:lnTo>
                    <a:pt x="694702" y="234683"/>
                  </a:lnTo>
                  <a:lnTo>
                    <a:pt x="657885" y="208953"/>
                  </a:lnTo>
                  <a:lnTo>
                    <a:pt x="616788" y="189674"/>
                  </a:lnTo>
                  <a:lnTo>
                    <a:pt x="572173" y="177558"/>
                  </a:lnTo>
                  <a:lnTo>
                    <a:pt x="524764" y="173355"/>
                  </a:lnTo>
                  <a:lnTo>
                    <a:pt x="477342" y="177558"/>
                  </a:lnTo>
                  <a:lnTo>
                    <a:pt x="432727" y="189674"/>
                  </a:lnTo>
                  <a:lnTo>
                    <a:pt x="391629" y="208953"/>
                  </a:lnTo>
                  <a:lnTo>
                    <a:pt x="354812" y="234683"/>
                  </a:lnTo>
                  <a:lnTo>
                    <a:pt x="323024" y="266115"/>
                  </a:lnTo>
                  <a:lnTo>
                    <a:pt x="296989" y="302526"/>
                  </a:lnTo>
                  <a:lnTo>
                    <a:pt x="277482" y="343166"/>
                  </a:lnTo>
                  <a:lnTo>
                    <a:pt x="265226" y="387311"/>
                  </a:lnTo>
                  <a:lnTo>
                    <a:pt x="260985" y="434213"/>
                  </a:lnTo>
                  <a:lnTo>
                    <a:pt x="265226" y="481088"/>
                  </a:lnTo>
                  <a:lnTo>
                    <a:pt x="277482" y="525208"/>
                  </a:lnTo>
                  <a:lnTo>
                    <a:pt x="287667" y="546430"/>
                  </a:lnTo>
                  <a:lnTo>
                    <a:pt x="0" y="732663"/>
                  </a:lnTo>
                  <a:lnTo>
                    <a:pt x="3429" y="737997"/>
                  </a:lnTo>
                  <a:lnTo>
                    <a:pt x="290436" y="552183"/>
                  </a:lnTo>
                  <a:lnTo>
                    <a:pt x="296989" y="565823"/>
                  </a:lnTo>
                  <a:lnTo>
                    <a:pt x="323024" y="602208"/>
                  </a:lnTo>
                  <a:lnTo>
                    <a:pt x="354812" y="633641"/>
                  </a:lnTo>
                  <a:lnTo>
                    <a:pt x="391629" y="659358"/>
                  </a:lnTo>
                  <a:lnTo>
                    <a:pt x="432727" y="678637"/>
                  </a:lnTo>
                  <a:lnTo>
                    <a:pt x="477342" y="690753"/>
                  </a:lnTo>
                  <a:lnTo>
                    <a:pt x="524764" y="694944"/>
                  </a:lnTo>
                  <a:lnTo>
                    <a:pt x="572173" y="690753"/>
                  </a:lnTo>
                  <a:lnTo>
                    <a:pt x="616788" y="678637"/>
                  </a:lnTo>
                  <a:lnTo>
                    <a:pt x="657885" y="659358"/>
                  </a:lnTo>
                  <a:lnTo>
                    <a:pt x="694702" y="633641"/>
                  </a:lnTo>
                  <a:lnTo>
                    <a:pt x="726490" y="602208"/>
                  </a:lnTo>
                  <a:lnTo>
                    <a:pt x="752525" y="565823"/>
                  </a:lnTo>
                  <a:lnTo>
                    <a:pt x="772033" y="525208"/>
                  </a:lnTo>
                  <a:lnTo>
                    <a:pt x="784288" y="481088"/>
                  </a:lnTo>
                  <a:lnTo>
                    <a:pt x="788543" y="434213"/>
                  </a:lnTo>
                  <a:lnTo>
                    <a:pt x="784288" y="387311"/>
                  </a:lnTo>
                  <a:lnTo>
                    <a:pt x="772033" y="343166"/>
                  </a:lnTo>
                  <a:lnTo>
                    <a:pt x="752525" y="302526"/>
                  </a:lnTo>
                  <a:lnTo>
                    <a:pt x="728319" y="268681"/>
                  </a:lnTo>
                  <a:lnTo>
                    <a:pt x="1075156" y="44132"/>
                  </a:lnTo>
                  <a:lnTo>
                    <a:pt x="1094105" y="73406"/>
                  </a:lnTo>
                  <a:lnTo>
                    <a:pt x="1118603" y="31877"/>
                  </a:lnTo>
                  <a:lnTo>
                    <a:pt x="11374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80481" y="3064890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9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9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337175" y="3460750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39358" y="32129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572" y="4241090"/>
            <a:ext cx="2878734" cy="190214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Back</a:t>
            </a:r>
            <a:r>
              <a:rPr spc="50" dirty="0"/>
              <a:t> </a:t>
            </a:r>
            <a:r>
              <a:rPr dirty="0"/>
              <a:t>to</a:t>
            </a:r>
            <a:r>
              <a:rPr spc="160" dirty="0"/>
              <a:t> </a:t>
            </a:r>
            <a:r>
              <a:rPr dirty="0"/>
              <a:t>the</a:t>
            </a:r>
            <a:r>
              <a:rPr spc="135" dirty="0"/>
              <a:t> </a:t>
            </a:r>
            <a:r>
              <a:rPr spc="50" dirty="0"/>
              <a:t>task</a:t>
            </a:r>
            <a:r>
              <a:rPr spc="60" dirty="0"/>
              <a:t> </a:t>
            </a:r>
            <a:r>
              <a:rPr dirty="0"/>
              <a:t>at</a:t>
            </a:r>
            <a:r>
              <a:rPr spc="160" dirty="0"/>
              <a:t> </a:t>
            </a:r>
            <a:r>
              <a:rPr spc="-20" dirty="0"/>
              <a:t>hand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691" y="4566666"/>
            <a:ext cx="487489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pixels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which 	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heavily,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while 	</a:t>
            </a: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 	</a:t>
            </a:r>
            <a:r>
              <a:rPr sz="2400" spc="70" dirty="0">
                <a:latin typeface="Calibri"/>
                <a:cs typeface="Calibri"/>
              </a:rPr>
              <a:t>pixels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5263" y="1299844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0" y="835278"/>
                </a:moveTo>
                <a:lnTo>
                  <a:pt x="1322" y="787872"/>
                </a:lnTo>
                <a:lnTo>
                  <a:pt x="5242" y="741161"/>
                </a:lnTo>
                <a:lnTo>
                  <a:pt x="11690" y="695214"/>
                </a:lnTo>
                <a:lnTo>
                  <a:pt x="20594" y="650104"/>
                </a:lnTo>
                <a:lnTo>
                  <a:pt x="31884" y="605899"/>
                </a:lnTo>
                <a:lnTo>
                  <a:pt x="45490" y="562671"/>
                </a:lnTo>
                <a:lnTo>
                  <a:pt x="61341" y="520490"/>
                </a:lnTo>
                <a:lnTo>
                  <a:pt x="79367" y="479427"/>
                </a:lnTo>
                <a:lnTo>
                  <a:pt x="99496" y="439551"/>
                </a:lnTo>
                <a:lnTo>
                  <a:pt x="121659" y="400934"/>
                </a:lnTo>
                <a:lnTo>
                  <a:pt x="145785" y="363645"/>
                </a:lnTo>
                <a:lnTo>
                  <a:pt x="171804" y="327756"/>
                </a:lnTo>
                <a:lnTo>
                  <a:pt x="199644" y="293337"/>
                </a:lnTo>
                <a:lnTo>
                  <a:pt x="229235" y="260457"/>
                </a:lnTo>
                <a:lnTo>
                  <a:pt x="260507" y="229189"/>
                </a:lnTo>
                <a:lnTo>
                  <a:pt x="293389" y="199601"/>
                </a:lnTo>
                <a:lnTo>
                  <a:pt x="327810" y="171765"/>
                </a:lnTo>
                <a:lnTo>
                  <a:pt x="363701" y="145751"/>
                </a:lnTo>
                <a:lnTo>
                  <a:pt x="400990" y="121630"/>
                </a:lnTo>
                <a:lnTo>
                  <a:pt x="439607" y="99471"/>
                </a:lnTo>
                <a:lnTo>
                  <a:pt x="479482" y="79346"/>
                </a:lnTo>
                <a:lnTo>
                  <a:pt x="520543" y="61324"/>
                </a:lnTo>
                <a:lnTo>
                  <a:pt x="562721" y="45477"/>
                </a:lnTo>
                <a:lnTo>
                  <a:pt x="605944" y="31875"/>
                </a:lnTo>
                <a:lnTo>
                  <a:pt x="650143" y="20588"/>
                </a:lnTo>
                <a:lnTo>
                  <a:pt x="695246" y="11686"/>
                </a:lnTo>
                <a:lnTo>
                  <a:pt x="741184" y="5240"/>
                </a:lnTo>
                <a:lnTo>
                  <a:pt x="787885" y="1321"/>
                </a:lnTo>
                <a:lnTo>
                  <a:pt x="835279" y="0"/>
                </a:lnTo>
                <a:lnTo>
                  <a:pt x="882672" y="1321"/>
                </a:lnTo>
                <a:lnTo>
                  <a:pt x="929373" y="5240"/>
                </a:lnTo>
                <a:lnTo>
                  <a:pt x="975311" y="11686"/>
                </a:lnTo>
                <a:lnTo>
                  <a:pt x="1020414" y="20588"/>
                </a:lnTo>
                <a:lnTo>
                  <a:pt x="1064613" y="31875"/>
                </a:lnTo>
                <a:lnTo>
                  <a:pt x="1107836" y="45477"/>
                </a:lnTo>
                <a:lnTo>
                  <a:pt x="1150014" y="61324"/>
                </a:lnTo>
                <a:lnTo>
                  <a:pt x="1191075" y="79346"/>
                </a:lnTo>
                <a:lnTo>
                  <a:pt x="1230950" y="99471"/>
                </a:lnTo>
                <a:lnTo>
                  <a:pt x="1269567" y="121630"/>
                </a:lnTo>
                <a:lnTo>
                  <a:pt x="1306856" y="145751"/>
                </a:lnTo>
                <a:lnTo>
                  <a:pt x="1342747" y="171765"/>
                </a:lnTo>
                <a:lnTo>
                  <a:pt x="1377168" y="199601"/>
                </a:lnTo>
                <a:lnTo>
                  <a:pt x="1410050" y="229189"/>
                </a:lnTo>
                <a:lnTo>
                  <a:pt x="1441322" y="260457"/>
                </a:lnTo>
                <a:lnTo>
                  <a:pt x="1470913" y="293337"/>
                </a:lnTo>
                <a:lnTo>
                  <a:pt x="1498753" y="327756"/>
                </a:lnTo>
                <a:lnTo>
                  <a:pt x="1524772" y="363645"/>
                </a:lnTo>
                <a:lnTo>
                  <a:pt x="1548898" y="400934"/>
                </a:lnTo>
                <a:lnTo>
                  <a:pt x="1571061" y="439551"/>
                </a:lnTo>
                <a:lnTo>
                  <a:pt x="1591190" y="479427"/>
                </a:lnTo>
                <a:lnTo>
                  <a:pt x="1609216" y="520490"/>
                </a:lnTo>
                <a:lnTo>
                  <a:pt x="1625067" y="562671"/>
                </a:lnTo>
                <a:lnTo>
                  <a:pt x="1638673" y="605899"/>
                </a:lnTo>
                <a:lnTo>
                  <a:pt x="1649963" y="650104"/>
                </a:lnTo>
                <a:lnTo>
                  <a:pt x="1658867" y="695214"/>
                </a:lnTo>
                <a:lnTo>
                  <a:pt x="1665315" y="741161"/>
                </a:lnTo>
                <a:lnTo>
                  <a:pt x="1669235" y="787872"/>
                </a:lnTo>
                <a:lnTo>
                  <a:pt x="1670558" y="835278"/>
                </a:lnTo>
                <a:lnTo>
                  <a:pt x="1669235" y="882672"/>
                </a:lnTo>
                <a:lnTo>
                  <a:pt x="1665315" y="929372"/>
                </a:lnTo>
                <a:lnTo>
                  <a:pt x="1658867" y="975307"/>
                </a:lnTo>
                <a:lnTo>
                  <a:pt x="1649963" y="1020408"/>
                </a:lnTo>
                <a:lnTo>
                  <a:pt x="1638673" y="1064603"/>
                </a:lnTo>
                <a:lnTo>
                  <a:pt x="1625067" y="1107822"/>
                </a:lnTo>
                <a:lnTo>
                  <a:pt x="1609216" y="1149995"/>
                </a:lnTo>
                <a:lnTo>
                  <a:pt x="1591190" y="1191052"/>
                </a:lnTo>
                <a:lnTo>
                  <a:pt x="1571061" y="1230921"/>
                </a:lnTo>
                <a:lnTo>
                  <a:pt x="1548898" y="1269532"/>
                </a:lnTo>
                <a:lnTo>
                  <a:pt x="1524772" y="1306815"/>
                </a:lnTo>
                <a:lnTo>
                  <a:pt x="1498753" y="1342699"/>
                </a:lnTo>
                <a:lnTo>
                  <a:pt x="1470913" y="1377115"/>
                </a:lnTo>
                <a:lnTo>
                  <a:pt x="1441322" y="1409990"/>
                </a:lnTo>
                <a:lnTo>
                  <a:pt x="1410050" y="1441255"/>
                </a:lnTo>
                <a:lnTo>
                  <a:pt x="1377168" y="1470840"/>
                </a:lnTo>
                <a:lnTo>
                  <a:pt x="1342747" y="1498674"/>
                </a:lnTo>
                <a:lnTo>
                  <a:pt x="1306856" y="1524686"/>
                </a:lnTo>
                <a:lnTo>
                  <a:pt x="1269567" y="1548805"/>
                </a:lnTo>
                <a:lnTo>
                  <a:pt x="1230950" y="1570963"/>
                </a:lnTo>
                <a:lnTo>
                  <a:pt x="1191075" y="1591087"/>
                </a:lnTo>
                <a:lnTo>
                  <a:pt x="1150014" y="1609107"/>
                </a:lnTo>
                <a:lnTo>
                  <a:pt x="1107836" y="1624954"/>
                </a:lnTo>
                <a:lnTo>
                  <a:pt x="1064613" y="1638556"/>
                </a:lnTo>
                <a:lnTo>
                  <a:pt x="1020414" y="1649843"/>
                </a:lnTo>
                <a:lnTo>
                  <a:pt x="975311" y="1658744"/>
                </a:lnTo>
                <a:lnTo>
                  <a:pt x="929373" y="1665190"/>
                </a:lnTo>
                <a:lnTo>
                  <a:pt x="882672" y="1669109"/>
                </a:lnTo>
                <a:lnTo>
                  <a:pt x="835279" y="1670430"/>
                </a:lnTo>
                <a:lnTo>
                  <a:pt x="787885" y="1669109"/>
                </a:lnTo>
                <a:lnTo>
                  <a:pt x="741184" y="1665190"/>
                </a:lnTo>
                <a:lnTo>
                  <a:pt x="695246" y="1658744"/>
                </a:lnTo>
                <a:lnTo>
                  <a:pt x="650143" y="1649843"/>
                </a:lnTo>
                <a:lnTo>
                  <a:pt x="605944" y="1638556"/>
                </a:lnTo>
                <a:lnTo>
                  <a:pt x="562721" y="1624954"/>
                </a:lnTo>
                <a:lnTo>
                  <a:pt x="520543" y="1609107"/>
                </a:lnTo>
                <a:lnTo>
                  <a:pt x="479482" y="1591087"/>
                </a:lnTo>
                <a:lnTo>
                  <a:pt x="439607" y="1570963"/>
                </a:lnTo>
                <a:lnTo>
                  <a:pt x="400990" y="1548805"/>
                </a:lnTo>
                <a:lnTo>
                  <a:pt x="363701" y="1524686"/>
                </a:lnTo>
                <a:lnTo>
                  <a:pt x="327810" y="1498674"/>
                </a:lnTo>
                <a:lnTo>
                  <a:pt x="293389" y="1470840"/>
                </a:lnTo>
                <a:lnTo>
                  <a:pt x="260507" y="1441255"/>
                </a:lnTo>
                <a:lnTo>
                  <a:pt x="229235" y="1409990"/>
                </a:lnTo>
                <a:lnTo>
                  <a:pt x="199644" y="1377115"/>
                </a:lnTo>
                <a:lnTo>
                  <a:pt x="171804" y="1342699"/>
                </a:lnTo>
                <a:lnTo>
                  <a:pt x="145785" y="1306815"/>
                </a:lnTo>
                <a:lnTo>
                  <a:pt x="121659" y="1269532"/>
                </a:lnTo>
                <a:lnTo>
                  <a:pt x="99496" y="1230921"/>
                </a:lnTo>
                <a:lnTo>
                  <a:pt x="79367" y="1191052"/>
                </a:lnTo>
                <a:lnTo>
                  <a:pt x="61341" y="1149995"/>
                </a:lnTo>
                <a:lnTo>
                  <a:pt x="45490" y="1107822"/>
                </a:lnTo>
                <a:lnTo>
                  <a:pt x="31884" y="1064603"/>
                </a:lnTo>
                <a:lnTo>
                  <a:pt x="20594" y="1020408"/>
                </a:lnTo>
                <a:lnTo>
                  <a:pt x="11690" y="975307"/>
                </a:lnTo>
                <a:lnTo>
                  <a:pt x="5242" y="929372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68210" y="1970278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6300" y="1121028"/>
            <a:ext cx="4897755" cy="1757680"/>
          </a:xfrm>
          <a:custGeom>
            <a:avLst/>
            <a:gdLst/>
            <a:ahLst/>
            <a:cxnLst/>
            <a:rect l="l" t="t" r="r" b="b"/>
            <a:pathLst>
              <a:path w="4897755" h="1757680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757680">
                <a:moveTo>
                  <a:pt x="1737995" y="524637"/>
                </a:moveTo>
                <a:lnTo>
                  <a:pt x="1720227" y="505841"/>
                </a:lnTo>
                <a:lnTo>
                  <a:pt x="1679448" y="462661"/>
                </a:lnTo>
                <a:lnTo>
                  <a:pt x="1667433" y="495541"/>
                </a:lnTo>
                <a:lnTo>
                  <a:pt x="308864" y="0"/>
                </a:lnTo>
                <a:lnTo>
                  <a:pt x="306705" y="5842"/>
                </a:lnTo>
                <a:lnTo>
                  <a:pt x="1665262" y="501510"/>
                </a:lnTo>
                <a:lnTo>
                  <a:pt x="1653286" y="534289"/>
                </a:lnTo>
                <a:lnTo>
                  <a:pt x="1737995" y="524637"/>
                </a:lnTo>
                <a:close/>
              </a:path>
              <a:path w="4897755" h="1757680">
                <a:moveTo>
                  <a:pt x="1749679" y="1540129"/>
                </a:moveTo>
                <a:lnTo>
                  <a:pt x="1668907" y="1512951"/>
                </a:lnTo>
                <a:lnTo>
                  <a:pt x="1673720" y="1547482"/>
                </a:lnTo>
                <a:lnTo>
                  <a:pt x="219329" y="1750822"/>
                </a:lnTo>
                <a:lnTo>
                  <a:pt x="220218" y="1757172"/>
                </a:lnTo>
                <a:lnTo>
                  <a:pt x="1674609" y="1553832"/>
                </a:lnTo>
                <a:lnTo>
                  <a:pt x="1679448" y="1588389"/>
                </a:lnTo>
                <a:lnTo>
                  <a:pt x="1741538" y="1545717"/>
                </a:lnTo>
                <a:lnTo>
                  <a:pt x="1749679" y="1540129"/>
                </a:lnTo>
                <a:close/>
              </a:path>
              <a:path w="4897755" h="1757680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665" y="1010920"/>
                </a:lnTo>
                <a:lnTo>
                  <a:pt x="3288665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46194" y="1915490"/>
            <a:ext cx="240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7041" y="2808478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7250" y="874521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2026" y="1808479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65750" y="1059433"/>
            <a:ext cx="540385" cy="534670"/>
            <a:chOff x="5365750" y="1059433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30977" y="1213484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31840" y="1844675"/>
            <a:ext cx="540385" cy="534670"/>
            <a:chOff x="5331840" y="1844675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9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9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9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9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97195" y="199897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70321" y="2525141"/>
            <a:ext cx="540385" cy="534670"/>
            <a:chOff x="5370321" y="2525141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8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7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7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8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35548" y="26795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19496" y="2891535"/>
            <a:ext cx="1137920" cy="738505"/>
            <a:chOff x="5619496" y="2891535"/>
            <a:chExt cx="1137920" cy="738505"/>
          </a:xfrm>
        </p:grpSpPr>
        <p:sp>
          <p:nvSpPr>
            <p:cNvPr id="24" name="object 24"/>
            <p:cNvSpPr/>
            <p:nvPr/>
          </p:nvSpPr>
          <p:spPr>
            <a:xfrm>
              <a:off x="5619496" y="2891535"/>
              <a:ext cx="1137920" cy="738505"/>
            </a:xfrm>
            <a:custGeom>
              <a:avLst/>
              <a:gdLst/>
              <a:ahLst/>
              <a:cxnLst/>
              <a:rect l="l" t="t" r="r" b="b"/>
              <a:pathLst>
                <a:path w="1137920" h="738504">
                  <a:moveTo>
                    <a:pt x="1137412" y="0"/>
                  </a:moveTo>
                  <a:lnTo>
                    <a:pt x="1052703" y="9398"/>
                  </a:lnTo>
                  <a:lnTo>
                    <a:pt x="1071714" y="38811"/>
                  </a:lnTo>
                  <a:lnTo>
                    <a:pt x="724166" y="263829"/>
                  </a:lnTo>
                  <a:lnTo>
                    <a:pt x="694702" y="234683"/>
                  </a:lnTo>
                  <a:lnTo>
                    <a:pt x="657885" y="208953"/>
                  </a:lnTo>
                  <a:lnTo>
                    <a:pt x="616788" y="189674"/>
                  </a:lnTo>
                  <a:lnTo>
                    <a:pt x="572173" y="177558"/>
                  </a:lnTo>
                  <a:lnTo>
                    <a:pt x="524764" y="173355"/>
                  </a:lnTo>
                  <a:lnTo>
                    <a:pt x="477342" y="177558"/>
                  </a:lnTo>
                  <a:lnTo>
                    <a:pt x="432727" y="189674"/>
                  </a:lnTo>
                  <a:lnTo>
                    <a:pt x="391629" y="208953"/>
                  </a:lnTo>
                  <a:lnTo>
                    <a:pt x="354812" y="234683"/>
                  </a:lnTo>
                  <a:lnTo>
                    <a:pt x="323024" y="266115"/>
                  </a:lnTo>
                  <a:lnTo>
                    <a:pt x="296989" y="302526"/>
                  </a:lnTo>
                  <a:lnTo>
                    <a:pt x="277482" y="343166"/>
                  </a:lnTo>
                  <a:lnTo>
                    <a:pt x="265226" y="387311"/>
                  </a:lnTo>
                  <a:lnTo>
                    <a:pt x="260985" y="434213"/>
                  </a:lnTo>
                  <a:lnTo>
                    <a:pt x="265226" y="481088"/>
                  </a:lnTo>
                  <a:lnTo>
                    <a:pt x="277482" y="525208"/>
                  </a:lnTo>
                  <a:lnTo>
                    <a:pt x="287667" y="546430"/>
                  </a:lnTo>
                  <a:lnTo>
                    <a:pt x="0" y="732663"/>
                  </a:lnTo>
                  <a:lnTo>
                    <a:pt x="3429" y="737997"/>
                  </a:lnTo>
                  <a:lnTo>
                    <a:pt x="290436" y="552183"/>
                  </a:lnTo>
                  <a:lnTo>
                    <a:pt x="296989" y="565823"/>
                  </a:lnTo>
                  <a:lnTo>
                    <a:pt x="323024" y="602208"/>
                  </a:lnTo>
                  <a:lnTo>
                    <a:pt x="354812" y="633641"/>
                  </a:lnTo>
                  <a:lnTo>
                    <a:pt x="391629" y="659358"/>
                  </a:lnTo>
                  <a:lnTo>
                    <a:pt x="432727" y="678637"/>
                  </a:lnTo>
                  <a:lnTo>
                    <a:pt x="477342" y="690753"/>
                  </a:lnTo>
                  <a:lnTo>
                    <a:pt x="524764" y="694944"/>
                  </a:lnTo>
                  <a:lnTo>
                    <a:pt x="572173" y="690753"/>
                  </a:lnTo>
                  <a:lnTo>
                    <a:pt x="616788" y="678637"/>
                  </a:lnTo>
                  <a:lnTo>
                    <a:pt x="657885" y="659358"/>
                  </a:lnTo>
                  <a:lnTo>
                    <a:pt x="694702" y="633641"/>
                  </a:lnTo>
                  <a:lnTo>
                    <a:pt x="726490" y="602208"/>
                  </a:lnTo>
                  <a:lnTo>
                    <a:pt x="752525" y="565823"/>
                  </a:lnTo>
                  <a:lnTo>
                    <a:pt x="772033" y="525208"/>
                  </a:lnTo>
                  <a:lnTo>
                    <a:pt x="784288" y="481088"/>
                  </a:lnTo>
                  <a:lnTo>
                    <a:pt x="788543" y="434213"/>
                  </a:lnTo>
                  <a:lnTo>
                    <a:pt x="784288" y="387311"/>
                  </a:lnTo>
                  <a:lnTo>
                    <a:pt x="772033" y="343166"/>
                  </a:lnTo>
                  <a:lnTo>
                    <a:pt x="752525" y="302526"/>
                  </a:lnTo>
                  <a:lnTo>
                    <a:pt x="728319" y="268681"/>
                  </a:lnTo>
                  <a:lnTo>
                    <a:pt x="1075156" y="44132"/>
                  </a:lnTo>
                  <a:lnTo>
                    <a:pt x="1094105" y="73406"/>
                  </a:lnTo>
                  <a:lnTo>
                    <a:pt x="1118603" y="31877"/>
                  </a:lnTo>
                  <a:lnTo>
                    <a:pt x="11374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80481" y="3064890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9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9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37175" y="3460750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39358" y="32129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572" y="4241090"/>
            <a:ext cx="2878734" cy="190214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705" y="1063932"/>
            <a:ext cx="3098677" cy="309869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50" dirty="0"/>
              <a:t>hidden</a:t>
            </a:r>
            <a:r>
              <a:rPr sz="2900" spc="220" dirty="0"/>
              <a:t> </a:t>
            </a:r>
            <a:r>
              <a:rPr sz="2900" dirty="0"/>
              <a:t>layer</a:t>
            </a:r>
            <a:r>
              <a:rPr sz="2900" spc="220" dirty="0"/>
              <a:t> </a:t>
            </a:r>
            <a:r>
              <a:rPr sz="2900" dirty="0"/>
              <a:t>neurons</a:t>
            </a:r>
            <a:r>
              <a:rPr sz="2900" spc="220" dirty="0"/>
              <a:t> </a:t>
            </a:r>
            <a:r>
              <a:rPr sz="2900" spc="50" dirty="0"/>
              <a:t>could</a:t>
            </a:r>
            <a:r>
              <a:rPr sz="2900" spc="220" dirty="0"/>
              <a:t> </a:t>
            </a:r>
            <a:r>
              <a:rPr sz="2900" dirty="0"/>
              <a:t>then</a:t>
            </a:r>
            <a:r>
              <a:rPr sz="2900" spc="225" dirty="0"/>
              <a:t> </a:t>
            </a:r>
            <a:r>
              <a:rPr sz="2900" dirty="0"/>
              <a:t>be</a:t>
            </a:r>
            <a:r>
              <a:rPr sz="2900" spc="220" dirty="0"/>
              <a:t> </a:t>
            </a:r>
            <a:r>
              <a:rPr sz="2900" spc="50" dirty="0"/>
              <a:t>detecting</a:t>
            </a:r>
            <a:r>
              <a:rPr sz="2900" spc="235" dirty="0"/>
              <a:t> </a:t>
            </a: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75" dirty="0"/>
              <a:t>images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974852" y="3382883"/>
            <a:ext cx="9013825" cy="80962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60" dirty="0">
                <a:latin typeface="Calibri"/>
                <a:cs typeface="Calibri"/>
              </a:rPr>
              <a:t>Then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2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3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detecting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09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Together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images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zero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0196" y="823223"/>
            <a:ext cx="3124901" cy="16372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2129" y="1214374"/>
            <a:ext cx="6019800" cy="1790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298" y="1230107"/>
            <a:ext cx="1780786" cy="17856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73194" y="4653813"/>
            <a:ext cx="1915896" cy="191587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52550" y="853185"/>
            <a:ext cx="6289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9600" algn="l"/>
                <a:tab pos="4144645" algn="l"/>
                <a:tab pos="6012180" algn="l"/>
              </a:tabLst>
            </a:pPr>
            <a:r>
              <a:rPr sz="1800" spc="-25" dirty="0">
                <a:latin typeface="Calibri"/>
                <a:cs typeface="Calibri"/>
              </a:rPr>
              <a:t>N1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N2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N3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N4</a:t>
            </a:r>
            <a:endParaRPr sz="2700" baseline="3086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50" dirty="0"/>
              <a:t>hidden</a:t>
            </a:r>
            <a:r>
              <a:rPr sz="2900" spc="220" dirty="0"/>
              <a:t> </a:t>
            </a:r>
            <a:r>
              <a:rPr sz="2900" dirty="0"/>
              <a:t>layer</a:t>
            </a:r>
            <a:r>
              <a:rPr sz="2900" spc="220" dirty="0"/>
              <a:t> </a:t>
            </a:r>
            <a:r>
              <a:rPr sz="2900" dirty="0"/>
              <a:t>neurons</a:t>
            </a:r>
            <a:r>
              <a:rPr sz="2900" spc="220" dirty="0"/>
              <a:t> </a:t>
            </a:r>
            <a:r>
              <a:rPr sz="2900" spc="50" dirty="0"/>
              <a:t>could</a:t>
            </a:r>
            <a:r>
              <a:rPr sz="2900" spc="220" dirty="0"/>
              <a:t> </a:t>
            </a:r>
            <a:r>
              <a:rPr sz="2900" dirty="0"/>
              <a:t>then</a:t>
            </a:r>
            <a:r>
              <a:rPr sz="2900" spc="225" dirty="0"/>
              <a:t> </a:t>
            </a:r>
            <a:r>
              <a:rPr sz="2900" dirty="0"/>
              <a:t>be</a:t>
            </a:r>
            <a:r>
              <a:rPr sz="2900" spc="220" dirty="0"/>
              <a:t> </a:t>
            </a:r>
            <a:r>
              <a:rPr sz="2900" spc="50" dirty="0"/>
              <a:t>detecting</a:t>
            </a:r>
            <a:r>
              <a:rPr sz="2900" spc="235" dirty="0"/>
              <a:t> </a:t>
            </a: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75" dirty="0"/>
              <a:t>images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974852" y="3384626"/>
            <a:ext cx="10091420" cy="2903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37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55" dirty="0">
                <a:latin typeface="Calibri"/>
                <a:cs typeface="Calibri"/>
              </a:rPr>
              <a:t>If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100" dirty="0">
                <a:latin typeface="Calibri"/>
                <a:cs typeface="Calibri"/>
              </a:rPr>
              <a:t>all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4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these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neurons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firing, then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can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assumption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that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seeing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zero.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ts val="1770"/>
              </a:lnSpc>
              <a:spcBef>
                <a:spcPts val="175"/>
              </a:spcBef>
              <a:buFont typeface="Arial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Obviously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this</a:t>
            </a:r>
            <a:r>
              <a:rPr sz="1500" spc="1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toy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example,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don’t</a:t>
            </a:r>
            <a:r>
              <a:rPr sz="1500" spc="1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get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carried</a:t>
            </a:r>
            <a:r>
              <a:rPr sz="1500" spc="1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away</a:t>
            </a:r>
            <a:r>
              <a:rPr sz="1500" spc="1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trying</a:t>
            </a:r>
            <a:r>
              <a:rPr sz="1500" spc="1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poke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holes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spc="-35" dirty="0">
                <a:latin typeface="Calibri"/>
                <a:cs typeface="Calibri"/>
              </a:rPr>
              <a:t>it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ts val="2595"/>
              </a:lnSpc>
              <a:buFont typeface="Arial"/>
              <a:buChar char="•"/>
              <a:tabLst>
                <a:tab pos="240665" algn="l"/>
              </a:tabLst>
            </a:pPr>
            <a:r>
              <a:rPr sz="2200" spc="-40" dirty="0">
                <a:latin typeface="Calibri"/>
                <a:cs typeface="Calibri"/>
              </a:rPr>
              <a:t>Now,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can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possibly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why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it’s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better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10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outputs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spc="25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365"/>
              </a:lnSpc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With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above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example,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0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could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put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weight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65"/>
              </a:lnSpc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outputs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hidden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neurons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spc="60" dirty="0">
                <a:latin typeface="Calibri"/>
                <a:cs typeface="Calibri"/>
              </a:rPr>
              <a:t>N1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N4,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weaken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others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515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But,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if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had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55" dirty="0">
                <a:latin typeface="Calibri"/>
                <a:cs typeface="Calibri"/>
              </a:rPr>
              <a:t>only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4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neurons,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our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neural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would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spc="40" dirty="0">
                <a:latin typeface="Calibri"/>
                <a:cs typeface="Calibri"/>
              </a:rPr>
              <a:t>essentially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2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45" dirty="0">
                <a:latin typeface="Calibri"/>
                <a:cs typeface="Calibri"/>
              </a:rPr>
              <a:t>calculations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First,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would</a:t>
            </a:r>
            <a:r>
              <a:rPr sz="1500" spc="1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figure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out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what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number</a:t>
            </a:r>
            <a:r>
              <a:rPr sz="1500" spc="14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was</a:t>
            </a:r>
            <a:endParaRPr sz="15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Then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11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would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transform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1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binary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2129" y="1214374"/>
            <a:ext cx="6019800" cy="1790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298" y="1230107"/>
            <a:ext cx="1780786" cy="17856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9083" y="1216710"/>
            <a:ext cx="1915896" cy="191587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52550" y="853185"/>
            <a:ext cx="6289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9600" algn="l"/>
                <a:tab pos="4144645" algn="l"/>
                <a:tab pos="6012180" algn="l"/>
              </a:tabLst>
            </a:pPr>
            <a:r>
              <a:rPr sz="1800" spc="-25" dirty="0">
                <a:latin typeface="Calibri"/>
                <a:cs typeface="Calibri"/>
              </a:rPr>
              <a:t>N1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N2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N3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N4</a:t>
            </a:r>
            <a:endParaRPr sz="2700" baseline="3086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29929" y="1954276"/>
            <a:ext cx="812800" cy="197485"/>
            <a:chOff x="8829929" y="1954276"/>
            <a:chExt cx="812800" cy="197485"/>
          </a:xfrm>
        </p:grpSpPr>
        <p:sp>
          <p:nvSpPr>
            <p:cNvPr id="9" name="object 9"/>
            <p:cNvSpPr/>
            <p:nvPr/>
          </p:nvSpPr>
          <p:spPr>
            <a:xfrm>
              <a:off x="8836279" y="1960626"/>
              <a:ext cx="800100" cy="184785"/>
            </a:xfrm>
            <a:custGeom>
              <a:avLst/>
              <a:gdLst/>
              <a:ahLst/>
              <a:cxnLst/>
              <a:rect l="l" t="t" r="r" b="b"/>
              <a:pathLst>
                <a:path w="800100" h="184785">
                  <a:moveTo>
                    <a:pt x="707771" y="0"/>
                  </a:moveTo>
                  <a:lnTo>
                    <a:pt x="707771" y="46227"/>
                  </a:lnTo>
                  <a:lnTo>
                    <a:pt x="0" y="46227"/>
                  </a:lnTo>
                  <a:lnTo>
                    <a:pt x="0" y="138557"/>
                  </a:lnTo>
                  <a:lnTo>
                    <a:pt x="707771" y="138557"/>
                  </a:lnTo>
                  <a:lnTo>
                    <a:pt x="707771" y="184658"/>
                  </a:lnTo>
                  <a:lnTo>
                    <a:pt x="800100" y="92328"/>
                  </a:lnTo>
                  <a:lnTo>
                    <a:pt x="70777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36279" y="1960626"/>
              <a:ext cx="800100" cy="184785"/>
            </a:xfrm>
            <a:custGeom>
              <a:avLst/>
              <a:gdLst/>
              <a:ahLst/>
              <a:cxnLst/>
              <a:rect l="l" t="t" r="r" b="b"/>
              <a:pathLst>
                <a:path w="800100" h="184785">
                  <a:moveTo>
                    <a:pt x="0" y="46227"/>
                  </a:moveTo>
                  <a:lnTo>
                    <a:pt x="707771" y="46227"/>
                  </a:lnTo>
                  <a:lnTo>
                    <a:pt x="707771" y="0"/>
                  </a:lnTo>
                  <a:lnTo>
                    <a:pt x="800100" y="92328"/>
                  </a:lnTo>
                  <a:lnTo>
                    <a:pt x="707771" y="184658"/>
                  </a:lnTo>
                  <a:lnTo>
                    <a:pt x="707771" y="138557"/>
                  </a:lnTo>
                  <a:lnTo>
                    <a:pt x="0" y="138557"/>
                  </a:lnTo>
                  <a:lnTo>
                    <a:pt x="0" y="4622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9042" y="321386"/>
            <a:ext cx="11663680" cy="8667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500"/>
              </a:spcBef>
            </a:pPr>
            <a:r>
              <a:rPr sz="2900" spc="65" dirty="0"/>
              <a:t>Learning</a:t>
            </a:r>
            <a:r>
              <a:rPr sz="2900" spc="204" dirty="0"/>
              <a:t> </a:t>
            </a:r>
            <a:r>
              <a:rPr sz="2900" dirty="0"/>
              <a:t>how</a:t>
            </a:r>
            <a:r>
              <a:rPr sz="2900" spc="20" dirty="0"/>
              <a:t> </a:t>
            </a:r>
            <a:r>
              <a:rPr sz="2900" spc="75" dirty="0"/>
              <a:t>Artificial</a:t>
            </a:r>
            <a:r>
              <a:rPr sz="2900" spc="190" dirty="0"/>
              <a:t> </a:t>
            </a:r>
            <a:r>
              <a:rPr sz="2900" spc="50" dirty="0"/>
              <a:t>Neural</a:t>
            </a:r>
            <a:r>
              <a:rPr sz="2900" spc="210" dirty="0"/>
              <a:t> </a:t>
            </a:r>
            <a:r>
              <a:rPr sz="2900" dirty="0"/>
              <a:t>Networks</a:t>
            </a:r>
            <a:r>
              <a:rPr sz="2900" spc="195" dirty="0"/>
              <a:t> </a:t>
            </a:r>
            <a:r>
              <a:rPr sz="2900" dirty="0"/>
              <a:t>Learn</a:t>
            </a:r>
            <a:r>
              <a:rPr sz="2900" spc="190" dirty="0"/>
              <a:t> </a:t>
            </a:r>
            <a:r>
              <a:rPr sz="2900" spc="50" dirty="0"/>
              <a:t>with</a:t>
            </a:r>
            <a:r>
              <a:rPr sz="2900" spc="155" dirty="0"/>
              <a:t> </a:t>
            </a:r>
            <a:r>
              <a:rPr sz="2900" dirty="0"/>
              <a:t>your</a:t>
            </a:r>
            <a:r>
              <a:rPr sz="2900" spc="185" dirty="0"/>
              <a:t> </a:t>
            </a:r>
            <a:r>
              <a:rPr sz="2900" spc="110" dirty="0"/>
              <a:t>Biological</a:t>
            </a:r>
            <a:r>
              <a:rPr sz="2900" spc="175" dirty="0"/>
              <a:t> </a:t>
            </a:r>
            <a:r>
              <a:rPr sz="2900" spc="40" dirty="0"/>
              <a:t>Neural </a:t>
            </a:r>
            <a:r>
              <a:rPr sz="2900" spc="-10" dirty="0"/>
              <a:t>network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1204366" y="1334488"/>
            <a:ext cx="9429750" cy="290322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125" dirty="0">
                <a:latin typeface="Calibri"/>
                <a:cs typeface="Calibri"/>
              </a:rPr>
              <a:t>will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MNIST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Clr>
                <a:srgbClr val="000000"/>
              </a:buClr>
              <a:buFont typeface="Arial"/>
              <a:buChar char="•"/>
              <a:tabLst>
                <a:tab pos="696595" algn="l"/>
              </a:tabLst>
            </a:pPr>
            <a:r>
              <a:rPr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http://yann.lecun.com/exdb/mnist/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Two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parts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55" dirty="0">
                <a:latin typeface="Calibri"/>
                <a:cs typeface="Calibri"/>
              </a:rPr>
              <a:t>60,000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Training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images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(28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160" dirty="0">
                <a:latin typeface="Calibri"/>
                <a:cs typeface="Calibri"/>
              </a:rPr>
              <a:t>x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28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pixels,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greyscale)</a:t>
            </a:r>
            <a:endParaRPr sz="2000">
              <a:latin typeface="Calibri"/>
              <a:cs typeface="Calibri"/>
            </a:endParaRPr>
          </a:p>
          <a:p>
            <a:pPr marL="1155065" marR="5080" lvl="2" indent="-228600">
              <a:lnSpc>
                <a:spcPts val="2160"/>
              </a:lnSpc>
              <a:spcBef>
                <a:spcPts val="54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They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scanned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samples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&gt;200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people, </a:t>
            </a:r>
            <a:r>
              <a:rPr sz="2000" spc="360" dirty="0">
                <a:latin typeface="Calibri"/>
                <a:cs typeface="Calibri"/>
              </a:rPr>
              <a:t>½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government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employees,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310" dirty="0">
                <a:latin typeface="Calibri"/>
                <a:cs typeface="Calibri"/>
              </a:rPr>
              <a:t>½ </a:t>
            </a:r>
            <a:r>
              <a:rPr sz="2000" spc="70" dirty="0">
                <a:latin typeface="Calibri"/>
                <a:cs typeface="Calibri"/>
              </a:rPr>
              <a:t>high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school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students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55" dirty="0">
                <a:latin typeface="Calibri"/>
                <a:cs typeface="Calibri"/>
              </a:rPr>
              <a:t>10,000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40" dirty="0">
                <a:latin typeface="Calibri"/>
                <a:cs typeface="Calibri"/>
              </a:rPr>
              <a:t> images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These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collected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different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people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95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train</a:t>
            </a:r>
            <a:r>
              <a:rPr spc="145" dirty="0"/>
              <a:t> </a:t>
            </a:r>
            <a:r>
              <a:rPr dirty="0"/>
              <a:t>your</a:t>
            </a:r>
            <a:r>
              <a:rPr spc="180" dirty="0"/>
              <a:t> </a:t>
            </a:r>
            <a:r>
              <a:rPr spc="85" dirty="0"/>
              <a:t>artificial</a:t>
            </a:r>
            <a:r>
              <a:rPr spc="175" dirty="0"/>
              <a:t> </a:t>
            </a:r>
            <a:r>
              <a:rPr spc="55" dirty="0"/>
              <a:t>neural</a:t>
            </a:r>
            <a:r>
              <a:rPr spc="17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9395" marR="5080" indent="-227329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Use</a:t>
            </a:r>
            <a:r>
              <a:rPr spc="190" dirty="0"/>
              <a:t> </a:t>
            </a:r>
            <a:r>
              <a:rPr spc="215" dirty="0"/>
              <a:t>x</a:t>
            </a:r>
            <a:r>
              <a:rPr spc="114" dirty="0"/>
              <a:t> </a:t>
            </a:r>
            <a:r>
              <a:rPr spc="60" dirty="0"/>
              <a:t>as</a:t>
            </a:r>
            <a:r>
              <a:rPr spc="195" dirty="0"/>
              <a:t> </a:t>
            </a:r>
            <a:r>
              <a:rPr dirty="0"/>
              <a:t>the</a:t>
            </a:r>
            <a:r>
              <a:rPr spc="204" dirty="0"/>
              <a:t> </a:t>
            </a:r>
            <a:r>
              <a:rPr dirty="0"/>
              <a:t>annotation</a:t>
            </a:r>
            <a:r>
              <a:rPr spc="229" dirty="0"/>
              <a:t> </a:t>
            </a:r>
            <a:r>
              <a:rPr dirty="0"/>
              <a:t>for</a:t>
            </a:r>
            <a:r>
              <a:rPr spc="195" dirty="0"/>
              <a:t> </a:t>
            </a:r>
            <a:r>
              <a:rPr dirty="0"/>
              <a:t>the</a:t>
            </a:r>
            <a:r>
              <a:rPr spc="225" dirty="0"/>
              <a:t> </a:t>
            </a:r>
            <a:r>
              <a:rPr dirty="0"/>
              <a:t>input</a:t>
            </a:r>
            <a:r>
              <a:rPr spc="220" dirty="0"/>
              <a:t> </a:t>
            </a:r>
            <a:r>
              <a:rPr dirty="0"/>
              <a:t>data</a:t>
            </a:r>
            <a:r>
              <a:rPr spc="170" dirty="0"/>
              <a:t> </a:t>
            </a:r>
            <a:r>
              <a:rPr spc="-30" dirty="0"/>
              <a:t>vector,</a:t>
            </a:r>
            <a:r>
              <a:rPr spc="-20" dirty="0"/>
              <a:t> </a:t>
            </a:r>
            <a:r>
              <a:rPr dirty="0"/>
              <a:t>a</a:t>
            </a:r>
            <a:r>
              <a:rPr spc="195" dirty="0"/>
              <a:t> </a:t>
            </a:r>
            <a:r>
              <a:rPr spc="85" dirty="0"/>
              <a:t>784</a:t>
            </a:r>
            <a:r>
              <a:rPr spc="204" dirty="0"/>
              <a:t> </a:t>
            </a:r>
            <a:r>
              <a:rPr spc="90" dirty="0"/>
              <a:t>long 	</a:t>
            </a:r>
            <a:r>
              <a:rPr spc="55" dirty="0"/>
              <a:t>string</a:t>
            </a:r>
            <a:r>
              <a:rPr spc="210" dirty="0"/>
              <a:t> </a:t>
            </a:r>
            <a:r>
              <a:rPr dirty="0"/>
              <a:t>of</a:t>
            </a:r>
            <a:r>
              <a:rPr spc="204" dirty="0"/>
              <a:t> </a:t>
            </a:r>
            <a:r>
              <a:rPr spc="75" dirty="0"/>
              <a:t>digits</a:t>
            </a:r>
            <a:r>
              <a:rPr spc="235" dirty="0"/>
              <a:t> </a:t>
            </a:r>
            <a:r>
              <a:rPr dirty="0"/>
              <a:t>between</a:t>
            </a:r>
            <a:r>
              <a:rPr spc="260" dirty="0"/>
              <a:t> </a:t>
            </a:r>
            <a:r>
              <a:rPr spc="85" dirty="0"/>
              <a:t>0</a:t>
            </a:r>
            <a:r>
              <a:rPr spc="210" dirty="0"/>
              <a:t> </a:t>
            </a:r>
            <a:r>
              <a:rPr dirty="0"/>
              <a:t>and</a:t>
            </a:r>
            <a:r>
              <a:rPr spc="220" dirty="0"/>
              <a:t> </a:t>
            </a:r>
            <a:r>
              <a:rPr spc="85" dirty="0"/>
              <a:t>1</a:t>
            </a:r>
            <a:r>
              <a:rPr spc="210" dirty="0"/>
              <a:t> </a:t>
            </a:r>
            <a:r>
              <a:rPr dirty="0"/>
              <a:t>representing</a:t>
            </a:r>
            <a:r>
              <a:rPr spc="270" dirty="0"/>
              <a:t> </a:t>
            </a:r>
            <a:r>
              <a:rPr dirty="0"/>
              <a:t>the</a:t>
            </a:r>
            <a:r>
              <a:rPr spc="215" dirty="0"/>
              <a:t> </a:t>
            </a:r>
            <a:r>
              <a:rPr spc="45" dirty="0"/>
              <a:t>greyscale 	</a:t>
            </a:r>
            <a:r>
              <a:rPr spc="-10" dirty="0"/>
              <a:t>values.</a:t>
            </a: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0029" algn="l"/>
              </a:tabLst>
            </a:pPr>
            <a:r>
              <a:rPr spc="80" dirty="0"/>
              <a:t>The</a:t>
            </a:r>
            <a:r>
              <a:rPr spc="200" dirty="0"/>
              <a:t> </a:t>
            </a:r>
            <a:r>
              <a:rPr dirty="0"/>
              <a:t>output</a:t>
            </a:r>
            <a:r>
              <a:rPr spc="185" dirty="0"/>
              <a:t> </a:t>
            </a:r>
            <a:r>
              <a:rPr spc="85" dirty="0"/>
              <a:t>is</a:t>
            </a:r>
            <a:r>
              <a:rPr spc="175" dirty="0"/>
              <a:t> </a:t>
            </a:r>
            <a:r>
              <a:rPr dirty="0"/>
              <a:t>then</a:t>
            </a:r>
            <a:r>
              <a:rPr spc="215" dirty="0"/>
              <a:t> </a:t>
            </a:r>
            <a:r>
              <a:rPr dirty="0"/>
              <a:t>a</a:t>
            </a:r>
            <a:r>
              <a:rPr spc="145" dirty="0"/>
              <a:t> </a:t>
            </a:r>
            <a:r>
              <a:rPr dirty="0"/>
              <a:t>vector</a:t>
            </a:r>
            <a:r>
              <a:rPr spc="175" dirty="0"/>
              <a:t> </a:t>
            </a:r>
            <a:r>
              <a:rPr dirty="0"/>
              <a:t>y=y(x)</a:t>
            </a:r>
            <a:r>
              <a:rPr spc="180" dirty="0"/>
              <a:t> </a:t>
            </a:r>
            <a:r>
              <a:rPr dirty="0"/>
              <a:t>with</a:t>
            </a:r>
            <a:r>
              <a:rPr spc="200" dirty="0"/>
              <a:t> </a:t>
            </a:r>
            <a:r>
              <a:rPr spc="85" dirty="0"/>
              <a:t>10</a:t>
            </a:r>
            <a:r>
              <a:rPr spc="185" dirty="0"/>
              <a:t> </a:t>
            </a:r>
            <a:r>
              <a:rPr spc="40" dirty="0"/>
              <a:t>digits.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dirty="0"/>
              <a:t>As</a:t>
            </a:r>
            <a:r>
              <a:rPr spc="195" dirty="0"/>
              <a:t> </a:t>
            </a:r>
            <a:r>
              <a:rPr dirty="0"/>
              <a:t>an</a:t>
            </a:r>
            <a:r>
              <a:rPr spc="195" dirty="0"/>
              <a:t> </a:t>
            </a:r>
            <a:r>
              <a:rPr spc="-10" dirty="0"/>
              <a:t>example:</a:t>
            </a: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image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3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y(x)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(0,1,0,0,0,0,0,0,0,0)</a:t>
            </a:r>
            <a:endParaRPr sz="2400">
              <a:latin typeface="Calibri"/>
              <a:cs typeface="Calibri"/>
            </a:endParaRPr>
          </a:p>
          <a:p>
            <a:pPr marL="696595" marR="252729" lvl="1" indent="-227329">
              <a:lnSpc>
                <a:spcPts val="2590"/>
              </a:lnSpc>
              <a:spcBef>
                <a:spcPts val="535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algorithm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biases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close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y(x)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given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25" dirty="0">
                <a:latin typeface="Calibri"/>
                <a:cs typeface="Calibri"/>
              </a:rPr>
              <a:t>as 	</a:t>
            </a:r>
            <a:r>
              <a:rPr sz="2400" spc="-10" dirty="0">
                <a:latin typeface="Calibri"/>
                <a:cs typeface="Calibri"/>
              </a:rPr>
              <a:t>possible.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95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train</a:t>
            </a:r>
            <a:r>
              <a:rPr spc="145" dirty="0"/>
              <a:t> </a:t>
            </a:r>
            <a:r>
              <a:rPr dirty="0"/>
              <a:t>your</a:t>
            </a:r>
            <a:r>
              <a:rPr spc="180" dirty="0"/>
              <a:t> </a:t>
            </a:r>
            <a:r>
              <a:rPr spc="85" dirty="0"/>
              <a:t>artificial</a:t>
            </a:r>
            <a:r>
              <a:rPr spc="175" dirty="0"/>
              <a:t> </a:t>
            </a:r>
            <a:r>
              <a:rPr spc="55" dirty="0"/>
              <a:t>neural</a:t>
            </a:r>
            <a:r>
              <a:rPr spc="17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pc="-10" dirty="0"/>
              <a:t>We</a:t>
            </a:r>
            <a:r>
              <a:rPr spc="120" dirty="0"/>
              <a:t> </a:t>
            </a:r>
            <a:r>
              <a:rPr dirty="0"/>
              <a:t>need</a:t>
            </a:r>
            <a:r>
              <a:rPr spc="17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spc="55" dirty="0"/>
              <a:t>figure</a:t>
            </a:r>
            <a:r>
              <a:rPr spc="140" dirty="0"/>
              <a:t> </a:t>
            </a:r>
            <a:r>
              <a:rPr dirty="0"/>
              <a:t>out</a:t>
            </a:r>
            <a:r>
              <a:rPr spc="125" dirty="0"/>
              <a:t> </a:t>
            </a:r>
            <a:r>
              <a:rPr dirty="0"/>
              <a:t>what</a:t>
            </a:r>
            <a:r>
              <a:rPr spc="150" dirty="0"/>
              <a:t> </a:t>
            </a:r>
            <a:r>
              <a:rPr dirty="0"/>
              <a:t>we</a:t>
            </a:r>
            <a:r>
              <a:rPr spc="140" dirty="0"/>
              <a:t> </a:t>
            </a:r>
            <a:r>
              <a:rPr dirty="0"/>
              <a:t>want</a:t>
            </a:r>
            <a:r>
              <a:rPr spc="15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spc="35" dirty="0"/>
              <a:t>optimize</a:t>
            </a: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Obviously,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images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correctly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recognized,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duh….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0029" algn="l"/>
              </a:tabLst>
            </a:pPr>
            <a:r>
              <a:rPr dirty="0"/>
              <a:t>But</a:t>
            </a:r>
            <a:r>
              <a:rPr spc="215" dirty="0"/>
              <a:t> </a:t>
            </a:r>
            <a:r>
              <a:rPr dirty="0"/>
              <a:t>what</a:t>
            </a:r>
            <a:r>
              <a:rPr spc="245" dirty="0"/>
              <a:t> </a:t>
            </a:r>
            <a:r>
              <a:rPr spc="70" dirty="0"/>
              <a:t>if</a:t>
            </a:r>
            <a:r>
              <a:rPr spc="210" dirty="0"/>
              <a:t> </a:t>
            </a:r>
            <a:r>
              <a:rPr dirty="0"/>
              <a:t>we</a:t>
            </a:r>
            <a:r>
              <a:rPr spc="240" dirty="0"/>
              <a:t> </a:t>
            </a:r>
            <a:r>
              <a:rPr dirty="0"/>
              <a:t>used</a:t>
            </a:r>
            <a:r>
              <a:rPr spc="225" dirty="0"/>
              <a:t> </a:t>
            </a:r>
            <a:r>
              <a:rPr dirty="0"/>
              <a:t>that</a:t>
            </a:r>
            <a:r>
              <a:rPr spc="235" dirty="0"/>
              <a:t> </a:t>
            </a:r>
            <a:r>
              <a:rPr spc="60" dirty="0"/>
              <a:t>as</a:t>
            </a:r>
            <a:r>
              <a:rPr spc="210" dirty="0"/>
              <a:t> </a:t>
            </a:r>
            <a:r>
              <a:rPr dirty="0"/>
              <a:t>the</a:t>
            </a:r>
            <a:r>
              <a:rPr spc="235" dirty="0"/>
              <a:t> </a:t>
            </a:r>
            <a:r>
              <a:rPr dirty="0"/>
              <a:t>objective</a:t>
            </a:r>
            <a:r>
              <a:rPr spc="270" dirty="0"/>
              <a:t> </a:t>
            </a:r>
            <a:r>
              <a:rPr spc="-10" dirty="0"/>
              <a:t>function?</a:t>
            </a: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C(w,b)=Number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correctly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classified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images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easily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this?</a:t>
            </a:r>
            <a:endParaRPr sz="24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4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really,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smooth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(all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NN)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(all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biases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NN)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95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train</a:t>
            </a:r>
            <a:r>
              <a:rPr spc="145" dirty="0"/>
              <a:t> </a:t>
            </a:r>
            <a:r>
              <a:rPr dirty="0"/>
              <a:t>your</a:t>
            </a:r>
            <a:r>
              <a:rPr spc="180" dirty="0"/>
              <a:t> </a:t>
            </a:r>
            <a:r>
              <a:rPr spc="85" dirty="0"/>
              <a:t>artificial</a:t>
            </a:r>
            <a:r>
              <a:rPr spc="175" dirty="0"/>
              <a:t> </a:t>
            </a:r>
            <a:r>
              <a:rPr spc="55" dirty="0"/>
              <a:t>neural</a:t>
            </a:r>
            <a:r>
              <a:rPr spc="17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pc="95" dirty="0"/>
              <a:t>So</a:t>
            </a:r>
            <a:r>
              <a:rPr spc="155" dirty="0"/>
              <a:t> </a:t>
            </a:r>
            <a:r>
              <a:rPr dirty="0"/>
              <a:t>what</a:t>
            </a:r>
            <a:r>
              <a:rPr spc="190" dirty="0"/>
              <a:t> </a:t>
            </a:r>
            <a:r>
              <a:rPr spc="70" dirty="0"/>
              <a:t>if</a:t>
            </a:r>
            <a:r>
              <a:rPr spc="160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dirty="0"/>
              <a:t>defined</a:t>
            </a:r>
            <a:r>
              <a:rPr spc="225" dirty="0"/>
              <a:t> </a:t>
            </a:r>
            <a:r>
              <a:rPr dirty="0"/>
              <a:t>another</a:t>
            </a:r>
            <a:r>
              <a:rPr spc="5" dirty="0"/>
              <a:t> </a:t>
            </a:r>
            <a:r>
              <a:rPr spc="-25" dirty="0"/>
              <a:t>‘cost</a:t>
            </a:r>
            <a:r>
              <a:rPr spc="155" dirty="0"/>
              <a:t> </a:t>
            </a:r>
            <a:r>
              <a:rPr spc="-10" dirty="0"/>
              <a:t>function’?</a:t>
            </a: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C(w,b)=Number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correctly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classified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images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easily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this?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ts val="274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really,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smooth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(all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40"/>
              </a:lnSpc>
            </a:pPr>
            <a:r>
              <a:rPr sz="2400" dirty="0"/>
              <a:t>NN)</a:t>
            </a:r>
            <a:r>
              <a:rPr sz="2400" spc="110" dirty="0"/>
              <a:t> </a:t>
            </a:r>
            <a:r>
              <a:rPr sz="2400" dirty="0"/>
              <a:t>or</a:t>
            </a:r>
            <a:r>
              <a:rPr sz="2400" spc="120" dirty="0"/>
              <a:t> </a:t>
            </a:r>
            <a:r>
              <a:rPr sz="2400" dirty="0"/>
              <a:t>b</a:t>
            </a:r>
            <a:r>
              <a:rPr sz="2400" spc="135" dirty="0"/>
              <a:t> </a:t>
            </a:r>
            <a:r>
              <a:rPr sz="2400" spc="60" dirty="0"/>
              <a:t>(all</a:t>
            </a:r>
            <a:r>
              <a:rPr sz="2400" spc="125" dirty="0"/>
              <a:t> </a:t>
            </a:r>
            <a:r>
              <a:rPr sz="2400" dirty="0"/>
              <a:t>the</a:t>
            </a:r>
            <a:r>
              <a:rPr sz="2400" spc="125" dirty="0"/>
              <a:t> </a:t>
            </a:r>
            <a:r>
              <a:rPr sz="2400" spc="50" dirty="0"/>
              <a:t>biases</a:t>
            </a:r>
            <a:r>
              <a:rPr sz="2400" spc="130" dirty="0"/>
              <a:t> </a:t>
            </a:r>
            <a:r>
              <a:rPr sz="2400" spc="60" dirty="0"/>
              <a:t>in</a:t>
            </a:r>
            <a:r>
              <a:rPr sz="2400" spc="120" dirty="0"/>
              <a:t> </a:t>
            </a:r>
            <a:r>
              <a:rPr sz="2400" dirty="0"/>
              <a:t>the</a:t>
            </a:r>
            <a:r>
              <a:rPr sz="2400" spc="130" dirty="0"/>
              <a:t> </a:t>
            </a:r>
            <a:r>
              <a:rPr sz="2400" spc="-25" dirty="0"/>
              <a:t>NN)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1668</TotalTime>
  <Words>2843</Words>
  <Application>Microsoft Office PowerPoint</Application>
  <PresentationFormat>Widescreen</PresentationFormat>
  <Paragraphs>372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Cambria Math</vt:lpstr>
      <vt:lpstr>PT Sans</vt:lpstr>
      <vt:lpstr>Symbol</vt:lpstr>
      <vt:lpstr>Times New Roman</vt:lpstr>
      <vt:lpstr>Office Theme</vt:lpstr>
      <vt:lpstr>ECE 105: Introduction to Electrical Engineering</vt:lpstr>
      <vt:lpstr>Timeframe</vt:lpstr>
      <vt:lpstr>Timeframe</vt:lpstr>
      <vt:lpstr>Why Deep Neural Networks?</vt:lpstr>
      <vt:lpstr>What’s so deep about Deep Neural Networks?</vt:lpstr>
      <vt:lpstr>Fundamental Unit of a Neural Network</vt:lpstr>
      <vt:lpstr>Fundamental Unit of a Neural Network</vt:lpstr>
      <vt:lpstr>Activation functions of a Neural Network</vt:lpstr>
      <vt:lpstr>Operation of a neural network</vt:lpstr>
      <vt:lpstr>Training of an Artificial Neural Network</vt:lpstr>
      <vt:lpstr>Handwriting Recognition</vt:lpstr>
      <vt:lpstr>Approach</vt:lpstr>
      <vt:lpstr>Perceptron</vt:lpstr>
      <vt:lpstr>What can we answer with a perceptron?</vt:lpstr>
      <vt:lpstr>How would we decide this?</vt:lpstr>
      <vt:lpstr>How would we decide this?</vt:lpstr>
      <vt:lpstr>How would we decide this?</vt:lpstr>
      <vt:lpstr>Addition of other nodes increases complexity</vt:lpstr>
      <vt:lpstr>How does information change through layers?</vt:lpstr>
      <vt:lpstr>Perceptrons</vt:lpstr>
      <vt:lpstr>Perceptrons</vt:lpstr>
      <vt:lpstr>Perceptrons for logical functions?</vt:lpstr>
      <vt:lpstr>AND gate</vt:lpstr>
      <vt:lpstr>OR gate</vt:lpstr>
      <vt:lpstr>NAND gate</vt:lpstr>
      <vt:lpstr>So are perceptrons just more complex NAND gates?</vt:lpstr>
      <vt:lpstr>Sigmoid Neurons</vt:lpstr>
      <vt:lpstr>Sigmoid Neurons</vt:lpstr>
      <vt:lpstr>Sigmoid Neurons</vt:lpstr>
      <vt:lpstr>Sigmoid Neurons</vt:lpstr>
      <vt:lpstr>Sigmoid Neurons</vt:lpstr>
      <vt:lpstr>Similarities between Perceptrons and Sigmoids</vt:lpstr>
      <vt:lpstr>Sigmoid Neurons</vt:lpstr>
      <vt:lpstr>Neural Network Architecture</vt:lpstr>
      <vt:lpstr>Four Layer Neural Network</vt:lpstr>
      <vt:lpstr>How do we design our Neural Network Topology?</vt:lpstr>
      <vt:lpstr>How do we design our Neural Network Topology?</vt:lpstr>
      <vt:lpstr>How do we design our Neural Network Topology?</vt:lpstr>
      <vt:lpstr>How do we design our Neural Network Topology?</vt:lpstr>
      <vt:lpstr>How do we design our Neural Network Topology?</vt:lpstr>
      <vt:lpstr>Aside: Recurrent Neural Networks</vt:lpstr>
      <vt:lpstr>Getting back to handwriting</vt:lpstr>
      <vt:lpstr>An ANN for Handwriting</vt:lpstr>
      <vt:lpstr>An ANN for Handwriting</vt:lpstr>
      <vt:lpstr>An ANN for Handwriting</vt:lpstr>
      <vt:lpstr>How does the hidden layer neuron find a specific image?</vt:lpstr>
      <vt:lpstr>Let’s do a simple example</vt:lpstr>
      <vt:lpstr>Let’s do a simple example</vt:lpstr>
      <vt:lpstr>Back to the task at hand</vt:lpstr>
      <vt:lpstr>Other hidden layer neurons could then be detecting other images</vt:lpstr>
      <vt:lpstr>Other hidden layer neurons could then be detecting other images</vt:lpstr>
      <vt:lpstr>Learning how Artificial Neural Networks Learn with your Biological Neural network</vt:lpstr>
      <vt:lpstr>How to train your artificial neural network</vt:lpstr>
      <vt:lpstr>How to train your artificial neural network</vt:lpstr>
      <vt:lpstr>How to train your artificial neural network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10</cp:revision>
  <dcterms:created xsi:type="dcterms:W3CDTF">2025-10-29T20:32:48Z</dcterms:created>
  <dcterms:modified xsi:type="dcterms:W3CDTF">2026-04-07T15:07:14Z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2025-10-29T00:00:00Z</vt:filetime>
  </property>
  <property fmtid="{D5CDD505-2E9C-101B-9397-08002B2CF9AE}" pid="5" name="Producer">
    <vt:lpwstr>Microsoft® PowerPoint® for Microsoft 365</vt:lpwstr>
  </property>
</Properties>
</file>