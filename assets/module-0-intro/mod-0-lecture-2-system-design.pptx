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794" r:id="rId2"/>
    <p:sldId id="823" r:id="rId3"/>
    <p:sldId id="795" r:id="rId4"/>
    <p:sldId id="796" r:id="rId5"/>
    <p:sldId id="824" r:id="rId6"/>
    <p:sldId id="825" r:id="rId7"/>
    <p:sldId id="826" r:id="rId8"/>
    <p:sldId id="830" r:id="rId9"/>
    <p:sldId id="829" r:id="rId10"/>
    <p:sldId id="828" r:id="rId11"/>
    <p:sldId id="831" r:id="rId12"/>
    <p:sldId id="832" r:id="rId13"/>
    <p:sldId id="833" r:id="rId14"/>
    <p:sldId id="834" r:id="rId15"/>
    <p:sldId id="798" r:id="rId16"/>
    <p:sldId id="846" r:id="rId17"/>
    <p:sldId id="847" r:id="rId18"/>
    <p:sldId id="849" r:id="rId19"/>
    <p:sldId id="848" r:id="rId20"/>
    <p:sldId id="850" r:id="rId21"/>
    <p:sldId id="851" r:id="rId22"/>
    <p:sldId id="852" r:id="rId23"/>
    <p:sldId id="853" r:id="rId24"/>
    <p:sldId id="835" r:id="rId25"/>
    <p:sldId id="838" r:id="rId26"/>
    <p:sldId id="803" r:id="rId27"/>
    <p:sldId id="804" r:id="rId28"/>
    <p:sldId id="805" r:id="rId29"/>
    <p:sldId id="808" r:id="rId30"/>
    <p:sldId id="839" r:id="rId31"/>
    <p:sldId id="840" r:id="rId32"/>
    <p:sldId id="809" r:id="rId33"/>
    <p:sldId id="841" r:id="rId34"/>
    <p:sldId id="842" r:id="rId35"/>
    <p:sldId id="843" r:id="rId36"/>
    <p:sldId id="844" r:id="rId37"/>
    <p:sldId id="817" r:id="rId38"/>
    <p:sldId id="818" r:id="rId39"/>
    <p:sldId id="84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1515"/>
    <a:srgbClr val="991B1E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64" autoAdjust="0"/>
    <p:restoredTop sz="82555" autoAdjust="0"/>
  </p:normalViewPr>
  <p:slideViewPr>
    <p:cSldViewPr snapToGrid="0">
      <p:cViewPr varScale="1">
        <p:scale>
          <a:sx n="101" d="100"/>
          <a:sy n="101" d="100"/>
        </p:scale>
        <p:origin x="1368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ez Zolkov" userId="5088c820-5156-45af-9cb6-1f8cdc4d32e7" providerId="ADAL" clId="{AF4A1DD6-1E18-47E1-A729-155B08A2FD2B}"/>
    <pc:docChg chg="modSld">
      <pc:chgData name="Erez Zolkov" userId="5088c820-5156-45af-9cb6-1f8cdc4d32e7" providerId="ADAL" clId="{AF4A1DD6-1E18-47E1-A729-155B08A2FD2B}" dt="2026-08-27T01:04:25.092" v="6" actId="1076"/>
      <pc:docMkLst>
        <pc:docMk/>
      </pc:docMkLst>
      <pc:sldChg chg="addSp modSp mod">
        <pc:chgData name="Erez Zolkov" userId="5088c820-5156-45af-9cb6-1f8cdc4d32e7" providerId="ADAL" clId="{AF4A1DD6-1E18-47E1-A729-155B08A2FD2B}" dt="2026-08-27T01:04:25.092" v="6" actId="1076"/>
        <pc:sldMkLst>
          <pc:docMk/>
          <pc:sldMk cId="430027724" sldId="833"/>
        </pc:sldMkLst>
        <pc:picChg chg="add mod">
          <ac:chgData name="Erez Zolkov" userId="5088c820-5156-45af-9cb6-1f8cdc4d32e7" providerId="ADAL" clId="{AF4A1DD6-1E18-47E1-A729-155B08A2FD2B}" dt="2026-08-27T01:04:25.092" v="6" actId="1076"/>
          <ac:picMkLst>
            <pc:docMk/>
            <pc:sldMk cId="430027724" sldId="833"/>
            <ac:picMk id="5" creationId="{14AC8CE8-BDDD-BC6E-4024-D3DE1B5F657D}"/>
          </ac:picMkLst>
        </pc:picChg>
        <pc:picChg chg="mod modCrop">
          <ac:chgData name="Erez Zolkov" userId="5088c820-5156-45af-9cb6-1f8cdc4d32e7" providerId="ADAL" clId="{AF4A1DD6-1E18-47E1-A729-155B08A2FD2B}" dt="2026-08-27T01:04:20.007" v="3" actId="1076"/>
          <ac:picMkLst>
            <pc:docMk/>
            <pc:sldMk cId="430027724" sldId="833"/>
            <ac:picMk id="8" creationId="{2D8F120C-1D96-907F-BE68-D327E920404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0:55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135 547 8290 0 0,'-12'6'263'0'0,"1"0"1"0"0,0 0 0 0 0,0 1-1 0 0,1 1 1 0 0,0 0-1 0 0,1 0 1 0 0,-11 12-1 0 0,-20 17-400 0 0,81-66 59 0 0,1 3 0 0 0,72-34 0 0 0,126-47-139 0 0,89 0 1123 0 0,-94 36-406 0 0,413-124-2345 0 0,-609 183 1348 0 0,14-1-21 0 0,-1 1 0 0 0,63-5-1 0 0,-84 15 385 0 0,-1 1 1 0 0,1 1-1 0 0,-1 1 0 0 0,1 2 0 0 0,38 9 0 0 0,-65-11 336 0 0,0 0 0 0 0,0 0 1 0 0,-1 1-1 0 0,1-1 0 0 0,0 1 0 0 0,-1 0 0 0 0,1 0 1 0 0,-1 1-1 0 0,1-1 0 0 0,-1 1 0 0 0,0-1 0 0 0,0 1 1 0 0,0 0-1 0 0,-1 0 0 0 0,1 1 0 0 0,-1-1 0 0 0,0 0 1 0 0,0 1-1 0 0,0 0 0 0 0,0-1 0 0 0,0 1 0 0 0,-1 0 1 0 0,1 0-1 0 0,-1 0 0 0 0,0 0 0 0 0,-1 0 0 0 0,1 6 1 0 0,1 11 191 0 0,-1-1 1 0 0,-2 1 0 0 0,0-1 0 0 0,-5 27 0 0 0,3-21-105 0 0,-55 358 1661 0 0,16-119-1615 0 0,38-226-331 0 0,1 1 0 0 0,2-1-1 0 0,9 72 1 0 0,30 118 395 0 0,-6-50-184 0 0,36 388 1049 0 0,23 146-535 0 0,-70-580-493 0 0,-5 2 1 0 0,-7 0-1 0 0,-10 191 0 0 0,-31-5 528 0 0,-6 75-235 0 0,35-307-354 0 0,3-1-1 0 0,18 131 1 0 0,12 26 102 0 0,-25-176-276 0 0,-7 109 1 0 0,-6-82-25 0 0,2-47 70 0 0,2 0 0 0 0,2 0 0 0 0,3 0 0 0 0,8 62 1 0 0,-7-98-43 0 0,-1-1 1 0 0,0 1 0 0 0,-1 0-1 0 0,-1-1 1 0 0,0 1 0 0 0,0 0-1 0 0,-6 19 1 0 0,7-29 0 0 0,-1-1 1 0 0,1 1-1 0 0,0-1 1 0 0,0 1-1 0 0,1-1 1 0 0,-1 0-1 0 0,0 1 1 0 0,1-1-1 0 0,-1 1 1 0 0,3 3-1 0 0,-3-4-1 0 0,1-1 0 0 0,0 1-1 0 0,-1 0 1 0 0,1-1 0 0 0,-1 1 0 0 0,0 0-1 0 0,1-1 1 0 0,-1 1 0 0 0,0 0-1 0 0,0 0 1 0 0,0-1 0 0 0,0 1-1 0 0,0 0 1 0 0,-1 0 0 0 0,1-1 0 0 0,-1 1-1 0 0,1 0 1 0 0,-1-1 0 0 0,1 1-1 0 0,-1-1 1 0 0,-1 3 0 0 0,-3 3-13 0 0,-1 0-1 0 0,1 0 1 0 0,-1-1 0 0 0,0 0-1 0 0,-1 0 1 0 0,1 0 0 0 0,-1-1 0 0 0,0 0-1 0 0,-1-1 1 0 0,1 1 0 0 0,-1-1-1 0 0,0-1 1 0 0,0 1 0 0 0,0-2-1 0 0,0 1 1 0 0,-1-1 0 0 0,1 0 0 0 0,-15 1-1 0 0,-14 0-22 0 0,0-2 0 0 0,0-1 0 0 0,-43-7-1 0 0,25 3 68 0 0,-49-4 595 0 0,8 0-750 0 0,0 4 0 0 0,-149 12 0 0 0,138 8 140 0 0,1 4 1 0 0,1 4 0 0 0,1 6-1 0 0,-138 58 1 0 0,226-81-313 0 0,-132 51 592 0 0,71-37-2253 0 0,-2-9-4884 0 0,59-11 678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0:55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10594 0 0,'-2'4'69'0'0,"0"1"0"0"0,0 0-1 0 0,1 0 1 0 0,0 0 0 0 0,0 0 0 0 0,0 0-1 0 0,1 0 1 0 0,-1 0 0 0 0,1 0-1 0 0,0 0 1 0 0,1 1 0 0 0,0 4 0 0 0,0 19-156 0 0,12 572-1405 0 0,43 1 1506 0 0,79 472 1257 0 0,62 522-1271 0 0,-56-236 3617 0 0,-151-267 3719 0 0,4-1034-7944 0 0,-15 70-1 0 0,13-94-6886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0:57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282 276 1840 0 0,'-17'-59'3698'0'0,"-2"0"-1"0"0,-39-77 0 0 0,58 135-3556 0 0,-1 0 0 0 0,1-1 0 0 0,-1 1 0 0 0,0 0-1 0 0,1 0 1 0 0,-1-1 0 0 0,0 1 0 0 0,0 0 0 0 0,0 0 0 0 0,0 0 0 0 0,0 0-1 0 0,0 0 1 0 0,0 0 0 0 0,0 1 0 0 0,0-1 0 0 0,0 0 0 0 0,-1 0 0 0 0,1 1-1 0 0,0-1 1 0 0,0 1 0 0 0,-1-1 0 0 0,1 1 0 0 0,-2-1 0 0 0,1 1-47 0 0,1 1 0 0 0,-1-1 0 0 0,1 1 0 0 0,-1-1 0 0 0,1 1 0 0 0,-1-1 1 0 0,1 1-1 0 0,0 0 0 0 0,0 0 0 0 0,-1 0 0 0 0,1 0 0 0 0,0 0 0 0 0,0 0 1 0 0,0 0-1 0 0,0 0 0 0 0,0 0 0 0 0,-1 3 0 0 0,-5 7 82 0 0,0 1 1 0 0,1-1-1 0 0,-8 23 0 0 0,12-30-165 0 0,-66 197-12 0 0,58-164-10 0 0,2 0-1 0 0,1 0 1 0 0,-2 61-1 0 0,9-88 9 0 0,0 0-1 0 0,0 0 1 0 0,1-1 0 0 0,1 1-1 0 0,-1 0 1 0 0,6 13 0 0 0,-7-20 1 0 0,1-1 1 0 0,0 1-1 0 0,1-1 0 0 0,-1 1 1 0 0,0-1-1 0 0,1 0 1 0 0,-1 1-1 0 0,1-1 1 0 0,0 0-1 0 0,0 0 1 0 0,0 0-1 0 0,0 0 1 0 0,0 0-1 0 0,0-1 0 0 0,0 1 1 0 0,1-1-1 0 0,-1 1 1 0 0,1-1-1 0 0,-1 0 1 0 0,1 0-1 0 0,-1 0 1 0 0,1 0-1 0 0,0 0 0 0 0,-1-1 1 0 0,1 1-1 0 0,0-1 1 0 0,3 0-1 0 0,7 0-27 0 0,1 0-1 0 0,0-2 1 0 0,-1 1 0 0 0,1-2-1 0 0,25-7 1 0 0,60-31-397 0 0,2 1-203 0 0,-89 36 520 0 0,1 1-1 0 0,-1 0 1 0 0,1 1-1 0 0,0 0 1 0 0,0 1-1 0 0,17 1 1 0 0,-26 0 87 0 0,0 0 1 0 0,-1 0 0 0 0,1 1 0 0 0,0-1 0 0 0,-1 1 0 0 0,1 0 0 0 0,-1 0 0 0 0,1 0 0 0 0,-1 1 0 0 0,0-1 0 0 0,0 1 0 0 0,1 0 0 0 0,-1 0 0 0 0,0 0 0 0 0,0 0-1 0 0,-1 0 1 0 0,1 1 0 0 0,0-1 0 0 0,-1 1 0 0 0,0 0 0 0 0,3 3 0 0 0,-3-2 6 0 0,-1-1-1 0 0,1 1 1 0 0,-1-1 0 0 0,0 1-1 0 0,0 0 1 0 0,-1 0-1 0 0,1-1 1 0 0,-1 1 0 0 0,0 0-1 0 0,0 0 1 0 0,0 0 0 0 0,0-1-1 0 0,-1 1 1 0 0,1 0 0 0 0,-1 0-1 0 0,0-1 1 0 0,0 1-1 0 0,-1 0 1 0 0,-2 6 0 0 0,-16 26 259 0 0,-1-1 0 0 0,-39 51 0 0 0,56-81-204 0 0,-6 7 125 0 0,0 0 0 0 0,-1-1 1 0 0,-17 13-1 0 0,-2 3 13 0 0,19-16-829 0 0,1 0 0 0 0,0 1 0 0 0,1 0-1 0 0,-11 18 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0:58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45 614 9218 0 0,'31'-18'2673'0'0,"-24"12"-2386"0"0,1-2 1 0 0,-1 1 0 0 0,0-1-1 0 0,-1 0 1 0 0,0-1 0 0 0,-1 1-1 0 0,1-1 1 0 0,-1-1 0 0 0,-1 1-1 0 0,0 0 1 0 0,0-1 0 0 0,-1 0-1 0 0,-1 0 1 0 0,3-11 0 0 0,-1-3-332 0 0,0-1 0 0 0,-2 0 1 0 0,-1 0-1 0 0,-3-42 0 0 0,1 56 27 0 0,0 0-1 0 0,-1 0 1 0 0,0 0-1 0 0,-1 0 0 0 0,0 0 1 0 0,-7-14-1 0 0,9 23 17 0 0,0 0 0 0 0,0 1 0 0 0,0-1 0 0 0,0 1 0 0 0,0-1 0 0 0,0 1 0 0 0,-1-1 0 0 0,1 1 0 0 0,0 0-1 0 0,-1 0 1 0 0,1-1 0 0 0,-1 1 0 0 0,1 0 0 0 0,-1 0 0 0 0,1 1 0 0 0,-1-1 0 0 0,0 0 0 0 0,-3-1 0 0 0,3 2 6 0 0,0 0 0 0 0,-1 1 1 0 0,1-1-1 0 0,0 0 0 0 0,-1 1 0 0 0,1-1 1 0 0,0 1-1 0 0,0 0 0 0 0,0 0 0 0 0,-1 0 1 0 0,1 0-1 0 0,0 0 0 0 0,0 0 0 0 0,0 1 0 0 0,0-1 1 0 0,1 1-1 0 0,-1-1 0 0 0,0 1 0 0 0,-1 1 1 0 0,-4 5 48 0 0,0 0 1 0 0,0 0 0 0 0,1 1 0 0 0,0 0-1 0 0,1 0 1 0 0,0 0 0 0 0,1 1-1 0 0,-1-1 1 0 0,2 1 0 0 0,-1 0 0 0 0,2 1-1 0 0,-1-1 1 0 0,1 0 0 0 0,-1 19 0 0 0,2-18-51 0 0,1 0 1 0 0,0 0 0 0 0,1 0-1 0 0,0 0 1 0 0,1 0 0 0 0,0 0 0 0 0,1 0-1 0 0,0 0 1 0 0,0-1 0 0 0,1 1-1 0 0,1-1 1 0 0,0 0 0 0 0,11 17 0 0 0,-5-12-15 0 0,1-1 0 0 0,0 0 0 0 0,0 0 0 0 0,2-2 0 0 0,0 0 0 0 0,0 0 0 0 0,1-1 1 0 0,18 10-1 0 0,-28-19-51 0 0,-1 1 0 0 0,1-1 1 0 0,0 0-1 0 0,1 0 0 0 0,-1 0 0 0 0,0-1 1 0 0,0 0-1 0 0,1 0 0 0 0,-1 0 0 0 0,1-1 1 0 0,-1 0-1 0 0,1 0 0 0 0,-1 0 0 0 0,0 0 1 0 0,1-1-1 0 0,-1 0 0 0 0,0 0 0 0 0,1-1 1 0 0,-1 0-1 0 0,0 1 0 0 0,0-2 1 0 0,0 1-1 0 0,0 0 0 0 0,-1-1 0 0 0,1 0 1 0 0,-1 0-1 0 0,1-1 0 0 0,-1 1 0 0 0,0-1 1 0 0,0 0-1 0 0,5-7 0 0 0,1-1-195 0 0,-1-2-1 0 0,0 1 1 0 0,0-1-1 0 0,-2-1 1 0 0,1 1 0 0 0,-2-1-1 0 0,0 0 1 0 0,-1-1-1 0 0,-1 0 1 0 0,4-21 0 0 0,-1-16-287 0 0,0-97 0 0 0,-6 79 1666 0 0,0 65-713 0 0,-1 0 0 0 0,1-1 0 0 0,0 1 0 0 0,1 0 0 0 0,4-12 0 0 0,-6 17-342 0 0,0 0 1 0 0,0 1-1 0 0,1-1 1 0 0,-1 0-1 0 0,0 0 0 0 0,1 0 1 0 0,-1 1-1 0 0,1-1 0 0 0,-1 0 1 0 0,1 1-1 0 0,-1-1 0 0 0,1 0 1 0 0,0 1-1 0 0,-1-1 1 0 0,1 1-1 0 0,0-1 0 0 0,-1 1 1 0 0,1-1-1 0 0,0 1 0 0 0,0-1 1 0 0,-1 1-1 0 0,1 0 0 0 0,0-1 1 0 0,0 1-1 0 0,0 0 0 0 0,-1 0 1 0 0,1 0-1 0 0,0 0 1 0 0,0 0-1 0 0,0 0 0 0 0,0 0 1 0 0,0 0-1 0 0,-1 0 0 0 0,1 0 1 0 0,0 0-1 0 0,0 0 0 0 0,0 0 1 0 0,0 1-1 0 0,-1-1 1 0 0,1 0-1 0 0,0 1 0 0 0,0-1 1 0 0,0 1-1 0 0,-1-1 0 0 0,1 1 1 0 0,0-1-1 0 0,-1 1 0 0 0,1-1 1 0 0,0 1-1 0 0,-1 0 0 0 0,1-1 1 0 0,-1 1-1 0 0,1 0 1 0 0,0 0-1 0 0,12 15 190 0 0,-1 0 0 0 0,-1 0 0 0 0,0 1 0 0 0,-1 0 0 0 0,-1 1 0 0 0,0 0 0 0 0,10 33 0 0 0,-11-28-245 0 0,1 0 0 0 0,2-1 0 0 0,0 0 0 0 0,22 33 1 0 0,-32-54-97 0 0,0 0 1 0 0,-1 0 0 0 0,1 0-1 0 0,0 0 1 0 0,0 0 0 0 0,0 0-1 0 0,0 0 1 0 0,0 0 0 0 0,0 0-1 0 0,0-1 1 0 0,0 1 0 0 0,0 0 0 0 0,0 0-1 0 0,0-1 1 0 0,0 1 0 0 0,1-1-1 0 0,-1 1 1 0 0,0-1 0 0 0,0 0-1 0 0,1 1 1 0 0,1-1 0 0 0,-2 0-6 0 0,0-1 1 0 0,0 1 0 0 0,0-1 0 0 0,0 1 0 0 0,0-1 0 0 0,0 1 0 0 0,0-1 0 0 0,0 0-1 0 0,0 1 1 0 0,-1-1 0 0 0,1 0 0 0 0,0 0 0 0 0,-1 0 0 0 0,1 0 0 0 0,0 0-1 0 0,-1 1 1 0 0,1-1 0 0 0,-1 0 0 0 0,1 0 0 0 0,-1-2 0 0 0,4-7-285 0 0,-1-1 0 0 0,0 0-1 0 0,2-20 1 0 0,-5 28 471 0 0,10-97 488 0 0,-8 64-228 0 0,1 1-1 0 0,2 0 0 0 0,18-67 1 0 0,-21 99-284 0 0,-1 0 1 0 0,0 0 0 0 0,0 0-1 0 0,1 1 1 0 0,0-1 0 0 0,-1 0-1 0 0,1 1 1 0 0,0-1 0 0 0,0 1-1 0 0,1 0 1 0 0,3-4-1 0 0,-5 5-40 0 0,0 1-1 0 0,-1-1 0 0 0,1 1 1 0 0,0 0-1 0 0,0-1 0 0 0,0 1 0 0 0,0 0 1 0 0,0-1-1 0 0,0 1 0 0 0,0 0 0 0 0,0 0 1 0 0,0 0-1 0 0,0 0 0 0 0,0 0 0 0 0,0 0 1 0 0,0 0-1 0 0,0 0 0 0 0,0 0 0 0 0,0 1 1 0 0,0-1-1 0 0,0 0 0 0 0,0 1 0 0 0,0-1 1 0 0,-1 1-1 0 0,1-1 0 0 0,0 1 1 0 0,0-1-1 0 0,0 1 0 0 0,-1-1 0 0 0,1 1 1 0 0,0 0-1 0 0,0-1 0 0 0,-1 1 0 0 0,1 0 1 0 0,-1 0-1 0 0,1 0 0 0 0,0-1 0 0 0,-1 1 1 0 0,0 0-1 0 0,1 1 0 0 0,12 22 625 0 0,-1 1 1 0 0,15 42-1 0 0,6 13-387 0 0,-23-60-864 0 0,2 0 0 0 0,0 0 0 0 0,1-2 0 0 0,23 26-1 0 0,-18-24-796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0:58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6 7834 0 0,'-3'-5'2924'0'0,"3"4"-2838"0"0,0 1 0 0 0,0 0 0 0 0,-1 0 0 0 0,1 0 0 0 0,0 0 0 0 0,0 0 0 0 0,-1 0 0 0 0,-10 5 1755 0 0,-7 10 150 0 0,4 4-1151 0 0,1 0 1 0 0,0 0 0 0 0,2 1-1 0 0,-15 36 1 0 0,-28 91-894 0 0,41-107 213 0 0,9-29-185 0 0,-3 7 13 0 0,1 0 0 0 0,1 0 0 0 0,1 1 0 0 0,-4 33 0 0 0,8-49 12 0 0,0 0 0 0 0,-1 0 0 0 0,1 0 0 0 0,1 0 0 0 0,-1 0-1 0 0,0 0 1 0 0,1 0 0 0 0,-1-1 0 0 0,1 1 0 0 0,0 0 0 0 0,0 0 0 0 0,0 0-1 0 0,0-1 1 0 0,1 1 0 0 0,-1 0 0 0 0,1-1 0 0 0,-1 1 0 0 0,1-1 0 0 0,0 0-1 0 0,0 1 1 0 0,0-1 0 0 0,0 0 0 0 0,0 0 0 0 0,1 0 0 0 0,-1-1-1 0 0,1 1 1 0 0,-1 0 0 0 0,1-1 0 0 0,0 0 0 0 0,-1 0 0 0 0,1 0 0 0 0,0 0-1 0 0,0 0 1 0 0,0 0 0 0 0,0-1 0 0 0,0 1 0 0 0,0-1 0 0 0,3 0 0 0 0,6 1-37 0 0,0-2 0 0 0,0 1 0 0 0,0-1 1 0 0,-1-1-1 0 0,1 0 0 0 0,13-5 1 0 0,70-28-296 0 0,-71 25 33 0 0,1 0 0 0 0,0 2 0 0 0,33-7 0 0 0,-53 14 202 0 0,0 0-1 0 0,1 0 0 0 0,-1 1 1 0 0,0 0-1 0 0,1 0 0 0 0,-1 0 1 0 0,1 1-1 0 0,-1 0 1 0 0,0 0-1 0 0,1 0 0 0 0,8 4 1 0 0,-12-4 84 0 0,0 1 1 0 0,0-1-1 0 0,0 1 1 0 0,0-1-1 0 0,0 1 0 0 0,0 0 1 0 0,-1 0-1 0 0,1 0 1 0 0,-1 0-1 0 0,1 0 1 0 0,-1 0-1 0 0,0 0 1 0 0,0 0-1 0 0,0 0 0 0 0,0 1 1 0 0,0-1-1 0 0,0 1 1 0 0,-1-1-1 0 0,1 0 1 0 0,-1 1-1 0 0,0-1 0 0 0,1 1 1 0 0,-1-1-1 0 0,0 1 1 0 0,-1-1-1 0 0,1 1 1 0 0,-1 3-1 0 0,-3 18 162 0 0,0-1 0 0 0,-2 1-1 0 0,-1-1 1 0 0,-14 33 0 0 0,-48 87-82 0 0,50-106-162 0 0,12-25-52 0 0,2-1-319 0 0,0-1-1 0 0,-1 1 1 0 0,0-1-1 0 0,-15 17 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0:58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0 10594 0 0,'-3'0'226'0'0,"0"1"0"0"0,0-1 0 0 0,0 0-1 0 0,0 1 1 0 0,1-1 0 0 0,-1 1 0 0 0,0 0-1 0 0,0 0 1 0 0,1 0 0 0 0,-1 0 0 0 0,1 1-1 0 0,-1-1 1 0 0,1 0 0 0 0,-1 1 0 0 0,1 0-1 0 0,0 0 1 0 0,0 0 0 0 0,0 0 0 0 0,0 0 0 0 0,0 0-1 0 0,0 0 1 0 0,0 1 0 0 0,-1 3 0 0 0,-5 6 259 0 0,1 0 1 0 0,0 1 0 0 0,-7 20 0 0 0,7-13-327 0 0,1 0-1 0 0,1 0 1 0 0,1 1 0 0 0,1 0 0 0 0,0 0 0 0 0,1 31-1 0 0,2-35-168 0 0,1-1 0 0 0,1 1 0 0 0,0-1-1 0 0,2 0 1 0 0,0 0 0 0 0,0 0-1 0 0,1 0 1 0 0,13 26 0 0 0,-15-38-22 0 0,-1 1 0 0 0,1-1 1 0 0,-1 1-1 0 0,1-1 1 0 0,0 0-1 0 0,1-1 0 0 0,-1 1 1 0 0,1 0-1 0 0,0-1 1 0 0,0 0-1 0 0,0 0 0 0 0,0 0 1 0 0,0 0-1 0 0,1-1 0 0 0,-1 0 1 0 0,1 0-1 0 0,-1 0 1 0 0,1 0-1 0 0,0-1 0 0 0,0 1 1 0 0,0-1-1 0 0,0 0 0 0 0,0-1 1 0 0,0 0-1 0 0,0 1 1 0 0,8-2-1 0 0,-7 0-5 0 0,0 0 0 0 0,1-1 1 0 0,-1 0-1 0 0,0 0 0 0 0,0 0 0 0 0,0-1 0 0 0,-1 0 0 0 0,1 0 1 0 0,0 0-1 0 0,-1-1 0 0 0,0 0 0 0 0,0 0 0 0 0,0 0 0 0 0,-1 0 1 0 0,1-1-1 0 0,-1 0 0 0 0,0 0 0 0 0,0 0 0 0 0,-1-1 1 0 0,5-7-1 0 0,-4 4 84 0 0,-1 1-1 0 0,0-1 1 0 0,-1 0 0 0 0,0 0 0 0 0,0 0 0 0 0,0 0 0 0 0,-2 0 0 0 0,1-1-1 0 0,-1 1 1 0 0,0 0 0 0 0,-1 0 0 0 0,0-1 0 0 0,0 1 0 0 0,-1 0-1 0 0,-1 0 1 0 0,1 0 0 0 0,-1 1 0 0 0,-1-1 0 0 0,-8-15 0 0 0,1 4 77 0 0,-1 0 0 0 0,-1 0-1 0 0,-1 1 1 0 0,-1 1 0 0 0,0 0 0 0 0,-32-27 0 0 0,34 34-181 0 0,-1 0 1 0 0,0 0-1 0 0,-18-9 1 0 0,26 17-348 0 0,0 0 0 0 0,0 1 0 0 0,0-1 1 0 0,0 1-1 0 0,0 0 0 0 0,0 1 0 0 0,0-1 0 0 0,-1 1 1 0 0,1 1-1 0 0,-1-1 0 0 0,-11 1 0 0 0,7 3-1209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0:59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0 349 6913 0 0,'4'10'100'0'0,"1"-1"0"0"0,0 0 0 0 0,0 0 0 0 0,1 0 0 0 0,0-1 0 0 0,10 11 0 0 0,-5-4 29 0 0,6 6 548 0 0,0-1 1 0 0,29 27-1 0 0,-38-41-275 0 0,-1 0 0 0 0,0 0 0 0 0,1-1 0 0 0,0 0 0 0 0,1 0 0 0 0,-1-1-1 0 0,1 0 1 0 0,0 0 0 0 0,0-1 0 0 0,15 3 0 0 0,-34-8 86 0 0,1-1 0 0 0,0-1 1 0 0,0 1-1 0 0,0-1 0 0 0,0-1 0 0 0,1 0 0 0 0,0 0 1 0 0,0-1-1 0 0,0 0 0 0 0,0 0 0 0 0,1-1 0 0 0,0 1 0 0 0,-11-16 1 0 0,10 13-343 0 0,1-1 1 0 0,0 0-1 0 0,1 0 1 0 0,0-1-1 0 0,1 0 1 0 0,0 0-1 0 0,0 0 1 0 0,1 0-1 0 0,1-1 1 0 0,0 0-1 0 0,-2-19 1 0 0,4 6-93 0 0,2 0 0 0 0,0 0 0 0 0,2-1 0 0 0,1 2 0 0 0,1-1 0 0 0,16-47-1 0 0,-11 45-3322 0 0,18-33-1 0 0,-8 24-3874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1:18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7370 0 0,'-1'-10'1149'0'0,"4"-6"5920"0"0,3 25-6346 0 0,8 27-51 0 0,0-1 0 0 0,-3 2-1 0 0,11 52 1 0 0,-12-45-371 0 0,57 331 411 0 0,-24 7-11 0 0,-37-321-681 0 0,-4-42-74 0 0,0-1-981 0 0,0-1-1 0 0,-2 31 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1:18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6913 0 0,'12'14'6302'0'0,"4"3"-5394"0"0,185 214 2520 0 0,-59-75-1646 0 0,-127-137-1619 0 0,20 23 183 0 0,1-1 0 0 0,2-2 0 0 0,53 43 0 0 0,-43-45-3165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1:18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1 305 4145 0 0,'3'-8'315'0'0,"1"0"0"0"0,0 0 0 0 0,0 0 0 0 0,1 0 0 0 0,-1 1 0 0 0,2 0 0 0 0,-1 0 0 0 0,12-11 0 0 0,2-4 287 0 0,-3 1 155 0 0,55-63 3299 0 0,-61 73-3858 0 0,0 2-1 0 0,1-1 1 0 0,0 2-1 0 0,1-1 1 0 0,21-11-1 0 0,21-4-6611 0 0,-36 17 3953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1:19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1 122 10450 0 0,'44'7'3410'0'0,"-34"-3"-3241"0"0,-1 1 0 0 0,1 0-1 0 0,-2 1 1 0 0,1 0 0 0 0,0 0 0 0 0,-1 1-1 0 0,0 0 1 0 0,7 9 0 0 0,4 7 1162 0 0,24 38-1 0 0,-33-46-971 0 0,0 0-1 0 0,1 0 1 0 0,0-1-1 0 0,1 0 1 0 0,0-1-1 0 0,2 0 1 0 0,22 17-1 0 0,-34-29-421 0 0,0 1-1 0 0,1-1 0 0 0,-1 0 1 0 0,0 0-1 0 0,0 0 0 0 0,1 0 1 0 0,-1 0-1 0 0,1 0 0 0 0,-1-1 1 0 0,1 1-1 0 0,3-1 0 0 0,-6 0 45 0 0,1 0-1 0 0,-1 0 1 0 0,0 0-1 0 0,1 0 1 0 0,-1 0 0 0 0,0 0-1 0 0,1 0 1 0 0,-1 0-1 0 0,0 0 1 0 0,1-1-1 0 0,-1 1 1 0 0,0 0-1 0 0,0 0 1 0 0,1-1-1 0 0,-1 1 1 0 0,0 0-1 0 0,0 0 1 0 0,1-1 0 0 0,-1 1-1 0 0,0 0 1 0 0,0 0-1 0 0,0-1 1 0 0,1 1-1 0 0,-1 0 1 0 0,0-1-1 0 0,0 1 1 0 0,0 0-1 0 0,0-1 1 0 0,0 1-1 0 0,-3-20-368 0 0,-54-149-1605 0 0,52 149 1953 0 0,1 0 0 0 0,0-1 0 0 0,2 1 0 0 0,0-1 1 0 0,2 0-1 0 0,2-31 0 0 0,-2 50 92 0 0,0-1 1 0 0,0 1 0 0 0,1 0 0 0 0,-1 0-1 0 0,1 0 1 0 0,-1 0 0 0 0,1 0-1 0 0,0 0 1 0 0,0 0 0 0 0,0 0 0 0 0,0 0-1 0 0,0 0 1 0 0,0 0 0 0 0,0 0 0 0 0,1 0-1 0 0,-1 1 1 0 0,1-1 0 0 0,3-2 0 0 0,-4 3 29 0 0,1 1 1 0 0,0-1 0 0 0,-1 0 0 0 0,1 1-1 0 0,0 0 1 0 0,0-1 0 0 0,0 1 0 0 0,-1 0-1 0 0,1 0 1 0 0,0 0 0 0 0,0 0 0 0 0,0 0-1 0 0,0 0 1 0 0,-1 1 0 0 0,1-1 0 0 0,0 1-1 0 0,3 1 1 0 0,4 2 183 0 0,1 1-1 0 0,-1 0 1 0 0,0 1-1 0 0,-1 0 1 0 0,1 0-1 0 0,9 10 1 0 0,8 11-53 0 0,-2 1-1 0 0,-1 0 1 0 0,28 46-1 0 0,24 30-2454 0 0,-48-76-1342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1:19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 9674 0 0,'-5'-1'305'0'0,"1"1"0"0"0,-1 1 0 0 0,1-1 0 0 0,-1 1 0 0 0,1 0 0 0 0,-1 0 0 0 0,1 0 0 0 0,0 0 0 0 0,-1 1 0 0 0,1 0 0 0 0,0 0 0 0 0,0 0 0 0 0,0 0 0 0 0,1 0 0 0 0,-1 1 0 0 0,0 0 0 0 0,1 0 0 0 0,-1 0 0 0 0,1 0 0 0 0,-3 5 0 0 0,2-2-48 0 0,0 0 0 0 0,1 1 1 0 0,0-1-1 0 0,0 1 0 0 0,0 0 0 0 0,1 0 0 0 0,0 0 0 0 0,1 0 0 0 0,-1 0 0 0 0,1 0 0 0 0,0 15 0 0 0,1 3-149 0 0,1 0-1 0 0,1 0 1 0 0,7 39-1 0 0,-7-54-153 0 0,1 0 0 0 0,0 0 0 0 0,0-1 0 0 0,1 1 0 0 0,0-1 0 0 0,0 0 0 0 0,1 0 1 0 0,0-1-1 0 0,1 1 0 0 0,0-1 0 0 0,13 14 0 0 0,-17-20-93 0 0,0 0 0 0 0,0 0 0 0 0,0 0 0 0 0,0 0 0 0 0,1 0 1 0 0,-1 0-1 0 0,1-1 0 0 0,-1 1 0 0 0,1-1 0 0 0,-1 0 0 0 0,1 0 0 0 0,0 0 1 0 0,0 0-1 0 0,-1 0 0 0 0,1-1 0 0 0,0 1 0 0 0,0-1 0 0 0,0 1 0 0 0,0-1 1 0 0,0 0-1 0 0,0-1 0 0 0,0 1 0 0 0,-1 0 0 0 0,1-1 0 0 0,0 1 0 0 0,0-1 1 0 0,0 0-1 0 0,-1 0 0 0 0,1 0 0 0 0,0 0 0 0 0,-1-1 0 0 0,1 1 0 0 0,-1-1 1 0 0,1 0-1 0 0,-1 1 0 0 0,0-1 0 0 0,0 0 0 0 0,0 0 0 0 0,0 0 0 0 0,0-1 1 0 0,2-2-1 0 0,2-4-415 0 0,0 0 1 0 0,0 0 0 0 0,-1-1-1 0 0,-1 1 1 0 0,1-1 0 0 0,-2 0-1 0 0,1-1 1 0 0,-1 1 0 0 0,-1-1 0 0 0,2-10-1 0 0,-4 8 289 0 0,0 1 0 0 0,-1-1 0 0 0,0 0-1 0 0,-1 1 1 0 0,-1-1 0 0 0,0 1 0 0 0,0 0 0 0 0,-7-16-1 0 0,-7-25 2691 0 0,15 43-801 0 0,0 1 1 0 0,1-1-1 0 0,2-10 4040 0 0,13 37-3849 0 0,2 4-1133 0 0,2 10-211 0 0,5 10 226 0 0,29 38 1 0 0,-43-67-1056 0 0,1-1-1 0 0,0 0 1 0 0,0 0 0 0 0,1-1 0 0 0,1-1 0 0 0,-1 1-1 0 0,21 10 1 0 0,-5-5-4432 0 0,1-2-1422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1:19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0,'3'29'8796'0'0,"2"-2"-8169"0"0,13 39 0 0 0,30 62-234 0 0,6-3-1 0 0,5-2 0 0 0,121 187 0 0 0,-116-212-883 0 0,-46-72 38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1:20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0 5529 0 0,'-1'3'246'0'0,"-1"0"0"0"0,0-1 0 0 0,0 1-1 0 0,1 0 1 0 0,0 0 0 0 0,0 0 0 0 0,0 1 0 0 0,0-1-1 0 0,0 0 1 0 0,0 0 0 0 0,1 1 0 0 0,-1 5-1 0 0,1 46 2030 0 0,1-41-1710 0 0,0 8 216 0 0,0-1 0 0 0,2 0 0 0 0,1 0 0 0 0,0 0 0 0 0,2-1 0 0 0,0 1 0 0 0,10 19 0 0 0,-11-28-544 0 0,0-1 0 0 0,1 0 0 0 0,1 0 0 0 0,0-1 0 0 0,0 0 0 0 0,1 0 0 0 0,0-1 0 0 0,1 0 0 0 0,0 0 0 0 0,1-1 0 0 0,0 0 0 0 0,0 0 0 0 0,14 7 0 0 0,-22-14-237 0 0,0 0 0 0 0,1 0 0 0 0,-1 0 0 0 0,0 0 1 0 0,0 0-1 0 0,1 0 0 0 0,-1-1 0 0 0,0 1 0 0 0,1-1 0 0 0,-1 1 0 0 0,0-1 1 0 0,1 0-1 0 0,-1 0 0 0 0,0 0 0 0 0,1 0 0 0 0,-1-1 0 0 0,1 1 0 0 0,-1-1 0 0 0,0 1 1 0 0,4-2-1 0 0,-3 0-19 0 0,-1 0-1 0 0,1 0 1 0 0,-1 0 0 0 0,1 0 0 0 0,-1 0-1 0 0,0 0 1 0 0,0-1 0 0 0,0 1 0 0 0,0-1-1 0 0,-1 1 1 0 0,1-1 0 0 0,-1 0 0 0 0,3-5-1 0 0,0-4-66 0 0,-1 0 0 0 0,0 0 0 0 0,0 0 0 0 0,-1-1 0 0 0,-1 1-1 0 0,0-22 1 0 0,-1 24 111 0 0,0 0 0 0 0,-1 0 0 0 0,0 0 0 0 0,-1 0-1 0 0,0 0 1 0 0,-1 0 0 0 0,0 1 0 0 0,0-1 0 0 0,-1 1 0 0 0,0 0-1 0 0,-1 0 1 0 0,0 0 0 0 0,0 1 0 0 0,-1 0 0 0 0,0 0-1 0 0,-1 0 1 0 0,1 1 0 0 0,-2 0 0 0 0,1 0 0 0 0,-1 0 0 0 0,0 1-1 0 0,0 1 1 0 0,0-1 0 0 0,-1 1 0 0 0,0 1 0 0 0,0-1 0 0 0,0 2-1 0 0,-1-1 1 0 0,1 1 0 0 0,-17-3 0 0 0,3 3-183 0 0,0 1 0 0 0,0 0-1 0 0,0 2 1 0 0,-1 1 0 0 0,1 1 0 0 0,-41 8 0 0 0,64-10 76 0 0,-1 0 1 0 0,0 0-1 0 0,1 0 0 0 0,-1 0 1 0 0,0 0-1 0 0,1 1 0 0 0,-1-1 1 0 0,1 0-1 0 0,-1 0 0 0 0,0 0 1 0 0,1 1-1 0 0,-1-1 0 0 0,1 0 0 0 0,-1 1 1 0 0,1-1-1 0 0,-1 1 0 0 0,1-1 1 0 0,-1 0-1 0 0,1 1 0 0 0,0-1 1 0 0,-1 1-1 0 0,1-1 0 0 0,-1 1 1 0 0,1-1-1 0 0,0 1 0 0 0,-1 0 1 0 0,8 13-1557 0 0,-1-6 1962 0 0,2 5-324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1:20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7 5065 0 0,'-1'-1'74'0'0,"0"0"0"0"0,0 1 0 0 0,-1-1 0 0 0,1 1-1 0 0,0-1 1 0 0,0 0 0 0 0,-1 1 0 0 0,1 0 0 0 0,0-1 0 0 0,-1 1 0 0 0,1 0-1 0 0,-1 0 1 0 0,1 0 0 0 0,0 0 0 0 0,-1 0 0 0 0,1 0 0 0 0,0 0 0 0 0,-1 0-1 0 0,1 0 1 0 0,-1 1 0 0 0,1-1 0 0 0,0 1 0 0 0,0-1 0 0 0,-1 1 0 0 0,1-1-1 0 0,-2 2 1 0 0,0 1 231 0 0,0 0 0 0 0,-1 0-1 0 0,1 0 1 0 0,0 1 0 0 0,0 0-1 0 0,1-1 1 0 0,-3 6 0 0 0,-3 5 453 0 0,1 0 0 0 0,0 0 0 0 0,1 1 0 0 0,1 0 1 0 0,0 0-1 0 0,1 1 0 0 0,-3 24 0 0 0,6-27-365 0 0,0 0 0 0 0,0 0 0 0 0,1 0 0 0 0,1 0-1 0 0,0 0 1 0 0,1 0 0 0 0,0 0 0 0 0,1-1 0 0 0,7 23 0 0 0,-9-33-361 0 0,0 1-1 0 0,0 0 1 0 0,1-1 0 0 0,-1 1 0 0 0,0 0-1 0 0,1-1 1 0 0,0 0 0 0 0,0 1 0 0 0,-1-1-1 0 0,1 0 1 0 0,0 0 0 0 0,1 0 0 0 0,-1 0-1 0 0,0 0 1 0 0,1 0 0 0 0,-1-1-1 0 0,1 1 1 0 0,-1-1 0 0 0,1 0 0 0 0,0 0-1 0 0,0 0 1 0 0,-1 0 0 0 0,1 0 0 0 0,0 0-1 0 0,0-1 1 0 0,0 0 0 0 0,0 1 0 0 0,0-1-1 0 0,0 0 1 0 0,0 0 0 0 0,4-1 0 0 0,-3 0-124 0 0,1-1 1 0 0,-1 1-1 0 0,1-1 0 0 0,-1 0 1 0 0,0 0-1 0 0,0-1 0 0 0,0 1 1 0 0,0-1-1 0 0,0 0 1 0 0,-1 0-1 0 0,1 0 0 0 0,-1 0 1 0 0,0-1-1 0 0,1 1 1 0 0,-2-1-1 0 0,1 0 0 0 0,0 0 1 0 0,-1 0-1 0 0,3-5 1 0 0,2-11-275 0 0,-1 1 0 0 0,-1-1 1 0 0,-1-1-1 0 0,-1 1 0 0 0,0 0 1 0 0,-1-1-1 0 0,-2 0 0 0 0,-1-27 0 0 0,0 11 362 0 0,1 33 61 0 0,0 1-1 0 0,0-1 1 0 0,1 1-1 0 0,-1 0 1 0 0,1-1-1 0 0,0 1 1 0 0,0-1-1 0 0,0 1 0 0 0,2-5 1 0 0,-2 7-16 0 0,-1 1 0 0 0,0-1 1 0 0,1 1-1 0 0,-1 0 0 0 0,0-1 1 0 0,1 1-1 0 0,-1-1 0 0 0,1 1 0 0 0,-1 0 1 0 0,0-1-1 0 0,1 1 0 0 0,-1 0 0 0 0,1-1 1 0 0,-1 1-1 0 0,1 0 0 0 0,-1 0 1 0 0,1 0-1 0 0,-1-1 0 0 0,1 1 0 0 0,0 0 1 0 0,-1 0-1 0 0,1 0 0 0 0,0 0 0 0 0,1 0 46 0 0,-1 1 0 0 0,0-1 0 0 0,0 1 1 0 0,1-1-1 0 0,-1 1 0 0 0,0-1 0 0 0,0 1 0 0 0,0 0 0 0 0,0 0 0 0 0,0-1 0 0 0,0 1 0 0 0,0 0 0 0 0,0 0 0 0 0,1 2 0 0 0,28 32 978 0 0,-3 2 0 0 0,36 62 0 0 0,-39-61-658 0 0,11 21-274 0 0,-3 0 0 0 0,48 124 0 0 0,-68-151-134 0 0,-2 1 1 0 0,-2 0 0 0 0,-1 0-1 0 0,-1 1 1 0 0,-2 0 0 0 0,-1 0-1 0 0,-4 60 1 0 0,0-81 41 0 0,-1 0-1 0 0,0-1 1 0 0,-1 1-1 0 0,-1-1 1 0 0,0 0-1 0 0,0 0 1 0 0,-1 0 0 0 0,-1-1-1 0 0,0 1 1 0 0,0-1-1 0 0,-12 15 1 0 0,14-22-8 0 0,1 0-1 0 0,-1 0 1 0 0,0 0-1 0 0,-1 0 1 0 0,1-1 0 0 0,-1 0-1 0 0,1 0 1 0 0,-1 0 0 0 0,0 0-1 0 0,0-1 1 0 0,0 1 0 0 0,0-1-1 0 0,-1-1 1 0 0,1 1 0 0 0,0-1-1 0 0,-1 0 1 0 0,1 0 0 0 0,-1 0-1 0 0,0-1 1 0 0,1 0 0 0 0,-1 0-1 0 0,1 0 1 0 0,-1-1-1 0 0,1 0 1 0 0,-1 0 0 0 0,1 0-1 0 0,-1-1 1 0 0,-5-2 0 0 0,-1-2-113 0 0,0 0 1 0 0,0 0-1 0 0,1-2 0 0 0,0 1 1 0 0,0-1-1 0 0,1-1 1 0 0,0 0-1 0 0,0 0 1 0 0,1-1-1 0 0,1-1 0 0 0,-11-15 1 0 0,-5-9-593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04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1127 2415 6449 0 0,'-1'1'6'0'0,"-1"9"328"0"0,-1 0 1 0 0,0 0 0 0 0,0 0-1 0 0,-1-1 1 0 0,-1 1 0 0 0,-5 8 0 0 0,9-16-234 0 0,-1 1 0 0 0,0-1 0 0 0,0 0 0 0 0,0 0 0 0 0,0 0 0 0 0,0-1 0 0 0,-1 1 0 0 0,1 0 0 0 0,-1-1 0 0 0,1 1 0 0 0,-1-1 1 0 0,1 0-1 0 0,-1 0 0 0 0,0 0 0 0 0,1 0 0 0 0,-1-1 0 0 0,0 1 0 0 0,0-1 0 0 0,1 1 0 0 0,-1-1 0 0 0,0 0 0 0 0,0 0 0 0 0,0 0 1 0 0,0-1-1 0 0,1 1 0 0 0,-1-1 0 0 0,-3 0 0 0 0,-12-4 224 0 0,0-1-1 0 0,1 0 1 0 0,0-2 0 0 0,1 0 0 0 0,-1 0-1 0 0,2-2 1 0 0,-1 0 0 0 0,-17-15 0 0 0,2-2 92 0 0,0-1 0 0 0,-41-50 0 0 0,17 8-131 0 0,-53-88 0 0 0,-35-84 266 0 0,105 175-514 0 0,-27-59-48 0 0,5-2 0 0 0,6-2 0 0 0,-57-209 0 0 0,84 251 341 0 0,-23-94-20 0 0,46 162-245 0 0,1 0 0 0 0,1 0 0 0 0,1 0 0 0 0,1 0 0 0 0,0 0-1 0 0,2 0 1 0 0,4-23 0 0 0,-6 42-60 0 0,0 0 0 0 0,0-1 0 0 0,0 1-1 0 0,0 0 1 0 0,0 0 0 0 0,1 0 0 0 0,-1 0 0 0 0,0 0-1 0 0,1 0 1 0 0,-1 0 0 0 0,0 0 0 0 0,1 0 0 0 0,-1 1-1 0 0,1-1 1 0 0,0 0 0 0 0,-1 0 0 0 0,1 0-1 0 0,0 0 1 0 0,-1 1 0 0 0,1-1 0 0 0,0 0 0 0 0,0 1-1 0 0,0-1 1 0 0,0 0 0 0 0,0 1 0 0 0,0-1 0 0 0,0 1-1 0 0,0 0 1 0 0,0-1 0 0 0,0 1 0 0 0,0 0 0 0 0,0 0-1 0 0,0-1 1 0 0,0 1 0 0 0,0 0 0 0 0,0 0 0 0 0,0 0-1 0 0,0 0 1 0 0,0 0 0 0 0,0 0 0 0 0,0 1 0 0 0,0-1-1 0 0,0 0 1 0 0,0 1 0 0 0,0-1 0 0 0,0 0 0 0 0,0 1-1 0 0,0-1 1 0 0,0 1 0 0 0,0-1 0 0 0,0 1 0 0 0,-1 0-1 0 0,3 1 1 0 0,6 4 74 0 0,-1 1 0 0 0,1 1 1 0 0,14 16-1 0 0,-19-20-75 0 0,79 93-102 0 0,39 40-70 0 0,251 212 114 0 0,-85-124 39 0 0,-85-72 17 0 0,-170-128 12 0 0,0-2 0 0 0,68 36 1 0 0,77 21 57 0 0,-76-35-56 0 0,6 14 32 0 0,-81-42-24 0 0,1-2-1 0 0,0 0 0 0 0,37 12 1 0 0,-61-25-12 0 0,-1-1 1 0 0,0 1-1 0 0,1-1 1 0 0,0-1-1 0 0,-1 1 1 0 0,1 0-1 0 0,-1-1 1 0 0,1 0-1 0 0,0 1 1 0 0,0-2-1 0 0,-1 1 1 0 0,1 0-1 0 0,0-1 1 0 0,-1 1-1 0 0,1-1 1 0 0,-1 0-1 0 0,1 0 1 0 0,-1-1 0 0 0,1 1-1 0 0,-1-1 1 0 0,0 0-1 0 0,0 1 1 0 0,0-1-1 0 0,0-1 1 0 0,0 1-1 0 0,0 0 1 0 0,0-1-1 0 0,-1 0 1 0 0,1 1-1 0 0,-1-1 1 0 0,0 0-1 0 0,0 0 1 0 0,0 0-1 0 0,0-1 1 0 0,0 1-1 0 0,-1 0 1 0 0,1-1-1 0 0,0-4 1 0 0,2-5-64 0 0,-1 0 0 0 0,-1 0 1 0 0,0-1-1 0 0,0 1 0 0 0,-1-1 0 0 0,-1 1 0 0 0,-1 0 1 0 0,1-1-1 0 0,-5-17 0 0 0,-20-78 219 0 0,-4 2 1 0 0,-5 2-1 0 0,-5 1 0 0 0,-4 1 1 0 0,-5 3-1 0 0,-81-128 1 0 0,-44-15-147 0 0,-16-26 160 0 0,168 235-93 0 0,-66-123-166 0 0,76 135 248 0 0,2 0 1 0 0,0-1-1 0 0,2 0 1 0 0,0 0-1 0 0,-4-33 1 0 0,10 52-438 0 0,1 0 1620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06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3873 3225 0 0,'8'249'-519'0'0,"-8"-297"2776"0"0,4-176 662 0 0,136-948 3449 0 0,0 441-4881 0 0,54 12-368 0 0,-168 633-1066 0 0,149-584-24 0 0,-143 475-1743 0 0,-28 151 779 0 0,-1 1 0 0 0,-4-66 0 0 0,1 106 793 0 0,-6-41-689 0 0,6 42 685 0 0,0 0-1 0 0,-1 0 1 0 0,1 0-1 0 0,-1 0 1 0 0,1 0 0 0 0,-1 0-1 0 0,0 1 1 0 0,0-1-1 0 0,0 0 1 0 0,0 1-1 0 0,0-1 1 0 0,0 0-1 0 0,0 1 1 0 0,-1-1-1 0 0,1 1 1 0 0,0 0-1 0 0,-1-1 1 0 0,-2 0-1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07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21 184 1376 0 0,'-17'53'226'0'0,"16"-49"-135"0"0,1 0-1 0 0,-1 0 1 0 0,0 0 0 0 0,1 0-1 0 0,0 0 1 0 0,0 0 0 0 0,0 0-1 0 0,0 0 1 0 0,1 0 0 0 0,0 0-1 0 0,1 6 1 0 0,-1-10-65 0 0,-1 0 0 0 0,1 0 1 0 0,-1 0-1 0 0,1-1 0 0 0,-1 1 0 0 0,1 0 0 0 0,-1 0 1 0 0,0-1-1 0 0,1 1 0 0 0,-1 0 0 0 0,1 0 0 0 0,-1-1 1 0 0,0 1-1 0 0,1 0 0 0 0,-1-1 0 0 0,0 1 1 0 0,0 0-1 0 0,1-1 0 0 0,-1 1 0 0 0,0-1 0 0 0,0 1 1 0 0,1-1-1 0 0,-1 1 0 0 0,0 0 0 0 0,0-1 0 0 0,0 1 1 0 0,0-1-1 0 0,0 1 0 0 0,0-2 0 0 0,9-18 696 0 0,3-15 400 0 0,25-72 1624 0 0,-31 93-2324 0 0,1 1 1 0 0,0 0 0 0 0,0 0 0 0 0,1 1-1 0 0,14-17 1 0 0,-20 27-380 0 0,0 0 0 0 0,-1 0 0 0 0,1 0 0 0 0,0 1 0 0 0,0-1 0 0 0,0 1 0 0 0,0-1 0 0 0,1 1-1 0 0,-1 0 1 0 0,0-1 0 0 0,0 1 0 0 0,1 1 0 0 0,-1-1 0 0 0,1 0 0 0 0,-1 0 0 0 0,1 1 0 0 0,-1-1 0 0 0,1 1 0 0 0,-1 0-1 0 0,1 0 1 0 0,-1 0 0 0 0,1 0 0 0 0,-1 0 0 0 0,1 1 0 0 0,0-1 0 0 0,-1 1 0 0 0,0 0 0 0 0,1 0 0 0 0,-1-1 0 0 0,1 1-1 0 0,-1 1 1 0 0,0-1 0 0 0,0 0 0 0 0,1 1 0 0 0,-1-1 0 0 0,0 1 0 0 0,2 2 0 0 0,6 5 44 0 0,-1 0 0 0 0,0 1 0 0 0,-1 0 0 0 0,0 0 0 0 0,13 23 0 0 0,33 68 581 0 0,51 136 1 0 0,-61-131-1207 0 0,-20-51-4262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08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501 81 3225 0 0,'1'-3'4'0'0,"-1"0"0"0"0,1 0 1 0 0,0 0-1 0 0,-1-1 1 0 0,0 1-1 0 0,0 0 0 0 0,0 0 1 0 0,0 0-1 0 0,-1 0 1 0 0,1-1-1 0 0,-1 1 0 0 0,1 0 1 0 0,-1 0-1 0 0,0 0 1 0 0,-1 0-1 0 0,1 0 0 0 0,0 1 1 0 0,-1-1-1 0 0,0 0 1 0 0,-2-3-1 0 0,2 4-19 0 0,1 1 0 0 0,-1 0 0 0 0,0 0 0 0 0,1 0 1 0 0,-1 0-1 0 0,0 0 0 0 0,0 0 0 0 0,0 0 0 0 0,0 0 0 0 0,0 1 0 0 0,0-1 0 0 0,0 1 0 0 0,0-1 1 0 0,0 1-1 0 0,0 0 0 0 0,0 0 0 0 0,0 0 0 0 0,0 0 0 0 0,0 0 0 0 0,-1 1 0 0 0,1-1 0 0 0,0 0 1 0 0,0 1-1 0 0,0 0 0 0 0,0-1 0 0 0,1 1 0 0 0,-1 0 0 0 0,0 0 0 0 0,0 0 0 0 0,0 0 0 0 0,-2 3 1 0 0,-12 7-82 0 0,1 0 0 0 0,0 1 1 0 0,1 1-1 0 0,1 0 0 0 0,-14 17 1 0 0,-55 82 49 0 0,3-4 1114 0 0,7-17 2142 0 0,63-77-2487 0 0,1 1-1 0 0,0-1 1 0 0,1 2-1 0 0,-11 29 0 0 0,1-4 312 0 0,13-35-907 0 0,1 1 0 0 0,0 0 1 0 0,0 0-1 0 0,0 0 0 0 0,1 0 0 0 0,0 0 0 0 0,-1 14 1 0 0,3-20-104 0 0,0 0 0 0 0,0 0 0 0 0,0 0 0 0 0,0-1 0 0 0,0 1 0 0 0,1 0 0 0 0,-1 0 1 0 0,0-1-1 0 0,0 1 0 0 0,1 0 0 0 0,-1-1 0 0 0,1 1 0 0 0,-1 0 0 0 0,0-1 0 0 0,1 1 0 0 0,0-1 1 0 0,-1 1-1 0 0,1 0 0 0 0,-1-1 0 0 0,1 1 0 0 0,-1-1 0 0 0,1 0 0 0 0,0 1 0 0 0,-1-1 1 0 0,1 0-1 0 0,0 1 0 0 0,0-1 0 0 0,-1 0 0 0 0,1 1 0 0 0,0-1 0 0 0,0 0 0 0 0,-1 0 0 0 0,1 0 1 0 0,0 0-1 0 0,0 0 0 0 0,0 0 0 0 0,-1 0 0 0 0,1 0 0 0 0,0 0 0 0 0,0 0 0 0 0,-1-1 0 0 0,1 1 1 0 0,0 0-1 0 0,0 0 0 0 0,1-1 0 0 0,34-15-37 0 0,-24 8 58 0 0,-1-1 0 0 0,0 0 1 0 0,-1-1-1 0 0,0-1 0 0 0,-1 1 0 0 0,0-1 1 0 0,-1-1-1 0 0,8-12 0 0 0,51-110 546 0 0,-31 59-285 0 0,-27 57-286 0 0,8-17-485 0 0,2 2 1 0 0,35-49-1 0 0,-24 47-4298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09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44 2761 0 0,'-2'-3'190'0'0,"0"0"0"0"0,-1 1 0 0 0,1-1 1 0 0,-1 0-1 0 0,0 1 0 0 0,0-1 1 0 0,0 1-1 0 0,0 0 0 0 0,-5-3 1 0 0,-14-10 3040 0 0,36 31-1619 0 0,0 1 1 0 0,15 24-1 0 0,-18-23-1520 0 0,2-1-1 0 0,0-1 1 0 0,21 22 0 0 0,-18-25 1 0 0,1 0 0 0 0,0 0 0 0 0,1-2 0 0 0,0 0 0 0 0,1-1 0 0 0,0-1 0 0 0,1-1 0 0 0,0-1 0 0 0,0-1 0 0 0,0 0 0 0 0,1-1 0 0 0,0-2 0 0 0,0 0 0 0 0,0-1 0 0 0,36-1 0 0 0,-54-1-42 0 0,0-1-1 0 0,0 1 1 0 0,-1 0-1 0 0,1-1 0 0 0,0 0 1 0 0,-1 1-1 0 0,1-1 1 0 0,0 0-1 0 0,-1-1 1 0 0,1 1-1 0 0,-1 0 1 0 0,0-1-1 0 0,1 1 1 0 0,-1-1-1 0 0,0 0 1 0 0,0 1-1 0 0,0-1 0 0 0,0 0 1 0 0,3-4-1 0 0,-4 3 39 0 0,1 0-1 0 0,-1-1 1 0 0,1 1 0 0 0,-1-1-1 0 0,0 1 1 0 0,-1-1-1 0 0,1 1 1 0 0,0-1-1 0 0,-1 0 1 0 0,0 1-1 0 0,0-1 1 0 0,0 1 0 0 0,-1-5-1 0 0,-2-11 4 0 0,-2 0-1 0 0,0 1 1 0 0,-1-1 0 0 0,-12-26-1 0 0,11 30-605 0 0,-3-12-736 0 0,7 17 275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09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72 572 3225 0 0,'-3'2'-120'0'0,"-3"2"531"0"0,0-1 0 0 0,0 1 0 0 0,0-1 0 0 0,0-1 0 0 0,-8 3 1 0 0,13-5-290 0 0,1 1 0 0 0,-1-1 1 0 0,0 0-1 0 0,0 0 1 0 0,0 0-1 0 0,0 0 1 0 0,0 0-1 0 0,1 0 1 0 0,-1 0-1 0 0,0 0 0 0 0,0 0 1 0 0,0 0-1 0 0,0-1 1 0 0,0 1-1 0 0,1 0 1 0 0,-1-1-1 0 0,0 1 1 0 0,0 0-1 0 0,-1-2 0 0 0,2 2-12 0 0,-1-1 0 0 0,0 0 0 0 0,1-1 0 0 0,-1 1-1 0 0,0 0 1 0 0,1 0 0 0 0,-1 0 0 0 0,1 0-1 0 0,0 0 1 0 0,-1 0 0 0 0,1-1 0 0 0,0 1 0 0 0,0 0-1 0 0,0 0 1 0 0,0 0 0 0 0,0-1 0 0 0,0 1-1 0 0,0-2 1 0 0,8-67 1745 0 0,3 1-1 0 0,2 0 1 0 0,30-85 0 0 0,-40 144-1696 0 0,4-15-305 0 0,1 0-1 0 0,2 0 1 0 0,0 1 0 0 0,2 1 0 0 0,22-36-1 0 0,-22 43-1056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10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139 119 6449 0 0,'-6'-2'-46'0'0,"0"0"0"0"0,0 0 0 0 0,0-1-1 0 0,1 0 1 0 0,-1 1 0 0 0,1-2 0 0 0,-1 1-1 0 0,1-1 1 0 0,0 0 0 0 0,1 0 0 0 0,-1 0-1 0 0,1-1 1 0 0,-1 1 0 0 0,1-1 0 0 0,-6-10-1 0 0,4 7 855 0 0,0 0-1 0 0,-1 0 1 0 0,0 1-1 0 0,-1 0 1 0 0,-9-7-1 0 0,25 28 3652 0 0,5 9-3881 0 0,19 14-90 0 0,1-2 0 0 0,72 59 0 0 0,90 45-433 0 0,-138-103-41 0 0,1-3-1 0 0,1-3 0 0 0,114 42 1 0 0,-148-64-1335 0 0,1-2 0 0 0,0-1 0 0 0,0-1 0 0 0,52 2 1 0 0,-54-6-3247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11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10 3209 0 0,'-1'9'65'0'0,"-1"0"0"0"0,2 0 0 0 0,-1 0-1 0 0,1 0 1 0 0,1 0 0 0 0,-1 0 0 0 0,4 13 0 0 0,-2-1 399 0 0,6 30 1291 0 0,1-1 0 0 0,3 1 0 0 0,18 48 0 0 0,-60-159-882 0 0,-24-98-2207 0 0,20 52 2383 0 0,34 105-900 0 0,-1 0 0 0 0,0-1 0 0 0,1 1 0 0 0,-1-1 1 0 0,0 0-1 0 0,1 1 0 0 0,0-1 0 0 0,-1 1 0 0 0,1-1 0 0 0,0 1 0 0 0,0-1 1 0 0,0 0-1 0 0,0 1 0 0 0,0-1 0 0 0,0 0 0 0 0,1 1 0 0 0,-1-1 0 0 0,0 1 0 0 0,1-1 1 0 0,-1 1-1 0 0,1-1 0 0 0,1-1 0 0 0,-1 2-41 0 0,0 0-1 0 0,0 1 1 0 0,0-1 0 0 0,1 1 0 0 0,-1-1-1 0 0,0 1 1 0 0,0-1 0 0 0,1 1 0 0 0,-1 0-1 0 0,0-1 1 0 0,1 1 0 0 0,-1 0-1 0 0,0 0 1 0 0,1 0 0 0 0,-1 0 0 0 0,0 0-1 0 0,1 1 1 0 0,-1-1 0 0 0,0 0-1 0 0,2 1 1 0 0,10 3 288 0 0,-1 1 1 0 0,1 0-1 0 0,20 12 0 0 0,-2-1-9 0 0,50 21 0 0 0,-67-32-579 0 0,1 0-1 0 0,0-1 1 0 0,0-1-1 0 0,0 0 1 0 0,0-2-1 0 0,17 1 1 0 0,-8-2-900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11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25 2761 0 0,'-23'-7'417'0'0,"22"7"-277"0"0,1-1-1 0 0,-1 1 1 0 0,0 0 0 0 0,1 0-1 0 0,-1 0 1 0 0,1-1 0 0 0,-1 1-1 0 0,0 0 1 0 0,1 0 0 0 0,-1-1-1 0 0,1 1 1 0 0,-1-1 0 0 0,1 1-1 0 0,-1 0 1 0 0,1-1 0 0 0,-1 1-1 0 0,1-1 1 0 0,-1 1 0 0 0,1-1 0 0 0,0 1-1 0 0,-1-1 1 0 0,1 0 0 0 0,0 1-1 0 0,0-1 1 0 0,-1 1 0 0 0,1-1-1 0 0,0 0 1 0 0,0 1 0 0 0,0-1-1 0 0,0 0 1 0 0,0 1 0 0 0,0-1-1 0 0,0-1 1 0 0,1 2 151 0 0,1 0 1 0 0,0-1-1 0 0,0 1 0 0 0,-1 0 0 0 0,1 0 1 0 0,0 0-1 0 0,0 1 0 0 0,-1-1 0 0 0,1 0 1 0 0,0 1-1 0 0,-1-1 0 0 0,1 1 1 0 0,0-1-1 0 0,1 2 0 0 0,-1-1-307 0 0,39 15 1057 0 0,-1 2 0 0 0,-1 1 1 0 0,64 44-1 0 0,-73-45-734 0 0,112 75 360 0 0,66 40-2803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12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74 250 1840 0 0,'-1'1'65'0'0,"0"1"0"0"0,0-1 0 0 0,1 0 0 0 0,-1 0-1 0 0,0 0 1 0 0,-1 0 0 0 0,1 0 0 0 0,0 0 0 0 0,0 0-1 0 0,0 0 1 0 0,0 0 0 0 0,-1-1 0 0 0,1 1 0 0 0,0 0-1 0 0,-1-1 1 0 0,1 1 0 0 0,-1-1 0 0 0,1 0 0 0 0,0 1-1 0 0,-1-1 1 0 0,1 0 0 0 0,-1 0 0 0 0,1 0 0 0 0,-1 0-1 0 0,1 0 1 0 0,-1 0 0 0 0,-1-1 0 0 0,1 0 127 0 0,0 0 1 0 0,0 0-1 0 0,1 0 0 0 0,-1-1 1 0 0,0 1-1 0 0,1-1 1 0 0,0 1-1 0 0,-1-1 0 0 0,1 0 1 0 0,0 1-1 0 0,0-1 1 0 0,0 0-1 0 0,0 0 0 0 0,0 0 1 0 0,0 0-1 0 0,0 0 1 0 0,1 0-1 0 0,-1 0 1 0 0,0-3-1 0 0,-3-14 415 0 0,1 0 0 0 0,1-1-1 0 0,0 0 1 0 0,2 1 0 0 0,0-1 0 0 0,1 0 0 0 0,2 0-1 0 0,6-29 1 0 0,-5 36-1060 0 0,2 3-183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12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7 294 6449 0 0,'-1'-4'292'0'0,"-1"0"0"0"0,1 0 0 0 0,0 0-1 0 0,1 0 1 0 0,-1 0 0 0 0,1-1 0 0 0,0 1-1 0 0,0 0 1 0 0,1-8 0 0 0,-1 1 240 0 0,0-2-63 0 0,4-89 4430 0 0,-3 93-4573 0 0,1-1-1 0 0,-1 0 0 0 0,2 1 0 0 0,-1-1 1 0 0,1 1-1 0 0,1 0 0 0 0,0 0 0 0 0,5-10 1 0 0,-7 16-487 0 0,-1 1 0 0 0,1 0 1 0 0,0 1-1 0 0,0-1 1 0 0,0 0-1 0 0,0 0 0 0 0,0 1 1 0 0,0-1-1 0 0,0 1 1 0 0,0 0-1 0 0,5-2 0 0 0,2 0-63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23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14283 0 0,'0'0'106'0'0,"1"0"0"0"0,0 0 1 0 0,-1 0-1 0 0,1 0 0 0 0,0 0 0 0 0,0 0 0 0 0,-1 0 1 0 0,1 1-1 0 0,0-1 0 0 0,0 0 0 0 0,-1 0 0 0 0,1 0 1 0 0,0 1-1 0 0,-1-1 0 0 0,1 0 0 0 0,0 1 0 0 0,-1-1 1 0 0,1 1-1 0 0,-1-1 0 0 0,1 1 0 0 0,0-1 0 0 0,-1 1 1 0 0,1-1-1 0 0,-1 1 0 0 0,0-1 0 0 0,2 2 0 0 0,13 18 807 0 0,-9-8-665 0 0,-2-1 1 0 0,1 1-1 0 0,-2-1 1 0 0,1 1-1 0 0,-2 0 1 0 0,3 21-1 0 0,1 80 102 0 0,-6-66-134 0 0,14 351-33 0 0,49 829 439 0 0,-40-974-458 0 0,70 912 1696 0 0,-86-1019-1682 0 0,9 146 41 0 0,-7-208-372 0 0,27 117 1 0 0,-25-162-307 0 0,1-16-5877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23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138 230 1376 0 0,'-4'-3'210'0'0,"0"1"0"0"0,1-1 0 0 0,0 0 0 0 0,-1-1 0 0 0,1 1 0 0 0,1 0 0 0 0,-1-1-1 0 0,0 0 1 0 0,1 0 0 0 0,0 0 0 0 0,0 0 0 0 0,0 0 0 0 0,0 0 0 0 0,1 0 0 0 0,-1 0 0 0 0,1-1 0 0 0,-1-8-1 0 0,-1-7 78 0 0,-9-35-36 0 0,12 52-260 0 0,-2 0 0 0 0,1 1-1 0 0,0-1 1 0 0,0 0 0 0 0,-1 0 0 0 0,0 1-1 0 0,1-1 1 0 0,-1 1 0 0 0,0-1 0 0 0,0 1-1 0 0,-1 0 1 0 0,1-1 0 0 0,0 1-1 0 0,-6-3 1 0 0,2 2-61 0 0,1-1-1 0 0,-1 1 0 0 0,1-1 0 0 0,0-1 1 0 0,-8-7-1 0 0,6 5-9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24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18 182 14283 0 0,'-17'5'1604'0'0,"17"-5"-1577"0"0,0 0 0 0 0,-1 0-1 0 0,1 0 1 0 0,0 0 0 0 0,0 1 0 0 0,0-1-1 0 0,0 0 1 0 0,0 0 0 0 0,0 0-1 0 0,0 1 1 0 0,0-1 0 0 0,0 0-1 0 0,0 0 1 0 0,0 0 0 0 0,0 0-1 0 0,0 1 1 0 0,0-1 0 0 0,0 0-1 0 0,1 0 1 0 0,-1 0 0 0 0,0 0-1 0 0,0 1 1 0 0,0-1 0 0 0,0 0-1 0 0,0 0 1 0 0,0 0 0 0 0,0 0-1 0 0,0 0 1 0 0,1 1 0 0 0,-1-1-1 0 0,0 0 1 0 0,0 0 0 0 0,0 0-1 0 0,0 0 1 0 0,0 0 0 0 0,1 0-1 0 0,-1 0 1 0 0,0 0 0 0 0,0 0-1 0 0,0 1 1 0 0,0-1 0 0 0,1 0-1 0 0,-1 0 1 0 0,0 0 0 0 0,35 12 669 0 0,-32-12-748 0 0,36 10 459 0 0,0-2 0 0 0,80 6 0 0 0,83-11 84 0 0,-112-3-357 0 0,131 1 145 0 0,353 8 468 0 0,-458-4-599 0 0,985 22 1113 0 0,678-115-829 0 0,-1541 65-600 0 0,900-68-1651 0 0,-1018 85 1974 0 0,513-28 1686 0 0,-214 1-3527 0 0,-352 26-5759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26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1366 5065 0 0,'21'28'1891'0'0,"-20"-27"-1725"0"0,0 0 0 0 0,-1 0 0 0 0,1 0 1 0 0,0 0-1 0 0,-1 0 0 0 0,1 0 0 0 0,-1 0 0 0 0,0 0 0 0 0,1 0 1 0 0,-1 0-1 0 0,0 0 0 0 0,0 1 0 0 0,1-1 0 0 0,-1 0 0 0 0,0 0 1 0 0,0 0-1 0 0,0 0 0 0 0,-1 1 0 0 0,1-1 0 0 0,0 0 0 0 0,0 0 1 0 0,-1 0-1 0 0,1 0 0 0 0,0 0 0 0 0,-1 0 0 0 0,0 2 0 0 0,0-3-50 0 0,1 1-1 0 0,-1-1 1 0 0,0 1-1 0 0,1-1 0 0 0,-1 0 1 0 0,0 0-1 0 0,1 1 0 0 0,-1-1 1 0 0,0 0-1 0 0,0 0 0 0 0,1 0 1 0 0,-1 0-1 0 0,0 0 1 0 0,0 0-1 0 0,1 0 0 0 0,-1 0 1 0 0,0 0-1 0 0,1 0 0 0 0,-1 0 1 0 0,-1-1-1 0 0,-1 0-226 0 0,0 0 0 0 0,1 0 0 0 0,-1 0 0 0 0,1 0 0 0 0,-1-1 1 0 0,1 1-1 0 0,0-1 0 0 0,-4-2 0 0 0,4 1 179 0 0,0 0-1 0 0,0 0 1 0 0,0 0 0 0 0,0 0 0 0 0,0-1 0 0 0,0 1 0 0 0,1-1 0 0 0,0 1 0 0 0,0-1-1 0 0,0 0 1 0 0,0 1 0 0 0,0-1 0 0 0,1 0 0 0 0,-1 0 0 0 0,1 0 0 0 0,1-6 0 0 0,0-9 574 0 0,2 0 0 0 0,5-22 0 0 0,-1 7-251 0 0,15-130 875 0 0,-11 69-1075 0 0,36-145 1 0 0,-26 165 22 0 0,3 2 1 0 0,3 0 0 0 0,60-114-1 0 0,-74 163-117 0 0,1 1 0 0 0,2 0 0 0 0,0 1 1 0 0,2 1-1 0 0,0 1 0 0 0,1 0 0 0 0,1 1 0 0 0,1 1 0 0 0,0 1 0 0 0,1 1 0 0 0,1 1 0 0 0,1 1 0 0 0,47-21 0 0 0,-43 26-15 0 0,-1 1-1 0 0,1 1 0 0 0,1 2 1 0 0,-1 0-1 0 0,1 2 0 0 0,0 2 1 0 0,-1 0-1 0 0,1 2 0 0 0,0 1 1 0 0,0 1-1 0 0,-1 1 1 0 0,39 12-1 0 0,-52-11-78 0 0,0 1 1 0 0,0 0-1 0 0,-1 1 1 0 0,0 1-1 0 0,0 0 0 0 0,-1 1 1 0 0,0 0-1 0 0,-1 1 1 0 0,0 0-1 0 0,-1 1 0 0 0,0 1 1 0 0,14 17-1 0 0,8 17-141 0 0,-2 1 1 0 0,28 59-1 0 0,-31-56 41 0 0,356 692 930 0 0,-343-644-733 0 0,52 192 0 0 0,-67-195 52 0 0,4-2 0 0 0,64 140 0 0 0,-11-74-3 0 0,7-4 0 0 0,181 237 1 0 0,-106-212-110 0 0,-131-148-30 0 0,2-1 0 0 0,1-2 0 0 0,47 28 0 0 0,-63-44-5 0 0,0-2 0 0 0,0 0 0 0 0,1-2 0 0 0,1 0 1 0 0,-1-1-1 0 0,1-2 0 0 0,0 0 0 0 0,28 3 0 0 0,-42-8-24 0 0,1-1-1 0 0,-1 0 0 0 0,0 0 1 0 0,1-1-1 0 0,-1 0 1 0 0,0 0-1 0 0,0-1 0 0 0,0-1 1 0 0,0 1-1 0 0,0-1 1 0 0,0-1-1 0 0,-1 0 0 0 0,1 0 1 0 0,-1 0-1 0 0,0-1 1 0 0,0-1-1 0 0,-1 1 0 0 0,0-1 1 0 0,0 0-1 0 0,0-1 1 0 0,-1 0-1 0 0,0 0 0 0 0,9-13 1 0 0,-7 8-61 0 0,-2 0 0 0 0,1-1 0 0 0,-1 0 0 0 0,-1-1 0 0 0,-1 1 0 0 0,1-1 1 0 0,3-25-1 0 0,4-103-61 0 0,-9 81 169 0 0,11-128 70 0 0,8 2 1 0 0,54-218 0 0 0,15 95-113 0 0,-63 233 97 0 0,74-142 0 0 0,107-215 291 0 0,-106 207-343 0 0,-86 197 56 0 0,-12 21-49 0 0,0 0 0 0 0,-1 0-1 0 0,1 0 1 0 0,-2-1 0 0 0,5-15 0 0 0,-8 24-73 0 0,0 1 1 0 0,0-1-1 0 0,0 1 1 0 0,0-1-1 0 0,0 0 1 0 0,-1 1-1 0 0,1-1 1 0 0,0 1 0 0 0,0-1-1 0 0,-1 1 1 0 0,1-1-1 0 0,0 1 1 0 0,-1-1-1 0 0,1 1 1 0 0,-1 0-1 0 0,1-1 1 0 0,0 1 0 0 0,-1-1-1 0 0,1 1 1 0 0,-1 0-1 0 0,1-1 1 0 0,-1 1-1 0 0,1 0 1 0 0,-1 0 0 0 0,1-1-1 0 0,-1 1 1 0 0,0 0-1 0 0,1 0 1 0 0,-1 0-1 0 0,1 0 1 0 0,-1 0-1 0 0,1 0 1 0 0,-1 0 0 0 0,0 0-1 0 0,1 0 1 0 0,-1 0-1 0 0,1 0 1 0 0,-1 0-1 0 0,0 0 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27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0 320 10594 0 0,'22'-12'1201'0'0,"-4"1"-661"0"0,-5 4-1110 0 0,-2-1 1 0 0,1 1-1 0 0,-1-2 0 0 0,0 0 0 0 0,0 0 0 0 0,-1-1 1 0 0,0 0-1 0 0,12-18 0 0 0,-2-2 1582 0 0,2 1 0 0 0,28-31 0 0 0,-41 52-460 0 0,-1-1 0 0 0,1 1 0 0 0,0 1-1 0 0,1 0 1 0 0,-1 0 0 0 0,2 0 0 0 0,-1 2 0 0 0,1-1 0 0 0,-1 1 0 0 0,19-5 0 0 0,-25 9-471 0 0,-1 1 1 0 0,1 0-1 0 0,-1 0 0 0 0,1 0 1 0 0,-1 0-1 0 0,1 1 0 0 0,-1-1 0 0 0,1 1 1 0 0,-1 0-1 0 0,0 0 0 0 0,1 0 1 0 0,-1 0-1 0 0,0 1 0 0 0,0-1 0 0 0,0 1 1 0 0,0 0-1 0 0,0 0 0 0 0,0 0 1 0 0,2 3-1 0 0,9 7-32 0 0,-1 0 0 0 0,18 22-1 0 0,-15-15 158 0 0,6 7 28 0 0,-2 0 1 0 0,-1 1-1 0 0,-2 1 1 0 0,0 0-1 0 0,-2 2 0 0 0,-1 0 1 0 0,16 47-1 0 0,47 234 696 0 0,-39-141-648 0 0,150 403 945 0 0,48-17-539 0 0,-221-522-705 0 0,21 47 85 0 0,67 109 0 0 0,-87-164-53 0 0,1-1 0 0 0,1-1 0 0 0,2 0 0 0 0,0-2 1 0 0,1 0-1 0 0,2-2 0 0 0,0 0 0 0 0,26 17 0 0 0,-45-34-10 0 0,0-1 1 0 0,-1 0-1 0 0,1 0 0 0 0,1 0 0 0 0,-1 0 1 0 0,0 0-1 0 0,0-1 0 0 0,1 0 0 0 0,-1 0 1 0 0,0 0-1 0 0,1-1 0 0 0,-1 1 0 0 0,1-1 1 0 0,-1 0-1 0 0,6 0 0 0 0,-6-2 0 0 0,-1 1-1 0 0,1 0 1 0 0,0-1 0 0 0,0 1-1 0 0,-1-1 1 0 0,1 0 0 0 0,-1 0-1 0 0,0-1 1 0 0,1 1 0 0 0,-1-1-1 0 0,0 1 1 0 0,0-1 0 0 0,-1 0-1 0 0,1 0 1 0 0,-1 0 0 0 0,1-1-1 0 0,1-3 1 0 0,7-12-5 0 0,-1 0 0 0 0,-1-1 0 0 0,0 0 0 0 0,-2 0 0 0 0,0-1 0 0 0,4-25 0 0 0,16-133 0 0 0,-27 173 0 0 0,19-178-183 0 0,38-251-602 0 0,-28 293 322 0 0,68-374-1873 0 0,-76 388 1939 0 0,51-169 0 0 0,-70 291 495 0 0,0-1-1 0 0,0 1 1 0 0,-1 0-1 0 0,0 0 1 0 0,0-1-1 0 0,-1 1 1 0 0,0-14-1 0 0,-1 19-71 0 0,1-1-1 0 0,0 0 0 0 0,-1 0 1 0 0,1 0-1 0 0,-1 1 1 0 0,0-1-1 0 0,0 0 0 0 0,1 1 1 0 0,-1-1-1 0 0,0 0 0 0 0,0 1 1 0 0,-1-1-1 0 0,1 1 1 0 0,0 0-1 0 0,0-1 0 0 0,-1 1 1 0 0,1 0-1 0 0,-1 0 0 0 0,1 0 1 0 0,-1 0-1 0 0,1 0 1 0 0,-1 0-1 0 0,0 0 0 0 0,1 0 1 0 0,-1 1-1 0 0,0-1 1 0 0,0 1-1 0 0,0-1 0 0 0,1 1 1 0 0,-1 0-1 0 0,-2 0 0 0 0,-5-1-488 0 0,0 0 0 0 0,0 1 0 0 0,0 1 0 0 0,1-1 0 0 0,-17 4 1 0 0,4 3-6075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29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44 7370 0 0,'-1'-4'962'0'0,"0"0"1"0"0,1 0-1 0 0,-1 0 1 0 0,1 0-1 0 0,0 0 1 0 0,0 0 0 0 0,0 0-1 0 0,2-8 1 0 0,10 41 2335 0 0,0 30-2742 0 0,-2 1 1 0 0,-2 0-1 0 0,-1 84 1 0 0,-5-74-383 0 0,0-34-98 0 0,1 30 112 0 0,17 102 0 0 0,-17-149-140 0 0,1-1 0 0 0,2 0-1 0 0,-1 0 1 0 0,2 0 0 0 0,0-1-1 0 0,2 1 1 0 0,0-2 0 0 0,0 0-1 0 0,2 0 1 0 0,14 18 0 0 0,-22-30-47 0 0,1 0 1 0 0,0 0 0 0 0,0-1 0 0 0,0 1 0 0 0,0-1-1 0 0,1 0 1 0 0,-1 0 0 0 0,1-1 0 0 0,-1 1-1 0 0,1-1 1 0 0,0 0 0 0 0,0 0 0 0 0,0-1 0 0 0,0 1-1 0 0,1-1 1 0 0,-1 0 0 0 0,0-1 0 0 0,7 1 0 0 0,-7-2-12 0 0,0 1-1 0 0,0-1 1 0 0,0 0 0 0 0,0-1 0 0 0,-1 1 0 0 0,1-1 0 0 0,0 0 0 0 0,-1 0 0 0 0,1 0 0 0 0,-1-1-1 0 0,0 1 1 0 0,0-1 0 0 0,0 0 0 0 0,0 0 0 0 0,-1-1 0 0 0,1 1 0 0 0,-1-1 0 0 0,0 0 0 0 0,5-7-1 0 0,2-4-206 0 0,-2-1-1 0 0,0 0 0 0 0,0 0 0 0 0,9-32 0 0 0,-2-2-3721 0 0,-10 32 1235 0 0,4-15-3677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29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81 10594 0 0,'-45'21'854'0'0,"14"-7"1869"0"0,-34 12-1 0 0,65-26-2667 0 0,0 0 0 0 0,0 0 0 0 0,-1 0 0 0 0,1 0 0 0 0,0 1 0 0 0,0-1 0 0 0,0 0 0 0 0,-1 0 0 0 0,1 0 1 0 0,0 0-1 0 0,0 0 0 0 0,0 0 0 0 0,-1 1 0 0 0,1-1 0 0 0,0 0 0 0 0,0 0 0 0 0,-1 0 0 0 0,1 0 0 0 0,0 0 0 0 0,0 0 0 0 0,-1 0 0 0 0,1 0 0 0 0,0 0 0 0 0,0 0 0 0 0,0 0 0 0 0,-1 0 0 0 0,1 0 1 0 0,0 0-1 0 0,0-1 0 0 0,-1 1 0 0 0,1 0 0 0 0,0 0 0 0 0,0 0 0 0 0,0 0 0 0 0,-1 0 0 0 0,1 0 0 0 0,0 0 0 0 0,0-1 0 0 0,0 1 0 0 0,-1 0 0 0 0,1 0 0 0 0,0 0 0 0 0,0-1 0 0 0,0 1 0 0 0,8-11 1103 0 0,18-10-305 0 0,86-47 69 0 0,-61 42-6983 0 0,-18 11-907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29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85 10138 0 0,'-23'12'1200'0'0,"33"-17"2542"0"0,16-2-2478 0 0,-13 3-450 0 0,68-25 1586 0 0,34-10-876 0 0,-98 35-2597 0 0,2 0 1 0 0,25-1-1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30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5529 0 0,'-53'31'2473'0'0,"1"2"4696"0"0,73-30-2355 0 0,22 13-3574 0 0,-20-4-657 0 0,2 1-118 0 0,41 28-1 0 0,-60-36-458 0 0,0-1 1 0 0,-1 1-1 0 0,1 0 0 0 0,-1 1 1 0 0,0-1-1 0 0,-1 1 0 0 0,1 0 1 0 0,-1 0-1 0 0,0 0 0 0 0,-1 1 1 0 0,6 11-1 0 0,-8-13-47 0 0,0 0 1 0 0,0-1-1 0 0,-1 1 1 0 0,0 0-1 0 0,0 0 0 0 0,0 0 1 0 0,0-1-1 0 0,-1 1 1 0 0,1 0-1 0 0,-1 0 0 0 0,-1-1 1 0 0,1 1-1 0 0,-1 0 1 0 0,1-1-1 0 0,-1 1 0 0 0,-1-1 1 0 0,1 0-1 0 0,0 0 1 0 0,-1 0-1 0 0,0 0 0 0 0,-4 4 1 0 0,-8 9-305 0 0,0-1-1 0 0,-2 0 1 0 0,-20 15 0 0 0,29-25 97 0 0,-3 3-535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32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19 4609 0 0,'-1'-2'445'0'0,"0"0"0"0"0,-1 1 0 0 0,1 0 1 0 0,-1-1-1 0 0,1 1 0 0 0,-1 0 0 0 0,1 0 0 0 0,-1 0 0 0 0,0 0 0 0 0,1 0 0 0 0,-1 0 1 0 0,0 0-1 0 0,0 1 0 0 0,0-1 0 0 0,0 1 0 0 0,-4-1 0 0 0,5 1-274 0 0,0 1-1 0 0,0-1 1 0 0,0 1-1 0 0,1 0 1 0 0,-1-1-1 0 0,0 1 1 0 0,0 0-1 0 0,0 0 1 0 0,0-1-1 0 0,1 1 1 0 0,-1 0-1 0 0,0 0 1 0 0,1 0-1 0 0,-1 0 1 0 0,0 0-1 0 0,1 0 1 0 0,-1 0 0 0 0,1 0-1 0 0,0 0 1 0 0,-1 0-1 0 0,1 1 1 0 0,0-1-1 0 0,0 0 1 0 0,0 0-1 0 0,0 0 1 0 0,0 0-1 0 0,0 0 1 0 0,0 1-1 0 0,0 1 1 0 0,1 27 232 0 0,1 1-1 0 0,2 0 1 0 0,1-1 0 0 0,15 54 0 0 0,-9-41-201 0 0,56 214 659 0 0,4 20-4470 0 0,-64-250-2533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32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10 205 5985 0 0,'0'0'51'0'0,"-1"0"0"0"0,1 0 0 0 0,0 0-1 0 0,-1 0 1 0 0,1 0 0 0 0,0 0 0 0 0,-1 0-1 0 0,1 0 1 0 0,0 0 0 0 0,-1-1 0 0 0,1 1-1 0 0,0 0 1 0 0,-1 0 0 0 0,1 0 0 0 0,0 0-1 0 0,0 0 1 0 0,-1-1 0 0 0,1 1 0 0 0,0 0-1 0 0,-1 0 1 0 0,1 0 0 0 0,0-1 0 0 0,0 1-1 0 0,-1 0 1 0 0,1 0 0 0 0,0-1 0 0 0,0 1-1 0 0,0 0 1 0 0,0 0 0 0 0,-1-1 0 0 0,1 1-1 0 0,0 0 1 0 0,0-1 0 0 0,0 1 0 0 0,0 0-1 0 0,0-1 1 0 0,0 1 0 0 0,0 0 0 0 0,0-1 0 0 0,0 1-1 0 0,0 0 1 0 0,0-1 0 0 0,0 1 0 0 0,0 0-1 0 0,0-1 1 0 0,0 1 0 0 0,0 0 0 0 0,0-1-1 0 0,17-18 2065 0 0,33-16 1068 0 0,-49 34-3038 0 0,6-3 34 0 0,126-75 3367 0 0,-41 35-8721 0 0,-62 33-184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33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57 132 4609 0 0,'-57'11'5193'0'0,"67"-20"-955"0"0,14-10-2564 0 0,31-11-779 0 0,1 2 0 0 0,64-21 0 0 0,-99 42-1570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34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179 833 2761 0 0,'1'-1'191'0'0,"0"-1"0"0"0,0 1 1 0 0,0-1-1 0 0,-1 1 0 0 0,1-1 0 0 0,0 0 1 0 0,-1 1-1 0 0,1-1 0 0 0,-1 0 1 0 0,1 0-1 0 0,-1 1 0 0 0,0-1 1 0 0,0 0-1 0 0,1 0 0 0 0,-2-2 1 0 0,2 0 221 0 0,2-40 3506 0 0,-2-75 1 0 0,-5 86-2887 0 0,-1 2 1 0 0,-2-1 0 0 0,-1 1-1 0 0,-1 0 1 0 0,-15-32 0 0 0,-8-30-51 0 0,3-39-417 0 0,1 2-426 0 0,27 126-200 0 0,0 0 1 0 0,0 0-1 0 0,0 0 1 0 0,-1 0-1 0 0,0 1 1 0 0,1-1-1 0 0,-1 0 1 0 0,-1 1-1 0 0,1-1 1 0 0,0 1-1 0 0,-1 0 1 0 0,0 0-1 0 0,1 0 1 0 0,-1 0-1 0 0,-6-4 0 0 0,5 6-1089 0 0,0 3-334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36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5 102 1840 0 0,'2'-13'698'0'0,"-2"10"-173"0"0,1 1 0 0 0,-1 0 1 0 0,0 0-1 0 0,1-1 0 0 0,-1 1 0 0 0,0 0 1 0 0,0-1-1 0 0,-1 1 0 0 0,1 0 1 0 0,0-1-1 0 0,-1 1 0 0 0,0 0 0 0 0,1 0 1 0 0,-2-3-1 0 0,1 6-326 0 0,1 0 0 0 0,-1 0-1 0 0,1 1 1 0 0,-1-1 0 0 0,1 0 0 0 0,0 1 0 0 0,0-1 0 0 0,0 0 0 0 0,0 1-1 0 0,0-1 1 0 0,0 0 0 0 0,0 1 0 0 0,0-1 0 0 0,0 0 0 0 0,1 0-1 0 0,-1 1 1 0 0,0-1 0 0 0,2 2 0 0 0,-2-3-190 0 0,0 1 0 0 0,0-1 0 0 0,0 0 0 0 0,0 1 0 0 0,0-1 0 0 0,0 0 0 0 0,1 1 0 0 0,-1-1 1 0 0,0 0-1 0 0,0 0 0 0 0,0 1 0 0 0,1-1 0 0 0,-1 0 0 0 0,0 0 0 0 0,0 1 0 0 0,1-1 0 0 0,-1 0 0 0 0,0 0 0 0 0,0 1 0 0 0,1-1 0 0 0,-1 0 0 0 0,0 0 0 0 0,1 0 0 0 0,-1 0 0 0 0,0 0 0 0 0,1 0 1 0 0,-1 0-1 0 0,0 1 0 0 0,1-1 0 0 0,-1 0 0 0 0,0 0 0 0 0,1 0 0 0 0,-1 0 0 0 0,0 0 0 0 0,1 0 0 0 0,-1-1 0 0 0,1 1 0 0 0,-1 0 0 0 0,0 0 0 0 0,1 0 0 0 0,3-16 812 0 0,-7-27 412 0 0,5 18 2271 0 0,11 75-3178 0 0,-2 0-1 0 0,7 80 0 0 0,-5-24-68 0 0,-3-60-1098 0 0,15 49 0 0 0,-2-15-145 0 0,-23-80 944 0 0,0 0-1 0 0,0 0 1 0 0,0 0-1 0 0,0 0 1 0 0,0 0-1 0 0,0 0 0 0 0,0 0 1 0 0,0 1-1 0 0,0-1 1 0 0,0 0-1 0 0,0 0 1 0 0,0 0-1 0 0,0 0 0 0 0,0 0 1 0 0,0 0-1 0 0,0 0 1 0 0,0 0-1 0 0,0 1 1 0 0,-4-1-1704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37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166 192 1208 0 0,'-5'-7'176'0'0,"0"0"-1"0"0,0 1 1 0 0,-1 0-1 0 0,0 0 1 0 0,0 0-1 0 0,0 1 1 0 0,-13-9-1 0 0,-25-12 4355 0 0,39 36-594 0 0,-3 24-3189 0 0,6-23-385 0 0,-20 57 93 0 0,12-39-603 0 0,-7 33 1 0 0,28-73-313 0 0,4-12 39 0 0,56-122 1138 0 0,-26 50 751 0 0,-44 93-1341 0 0,16-29 1367 0 0,-16 30-1401 0 0,-1 0 0 0 0,1 0 0 0 0,-1 0 0 0 0,1 0 0 0 0,0 0 0 0 0,0 0-1 0 0,-1 0 1 0 0,1 1 0 0 0,0-1 0 0 0,0 0 0 0 0,0 0 0 0 0,0 1 0 0 0,0-1 0 0 0,0 1 0 0 0,0-1-1 0 0,0 0 1 0 0,0 1 0 0 0,0 0 0 0 0,0-1 0 0 0,0 1 0 0 0,0 0 0 0 0,1 0 0 0 0,-1-1 0 0 0,2 1-1 0 0,0 3 81 0 0,0-1 0 0 0,0 1 0 0 0,0 0 0 0 0,0 0 0 0 0,0 0 0 0 0,-1 1 0 0 0,0-1 0 0 0,1 1 0 0 0,-1-1 0 0 0,-1 1-1 0 0,3 5 1 0 0,1 1 130 0 0,3 5-225 0 0,1 1 0 0 0,1-1 0 0 0,0 0 0 0 0,1-1 0 0 0,0-1 0 0 0,1 1 0 0 0,1-2 0 0 0,0 0 0 0 0,0 0 0 0 0,1-1 0 0 0,1-1 0 0 0,22 12 0 0 0,-10-8-1663 0 0,2 1-5389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42.7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6 3225 0 0,'-9'-6'10346'0'0,"36"48"-8276"0"0,19 29 1109 0 0,-46-71-3179 0 0,92 107 1340 0 0,-78-93-1961 0 0,-1-1 1 0 0,1-1-1 0 0,1-1 1 0 0,0 0-1 0 0,25 14 1 0 0,-25-17-5415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43.0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298 0 1840 0 0,'-10'4'476'0'0,"1"1"-1"0"0,0-1 1 0 0,1 1-1 0 0,-1 1 1 0 0,1 0-1 0 0,0 0 1 0 0,0 1-1 0 0,1-1 1 0 0,0 2-1 0 0,-9 10 1 0 0,2 1 1578 0 0,0 0 1 0 0,2 0 0 0 0,-15 31 0 0 0,-27 52-249 0 0,-22 51-3324 0 0,75-145 136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43.4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9 4145 0 0,'-24'6'2980'0'0,"40"-15"1783"0"0,-11 8-4492 0 0,0-1 0 0 0,0 1 0 0 0,0 1 0 0 0,0-1 0 0 0,1 1 0 0 0,-1 0 0 0 0,0 0 0 0 0,0 0 0 0 0,0 1 0 0 0,1 0-1 0 0,-1 0 1 0 0,7 2 0 0 0,9 5-20 0 0,33 15 0 0 0,-8-3-2124 0 0,-32-14 589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43.6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190 0 2304 0 0,'-51'89'8337'0'0,"5"3"-4072"0"0,4 2-3729 0 0,2 0-3383 0 0,30-67-1826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44.2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39 1376 0 0,'2'-3'420'0'0,"-1"0"0"0"0,1 1 0 0 0,1-1 0 0 0,-1 1 0 0 0,0-1 0 0 0,0 1 0 0 0,1 0 0 0 0,0 0 0 0 0,-1 0 0 0 0,1 0-1 0 0,0 0 1 0 0,0 0 0 0 0,0 1 0 0 0,0-1 0 0 0,0 1 0 0 0,0 0 0 0 0,1 0 0 0 0,-1 0 0 0 0,0 1 0 0 0,1-1 0 0 0,-1 1 0 0 0,0 0 0 0 0,5 0 0 0 0,0 0 66 0 0,1 0 0 0 0,-1 1 0 0 0,0 0 0 0 0,0 0 0 0 0,1 1 0 0 0,-1 0 0 0 0,0 1 0 0 0,10 4 0 0 0,112 63-3384 0 0,-117-64 1698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44.4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113 1 3225 0 0,'-2'1'244'0'0,"0"-1"1"0"0,1 1-1 0 0,-1 0 1 0 0,0 0-1 0 0,1 0 1 0 0,-1 1 0 0 0,1-1-1 0 0,-1 0 1 0 0,1 1-1 0 0,0-1 1 0 0,-1 1-1 0 0,1-1 1 0 0,0 1 0 0 0,-1 2-1 0 0,-16 26 1876 0 0,8-10-932 0 0,0 1 0 0 0,2 0 0 0 0,-6 24 1 0 0,-5 30-869 0 0,15-56-840 0 0,-2 5-4316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45.3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26 3313 0 0,'-4'-24'5822'0'0,"8"23"-5435"0"0,-1 1-1 0 0,1 0 0 0 0,-1 0 0 0 0,1 0 1 0 0,-1 0-1 0 0,1 1 0 0 0,-1 0 1 0 0,1-1-1 0 0,-1 1 0 0 0,1 0 0 0 0,-1 0 1 0 0,0 1-1 0 0,1-1 0 0 0,4 4 1 0 0,3-1 512 0 0,97 39 2584 0 0,30 10-6293 0 0,-121-49 687 0 0,-1 0-3270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45.5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144 0 4609 0 0,'-9'4'665'0'0,"1"0"1"0"0,0 1-1 0 0,1 0 0 0 0,-1 0 0 0 0,1 1 1 0 0,0 0-1 0 0,1 0 0 0 0,-1 0 0 0 0,1 1 1 0 0,0 0-1 0 0,1 0 0 0 0,-1 1 0 0 0,-6 13 1 0 0,5-8-962 0 0,1 1 0 0 0,1-1 0 0 0,0 1 0 0 0,0 1 0 0 0,1-1-1 0 0,1 0 1 0 0,-2 27 0 0 0,3-17 296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46.1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7370 0 0,'43'53'5701'0'0,"-33"-41"-5257"0"0,0 0 0 0 0,1 0 1 0 0,1-1-1 0 0,0 0 0 0 0,19 12 1 0 0,72 41 575 0 0,-57-38-973 0 0,30 15-2184 0 0,-52-30-3192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46.3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258 0 7370 0 0,'-15'11'1081'0'0,"1"1"1"0"0,0 1-1 0 0,0 0 1 0 0,2 0-1 0 0,-19 25 1 0 0,-49 83 643 0 0,59-86-1847 0 0,7-15-229 0 0,-15 27-1056 0 0,27-44 1325 0 0,0 1 0 0 0,0 0-1 0 0,1 0 1 0 0,-1 0 0 0 0,1 0 0 0 0,0 0 0 0 0,0 0 0 0 0,1 0-1 0 0,-1 0 1 0 0,1 5 0 0 0,2 0 29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46.8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3681 0 0,'0'0'284'0'0,"21"17"4757"0"0,-7-2-3203 0 0,2 0 0 0 0,-1-2 0 0 0,2 1-1 0 0,29 17 1 0 0,76 33 790 0 0,-32-19-4735 0 0,-66-32-4662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47.0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259 1 6449 0 0,'-88'116'8642'0'0,"-10"16"-9452"0"0,86-113 198 0 0,1-1 0 0 0,1 2-1 0 0,1-1 1 0 0,0 1 0 0 0,-7 30 0 0 0,14-45 598 0 0,1 1 0 0 0,0-1 0 0 0,0 1 0 0 0,1 0 0 0 0,0 0 0 0 0,0 10 0 0 0,5 4 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47.6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7834 0 0,'4'5'8007'0'0,"6"9"-6110"0"0,-1-2-1198 0 0,0-1 0 0 0,1 0 0 0 0,15 13 0 0 0,70 48-3586 0 0,-87-66 2482 0 0,8 5-978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47.8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0 9674 0 0,'-2'3'580'0'0,"0"0"0"0"0,1 0-1 0 0,0 0 1 0 0,-1 0 0 0 0,1 0 0 0 0,0 0-1 0 0,1 0 1 0 0,-1 0 0 0 0,1 1 0 0 0,-1 4-1 0 0,0 1 266 0 0,-8 38-404 0 0,7-32-1245 0 0,0 0 1 0 0,1 0 0 0 0,1 0-1 0 0,1 0 1 0 0,3 24-1 0 0,0-22 691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48.9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0 456 0 0,'0'16'14706'0'0,"33"-5"-14985"0"0,-8-4 1936 0 0,-10 1-1439 0 0,0 0 0 0 0,0 1 0 0 0,-1 1 0 0 0,0 0 0 0 0,-1 1 0 0 0,13 12 0 0 0,-2 3-902 0 0,40 53 0 0 0,-45-52-563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49.1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182 0 5529 0 0,'-9'1'477'0'0,"0"0"-1"0"0,0 0 0 0 0,-15-1 1 0 0,16-1 160 0 0,0 1 1 0 0,0 1 0 0 0,0-1-1 0 0,-8 3 1 0 0,13-3-613 0 0,0 1-1 0 0,0 0 1 0 0,0 0 0 0 0,0 1 0 0 0,1-1-1 0 0,-1 0 1 0 0,0 1 0 0 0,1 0 0 0 0,-1 0-1 0 0,1-1 1 0 0,0 2 0 0 0,0-1 0 0 0,-1 0 0 0 0,-1 4-1 0 0,-3 4-738 0 0,0 0 0 0 0,2 0 0 0 0,-8 17 0 0 0,3-3-2783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49.5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 5529 0 0,'43'-2'2176'0'0,"-31"1"-1550"0"0,1 1 1 0 0,0 0-1 0 0,-1 0 1 0 0,1 1 0 0 0,0 1-1 0 0,17 4 1 0 0,9 8 357 0 0,71 36 0 0 0,-107-48-1083 0 0,15 7-874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49.7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114 0 7370 0 0,'-13'18'656'0'0,"4"-5"-528"0"0,1 0-128 0 0,3-2 0 0 0,2-2 840 0 0,0-4 144 0 0,0 6 24 0 0,-3 5 9 0 0,-5 9-713 0 0,0 8-144 0 0,-3 4-24 0 0,4-1-8 0 0,1-2-128 0 0,0-6 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50.6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5 143 1376 0 0,'0'-1'121'0'0,"-1"0"-1"0"0,1 0 1 0 0,-1 0-1 0 0,1 0 1 0 0,-1 0-1 0 0,1 0 1 0 0,0 0-1 0 0,-1 0 1 0 0,1-1-1 0 0,0 1 1 0 0,0 0-1 0 0,0 0 1 0 0,0 0-1 0 0,0 0 1 0 0,0 0-1 0 0,0 0 1 0 0,0-1-1 0 0,0 1 1 0 0,0 0-1 0 0,1 0 1 0 0,-1 0-1 0 0,0 0 1 0 0,1 0-1 0 0,-1 0 1 0 0,1 0-1 0 0,-1 0 1 0 0,1 0-1 0 0,0 0 1 0 0,-1 0-1 0 0,1 0 1 0 0,0 0-1 0 0,0 1 1 0 0,-1-1-1 0 0,2-1 0 0 0,0 0-56 0 0,-1 0-1 0 0,1 0 0 0 0,-1 0 0 0 0,1-1 0 0 0,-1 1 0 0 0,0 0 0 0 0,0-1 0 0 0,0 0 0 0 0,0-3 0 0 0,0-1 185 0 0,4-34-46 0 0,-5 39-90 0 0,0 0-1 0 0,1 1 0 0 0,-1-1 1 0 0,0 1-1 0 0,1-1 1 0 0,0 0-1 0 0,-1 1 1 0 0,1-1-1 0 0,0 1 1 0 0,-1-1-1 0 0,1 1 1 0 0,0 0-1 0 0,0-1 0 0 0,0 1 1 0 0,0 0-1 0 0,1 0 1 0 0,-1-1-1 0 0,0 1 1 0 0,2-1-1 0 0,-2 2 82 0 0,1 0-1 0 0,-1-1 0 0 0,1 1 0 0 0,-1 0 1 0 0,0 0-1 0 0,1 0 0 0 0,-1 0 1 0 0,1 1-1 0 0,-1-1 0 0 0,0 0 1 0 0,1 0-1 0 0,-1 1 0 0 0,0-1 1 0 0,0 1-1 0 0,1-1 0 0 0,-1 1 1 0 0,0 0-1 0 0,0 0 0 0 0,1-1 1 0 0,-1 1-1 0 0,0 0 0 0 0,0 0 0 0 0,0 0 1 0 0,0 0-1 0 0,0 0 0 0 0,-1 0 1 0 0,1 0-1 0 0,0 0 0 0 0,0 1 1 0 0,-1-1-1 0 0,1 0 0 0 0,-1 0 1 0 0,1 1-1 0 0,-1-1 0 0 0,1 0 1 0 0,-1 1-1 0 0,0 1 0 0 0,4 8-75 0 0,-2 0 0 0 0,1 1-1 0 0,0 14 1 0 0,-2-19 153 0 0,44 448 1572 0 0,-23-216-1180 0 0,-16-198-932 0 0,2-1 0 0 0,15 45 0 0 0,3 16-323 0 0,-24-75-464 0 0,-3-22 616 0 0,1 1 0 0 0,0-1 0 0 0,1 0 0 0 0,-1 0 0 0 0,1 0 0 0 0,-1 1 0 0 0,1-1 0 0 0,1 0-1 0 0,2 6 1 0 0,-4-10 440 0 0,0 0-1 0 0,0 0 1 0 0,0 0-1 0 0,0 0 1 0 0,0 1 0 0 0,0-1-1 0 0,0 0 1 0 0,1 0-1 0 0,-1 0 1 0 0,0 0-1 0 0,0 0 1 0 0,0 0-1 0 0,0 0 1 0 0,0 0-1 0 0,0 0 1 0 0,1 0-1 0 0,-1 0 1 0 0,0 0-1 0 0,0 0 1 0 0,0 0 0 0 0,0 0-1 0 0,0 0 1 0 0,0 0-1 0 0,1 0 1 0 0,-1 0-1 0 0,0 0 1 0 0,0 0-1 0 0,0 0 1 0 0,0 0-1 0 0,0 0 1 0 0,0-1-1 0 0,0 1 1 0 0,1 0-1 0 0,-1 0 1 0 0,0 0 0 0 0,0 0-1 0 0,0 0 1 0 0,0 0-1 0 0,0 0 1 0 0,0 0-1 0 0,0 0 1 0 0,0-1-1 0 0,0 1 1 0 0,0 0-1 0 0,0 0 1 0 0,1 0-1 0 0,-1 0 1 0 0,0 0-1 0 0,0 0 1 0 0,0-1 0 0 0,0 1-1 0 0,0 0 1 0 0,0 0-1 0 0,0 0 1 0 0,0 0-1 0 0,0 0 1 0 0,0 0-1 0 0,0-1 1 0 0,0 1-1 0 0,2-9-8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51.1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 3225 0 0,'0'1'367'0'0,"-1"0"-1"0"0,1 0 1 0 0,0 1 0 0 0,0-1 0 0 0,-1 0 0 0 0,1 0 0 0 0,0 1 0 0 0,0-1 0 0 0,0 0-1 0 0,0 0 1 0 0,1 1 0 0 0,-1-1 0 0 0,0 0 0 0 0,1 0 0 0 0,-1 0 0 0 0,0 1-1 0 0,1-1 1 0 0,-1 0 0 0 0,1 0 0 0 0,0 0 0 0 0,-1 0 0 0 0,1 0 0 0 0,0 0 0 0 0,1 1-1 0 0,0 1-83 0 0,-1 0-1 0 0,1-1 0 0 0,-1 1 0 0 0,0 0 0 0 0,0 0 0 0 0,0 0 0 0 0,0 0 1 0 0,0 0-1 0 0,0 6 0 0 0,-6 71 591 0 0,4 0-1 0 0,16 148 1 0 0,25-28-1787 0 0,119 358 1 0 0,-141-500-468 0 0,-9-19-2319 0 0,-7-27-459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51.6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3225 0 0,'1'0'240'0'0,"-1"-1"-68"0"0,1 1 1 0 0,-1 0 0 0 0,1-1-1 0 0,-1 1 1 0 0,1 0-1 0 0,0 0 1 0 0,-1 0-1 0 0,1-1 1 0 0,-1 1 0 0 0,1 0-1 0 0,0 0 1 0 0,-1 0-1 0 0,1 0 1 0 0,0 0 0 0 0,-1 0-1 0 0,1 0 1 0 0,0 0-1 0 0,-1 0 1 0 0,1 1 0 0 0,-1-1-1 0 0,1 0 1 0 0,0 0-1 0 0,-1 0 1 0 0,1 1 0 0 0,-1-1-1 0 0,1 0 1 0 0,-1 1-1 0 0,1-1 1 0 0,-1 1-1 0 0,1-1 1 0 0,-1 0 0 0 0,1 1-1 0 0,-1-1 1 0 0,1 1-1 0 0,-1-1 1 0 0,0 1 0 0 0,1-1-1 0 0,-1 2 1 0 0,14 19 3055 0 0,-7 2-1927 0 0,0 1-1 0 0,3 31 0 0 0,5 107-265 0 0,-12-102-708 0 0,11 177 62 0 0,26 263-762 0 0,-34-457-470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52.5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81 24 1840 0 0,'1'-1'138'0'0,"-1"0"0"0"0,0 1-1 0 0,0-1 1 0 0,0 0-1 0 0,0 0 1 0 0,0 0-1 0 0,0 1 1 0 0,0-1 0 0 0,0 0-1 0 0,0 0 1 0 0,0 1-1 0 0,0-1 1 0 0,0 0-1 0 0,0 0 1 0 0,-1 1 0 0 0,1-1-1 0 0,0 0 1 0 0,-1 1-1 0 0,1-1 1 0 0,0 0-1 0 0,-1 1 1 0 0,1-1 0 0 0,-1 0-1 0 0,1 1 1 0 0,-1-1-1 0 0,1 1 1 0 0,-1-1-1 0 0,0 1 1 0 0,1-1 0 0 0,-1 1-1 0 0,1-1 1 0 0,-1 1-1 0 0,0 0 1 0 0,0-1-1 0 0,1 1 1 0 0,-1 0 0 0 0,0 0-1 0 0,1-1 1 0 0,-1 1-1 0 0,0 0 1 0 0,0 0-1 0 0,0 0 1 0 0,1 0 0 0 0,-1 0-1 0 0,0 0 1 0 0,0 0-1 0 0,1 0 1 0 0,-1 1-1 0 0,0-1 1 0 0,0 0 0 0 0,0 1-1 0 0,-1-1 66 0 0,1 1 0 0 0,-1 0-1 0 0,1 0 1 0 0,-1 0 0 0 0,1 0-1 0 0,-1 0 1 0 0,1 0 0 0 0,0 1-1 0 0,0-1 1 0 0,0 0 0 0 0,0 1 0 0 0,0-1-1 0 0,0 1 1 0 0,0-1 0 0 0,0 1-1 0 0,0-1 1 0 0,1 1 0 0 0,-1 0-1 0 0,1-1 1 0 0,-1 1 0 0 0,1 0 0 0 0,-1-1-1 0 0,1 5 1 0 0,-3 69 823 0 0,-14 82 0 0 0,6-78-2746 0 0,8-47 420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53.1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3681 0 0,'6'-1'7453'0'0,"35"426"-2795"0"0,-37-354-4292 0 0,3 212-314 0 0,7 90-1067 0 0,-3-116 2246 0 0,-5-70-3101 0 0,-6-184 1712 0 0,2 26-1196 0 0,-2-28 1320 0 0,0 0 0 0 0,0 0 0 0 0,0 0 0 0 0,1 0 0 0 0,-1 0 0 0 0,0 0 0 0 0,0 0 0 0 0,0 0 0 0 0,1 0 0 0 0,-1 0 0 0 0,0 0 0 0 0,1-1 0 0 0,-1 1 0 0 0,1 0 0 0 0,-1 0 0 0 0,1 0 1 0 0,0 0-1 0 0,-1-1 0 0 0,1 1 0 0 0,1 1 0 0 0,1-6 34 0 0,0-6 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53.6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2304 0 0,'12'40'4525'0'0,"10"58"0"0"0,-5 42 73 0 0,-15 144-5700 0 0,-3-274 866 0 0,1 24-5104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54.4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 13 2761 0 0,'-1'-2'349'0'0,"0"1"0"0"0,-1 0 0 0 0,1 0 0 0 0,-1 0 0 0 0,1 0 0 0 0,-1 0 0 0 0,0 0 0 0 0,1 1 1 0 0,-1-1-1 0 0,0 1 0 0 0,1-1 0 0 0,-1 1 0 0 0,0-1 0 0 0,0 1 0 0 0,-2 0 0 0 0,3 0-206 0 0,0 0 0 0 0,1 0 0 0 0,-1 0 0 0 0,0 0 0 0 0,1 0 0 0 0,-1 1 0 0 0,1-1 0 0 0,-1 0 0 0 0,1 0 0 0 0,-1 1 0 0 0,1-1 0 0 0,-1 0 0 0 0,1 1 0 0 0,-1-1 0 0 0,1 1 0 0 0,-1-1 0 0 0,1 1 0 0 0,-1-1 0 0 0,1 1 0 0 0,0-1 0 0 0,-1 1 0 0 0,1-1 0 0 0,0 1-1 0 0,-1-1 1 0 0,1 1 0 0 0,0-1 0 0 0,0 1 0 0 0,0 0 0 0 0,-1-1 0 0 0,1 1 0 0 0,0-1 0 0 0,0 1 0 0 0,0 0 0 0 0,0-1 0 0 0,0 1 0 0 0,0 0 0 0 0,0-1 0 0 0,0 1 0 0 0,0-1 0 0 0,1 1 0 0 0,-1 0 0 0 0,0-1 0 0 0,0 1 0 0 0,1-1 0 0 0,-1 1 0 0 0,0-1 0 0 0,1 1 0 0 0,51 199 3294 0 0,-10 2-3839 0 0,-30-142-146 0 0,-8-41-268 0 0,2 0 0 0 0,9 25 1 0 0,-5-22-487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54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0 2761 0 0,'-1'0'316'0'0,"-7"12"5112"0"0,-2 16-2484 0 0,8-14-2227 0 0,0 1 1 0 0,2-1-1 0 0,-1 0 0 0 0,2 1 0 0 0,0-1 0 0 0,5 28 1 0 0,0 0-138 0 0,8 231 720 0 0,-9-152-2615 0 0,3 0-3504 0 0,-3-62-452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55.2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0 9674 0 0,'-3'20'1231'0'0,"2"-1"0"0"0,0 1 0 0 0,1-1 0 0 0,5 30-1 0 0,18 78 2201 0 0,-12-72-3015 0 0,-3-11-1001 0 0,2 0 1 0 0,17 42-1 0 0,-20-63 572 0 0,-5-3 13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2:57.6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25 1376 0 0,'-4'7'388'0'0,"0"-1"-1"0"0,0 1 0 0 0,1 0 0 0 0,0 0 1 0 0,0 1-1 0 0,0-1 0 0 0,1 0 1 0 0,1 1-1 0 0,-3 15 0 0 0,4-23-350 0 0,0 1-1 0 0,0-1 1 0 0,0 1-1 0 0,0-1 1 0 0,0 1-1 0 0,0-1 1 0 0,1 1 0 0 0,-1-1-1 0 0,0 1 1 0 0,0-1-1 0 0,0 1 1 0 0,0-1-1 0 0,1 1 1 0 0,-1-1-1 0 0,0 1 1 0 0,0-1 0 0 0,1 0-1 0 0,-1 1 1 0 0,0-1-1 0 0,1 1 1 0 0,-1-1-1 0 0,1 0 1 0 0,-1 1-1 0 0,0-1 1 0 0,1 0-1 0 0,-1 0 1 0 0,1 1 0 0 0,-1-1-1 0 0,1 0 1 0 0,-1 0-1 0 0,1 0 1 0 0,0 1-1 0 0,21-4 736 0 0,18-14 428 0 0,-35 13-948 0 0,1-1 0 0 0,-1 1 0 0 0,0-1 0 0 0,0 0 0 0 0,0 0 0 0 0,7-12 0 0 0,-10 16-241 0 0,-1 0 1 0 0,0-1 0 0 0,-1 1 0 0 0,1 0-1 0 0,0-1 1 0 0,0 1 0 0 0,-1-1 0 0 0,1 1 0 0 0,0-1-1 0 0,-1 0 1 0 0,0 1 0 0 0,1-1 0 0 0,-1 0-1 0 0,0 1 1 0 0,0-1 0 0 0,0 0 0 0 0,0 1-1 0 0,0-1 1 0 0,0 0 0 0 0,0 1 0 0 0,-1-1-1 0 0,1 1 1 0 0,-1-1 0 0 0,1 0 0 0 0,-1 1-1 0 0,0-1 1 0 0,1 1 0 0 0,-1-1 0 0 0,0 1-1 0 0,0 0 1 0 0,0-1 0 0 0,0 1 0 0 0,0 0 0 0 0,-2-2-1 0 0,2 2 32 0 0,0 1-1 0 0,0-1 0 0 0,0 1 0 0 0,1-1 1 0 0,-1 1-1 0 0,0-1 0 0 0,0 1 0 0 0,0 0 0 0 0,0-1 1 0 0,0 1-1 0 0,0 0 0 0 0,0 0 0 0 0,0 0 1 0 0,0 0-1 0 0,0 0 0 0 0,0 0 0 0 0,0 0 1 0 0,0 0-1 0 0,0 0 0 0 0,0 0 0 0 0,0 0 1 0 0,0 1-1 0 0,0-1 0 0 0,0 1 0 0 0,0-1 1 0 0,0 0-1 0 0,0 1 0 0 0,0-1 0 0 0,0 1 1 0 0,0 0-1 0 0,1-1 0 0 0,-1 1 0 0 0,0 0 1 0 0,1-1-1 0 0,-1 1 0 0 0,0 0 0 0 0,1 0 1 0 0,-1 0-1 0 0,1 0 0 0 0,-1 0 0 0 0,1-1 1 0 0,-1 1-1 0 0,1 0 0 0 0,-1 2 0 0 0,-1 2 5 0 0,0 0 0 0 0,0 0 0 0 0,0 0-1 0 0,1 0 1 0 0,-1 0 0 0 0,1 0 0 0 0,0 7-1 0 0,5 52 30 0 0,-3-59 11 0 0,-1-1 1 0 0,1 1-1 0 0,0 0 0 0 0,1-1 1 0 0,-1 1-1 0 0,1-1 1 0 0,0 1-1 0 0,0-1 0 0 0,0 0 1 0 0,0 0-1 0 0,4 4 1 0 0,-6-7-40 0 0,1 0 1 0 0,-1-1-1 0 0,1 1 0 0 0,-1-1 1 0 0,1 1-1 0 0,-1-1 1 0 0,1 1-1 0 0,-1-1 1 0 0,1 0-1 0 0,-1 1 0 0 0,1-1 1 0 0,-1 0-1 0 0,1 1 1 0 0,0-1-1 0 0,-1 0 1 0 0,1 0-1 0 0,0 1 0 0 0,-1-1 1 0 0,1 0-1 0 0,0 0 1 0 0,-1 0-1 0 0,1 0 1 0 0,0 0-1 0 0,0 0 1 0 0,-1 0-1 0 0,1 0 0 0 0,0 0 1 0 0,-1 0-1 0 0,1-1 1 0 0,0 1-1 0 0,-1 0 1 0 0,1 0-1 0 0,0-1 0 0 0,-1 1 1 0 0,1 0-1 0 0,-1-1 1 0 0,1 1-1 0 0,-1 0 1 0 0,1-1-1 0 0,-1 1 0 0 0,1-1 1 0 0,-1 1-1 0 0,1-1 1 0 0,-1 1-1 0 0,1-1 1 0 0,-1 0-1 0 0,0 1 0 0 0,1-1 1 0 0,-1 1-1 0 0,0-1 1 0 0,1-1-1 0 0,0 0 53 0 0,0-1 0 0 0,0 1 0 0 0,0-1 0 0 0,-1 1 0 0 0,1-1 0 0 0,-1 0-1 0 0,0 1 1 0 0,1-1 0 0 0,-1 0 0 0 0,0 1 0 0 0,0-1 0 0 0,-2-5 0 0 0,-2-1-407 0 0,0-1-184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3:00.0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60 8290 0 0,'-10'23'2579'0'0,"8"-10"-1782"0"0,2-13-814 0 0,0 1 0 0 0,0-1 0 0 0,0 0 0 0 0,0 0 0 0 0,0 0 0 0 0,0 0 0 0 0,0 0 1 0 0,0 1-1 0 0,0-1 0 0 0,0 0 0 0 0,0 0 0 0 0,0 0 0 0 0,0 0 0 0 0,0 0 0 0 0,1 1 0 0 0,-1-1 0 0 0,0 0 0 0 0,0 0 0 0 0,0 0 0 0 0,0 0 0 0 0,0 0 0 0 0,0 0 0 0 0,0 1 0 0 0,1-1 0 0 0,-1 0 0 0 0,0 0 0 0 0,0 0 0 0 0,0 0 0 0 0,0 0 0 0 0,0 0 0 0 0,1 0 0 0 0,-1 0 0 0 0,0 0 0 0 0,0 0 0 0 0,0 0 0 0 0,0 0 0 0 0,1 0 0 0 0,-1 0 0 0 0,0 0 0 0 0,0 0 0 0 0,0 0 0 0 0,0 0 0 0 0,0 0 0 0 0,1 0 0 0 0,-1 0 0 0 0,0 0 0 0 0,0 0 0 0 0,0 0 0 0 0,2-1 44 0 0,-1 0-1 0 0,0 0 1 0 0,0 0-1 0 0,0 0 1 0 0,0 0-1 0 0,0-1 1 0 0,0 1 0 0 0,0 0-1 0 0,0 0 1 0 0,0-1-1 0 0,-1 1 1 0 0,1-1-1 0 0,-1 1 1 0 0,1 0-1 0 0,-1-1 1 0 0,1 1-1 0 0,-1-1 1 0 0,1-2-1 0 0,4-32 2115 0 0,-5 31-1845 0 0,0-26 999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3:02.8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5 150 1376 0 0,'-5'-40'5497'0'0,"7"35"-5130"0"0,0 1-1 0 0,0-1 0 0 0,0 1 0 0 0,0 0 0 0 0,1 0 0 0 0,0 0 1 0 0,-1 0-1 0 0,2 0 0 0 0,-1 0 0 0 0,0 1 0 0 0,1-1 0 0 0,-1 1 0 0 0,5-3 1 0 0,5-3 589 0 0,0 0 1 0 0,24-13 0 0 0,-33 20-875 0 0,-1 1 0 0 0,1-1 0 0 0,0 1 0 0 0,-1-1 0 0 0,1 1-1 0 0,0 0 1 0 0,0 1 0 0 0,0-1 0 0 0,-1 0 0 0 0,1 1 0 0 0,0 0 0 0 0,0 0 0 0 0,0 0 0 0 0,0 1 0 0 0,4 0 0 0 0,-6 0-44 0 0,0 0 0 0 0,-1 0 0 0 0,1 0 0 0 0,0 0 0 0 0,0 0 0 0 0,-1 0 0 0 0,1 1 1 0 0,0-1-1 0 0,-1 1 0 0 0,1-1 0 0 0,-1 1 0 0 0,0-1 0 0 0,0 1 0 0 0,0 0 0 0 0,1 0 0 0 0,-1 0 0 0 0,-1-1 1 0 0,1 1-1 0 0,0 0 0 0 0,0 0 0 0 0,-1 0 0 0 0,1 0 0 0 0,-1 0 0 0 0,0 1 0 0 0,0-1 0 0 0,1 0 0 0 0,-1 0 0 0 0,-1 0 1 0 0,1 2-1 0 0,-3 28-230 0 0,-1 0-1 0 0,-1-1 1 0 0,-2 1 0 0 0,-12 36 0 0 0,4-16 56 0 0,13-36 660 0 0,8-12 637 0 0,23-18 617 0 0,68-55-1106 0 0,2-1-4032 0 0,-76 56-2848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3:05.1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40 920 0 0,'-30'15'4162'0'0,"28"-14"-3732"0"0,0 0 0 0 0,0 0 0 0 0,0 0-1 0 0,0-1 1 0 0,0 1 0 0 0,0-1 0 0 0,0 1 0 0 0,0-1-1 0 0,0 0 1 0 0,0 0 0 0 0,0 0 0 0 0,0 0 0 0 0,0 0-1 0 0,-3-1 1 0 0,5 1-319 0 0,0-1 1 0 0,0 1-1 0 0,0-1 0 0 0,0 1 1 0 0,0-1-1 0 0,0 1 0 0 0,0-1 1 0 0,0 1-1 0 0,0-1 0 0 0,0 1 1 0 0,0-1-1 0 0,1 1 0 0 0,-1 0 1 0 0,0-1-1 0 0,0 1 0 0 0,1-1 1 0 0,-1 1-1 0 0,0-1 0 0 0,0 1 1 0 0,1 0-1 0 0,-1-1 0 0 0,0 1 1 0 0,1 0-1 0 0,-1-1 0 0 0,1 1 1 0 0,-1 0-1 0 0,0 0 0 0 0,1-1 1 0 0,-1 1-1 0 0,1 0 0 0 0,-1 0 1 0 0,1 0-1 0 0,-1 0 0 0 0,1 0 1 0 0,-1-1-1 0 0,1 1 0 0 0,21-10 487 0 0,28-5-317 0 0,24-4 317 0 0,-69 18-573 0 0,-1 0 0 0 0,1 1 0 0 0,-1 0 0 0 0,1 0 1 0 0,0 0-1 0 0,-1 0 0 0 0,1 1 0 0 0,-1-1 0 0 0,1 1 0 0 0,-1 0 0 0 0,1 1 1 0 0,7 2-1 0 0,-10-2-39 0 0,0-1 0 0 0,0 0 0 0 0,0 1 0 0 0,0-1 0 0 0,0 1 0 0 0,0 0 0 0 0,0 0 0 0 0,-1 0 0 0 0,1 0 0 0 0,-1 0 0 0 0,1 0 0 0 0,-1 0 1 0 0,0 0-1 0 0,0 0 0 0 0,0 1 0 0 0,0-1 0 0 0,1 4 0 0 0,-1-1-57 0 0,0 1 1 0 0,0-1-1 0 0,-1 0 0 0 0,0 1 1 0 0,0-1-1 0 0,0 1 1 0 0,-2 8-1 0 0,-3 5-166 0 0,0 0 1 0 0,-1-1-1 0 0,-13 27 1 0 0,13-29 36 0 0,-2-1-1 0 0,0 1 1 0 0,-1-1-1 0 0,0-1 1 0 0,-18 22-1 0 0,30-38 255 0 0,0 1 0 0 0,0 0 1 0 0,1 0-1 0 0,-1 0 0 0 0,0 0 0 0 0,1 0 0 0 0,-1 1 0 0 0,1-1 1 0 0,3 1-1 0 0,8-1 3 0 0,42-19 435 0 0,-44 15-399 0 0,0 0 0 0 0,0 0 0 0 0,1 2-1 0 0,0-1 1 0 0,22-1 0 0 0,-33 5-103 0 0,1 0-1 0 0,-1 0 1 0 0,0 0 0 0 0,0 1 0 0 0,1-1-1 0 0,-1 1 1 0 0,0 0 0 0 0,0 0 0 0 0,0 0-1 0 0,0 0 1 0 0,0 1 0 0 0,0-1 0 0 0,0 1-1 0 0,0 0 1 0 0,-1 0 0 0 0,1 0 0 0 0,-1 0-1 0 0,1 0 1 0 0,-1 1 0 0 0,0-1 0 0 0,0 0-1 0 0,0 1 1 0 0,0 0 0 0 0,0 0 0 0 0,-1-1-1 0 0,1 1 1 0 0,-1 0 0 0 0,0 0 0 0 0,2 4-1 0 0,-2-1 101 0 0,0-1-1 0 0,0 1 1 0 0,0-1-1 0 0,-1 1 0 0 0,0-1 1 0 0,0 1-1 0 0,0 0 0 0 0,-1-1 1 0 0,1 1-1 0 0,-1-1 1 0 0,-1 1-1 0 0,1-1 0 0 0,-1 0 1 0 0,-4 10-1 0 0,4-9 59 0 0,-1-1 0 0 0,0 1 0 0 0,0-1 1 0 0,-1 1-1 0 0,1-1 0 0 0,-1 0 0 0 0,0-1 0 0 0,0 1 0 0 0,-1-1 0 0 0,1 1 0 0 0,-1-1 0 0 0,0-1 0 0 0,-6 5 0 0 0,10-8-186 0 0,0 1 0 0 0,0-1 0 0 0,0 1-1 0 0,0-1 1 0 0,0 0 0 0 0,0 0 0 0 0,0 1-1 0 0,0-1 1 0 0,0 0 0 0 0,-1 0-1 0 0,1 0 1 0 0,0 0 0 0 0,0 0 0 0 0,0 0-1 0 0,0 0 1 0 0,0-1 0 0 0,0 1 0 0 0,-2-1-1 0 0,-8-9-4728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3:05.9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62 114 1376 0 0,'-27'2'1946'0'0,"26"-1"-1825"0"0,-1-1 0 0 0,1 0 0 0 0,0-1 0 0 0,-1 1 0 0 0,1 0 0 0 0,-1 0 0 0 0,1 0 0 0 0,0-1 0 0 0,-1 1 1 0 0,1-1-1 0 0,0 1 0 0 0,0-1 0 0 0,-1 0 0 0 0,1 1 0 0 0,0-1 0 0 0,0 0 0 0 0,0 0 0 0 0,0 0 0 0 0,0 0 0 0 0,0 0 0 0 0,0 0 0 0 0,0 0 0 0 0,0 0 0 0 0,0 0 0 0 0,1 0 0 0 0,-1-1 0 0 0,0 1 0 0 0,1 0 0 0 0,-1 0 0 0 0,1-1 0 0 0,-1 1 1 0 0,1 0-1 0 0,0-1 0 0 0,0 1 0 0 0,-1-2 0 0 0,2 1 132 0 0,-1-1 0 0 0,1 1 0 0 0,-1 0 0 0 0,1-1 0 0 0,0 1 1 0 0,0 0-1 0 0,0 0 0 0 0,0 0 0 0 0,0 0 0 0 0,0 0 0 0 0,1 0 1 0 0,-1 0-1 0 0,1 0 0 0 0,-1 0 0 0 0,1 0 0 0 0,0 1 0 0 0,-1-1 0 0 0,1 1 1 0 0,4-3-1 0 0,57-29 2808 0 0,-59 31-2975 0 0,-1 0 0 0 0,1 1 0 0 0,0-1 0 0 0,0 1-1 0 0,0 0 1 0 0,0 0 0 0 0,0 1 0 0 0,0-1 0 0 0,0 1 0 0 0,0 0 0 0 0,0 0 0 0 0,0 0 0 0 0,0 1 0 0 0,0-1-1 0 0,5 2 1 0 0,-6 0-190 0 0,-1 0-1 0 0,0 0 1 0 0,0-1-1 0 0,0 1 1 0 0,0 0-1 0 0,0 1 1 0 0,0-1-1 0 0,0 0 1 0 0,-1 0-1 0 0,1 1 1 0 0,-1-1-1 0 0,0 1 1 0 0,0 0-1 0 0,0-1 1 0 0,0 1-1 0 0,0 0 1 0 0,0-1-1 0 0,-1 1 1 0 0,1 0-1 0 0,-1 0 1 0 0,0 0-1 0 0,0-1 1 0 0,0 7-1 0 0,-1 5-200 0 0,0 1 0 0 0,0 0 1 0 0,-5 16-1 0 0,1-16 164 0 0,0 1 1 0 0,-13 28-1 0 0,-2 6 2061 0 0,20-50-1824 0 0,1 1 0 0 0,-1-1 1 0 0,1 0-1 0 0,-1 0 1 0 0,1 0-1 0 0,-1 0 1 0 0,1 1-1 0 0,-1-1 1 0 0,1 0-1 0 0,-1 0 1 0 0,1 0-1 0 0,-1 0 1 0 0,1 0-1 0 0,-1 0 1 0 0,1 0-1 0 0,-1 0 1 0 0,1-1-1 0 0,0 1 1 0 0,-1 0-1 0 0,1 0 1 0 0,-1 0-1 0 0,1-1 1 0 0,-1 1-1 0 0,0 0 1 0 0,1 0-1 0 0,-1-1 0 0 0,1 1 1 0 0,-1 0-1 0 0,1-1 1 0 0,-1 0-1 0 0,21-9 466 0 0,46-38 831 0 0,-54 37-1714 0 0,1 1 1 0 0,0 0-1 0 0,0 1 1 0 0,1 1-1 0 0,18-8 1 0 0,9 0-2098 0 0,-29 11 1308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3:06.8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61 117 6449 0 0,'-7'7'58'0'0,"1"2"0"0"0,0-1-1 0 0,1 1 1 0 0,-1 0-1 0 0,2 0 1 0 0,-1 0-1 0 0,1 1 1 0 0,1-1-1 0 0,0 1 1 0 0,0 0 0 0 0,-2 16-1 0 0,4-21 118 0 0,0 1 0 0 0,0-1-1 0 0,1 1 1 0 0,0 0 0 0 0,0-1 0 0 0,0 1-1 0 0,0 0 1 0 0,1-1 0 0 0,0 1 0 0 0,0 0 0 0 0,1-1-1 0 0,0 0 1 0 0,-1 1 0 0 0,2-1 0 0 0,-1 0-1 0 0,1 0 1 0 0,-1 0 0 0 0,2 0 0 0 0,-1 0-1 0 0,0-1 1 0 0,1 0 0 0 0,6 7 0 0 0,-7-9-104 0 0,0 0 0 0 0,-1 0 1 0 0,1 0-1 0 0,0 0 0 0 0,0-1 1 0 0,1 1-1 0 0,-1-1 0 0 0,0 0 1 0 0,0 0-1 0 0,1 0 0 0 0,-1 0 1 0 0,1 0-1 0 0,-1-1 0 0 0,0 0 1 0 0,1 1-1 0 0,-1-1 0 0 0,1-1 1 0 0,-1 1-1 0 0,1 0 0 0 0,-1-1 1 0 0,0 0-1 0 0,1 0 0 0 0,-1 0 1 0 0,0 0-1 0 0,1 0 0 0 0,-1-1 1 0 0,0 1-1 0 0,0-1 0 0 0,0 0 1 0 0,0 0-1 0 0,-1 0 0 0 0,1 0 1 0 0,0 0-1 0 0,-1-1 0 0 0,0 1 1 0 0,5-7-1 0 0,-1 2 197 0 0,-1-2 1 0 0,1 1-1 0 0,-1 0 1 0 0,-1-1-1 0 0,0 0 0 0 0,0 0 1 0 0,0-1-1 0 0,-1 1 0 0 0,-1-1 1 0 0,0 0-1 0 0,2-18 1 0 0,-4 16-181 0 0,-1 1 0 0 0,0 0 1 0 0,-1 0-1 0 0,0-1 0 0 0,-1 1 1 0 0,0 0-1 0 0,-1 1 0 0 0,0-1 1 0 0,-1 1-1 0 0,0-1 0 0 0,-9-12 1 0 0,11 17-301 0 0,-1 0 1 0 0,0 0 0 0 0,-1 1 0 0 0,1-1 0 0 0,-1 1-1 0 0,0 0 1 0 0,-1 0 0 0 0,1 0 0 0 0,-1 1 0 0 0,0 0-1 0 0,0 0 1 0 0,0 0 0 0 0,-1 1 0 0 0,1 0 0 0 0,-1 0 0 0 0,0 1-1 0 0,0 0 1 0 0,-13-3 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3:07.6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66 920 0 0,'-1'0'142'0'0,"0"0"0"0"0,0 0 0 0 0,0-1 0 0 0,-1 1 0 0 0,1-1 1 0 0,0 1-1 0 0,0-1 0 0 0,0 1 0 0 0,0-1 0 0 0,0 0 0 0 0,0 1 0 0 0,0-1 0 0 0,0 0 0 0 0,1 0 0 0 0,-1 0 0 0 0,0 0 0 0 0,0 1 0 0 0,0-1 0 0 0,1 0 0 0 0,-1-1 0 0 0,1 1 0 0 0,-1-1 0 0 0,0 1-41 0 0,1 1-1 0 0,-1-1 0 0 0,1 0 0 0 0,0 1 0 0 0,0-1 0 0 0,-1 0 0 0 0,1 1 0 0 0,0-1 0 0 0,0 0 0 0 0,0 0 0 0 0,0 1 0 0 0,0-1 0 0 0,0 0 0 0 0,0 0 0 0 0,0 1 0 0 0,0-1 1 0 0,0 0-1 0 0,0 0 0 0 0,0 1 0 0 0,0-1 0 0 0,1 0 0 0 0,-1 1 0 0 0,0-1 0 0 0,1 0 0 0 0,-1 1 0 0 0,0-1 0 0 0,1 0 0 0 0,-1 1 0 0 0,1-1 0 0 0,-1 1 0 0 0,1-1 0 0 0,-1 1 0 0 0,1-1 1 0 0,0 1-1 0 0,0-1 0 0 0,9-4 1276 0 0,0 1 0 0 0,0 0 0 0 0,15-3 1 0 0,-20 5-1041 0 0,-1 2 0 0 0,0-1 0 0 0,0 0 0 0 0,0 1 0 0 0,1 0 0 0 0,-1 0 0 0 0,0 0 0 0 0,1 0 0 0 0,-1 1 1 0 0,0 0-1 0 0,7 2 0 0 0,-9-2-349 0 0,-1 0 1 0 0,0 0-1 0 0,0 0 1 0 0,0 0-1 0 0,0 0 0 0 0,0 0 1 0 0,0 0-1 0 0,0 0 1 0 0,0 1-1 0 0,-1-1 1 0 0,1 0-1 0 0,0 1 1 0 0,-1-1-1 0 0,1 0 1 0 0,-1 1-1 0 0,1-1 0 0 0,-1 1 1 0 0,0-1-1 0 0,0 0 1 0 0,0 1-1 0 0,0-1 1 0 0,0 1-1 0 0,0-1 1 0 0,0 1-1 0 0,0-1 1 0 0,0 1-1 0 0,-1 2 0 0 0,-12 44-717 0 0,11-42 591 0 0,-30 77-559 0 0,21-57 1083 0 0,1 1-1 0 0,1 0 1 0 0,-7 32 0 0 0,16-58-354 0 0,0-1-1 0 0,0 1 1 0 0,0-1 0 0 0,0 1 0 0 0,0 0 0 0 0,-1-1 0 0 0,1 1 0 0 0,0-1 0 0 0,0 1 0 0 0,0-1 0 0 0,0 1 0 0 0,0-1 0 0 0,1 1 0 0 0,-1 0-1 0 0,0-1 1 0 0,0 1 0 0 0,0-1 0 0 0,0 1 0 0 0,1-1 0 0 0,-1 1 0 0 0,0-1 0 0 0,0 1 0 0 0,1-1 0 0 0,-1 1 0 0 0,1-1 0 0 0,-1 0-1 0 0,0 1 1 0 0,1-1 0 0 0,-1 1 0 0 0,1-1 0 0 0,0 1 0 0 0,18-4 591 0 0,20-19-25 0 0,-38 21-573 0 0,110-85 881 0 0,-67 49-1973 0 0,-32 28 55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3:08.3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36 3225 0 0,'-1'-10'8501'0'0,"12"4"-5614"0"0,-1 1-3305 0 0,-4 4 790 0 0,6-3 351 0 0,0 1 0 0 0,1 1 0 0 0,-1 0 0 0 0,1 0 0 0 0,24 2 1 0 0,-34 0-679 0 0,-1 0 0 0 0,1 1 0 0 0,-1-1 0 0 0,0 1 0 0 0,1 0 0 0 0,-1 0 0 0 0,0-1 0 0 0,0 2 0 0 0,1-1 0 0 0,-1 0 0 0 0,0 0 0 0 0,0 1 0 0 0,0-1 0 0 0,0 1 1 0 0,2 2-1 0 0,-2-1-91 0 0,-1-1-1 0 0,1 1 1 0 0,-1 0 0 0 0,1 0 0 0 0,-1-1 0 0 0,0 1 0 0 0,0 0 0 0 0,-1 0 0 0 0,1 0 0 0 0,0 1 0 0 0,-1-1 0 0 0,0 0 0 0 0,0 0 0 0 0,0 0-1 0 0,0 4 1 0 0,-2 3-124 0 0,1 0 0 0 0,-2 0 0 0 0,1 0 0 0 0,-2 0-1 0 0,1-1 1 0 0,-1 1 0 0 0,-7 11 0 0 0,5-9 125 0 0,1-1 1 0 0,0 1 0 0 0,-6 23-1 0 0,11-34 47 0 0,0 0 0 0 0,1-1-1 0 0,-1 1 1 0 0,0 0 0 0 0,1-1-1 0 0,-1 1 1 0 0,1-1 0 0 0,-1 1-1 0 0,1-1 1 0 0,-1 1 0 0 0,1-1-1 0 0,-1 1 1 0 0,1-1 0 0 0,0 0-1 0 0,-1 1 1 0 0,1-1 0 0 0,0 0-1 0 0,-1 1 1 0 0,1-1 0 0 0,0 0-1 0 0,-1 0 1 0 0,1 0 0 0 0,0 0-1 0 0,-1 1 1 0 0,1-1 0 0 0,0 0-1 0 0,0 0 1 0 0,-1 0 0 0 0,1-1-1 0 0,0 1 1 0 0,-1 0 0 0 0,2 0-1 0 0,26-2-385 0 0,-4-4 21 0 0,29-6-159 0 0,-50 12 504 0 0,-1 0 1 0 0,1-1 0 0 0,-1 1 0 0 0,1 0 0 0 0,-1 0-1 0 0,1 1 1 0 0,-1-1 0 0 0,1 0 0 0 0,-1 1 0 0 0,1-1 0 0 0,-1 1-1 0 0,1 0 1 0 0,-1 0 0 0 0,0 0 0 0 0,0 0 0 0 0,4 3-1 0 0,-4-3 28 0 0,-1 1 0 0 0,0 0 0 0 0,1 0 0 0 0,-1 0-1 0 0,0 0 1 0 0,0 0 0 0 0,0 1 0 0 0,-1-1 0 0 0,1 0-1 0 0,0 0 1 0 0,-1 1 0 0 0,1-1 0 0 0,-1 0 0 0 0,0 0-1 0 0,0 1 1 0 0,0-1 0 0 0,0 0 0 0 0,0 1 0 0 0,0-1-1 0 0,-1 0 1 0 0,1 1 0 0 0,-1-1 0 0 0,0 0 0 0 0,1 0-1 0 0,-1 1 1 0 0,-1 1 0 0 0,-3 6 213 0 0,1 0-1 0 0,-2 0 1 0 0,1-1-1 0 0,-8 10 1 0 0,7-10-67 0 0,-1-1-1 0 0,0 0 1 0 0,0 0-1 0 0,-1 0 1 0 0,0-1-1 0 0,-1 0 1 0 0,0-1-1 0 0,-15 10 1 0 0,17-13-1402 0 0,0 0 1 0 0,0 0 0 0 0,0-1 0 0 0,-12 3 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3:10.1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1 3129 0 0,'-8'1'280'0'0,"5"-1"-280"0"0,1 0 0 0 0,1 0 0 0 0,-1 0 0 0 0,4 0 0 0 0,-1 0 0 0 0,1 0 0 0 0,1 0 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3:10.7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93 10 2761 0 0,'0'-2'1017'0'0,"-7"7"745"0"0,-20 7-1806 0 0,-31-8 8231 0 0,79-11-6547 0 0,42-10 0 0 0,-57 15-1512 0 0,-1 1 0 0 0,1 0-1 0 0,0 1 1 0 0,-1-1 0 0 0,1 1-1 0 0,0 0 1 0 0,-1 1 0 0 0,1-1-1 0 0,0 1 1 0 0,-1 0 0 0 0,1 0-1 0 0,-1 1 1 0 0,11 4 0 0 0,-14-5-164 0 0,1 1 1 0 0,0 0 0 0 0,0 0 0 0 0,-1 1 0 0 0,0-1-1 0 0,1 0 1 0 0,-1 1 0 0 0,0 0 0 0 0,0-1-1 0 0,0 1 1 0 0,-1 0 0 0 0,1 0 0 0 0,-1 0 0 0 0,1 0-1 0 0,-1 0 1 0 0,1 5 0 0 0,-1-3-53 0 0,0 0-1 0 0,-1 1 1 0 0,0-1 0 0 0,0 0 0 0 0,0 0-1 0 0,0 1 1 0 0,-1-1 0 0 0,0 0-1 0 0,-2 8 1 0 0,-5 7-149 0 0,0-1-1 0 0,-1 1 1 0 0,-1-2-1 0 0,-13 20 1 0 0,15-25 262 0 0,-1 0 1 0 0,7-11 137 0 0,-1 1-1 0 0,1 0 0 0 0,0 0 0 0 0,0-1 0 0 0,0 1 0 0 0,1 1 0 0 0,-1-1 0 0 0,1 0 0 0 0,-1 0 0 0 0,1 0 0 0 0,0 1 0 0 0,0-1 1 0 0,0 6-1 0 0,1-8-81 0 0,1 0 0 0 0,0-1 0 0 0,0 1 0 0 0,0-1 0 0 0,0 1 0 0 0,0-1 0 0 0,0 0 0 0 0,0 1 1 0 0,0-1-1 0 0,0 0 0 0 0,0 0 0 0 0,0 0 0 0 0,0 0 0 0 0,0 0 0 0 0,0 0 0 0 0,0 0 0 0 0,0 0 0 0 0,0 0 1 0 0,2-1-1 0 0,24-2 390 0 0,-25 2-355 0 0,14-2 50 0 0,0-2 0 0 0,0 0 0 0 0,-1-1 0 0 0,1 0 0 0 0,-1-2 0 0 0,15-9 0 0 0,-11 7-215 0 0,-1 0 1 0 0,39-13 0 0 0,-5 13-1478 0 0,-33 7 275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4:00.7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317 127 2633 0 0,'-4'-9'539'0'0,"1"0"0"0"0,0-1 1 0 0,0 1-1 0 0,1-1 1 0 0,0 0-1 0 0,1 0 1 0 0,0 0-1 0 0,0 0 1 0 0,17-29 8635 0 0,-15 40-8999 0 0,0 1 0 0 0,0-1 0 0 0,0 1-1 0 0,0-1 1 0 0,0 1 0 0 0,0-1 0 0 0,0 1 0 0 0,-1 0-1 0 0,1-1 1 0 0,0 1 0 0 0,-1 0 0 0 0,1 0 0 0 0,-1 0-1 0 0,0 2 1 0 0,0 20 219 0 0,-1 1 0 0 0,-1-1-1 0 0,-9 46 1 0 0,-27 72-2 0 0,18-74-304 0 0,-29 112-225 0 0,-89 213 0 0 0,77-259-741 0 0,57-127-70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4:01.1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 4609 0 0,'0'-1'131'0'0,"1"0"0"0"0,-1 0 1 0 0,1 0-1 0 0,0 0 0 0 0,0 1 0 0 0,-1-1 1 0 0,1 0-1 0 0,0 1 0 0 0,0-1 0 0 0,0 0 0 0 0,0 1 1 0 0,0-1-1 0 0,0 1 0 0 0,0-1 0 0 0,0 1 1 0 0,0 0-1 0 0,0-1 0 0 0,0 1 0 0 0,0 0 1 0 0,0 0-1 0 0,2 0 0 0 0,24-4 2291 0 0,-21 4-2014 0 0,1 0 0 0 0,-1 1 0 0 0,0 0-1 0 0,0 0 1 0 0,0 0 0 0 0,0 1 0 0 0,0 0 0 0 0,-1 0 0 0 0,1 0 0 0 0,0 1-1 0 0,-1 0 1 0 0,0 0 0 0 0,1 1 0 0 0,-1-1 0 0 0,-1 1 0 0 0,1 0-1 0 0,-1 0 1 0 0,1 1 0 0 0,-1-1 0 0 0,0 1 0 0 0,4 7 0 0 0,8 12 138 0 0,-2 0 1 0 0,0 2-1 0 0,13 35 0 0 0,-12-26-185 0 0,15 28-105 0 0,44 69 0 0 0,-55-102-179 0 0,2-2-1 0 0,0 0 1 0 0,2-1 0 0 0,34 31 0 0 0,-56-58-232 0 0,-1 1 0 0 0,1 0 0 0 0,0-1 1 0 0,0 1-1 0 0,0-1 0 0 0,-1 1 0 0 0,1-1 1 0 0,0 1-1 0 0,0-1 0 0 0,0 0 0 0 0,0 1 1 0 0,0-1-1 0 0,0 0 0 0 0,0 0 0 0 0,0 0 1 0 0,0 0-1 0 0,0 0 0 0 0,0 0 0 0 0,0 0 1 0 0,0 0-1 0 0,1 0 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4:01.3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21 132 5985 0 0,'-2'-1'154'0'0,"1"0"-1"0"0,0 0 1 0 0,-1 0-1 0 0,1 0 1 0 0,0 0-1 0 0,-1 0 0 0 0,1-1 1 0 0,0 1-1 0 0,0-1 1 0 0,0 1-1 0 0,0-1 1 0 0,0 1-1 0 0,0-1 1 0 0,1 1-1 0 0,-1-1 1 0 0,1 0-1 0 0,-1 1 0 0 0,1-1 1 0 0,-1 0-1 0 0,1 1 1 0 0,0-1-1 0 0,0 0 1 0 0,0 0-1 0 0,0 1 1 0 0,0-1-1 0 0,0 0 1 0 0,0 0-1 0 0,1 1 0 0 0,-1-1 1 0 0,0 0-1 0 0,2-2 1 0 0,0 0 104 0 0,0 1-1 0 0,0 0 1 0 0,0 0 0 0 0,1 0-1 0 0,-1 0 1 0 0,1 0 0 0 0,-1 1 0 0 0,1-1-1 0 0,0 1 1 0 0,0 0 0 0 0,0 0 0 0 0,0 0-1 0 0,1 0 1 0 0,3-1 0 0 0,13-5 377 0 0,-1 1 0 0 0,1 1 0 0 0,0 0 0 0 0,39-4-1 0 0,-15 7-2077 0 0,56 2 0 0 0,-72 2-4093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4:01.6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23 2304 0 0,'-1'-22'10369'0'0,"-4"35"-4561"0"0,3 7-5360 0 0,0 1-1 0 0,2 0 0 0 0,0-1 1 0 0,2 1-1 0 0,0 0 0 0 0,7 27 1 0 0,30 148 361 0 0,13 85-506 0 0,-48-258-398 0 0,1 15-167 0 0,-4-12-2707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4:02.0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65 3225 0 0,'-1'-1'201'0'0,"1"-1"1"0"0,-1 1 0 0 0,1-1 0 0 0,0 1-1 0 0,0-1 1 0 0,0 0 0 0 0,0 1-1 0 0,0-1 1 0 0,0 1 0 0 0,0-1-1 0 0,1 1 1 0 0,-1-1 0 0 0,1 0 0 0 0,-1 1-1 0 0,1 0 1 0 0,-1-1 0 0 0,1 1-1 0 0,0-1 1 0 0,0 1 0 0 0,-1 0 0 0 0,3-3-1 0 0,0 2 199 0 0,-1 0 0 0 0,1 0-1 0 0,-1 0 1 0 0,1 0 0 0 0,0 0 0 0 0,0 1-1 0 0,0-1 1 0 0,0 1 0 0 0,0 0-1 0 0,4-1 1 0 0,8-1 968 0 0,0 0 0 0 0,0 1-1 0 0,24 0 1 0 0,-35 2-1281 0 0,12-1 172 0 0,0 1 1 0 0,0 1-1 0 0,0 1 0 0 0,0 0 0 0 0,0 1 0 0 0,-1 0 1 0 0,29 11-1 0 0,-33-9-120 0 0,0 1 1 0 0,-1 0-1 0 0,0 0 1 0 0,0 1-1 0 0,0 0 1 0 0,-1 0-1 0 0,0 1 1 0 0,0 1-1 0 0,-1 0 1 0 0,0 0-1 0 0,8 12 1 0 0,-7-9-140 0 0,-1 1 0 0 0,-1 0 0 0 0,0 1 0 0 0,0 0 0 0 0,-2 0 0 0 0,0 0 0 0 0,0 0 0 0 0,-1 1 0 0 0,-1 0 0 0 0,2 28 0 0 0,-4-32 0 0 0,-1 1 0 0 0,-1 0 0 0 0,0-1 0 0 0,-1 1 0 0 0,0-1 0 0 0,-1 0 0 0 0,0 1 0 0 0,-1-1 0 0 0,0 0 0 0 0,0-1 0 0 0,-1 1 0 0 0,-1-1 0 0 0,0 0 0 0 0,-12 15 0 0 0,4-9-1 0 0,0 0 0 0 0,-2-1 0 0 0,0-1 0 0 0,0-1 1 0 0,-34 22-1 0 0,12-14-11 0 0,-74 32-1 0 0,110-52-17 0 0,-43 15-211 0 0,42-16 160 0 0,1 1 0 0 0,0-1 0 0 0,-1 1 0 0 0,1-1 0 0 0,0 0 0 0 0,-1 0 0 0 0,1 0 0 0 0,-1 0-1 0 0,1 0 1 0 0,-1 0 0 0 0,1-1 0 0 0,0 1 0 0 0,-1-1 0 0 0,1 0 0 0 0,0 1 0 0 0,-4-3 0 0 0,2-2-673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4:02.5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355 63 8754 0 0,'-3'-3'241'0'0,"-7"-6"1113"0"0,-1 1-1 0 0,-1 0 1 0 0,1 0-1 0 0,-26-12 0 0 0,33 19-1151 0 0,0 0 0 0 0,1 0 0 0 0,-1 0 0 0 0,0 0 0 0 0,0 0-1 0 0,0 1 1 0 0,0 0 0 0 0,0 0 0 0 0,0 0 0 0 0,0 0 0 0 0,0 0-1 0 0,0 1 1 0 0,0 0 0 0 0,0 0 0 0 0,1 0 0 0 0,-1 0-1 0 0,0 1 1 0 0,0-1 0 0 0,1 1 0 0 0,-1 0 0 0 0,1 0 0 0 0,-4 3-1 0 0,-7 7-72 0 0,0 0-1 0 0,2 1 1 0 0,-1 0 0 0 0,2 1-1 0 0,0 0 1 0 0,0 0-1 0 0,2 2 1 0 0,0-1-1 0 0,0 1 1 0 0,2 0-1 0 0,0 1 1 0 0,-8 26 0 0 0,5-6-228 0 0,2 0 0 0 0,0 1 0 0 0,3-1 0 0 0,-1 73 0 0 0,6-82 61 0 0,2 0 0 0 0,0 0 0 0 0,2 0 0 0 0,2-1 0 0 0,0 1 1 0 0,10 26-1 0 0,-11-43 25 0 0,0 1 1 0 0,0-1-1 0 0,1-1 0 0 0,0 1 1 0 0,1-1-1 0 0,0 0 0 0 0,10 10 1 0 0,-12-15 0 0 0,1 0 0 0 0,0 0 1 0 0,0 0-1 0 0,0-1 0 0 0,0 0 1 0 0,1 0-1 0 0,-1 0 0 0 0,1-1 1 0 0,0 0-1 0 0,0 0 0 0 0,0-1 1 0 0,12 2-1 0 0,-13-3 37 0 0,1 0 0 0 0,-1-1 0 0 0,1 0-1 0 0,-1 0 1 0 0,0-1 0 0 0,1 1 0 0 0,-1-1 0 0 0,0-1 0 0 0,1 1-1 0 0,-1-1 1 0 0,0 0 0 0 0,7-4 0 0 0,6-4-275 0 0,-1 0 1 0 0,23-18 0 0 0,-13 9-1085 0 0,-18 11 106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4:03.6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100 4 4145 0 0,'-16'-1'2382'0'0,"6"0"-1129"0"0,1 0 0 0 0,-1 1 0 0 0,1 0 0 0 0,-10 2 1 0 0,18-2-1139 0 0,0 0 1 0 0,0 0 0 0 0,-1 0 0 0 0,1 0 0 0 0,0 1 0 0 0,0-1 0 0 0,0 0 0 0 0,0 1 0 0 0,0-1-1 0 0,0 1 1 0 0,0-1 0 0 0,0 1 0 0 0,0 0 0 0 0,0-1 0 0 0,0 1 0 0 0,0 0 0 0 0,0 0-1 0 0,0-1 1 0 0,1 1 0 0 0,-1 0 0 0 0,0 0 0 0 0,1 0 0 0 0,-1 0 0 0 0,1 0 0 0 0,-1 0-1 0 0,1 0 1 0 0,-1 0 0 0 0,1 0 0 0 0,-1 0 0 0 0,1 0 0 0 0,0 1 0 0 0,0-1 0 0 0,0 0-1 0 0,0 0 1 0 0,0 0 0 0 0,0 0 0 0 0,0 0 0 0 0,0 1 0 0 0,0 1 0 0 0,1-1-78 0 0,0-1 0 0 0,0 1 0 0 0,0-1 1 0 0,0 1-1 0 0,0-1 0 0 0,0 1 0 0 0,0-1 0 0 0,1 1 1 0 0,-1-1-1 0 0,0 0 0 0 0,1 0 0 0 0,-1 0 0 0 0,1 0 1 0 0,0 0-1 0 0,-1 0 0 0 0,1 0 0 0 0,0 0 0 0 0,-1-1 1 0 0,1 1-1 0 0,3 0 0 0 0,41 10 705 0 0,-38-10-557 0 0,41 6 500 0 0,52 2 0 0 0,0-7-2750 0 0,-81-4 263 0 0,-14 1 762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4:04.1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106 9 2761 0 0,'-20'-4'4702'0'0,"18"3"-4064"0"0,0 0 0 0 0,0 1-1 0 0,0-1 1 0 0,0 1 0 0 0,-1-1-1 0 0,1 1 1 0 0,0 0 0 0 0,0 0-1 0 0,-1 0 1 0 0,1 0 0 0 0,-3 0-1 0 0,5 1-518 0 0,-1-1-1 0 0,1 0 1 0 0,-1 1 0 0 0,1-1-1 0 0,-1 0 1 0 0,1 1 0 0 0,0-1-1 0 0,-1 1 1 0 0,1-1 0 0 0,0 1-1 0 0,0-1 1 0 0,-1 0-1 0 0,1 1 1 0 0,0-1 0 0 0,0 1-1 0 0,-1-1 1 0 0,1 1 0 0 0,0 0-1 0 0,0-1 1 0 0,0 1-1 0 0,0-1 1 0 0,0 1 0 0 0,0-1-1 0 0,0 1 1 0 0,0-1 0 0 0,0 1-1 0 0,0-1 1 0 0,0 1-1 0 0,0 0 1 0 0,0-1 0 0 0,1 1-1 0 0,-1-1 1 0 0,0 1 0 0 0,0-1-1 0 0,1 1 1 0 0,-1-1-1 0 0,0 0 1 0 0,1 2 0 0 0,14 22 2032 0 0,-12-20-2621 0 0,2 5 496 0 0,2-1 1 0 0,-1 0-1 0 0,1 0 0 0 0,1 0 0 0 0,-1-1 0 0 0,1 0 1 0 0,14 9-1 0 0,-10-7 10 0 0,0 1 0 0 0,16 16 0 0 0,-27-24-22 0 0,1-1 1 0 0,-1 1 0 0 0,0-1 0 0 0,0 1 0 0 0,0-1-1 0 0,-1 1 1 0 0,1 0 0 0 0,0-1 0 0 0,-1 1 0 0 0,1 0-1 0 0,-1 0 1 0 0,1-1 0 0 0,-1 1 0 0 0,0 0-1 0 0,0 0 1 0 0,0 0 0 0 0,0-1 0 0 0,0 1 0 0 0,0 0-1 0 0,0 0 1 0 0,-1 0 0 0 0,1-1 0 0 0,-1 1 0 0 0,1 0-1 0 0,-1 0 1 0 0,0-1 0 0 0,1 1 0 0 0,-1 0 0 0 0,0-1-1 0 0,0 1 1 0 0,0-1 0 0 0,0 1 0 0 0,-3 1-1 0 0,-4 6 146 0 0,-1 0-1 0 0,0 0 0 0 0,-1-1 0 0 0,-11 8 0 0 0,-4 3 15 0 0,-53 61 171 0 0,47-45-3285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4:53.7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7 6449 0 0,'-2'-7'8898'0'0,"-2"22"-7165"0"0,-4 27-1709 0 0,2 101 570 0 0,14 182 1 0 0,-3-217-507 0 0,35 347 368 0 0,2 125 1806 0 0,-18 41-596 0 0,-9-452-2826 0 0,-6 214-1 0 0,-10-363-6216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4:54.3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80 6449 0 0,'25'-6'1882'0'0,"393"-52"6037"0"0,334 42-4542 0 0,-13 60-3112 0 0,-425-20-246 0 0,377-20 562 0 0,-510-19-907 0 0,120-3-1699 0 0,-274 18 1423 0 0,-1 0 0 0 0,1 2 0 0 0,-1 2 0 0 0,1 0 0 0 0,-1 1 0 0 0,0 2 0 0 0,27 11 1 0 0,-1 2 790 0 0,-41-15-189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4:54.8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68 1 3681 0 0,'-3'1'108'0'0,"0"0"429"0"0,-1 1 0 0 0,1-1 1 0 0,0 1-1 0 0,0 0 0 0 0,1 0 0 0 0,-1 0 0 0 0,0 0 0 0 0,-3 4 0 0 0,6-6-439 0 0,0 0 1 0 0,0 1-1 0 0,-1-1 1 0 0,1 1-1 0 0,0-1 1 0 0,0 0 0 0 0,0 1-1 0 0,0-1 1 0 0,0 1-1 0 0,0-1 1 0 0,0 0-1 0 0,0 1 1 0 0,0-1-1 0 0,0 1 1 0 0,0-1-1 0 0,0 0 1 0 0,0 1-1 0 0,0-1 1 0 0,0 1-1 0 0,0-1 1 0 0,0 0 0 0 0,1 1-1 0 0,-1-1 1 0 0,0 1-1 0 0,0-1 1 0 0,1 1-1 0 0,16 12 894 0 0,43 15 1040 0 0,-31-15-1024 0 0,29 17 0 0 0,-51-25-814 0 0,1-1 0 0 0,-1 2 0 0 0,0-1 0 0 0,-1 1-1 0 0,1 0 1 0 0,-1 0 0 0 0,0 1 0 0 0,7 10 0 0 0,-11-14-141 0 0,-1 0 0 0 0,0-1-1 0 0,0 1 1 0 0,0 0 0 0 0,0 0 0 0 0,-1 0 0 0 0,1 0 0 0 0,-1 0 0 0 0,0 1 0 0 0,0-1-1 0 0,0 0 1 0 0,0 0 0 0 0,0 0 0 0 0,-1 0 0 0 0,1 0 0 0 0,-1 0 0 0 0,0 0 0 0 0,0 0-1 0 0,0 0 1 0 0,0 0 0 0 0,0-1 0 0 0,-1 1 0 0 0,1 0 0 0 0,-4 3 0 0 0,-5 9 239 0 0,-1-1 0 0 0,-1 0 0 0 0,-13 14 0 0 0,6-8-198 0 0,-49 52 273 0 0,29-32-1217 0 0,-37 49 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4:56.5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65 131 2761 0 0,'-12'3'131'0'0,"8"-2"196"0"0,-1 0 1 0 0,0 0 0 0 0,1 0 0 0 0,-1 0-1 0 0,0-1 1 0 0,1 1 0 0 0,-1-1 0 0 0,0-1 0 0 0,-6 0-1 0 0,39-11 2514 0 0,-12 5-2363 0 0,215-82 5664 0 0,-204 81-6093 0 0,0 2-1 0 0,1 0 0 0 0,0 2 0 0 0,0 0 0 0 0,0 2 0 0 0,50 3 0 0 0,-57 2-1140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4:56.9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48 3681 0 0,'-23'-22'957'0'0,"21"19"-433"0"0,0 1 0 0 0,0-1 0 0 0,-1 1 0 0 0,1-1 0 0 0,-1 1 0 0 0,0 0 0 0 0,1 0 0 0 0,-1 0 0 0 0,-5-2 0 0 0,7 4-376 0 0,1 0 0 0 0,0 1-1 0 0,-1-1 1 0 0,1 0 0 0 0,0 1 0 0 0,0-1-1 0 0,-1 1 1 0 0,1-1 0 0 0,0 0 0 0 0,0 1 0 0 0,0-1-1 0 0,0 1 1 0 0,-1-1 0 0 0,1 1 0 0 0,0-1-1 0 0,0 1 1 0 0,0-1 0 0 0,0 1 0 0 0,0-1-1 0 0,0 1 1 0 0,0-1 0 0 0,0 1 0 0 0,1-1 0 0 0,-1 0-1 0 0,0 1 1 0 0,0-1 0 0 0,0 1 0 0 0,0-1-1 0 0,1 1 1 0 0,-1 0 0 0 0,4 17 972 0 0,7 22-42 0 0,-2-1 0 0 0,-2 2 0 0 0,3 44-1 0 0,-4 123-788 0 0,-3-37-656 0 0,-2-158-260 0 0,0-1-1 0 0,1 0 0 0 0,0 0 0 0 0,1 0 1 0 0,6 17-1 0 0,0-12-5288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4:58.0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2 284 5985 0 0,'0'0'88'0'0,"-1"0"0"0"0,1 1 0 0 0,0-1 0 0 0,0 0 0 0 0,0 1 0 0 0,0-1-1 0 0,-1 0 1 0 0,1 1 0 0 0,0-1 0 0 0,0 0 0 0 0,0 1 0 0 0,0-1 0 0 0,0 1 0 0 0,0-1 0 0 0,0 0-1 0 0,0 1 1 0 0,0-1 0 0 0,0 1 0 0 0,0-1 0 0 0,0 0 0 0 0,0 1 0 0 0,1-1 0 0 0,-1 1 0 0 0,0-1-1 0 0,0 0 1 0 0,0 1 0 0 0,1-1 0 0 0,-1 0 0 0 0,0 1 0 0 0,0-1 0 0 0,0 0 0 0 0,1 0 0 0 0,-1 1-1 0 0,0-1 1 0 0,1 0 0 0 0,-1 0 0 0 0,0 1 0 0 0,1-1 0 0 0,-1 0 0 0 0,0 0 0 0 0,1 0 0 0 0,-1 1-1 0 0,0-1 1 0 0,1 0 0 0 0,18 6 2527 0 0,-14-8-2491 0 0,0 0 0 0 0,0 1 0 0 0,0-2 0 0 0,0 1 1 0 0,0-1-1 0 0,0 1 0 0 0,-1-1 0 0 0,1-1 0 0 0,-1 1 1 0 0,0 0-1 0 0,0-1 0 0 0,0 0 0 0 0,-1 0 0 0 0,1 0 0 0 0,-1-1 1 0 0,0 1-1 0 0,0-1 0 0 0,2-6 0 0 0,1 0-403 0 0,0-1 1 0 0,-1 0-1 0 0,-1 0 0 0 0,0 0 0 0 0,0-1 1 0 0,2-20-1 0 0,-5 25 190 0 0,-1-1-1 0 0,0 1 1 0 0,0-1 0 0 0,0 1 0 0 0,-1-1 0 0 0,-1 1 0 0 0,1 0-1 0 0,-1 0 1 0 0,-1 0 0 0 0,1 0 0 0 0,-2 0 0 0 0,1 0 0 0 0,-8-12 0 0 0,11 20 98 0 0,0 0 0 0 0,0 0 0 0 0,0 0 0 0 0,0-1 0 0 0,-1 1 0 0 0,1 0 1 0 0,0 0-1 0 0,0 0 0 0 0,0 0 0 0 0,-1-1 0 0 0,1 1 0 0 0,0 0 1 0 0,0 0-1 0 0,-1 0 0 0 0,1 0 0 0 0,0 0 0 0 0,0 0 0 0 0,-1 0 1 0 0,1 0-1 0 0,0 0 0 0 0,0 0 0 0 0,-1 0 0 0 0,1 0 0 0 0,0 0 0 0 0,-1 0 1 0 0,1 0-1 0 0,0 0 0 0 0,0 0 0 0 0,-1 0 0 0 0,1 0 0 0 0,0 0 1 0 0,0 0-1 0 0,-1 0 0 0 0,1 0 0 0 0,0 1 0 0 0,0-1 0 0 0,-1 0 1 0 0,-8 12 198 0 0,-4 20-158 0 0,12-29-94 0 0,-3 6 25 0 0,1 0 0 0 0,0 1 0 0 0,0-1 1 0 0,1 1-1 0 0,1-1 0 0 0,0 1 0 0 0,0 15 0 0 0,1-22 29 0 0,0 0 0 0 0,0 0 0 0 0,1 0 0 0 0,0 0 0 0 0,-1 0 1 0 0,1 0-1 0 0,0 0 0 0 0,0 0 0 0 0,1 0 0 0 0,-1-1 0 0 0,1 1 0 0 0,-1 0 0 0 0,1-1 1 0 0,0 1-1 0 0,0-1 0 0 0,0 0 0 0 0,0 0 0 0 0,1 1 0 0 0,-1-1 0 0 0,0-1 0 0 0,1 1 1 0 0,-1 0-1 0 0,1-1 0 0 0,0 1 0 0 0,0-1 0 0 0,-1 0 0 0 0,6 2 0 0 0,-1-1 62 0 0,1 0-1 0 0,0 0 1 0 0,-1 0-1 0 0,1-1 0 0 0,0 0 1 0 0,0-1-1 0 0,0 0 1 0 0,0 0-1 0 0,0-1 1 0 0,0 0-1 0 0,0 0 1 0 0,0-1-1 0 0,0 0 0 0 0,-1 0 1 0 0,8-3-1 0 0,-14 2-317 0 0,0 1-1 0 0,0 0 1 0 0,-1 0-1 0 0,1 0 0 0 0,-1 0 1 0 0,0-1-1 0 0,1 1 1 0 0,-1 0-1 0 0,0 0 1 0 0,0-1-1 0 0,0 1 1 0 0,-1-3-1 0 0,2-21-66 0 0,0 24 357 0 0,-1 0 0 0 0,1-1-1 0 0,0 1 1 0 0,0 0 0 0 0,0 0-1 0 0,0 0 1 0 0,0 0 0 0 0,1 1-1 0 0,-1-1 1 0 0,1 0 0 0 0,-1 0-1 0 0,1 1 1 0 0,0-1 0 0 0,-1 1 0 0 0,1 0-1 0 0,0-1 1 0 0,0 1 0 0 0,0 0-1 0 0,0 0 1 0 0,0 0 0 0 0,3-1-1 0 0,-3 2 73 0 0,0 0-1 0 0,0 0 0 0 0,0 0 0 0 0,0 0 0 0 0,0 0 0 0 0,0 1 0 0 0,0-1 0 0 0,0 1 1 0 0,0-1-1 0 0,-1 1 0 0 0,1 0 0 0 0,0 0 0 0 0,0 0 0 0 0,0 0 0 0 0,-1 0 0 0 0,1 0 1 0 0,-1 0-1 0 0,1 0 0 0 0,-1 1 0 0 0,1-1 0 0 0,-1 1 0 0 0,0-1 0 0 0,1 1 1 0 0,1 3-1 0 0,3 4 36 0 0,1 0 0 0 0,0 0 1 0 0,0 0-1 0 0,1-1 0 0 0,0 0 1 0 0,1-1-1 0 0,0 0 1 0 0,0 0-1 0 0,20 11 0 0 0,-30-24-147 0 0,1 1 0 0 0,0-1 0 0 0,0 1 0 0 0,0 0 0 0 0,0-1 0 0 0,1 1 0 0 0,0-1 0 0 0,1 1 0 0 0,3-10 0 0 0,-3 9 34 0 0,1-1-1 0 0,0 1 0 0 0,0-1 0 0 0,1 1 1 0 0,0 0-1 0 0,0 1 0 0 0,0-1 1 0 0,1 1-1 0 0,0 0 0 0 0,7-7 0 0 0,-10 10-22 0 0,0 1-1 0 0,-1 0 1 0 0,1 0-1 0 0,0 0 0 0 0,0 0 1 0 0,0 0-1 0 0,0 1 1 0 0,-1-1-1 0 0,1 1 0 0 0,0-1 1 0 0,0 1-1 0 0,0-1 1 0 0,0 1-1 0 0,0 0 0 0 0,0 0 1 0 0,4 0-1 0 0,-4 1 26 0 0,0 0-1 0 0,1 0 0 0 0,-1 0 1 0 0,0 0-1 0 0,0 0 0 0 0,0 0 1 0 0,0 1-1 0 0,0-1 0 0 0,0 1 1 0 0,0-1-1 0 0,0 1 0 0 0,-1 0 1 0 0,1-1-1 0 0,-1 1 0 0 0,1 0 1 0 0,-1 0-1 0 0,2 4 0 0 0,3 6-325 0 0,0 1-1 0 0,-1-1 0 0 0,-1 1 1 0 0,0 1-1 0 0,-1-1 1 0 0,-1 0-1 0 0,0 1 0 0 0,0 0 1 0 0,-1 25-1 0 0,1-47 504 0 0,0-1-1 0 0,1 1 0 0 0,0 0 1 0 0,0 0-1 0 0,7-11 0 0 0,30-52 820 0 0,-35 63-941 0 0,28-43 83 0 0,-31 48-133 0 0,1 0 1 0 0,-1 0-1 0 0,1 0 1 0 0,0 0-1 0 0,0 0 1 0 0,1 1-1 0 0,-1-1 1 0 0,0 1-1 0 0,1 0 1 0 0,0 0-1 0 0,6-3 1 0 0,-8 5-12 0 0,0 0 0 0 0,-1 0 0 0 0,1 0 0 0 0,0 1 0 0 0,-1-1 0 0 0,1 0 0 0 0,0 1 0 0 0,-1-1-1 0 0,1 1 1 0 0,0 0 0 0 0,-1-1 0 0 0,1 1 0 0 0,-1 0 0 0 0,1 0 0 0 0,-1 0 0 0 0,0 0 0 0 0,1 0 0 0 0,-1 0 0 0 0,0 1 0 0 0,0-1 0 0 0,0 0 0 0 0,1 1 0 0 0,-1-1 0 0 0,-1 0 0 0 0,2 3 0 0 0,2 1 100 0 0,-1 0 0 0 0,0 1 0 0 0,0 0 0 0 0,0 0 0 0 0,2 8 0 0 0,3 42-2587 0 0,-8-38-3472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4:58.3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 0 5529 0 0,'-3'1'173'0'0,"0"-1"0"0"0,1 1 0 0 0,-1 0 0 0 0,0 0-1 0 0,1 0 1 0 0,-1 1 0 0 0,0-1 0 0 0,1 1 0 0 0,0-1 0 0 0,-1 1-1 0 0,1 0 1 0 0,0 0 0 0 0,0 0 0 0 0,0 0 0 0 0,0 0 0 0 0,0 0 0 0 0,0 1-1 0 0,1-1 1 0 0,-1 0 0 0 0,1 1 0 0 0,-1 0 0 0 0,1-1 0 0 0,-1 4-1 0 0,-2 5 587 0 0,0-1-1 0 0,0 1 0 0 0,1 0 0 0 0,-3 20 0 0 0,4-7-329 0 0,1-1 0 0 0,1 0-1 0 0,1 0 1 0 0,1 0 0 0 0,6 24-1 0 0,33 111 217 0 0,-4-22-1063 0 0,-35-129-331 0 0,-1 0 0 0 0,0-1 0 0 0,0 1-1 0 0,-1 0 1 0 0,0 12 0 0 0,0-19 748 0 0,0 0 1 0 0,0 0 0 0 0,0 0-1 0 0,-1 0 1 0 0,1 1 0 0 0,0-1-1 0 0,0 0 1 0 0,0 0 0 0 0,0 0-1 0 0,0 0 1 0 0,0 0 0 0 0,0 0-1 0 0,0 0 1 0 0,0 0 0 0 0,0 0-1 0 0,0 0 1 0 0,0 0 0 0 0,0 1-1 0 0,0-1 1 0 0,0 0 0 0 0,-1 0-1 0 0,1 0 1 0 0,0 0-1 0 0,0 0 1 0 0,0 0 0 0 0,0 0-1 0 0,0 0 1 0 0,0 0 0 0 0,0 0-1 0 0,0 0 1 0 0,-1 0 0 0 0,1 0-1 0 0,0 0 1 0 0,0 0 0 0 0,0 0-1 0 0,0 0 1 0 0,0 0 0 0 0,0 0-1 0 0,0 0 1 0 0,0 0 0 0 0,0 0-1 0 0,-1 0 1 0 0,1 0-1 0 0,0 0 1 0 0,0 0 0 0 0,0 0-1 0 0,0 0 1 0 0,0-1 0 0 0,0 1-1 0 0,0 0 1 0 0,0 0 0 0 0,0 0-1 0 0,0 0 1 0 0,-1 0 0 0 0,1 0-1 0 0,0 0 1 0 0,0 0 0 0 0,0 0-1 0 0,0 0 1 0 0,0-1 0 0 0,-4-3 60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4:58.4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51 8290 0 0,'0'-2'112'0'0,"0"1"0"0"0,1-1 0 0 0,-1 1 0 0 0,0-1-1 0 0,0 1 1 0 0,1-1 0 0 0,-1 1 0 0 0,1 0 0 0 0,-1-1 0 0 0,1 1 0 0 0,0 0 0 0 0,-1-1 0 0 0,1 1 0 0 0,0 0 0 0 0,0 0 0 0 0,0-1 0 0 0,0 1 0 0 0,0 0-1 0 0,0 0 1 0 0,0 0 0 0 0,0 0 0 0 0,0 1 0 0 0,1-1 0 0 0,-1 0 0 0 0,0 0 0 0 0,1 1 0 0 0,-1-1 0 0 0,0 1 0 0 0,1-1 0 0 0,1 0 0 0 0,46-12 2934 0 0,-43 12-2768 0 0,0 0 1 0 0,0 1 0 0 0,-1-1-1 0 0,1 1 1 0 0,0 1 0 0 0,0-1-1 0 0,0 1 1 0 0,0 0-1 0 0,-1 1 1 0 0,1-1 0 0 0,0 1-1 0 0,-1 0 1 0 0,1 1-1 0 0,-1-1 1 0 0,10 7 0 0 0,-13-7-247 0 0,1 1 0 0 0,-1-1 0 0 0,0 0 0 0 0,0 1 0 0 0,0 0 0 0 0,0-1 0 0 0,0 1 1 0 0,0 0-1 0 0,-1 0 0 0 0,1 0 0 0 0,-1 0 0 0 0,0 0 0 0 0,0 0 0 0 0,0 0 0 0 0,0 1 0 0 0,-1-1 1 0 0,1 0-1 0 0,-1 0 0 0 0,0 1 0 0 0,0-1 0 0 0,0 0 0 0 0,0 1 0 0 0,-1-1 0 0 0,1 0 0 0 0,-1 0 1 0 0,0 1-1 0 0,0-1 0 0 0,0 0 0 0 0,-3 5 0 0 0,-2 5-95 0 0,0-1-1 0 0,0 0 1 0 0,-2-1 0 0 0,1 1 0 0 0,-16 16 0 0 0,-51 46-2589 0 0,47-50-3606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4:59.1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40 5065 0 0,'0'-2'764'0'0,"1"-1"0"0"0,-1 0 0 0 0,1 1-1 0 0,0-1 1 0 0,0 1 0 0 0,0-1 0 0 0,1 1 0 0 0,-1 0 0 0 0,0-1-1 0 0,1 1 1 0 0,2-3 0 0 0,-4 4-670 0 0,1 1 1 0 0,-1-1-1 0 0,0 1 0 0 0,1 0 1 0 0,-1-1-1 0 0,0 1 1 0 0,1-1-1 0 0,-1 1 0 0 0,1 0 1 0 0,-1-1-1 0 0,0 1 0 0 0,1 0 1 0 0,-1-1-1 0 0,1 1 0 0 0,-1 0 1 0 0,1 0-1 0 0,-1-1 0 0 0,1 1 1 0 0,0 0-1 0 0,-1 0 1 0 0,1 0-1 0 0,-1 0 0 0 0,1 0 1 0 0,-1 0-1 0 0,1 0 0 0 0,-1 0 1 0 0,1 0-1 0 0,0 0 0 0 0,-1 0 1 0 0,1 0-1 0 0,-1 0 1 0 0,1 0-1 0 0,-1 1 0 0 0,1-1 1 0 0,-1 0-1 0 0,1 0 0 0 0,-1 1 1 0 0,1-1-1 0 0,-1 0 0 0 0,1 1 1 0 0,-1-1-1 0 0,1 0 0 0 0,-1 1 1 0 0,0-1-1 0 0,1 1 1 0 0,-1-1-1 0 0,0 0 0 0 0,1 1 1 0 0,-1-1-1 0 0,0 1 0 0 0,0-1 1 0 0,1 1-1 0 0,-1 0 0 0 0,0-1 1 0 0,0 1-1 0 0,0-1 0 0 0,0 1 1 0 0,0-1-1 0 0,0 1 1 0 0,1 0-1 0 0,3 20 29 0 0,0 0 0 0 0,0 0 0 0 0,-2 0 0 0 0,-1 0 0 0 0,-1 1 1 0 0,-2 23-1 0 0,0-13 55 0 0,6 53 0 0 0,-3-74-220 0 0,1-1 1 0 0,0 1-1 0 0,1-1 1 0 0,1 1-1 0 0,-1-1 1 0 0,2 0 0 0 0,-1 0-1 0 0,9 11 1 0 0,-12-18 19 0 0,0-1 0 0 0,1 1 0 0 0,0-1 1 0 0,0 0-1 0 0,0 0 0 0 0,0 1 0 0 0,0-1 0 0 0,0-1 1 0 0,0 1-1 0 0,1 0 0 0 0,-1-1 0 0 0,1 1 0 0 0,-1-1 1 0 0,1 1-1 0 0,-1-1 0 0 0,1 0 0 0 0,0 0 0 0 0,0-1 1 0 0,-1 1-1 0 0,1 0 0 0 0,0-1 0 0 0,0 0 0 0 0,0 0 1 0 0,0 0-1 0 0,0 0 0 0 0,0 0 0 0 0,-1 0 0 0 0,1-1 1 0 0,0 1-1 0 0,0-1 0 0 0,0 0 0 0 0,-1 0 0 0 0,1 0 1 0 0,0 0-1 0 0,4-3 0 0 0,-2 1-429 0 0,0-1 0 0 0,0 1 0 0 0,0-1 1 0 0,9-9-1 0 0,6-10-3957 0 0,-19 23 4160 0 0,19-23-5431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4:59.3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37 141 5985 0 0,'-36'18'2832'0'0,"55"-26"-821"0"0,108-57 2341 0 0,21-9-4932 0 0,-121 63 567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4:59.5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1 9218 0 0,'-4'13'514'0'0,"1"1"0"0"0,1 0 0 0 0,0-1 0 0 0,1 1-1 0 0,0 0 1 0 0,2 16 0 0 0,-1-12-5 0 0,1 3 235 0 0,0 1 0 0 0,8 43 0 0 0,-6-54-1013 0 0,0 0-1 0 0,0-1 0 0 0,1 1 1 0 0,7 13-1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4:59.7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0 11979 0 0,'-3'0'528'0'0,"0"0"112"0"0,2 0-512 0 0,-1 0-128 0 0,2 2 0 0 0,-1-1 0 0 0,-1 2 0 0 0,-1 3 80 0 0,-1 2-80 0 0,-1 3 64 0 0,-1 3-608 0 0,3 0-128 0 0,2 1-33 0 0,2-1 1 0 0,7-3 552 0 0,1-2 152 0 0,0-6 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5:00.3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66 2761 0 0,'0'-2'152'0'0,"1"-1"1"0"0,-1 1-1 0 0,0 0 1 0 0,1 0-1 0 0,0-1 1 0 0,-1 1-1 0 0,1 0 1 0 0,0 0-1 0 0,0 0 1 0 0,0 0 0 0 0,0 0-1 0 0,0 0 1 0 0,1 0-1 0 0,-1 1 1 0 0,1-1-1 0 0,-1 0 1 0 0,1 1-1 0 0,-1-1 1 0 0,1 1-1 0 0,0-1 1 0 0,2 0 0 0 0,-3 1 4 0 0,0 1 1 0 0,0-1 0 0 0,0 1 0 0 0,0-1 0 0 0,0 1 0 0 0,0 0 0 0 0,0-1 0 0 0,1 1 0 0 0,-1 0 0 0 0,0 0 0 0 0,0 0-1 0 0,0 0 1 0 0,0 0 0 0 0,0 0 0 0 0,1 0 0 0 0,-1 1 0 0 0,0-1 0 0 0,0 0 0 0 0,0 0 0 0 0,0 1 0 0 0,0-1 0 0 0,0 1 0 0 0,0-1-1 0 0,0 1 1 0 0,0 0 0 0 0,0-1 0 0 0,0 1 0 0 0,0 0 0 0 0,0-1 0 0 0,-1 1 0 0 0,1 0 0 0 0,0 0 0 0 0,-1 0 0 0 0,1 0-1 0 0,0 0 1 0 0,-1 0 0 0 0,1 0 0 0 0,-1 0 0 0 0,1 0 0 0 0,-1 0 0 0 0,0 0 0 0 0,1 2 0 0 0,2 5 90 0 0,-1 1 0 0 0,0-1 0 0 0,0 1 0 0 0,-1-1 0 0 0,0 1 0 0 0,-1-1 0 0 0,0 1 0 0 0,-1 11 0 0 0,-2 10-564 0 0,-10 32 1 0 0,-1 15-2828 0 0,25-138-2666 0 0,11-12 4496 0 0,-16 56 1642 0 0,1 0 0 0 0,1 0 0 0 0,0 0 0 0 0,1 1 1 0 0,1 1-1 0 0,15-19 0 0 0,-23 31-152 0 0,0 1 1 0 0,0-1-1 0 0,1 1 1 0 0,-1 0-1 0 0,0 0 0 0 0,1 0 1 0 0,0 0-1 0 0,-1 0 1 0 0,1 1-1 0 0,0-1 1 0 0,0 1-1 0 0,0 0 1 0 0,0 0-1 0 0,0 0 1 0 0,0 0-1 0 0,0 0 1 0 0,0 1-1 0 0,0-1 0 0 0,5 1 1 0 0,-5 0 44 0 0,1 1 1 0 0,-1 0-1 0 0,0 0 1 0 0,0 0-1 0 0,0 0 1 0 0,0 1-1 0 0,-1-1 1 0 0,1 1-1 0 0,0 0 1 0 0,-1 0-1 0 0,1 0 1 0 0,-1 0-1 0 0,1 0 1 0 0,-1 0-1 0 0,0 1 1 0 0,0-1-1 0 0,0 1 1 0 0,0-1-1 0 0,1 4 1 0 0,6 8 169 0 0,-2 0 0 0 0,0 0 0 0 0,0 0 0 0 0,-2 0 0 0 0,0 1 1 0 0,0 0-1 0 0,3 26 0 0 0,-6-29-735 0 0,-1 1 1 0 0,0 0-1 0 0,-1 0 1 0 0,-1-1-1 0 0,-3 25 0 0 0,-2-90-2281 0 0,7 33 2516 0 0,1 1 0 0 0,1 0 1 0 0,0 0-1 0 0,8-22 0 0 0,-9 33 168 0 0,1 1-1 0 0,0-1 0 0 0,0 0 1 0 0,1 1-1 0 0,0 0 1 0 0,1-1-1 0 0,-1 2 0 0 0,1-1 1 0 0,1 1-1 0 0,-1-1 0 0 0,1 1 1 0 0,8-6-1 0 0,-12 11 22 0 0,-1 0 0 0 0,0 0 0 0 0,0 0 1 0 0,1 0-1 0 0,-1 1 0 0 0,0-1 0 0 0,1 1 0 0 0,-1-1 0 0 0,1 1 0 0 0,-1-1 0 0 0,0 1 0 0 0,1 0 0 0 0,-1 0 1 0 0,1-1-1 0 0,-1 1 0 0 0,1 0 0 0 0,-1 1 0 0 0,1-1 0 0 0,-1 0 0 0 0,1 0 0 0 0,2 1 0 0 0,-2 0 121 0 0,0 1 1 0 0,1-1-1 0 0,-1 0 0 0 0,0 1 0 0 0,1 0 0 0 0,-1-1 0 0 0,0 1 0 0 0,0 0 0 0 0,0 0 0 0 0,-1 0 0 0 0,3 3 0 0 0,17 32 810 0 0,-6 0-3466 0 0,-9-24-493 0 0,0 1-2659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5:00.6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110 362 1840 0 0,'15'-22'614'0'0,"-1"-1"0"0"0,-1 0 0 0 0,-2-1-1 0 0,12-30 1 0 0,-17 39-258 0 0,-2-1 0 0 0,1 0 0 0 0,-2 0 0 0 0,0 0 0 0 0,-1 0 1 0 0,-1 0-1 0 0,0-1 0 0 0,-2-16 0 0 0,1 31-314 0 0,0 0 1 0 0,0-1 0 0 0,0 1-1 0 0,-1 0 1 0 0,1-1 0 0 0,-1 1-1 0 0,1 0 1 0 0,-1 0-1 0 0,0 0 1 0 0,0-1 0 0 0,0 1-1 0 0,0 0 1 0 0,-1 0 0 0 0,1 0-1 0 0,0 1 1 0 0,-1-1 0 0 0,1 0-1 0 0,-1 0 1 0 0,0 1 0 0 0,0-1-1 0 0,1 1 1 0 0,-1 0-1 0 0,0-1 1 0 0,0 1 0 0 0,0 0-1 0 0,-1 0 1 0 0,1 0 0 0 0,0 0-1 0 0,0 1 1 0 0,0-1 0 0 0,-1 0-1 0 0,1 1 1 0 0,0 0-1 0 0,-1 0 1 0 0,1-1 0 0 0,0 1-1 0 0,-1 0 1 0 0,1 1 0 0 0,0-1-1 0 0,-4 1 1 0 0,-2 1 127 0 0,0 0-1 0 0,0 0 1 0 0,1 1-1 0 0,-1 0 1 0 0,1 0 0 0 0,0 1-1 0 0,0 0 1 0 0,0 0 0 0 0,0 0-1 0 0,-11 11 1 0 0,13-11 25 0 0,1 1 0 0 0,-1 0 1 0 0,1 0-1 0 0,0 1 0 0 0,0-1 0 0 0,0 1 1 0 0,1 0-1 0 0,0 0 0 0 0,0 0 0 0 0,0 0 0 0 0,1 0 1 0 0,0 1-1 0 0,0-1 0 0 0,-1 8 0 0 0,3-8 58 0 0,0 0 0 0 0,0 0 0 0 0,1 0 0 0 0,-1 0 0 0 0,1 0 0 0 0,0 0 0 0 0,1-1 0 0 0,0 1 0 0 0,0 0 0 0 0,0-1 0 0 0,0 1-1 0 0,1-1 1 0 0,0 0 0 0 0,0 0 0 0 0,0 0 0 0 0,6 6 0 0 0,1 0 46 0 0,0 0 0 0 0,1 0 0 0 0,0-1-1 0 0,1-1 1 0 0,0 0 0 0 0,1-1 0 0 0,0 0 0 0 0,0 0 0 0 0,0-2-1 0 0,26 9 1 0 0,-14-6-622 0 0,1-3-1 0 0,0 0 1 0 0,0-1 0 0 0,1-2-1 0 0,32 1 1 0 0,-26-4-6969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5:02.6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4777 0 0,'3'6'424'0'0,"2"0"-336"0"0,-4-3-88 0 0,-1-2 0 0 0,2 1 0 0 0,-1-1 0 0 0,2 4 0 0 0,3 1 0 0 0,1 1 0 0 0,2-1 0 0 0,0 0 0 0 0,-3-2 0 0 0,1-2 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5:03.8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0 339 456 0 0,'6'-8'987'0'0,"1"0"-1"0"0,-1 1 1 0 0,1 0-1 0 0,1 0 1 0 0,-1 1-1 0 0,1-1 0 0 0,0 2 1 0 0,15-9-1 0 0,77-31 972 0 0,-79 36-1857 0 0,8-2 544 0 0,0 2 0 0 0,1 0 0 0 0,47-6 0 0 0,92-2 773 0 0,-112 14-1249 0 0,0-3 0 0 0,100-23 0 0 0,-130 19 42 0 0,-1 0 1 0 0,38-22-1 0 0,-47 22 161 0 0,1 1-1 0 0,0 0 0 0 0,0 1 1 0 0,0 2-1 0 0,1 0 1 0 0,38-7-1 0 0,-54 12-318 0 0,-1 1 1 0 0,0 1-1 0 0,1-1 0 0 0,-1 0 1 0 0,0 1-1 0 0,1-1 0 0 0,-1 1 0 0 0,0-1 1 0 0,0 1-1 0 0,3 2 0 0 0,-4-3-65 0 0,1 1 0 0 0,-1-1 0 0 0,0 1 0 0 0,0-1 0 0 0,0 1 0 0 0,1-1 0 0 0,-1 0 0 0 0,0 1 0 0 0,0-1 0 0 0,1 0 0 0 0,-1 0 0 0 0,0 0 0 0 0,1 0 0 0 0,-1 0 0 0 0,2-1 0 0 0,14-12-2974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5:04.7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1874 6057 0 0,'-17'12'629'0'0,"-3"3"896"0"0,9-11 3367 0 0,19-36-1694 0 0,-4 15-2937 0 0,-2-1-1 0 0,0 0 1 0 0,-1 0 0 0 0,-1 0 0 0 0,-1 0-1 0 0,-3-24 1 0 0,-1-46-108 0 0,6-101 4 0 0,-2 75 167 0 0,28-221 0 0 0,-17 279-291 0 0,23-75 1 0 0,-23 102-35 0 0,2 0 1 0 0,0 1-1 0 0,2 1 1 0 0,21-34-1 0 0,-10 25 114 0 0,11-16-20 0 0,-2-2 1 0 0,-3 0-1 0 0,28-68 1 0 0,-51 102 95 0 0,0 0-1 0 0,2 1 1 0 0,18-29 0 0 0,-22 40-181 0 0,1 0 0 0 0,0 0 0 0 0,0 0 0 0 0,0 1 0 0 0,1 0 0 0 0,0 1 1 0 0,0 0-1 0 0,1 0 0 0 0,13-7 0 0 0,13-3-23 0 0,-16 7 4 0 0,1-1-1 0 0,-1 0 1 0 0,-1-1 0 0 0,0-1 0 0 0,30-26-1 0 0,-20 25-6036 0 0,-10-2-122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5:05.2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123 262 4777 0 0,'-1'0'2'0'0,"-14"-6"174"0"0,-1 1 0 0 0,0 0 0 0 0,-1 1 1 0 0,1 1-1 0 0,-26-1 0 0 0,52 4 738 0 0,-1-1 0 0 0,1 0 0 0 0,-1-1 0 0 0,11-3 0 0 0,70-28 841 0 0,-36 12-1068 0 0,96-24 291 0 0,-87 29-375 0 0,79-33-1 0 0,-1-11-118 0 0,-141 60-473 0 0,1 0-1 0 0,-1-1 0 0 0,0 1 1 0 0,0 0-1 0 0,0 0 1 0 0,0 0-1 0 0,1 0 0 0 0,-1 0 1 0 0,0 0-1 0 0,0 0 0 0 0,0-1 1 0 0,1 1-1 0 0,-1 0 1 0 0,0 0-1 0 0,0 0 0 0 0,0 0 1 0 0,1 0-1 0 0,-1 0 0 0 0,0 0 1 0 0,0 0-1 0 0,0 0 1 0 0,1 0-1 0 0,-1 0 0 0 0,0 0 1 0 0,0 0-1 0 0,0 0 0 0 0,1 0 1 0 0,-1 1-1 0 0,0-1 1 0 0,0 0-1 0 0,0 0 0 0 0,0 0 1 0 0,1 0-1 0 0,-1 0 0 0 0,0 0 1 0 0,0 0-1 0 0,0 1 1 0 0,0-1-1 0 0,1 0 0 0 0,-1 0 1 0 0,0 0-1 0 0,0 0 0 0 0,0 1 1 0 0,0-1-1 0 0,0 0 1 0 0,0 0-1 0 0,0 0 0 0 0,0 0 1 0 0,1 1-1 0 0,-1-1 0 0 0,0 0 1 0 0,0 0-1 0 0,0 1 1 0 0,0-1-1 0 0,0 0 0 0 0,0 0 1 0 0,0 0-1 0 0,0 1 0 0 0,-2 6-920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5:05.9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82 0 3225 0 0,'-10'5'8138'0'0,"9"-4"-7731"0"0,-5 14 2863 0 0,3 22-2995 0 0,3-24 1294 0 0,-28 233 569 0 0,12-130-2032 0 0,5 1 0 0 0,4 154 0 0 0,36-71 669 0 0,0 3-498 0 0,-25-134-47 0 0,-2 0 0 0 0,-12 107 0 0 0,7-157-171 0 0,1 1 0 0 0,1 0 0 0 0,1 0 0 0 0,1 0 0 0 0,0-1 0 0 0,2 1 0 0 0,0 0 0 0 0,1-1 0 0 0,1 0 0 0 0,1 0 1 0 0,1 0-1 0 0,0-1 0 0 0,16 28 0 0 0,-3-11-43 0 0,2-1 0 0 0,2-1 0 0 0,33 37 0 0 0,-5 1-15 0 0,-36-47-8 0 0,26 30-1 0 0,-40-52-26 0 0,0 0 0 0 0,-1-1 0 0 0,1 1 0 0 0,0-1 0 0 0,0 1 0 0 0,0-1 0 0 0,0 0 0 0 0,0 0 0 0 0,0 0 0 0 0,0 0 0 0 0,0 0 0 0 0,0 0 0 0 0,0-1 0 0 0,1 1 0 0 0,-1-1-1 0 0,0 0 1 0 0,0 1 0 0 0,1-1 0 0 0,-1 0 0 0 0,0 0 0 0 0,1 0 0 0 0,-1-1 0 0 0,0 1 0 0 0,0-1 0 0 0,3 0 0 0 0,5-2-317 0 0,-1-1 0 0 0,0-1 0 0 0,0 1 1 0 0,14-10-1 0 0,16-8-1613 0 0,-32 19 1020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5:06.4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 5065 0 0,'31'5'4534'0'0,"-3"6"-3570"0"0,1-2 0 0 0,0 0 0 0 0,1-2-1 0 0,-1-2 1 0 0,61 5 0 0 0,312-15 2250 0 0,-289 2-2618 0 0,201-32 0 0 0,-300 33-603 0 0,107-14-373 0 0,-107 15 323 0 0,1 1 1 0 0,-1 0-1 0 0,0 1 0 0 0,1 0 1 0 0,-1 2-1 0 0,18 4 0 0 0,-29-6-277 0 0,1 0 0 0 0,-1 0 0 0 0,0 1 0 0 0,0-1 0 0 0,0 1 0 0 0,1 0 0 0 0,-2 0 1 0 0,1 0-1 0 0,3 3 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5:07.5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92 98 5985 0 0,'-20'-24'3038'0'0,"-33"-30"-1"0"0,34 35-166 0 0,60 57 2997 0 0,26 27-5799 0 0,95 92 125 0 0,50 55-566 0 0,-165-152-1057 0 0,-31-32-4676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5:08.1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255 356 2304 0 0,'-11'0'12398'0'0,"5"-2"-12133"0"0,-1 0 0 0 0,1 1 0 0 0,0-1 0 0 0,0 1 0 0 0,-1 1 0 0 0,1-1 0 0 0,-1 1 1 0 0,-11 1-1 0 0,-58 12 208 0 0,57-8-571 0 0,-1-2-1 0 0,-34 3 1 0 0,54-6 95 0 0,0 0 0 0 0,0 0 0 0 0,0 0-1 0 0,-1 0 1 0 0,1 1 0 0 0,0-1-1 0 0,0 0 1 0 0,0 0 0 0 0,0 0 0 0 0,0 0-1 0 0,-1 0 1 0 0,1 0 0 0 0,0 0 0 0 0,0 0-1 0 0,0 0 1 0 0,0 0 0 0 0,-1 0-1 0 0,1-1 1 0 0,0 1 0 0 0,0 0 0 0 0,0 0-1 0 0,0 0 1 0 0,-1 0 0 0 0,1 0 0 0 0,0 0-1 0 0,0 0 1 0 0,0 0 0 0 0,0 0-1 0 0,0 0 1 0 0,0-1 0 0 0,-1 1 0 0 0,1 0-1 0 0,0 0 1 0 0,0 0 0 0 0,0 0 0 0 0,0 0-1 0 0,0 0 1 0 0,0-1 0 0 0,0 1-1 0 0,0 0 1 0 0,0 0 0 0 0,0 0 0 0 0,0 0-1 0 0,0-1 1 0 0,0 1 0 0 0,0 0 0 0 0,6-7 116 0 0,10-5 297 0 0,-7 10-138 0 0,0-1-1 0 0,0 1 1 0 0,0 1 0 0 0,0 0 0 0 0,1 0 0 0 0,-1 0 0 0 0,0 1-1 0 0,0 1 1 0 0,10 1 0 0 0,31-1 362 0 0,-4-5-280 0 0,-15 1-132 0 0,43 1 0 0 0,-63 3-213 0 0,0 0-1 0 0,0 0 1 0 0,0 1 0 0 0,0 1-1 0 0,-1 0 1 0 0,1 0 0 0 0,16 9-1 0 0,-21-9 0 0 0,2 1 14 0 0,1 1 0 0 0,-1-1-1 0 0,1-1 1 0 0,0 0 0 0 0,0 0-1 0 0,0-1 1 0 0,16 3 0 0 0,-24-42 794 0 0,2-7-1102 0 0,2-1 1 0 0,2 1-1 0 0,2 0 0 0 0,1 0 1 0 0,27-66-1 0 0,-28 83-7306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5:09.0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319 271 456 0 0,'-32'11'547'0'0,"-1"1"0"0"0,-57 31 1 0 0,-55 44 3950 0 0,127-76-3222 0 0,36-24 3799 0 0,23-21-2662 0 0,14-11-1373 0 0,303-190 1765 0 0,-216 147-5732 0 0,-124 77 881 0 0,-2 3-3280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5:09.2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0 7370 0 0,'-2'3'149'0'0,"-1"0"1"0"0,0 1 0 0 0,1-1 0 0 0,0 1-1 0 0,0 0 1 0 0,0-1 0 0 0,0 1 0 0 0,1 0-1 0 0,-1 0 1 0 0,1 0 0 0 0,0 0 0 0 0,0 0-1 0 0,0 0 1 0 0,1 1 0 0 0,0-1 0 0 0,-1 0-1 0 0,1 0 1 0 0,1 0 0 0 0,-1 1 0 0 0,1-1-1 0 0,-1 0 1 0 0,1 0 0 0 0,2 5 0 0 0,4 10 756 0 0,0 0 1 0 0,1 0-1 0 0,18 28 0 0 0,-10-18-321 0 0,18 40 607 0 0,-1-4-1403 0 0,-11-22-4051 0 0,-8-19-846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5:09.5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1 6913 0 0,'-7'15'463'0'0,"1"1"-1"0"0,1-1 1 0 0,0 1-1 0 0,1 1 1 0 0,1-1-1 0 0,-3 29 1 0 0,5-33-152 0 0,1 0 0 0 0,0-1 0 0 0,1 1 0 0 0,0-1 1 0 0,0 1-1 0 0,1-1 0 0 0,1 1 0 0 0,0-1 0 0 0,1 0 0 0 0,7 16 1 0 0,-10-24-235 0 0,1 0 0 0 0,0 0 1 0 0,0 0-1 0 0,0-1 0 0 0,0 1 1 0 0,0 0-1 0 0,1-1 0 0 0,-1 0 1 0 0,1 1-1 0 0,0-1 0 0 0,-1 0 1 0 0,1 0-1 0 0,0-1 0 0 0,0 1 1 0 0,1-1-1 0 0,-1 1 0 0 0,0-1 1 0 0,0 0-1 0 0,1 0 0 0 0,-1 0 1 0 0,1-1-1 0 0,-1 1 0 0 0,0-1 1 0 0,1 0-1 0 0,-1 0 0 0 0,1 0 1 0 0,-1 0-1 0 0,1-1 0 0 0,-1 1 1 0 0,1-1-1 0 0,-1 0 0 0 0,0 0 1 0 0,0 0-1 0 0,1 0 0 0 0,-1-1 1 0 0,4-2-1 0 0,-4 3-56 0 0,0-1 1 0 0,0 0-1 0 0,0 0 0 0 0,-1 0 0 0 0,1 0 1 0 0,-1 0-1 0 0,1-1 0 0 0,-1 1 1 0 0,0-1-1 0 0,0 0 0 0 0,0 0 0 0 0,0 1 1 0 0,0-1-1 0 0,-1-1 0 0 0,1 1 0 0 0,-1 0 1 0 0,0 0-1 0 0,0 0 0 0 0,0-1 1 0 0,0 1-1 0 0,-1 0 0 0 0,1-1 0 0 0,-1 1 1 0 0,0-1-1 0 0,0 1 0 0 0,0-1 1 0 0,0 1-1 0 0,-1 0 0 0 0,1-1 0 0 0,-1 1 1 0 0,0 0-1 0 0,0-1 0 0 0,0 1 1 0 0,-1 0-1 0 0,1 0 0 0 0,-3-5 0 0 0,-2 0 49 0 0,0 0 0 0 0,-1 0 0 0 0,0 1 0 0 0,0 0-1 0 0,0 0 1 0 0,-1 1 0 0 0,0 0 0 0 0,0 0 0 0 0,-11-5 0 0 0,-20-16-1363 0 0,31 19 44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5:09.9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 0 2304 0 0,'-5'3'217'0'0,"2"1"-1"0"0,-1-1 1 0 0,0 1-1 0 0,1-1 0 0 0,-1 1 1 0 0,1 0-1 0 0,0 1 0 0 0,0-1 1 0 0,1 0-1 0 0,-1 1 0 0 0,1 0 1 0 0,0-1-1 0 0,0 1 0 0 0,-2 10 1 0 0,3-7 145 0 0,0 0 1 0 0,1 0-1 0 0,-1 0 0 0 0,2 0 1 0 0,-1 0-1 0 0,1 0 0 0 0,0 0 1 0 0,4 15-1 0 0,0-8 116 0 0,1 0 0 0 0,1 0 0 0 0,0 0 0 0 0,0-1 0 0 0,1 0 0 0 0,1 0 0 0 0,1-1 0 0 0,21 24 0 0 0,-29-35-405 0 0,0 0-1 0 0,0 0 0 0 0,0 0 0 0 0,1 0 0 0 0,-1-1 0 0 0,0 1 0 0 0,1-1 1 0 0,-1 0-1 0 0,1 0 0 0 0,-1 1 0 0 0,5 0 0 0 0,-6-2-28 0 0,0 0 1 0 0,1 0-1 0 0,-1 0 0 0 0,0 0 0 0 0,0 0 1 0 0,1 0-1 0 0,-1 0 0 0 0,0 0 0 0 0,1-1 0 0 0,-1 1 1 0 0,0 0-1 0 0,0-1 0 0 0,1 1 0 0 0,-1-1 1 0 0,0 1-1 0 0,0-1 0 0 0,2-1 0 0 0,0-1 1 0 0,0 0-1 0 0,-1 0 1 0 0,0 0-1 0 0,0 0 0 0 0,0 0 1 0 0,0 0-1 0 0,0-1 1 0 0,0 1-1 0 0,-1-1 1 0 0,0 1-1 0 0,1-1 0 0 0,-1 1 1 0 0,-1-1-1 0 0,1 0 1 0 0,0-4-1 0 0,0-17-156 0 0,-1 1-1 0 0,-1-1 1 0 0,-1 1-1 0 0,-2-1 1 0 0,-11-44-1 0 0,19 73 219 0 0,0 0-1 0 0,0 0 0 0 0,0-1 1 0 0,1 1-1 0 0,0-1 1 0 0,-1 0-1 0 0,1-1 0 0 0,0 1 1 0 0,10 3-1 0 0,10 6 506 0 0,-2 1-164 0 0,37 30 0 0 0,-51-36-820 0 0,-1 1 0 0 0,1 0 0 0 0,-2 0 0 0 0,1 1 0 0 0,-1 0 0 0 0,10 17 0 0 0,-8-10-975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15:10.5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118 398 6449 0 0,'-1'-1'184'0'0,"1"1"-1"0"0,-1-1 0 0 0,0 0 0 0 0,-1 0 0 0 0,1 1 0 0 0,0-1 1 0 0,0 1-1 0 0,0-1 0 0 0,0 1 0 0 0,0-1 0 0 0,-1 1 1 0 0,1 0-1 0 0,0-1 0 0 0,0 1 0 0 0,-1 0 0 0 0,1 0 0 0 0,0 0 1 0 0,0 0-1 0 0,-1 0 0 0 0,1 0 0 0 0,-2 1 0 0 0,0 0 127 0 0,-1 0 0 0 0,1 0 0 0 0,0 0 0 0 0,0 1 0 0 0,-1-1 0 0 0,1 1 0 0 0,-5 4 0 0 0,2-2 65 0 0,0 1 1 0 0,1 0 0 0 0,0 1-1 0 0,0-1 1 0 0,0 1-1 0 0,1 0 1 0 0,-6 9-1 0 0,7-10-253 0 0,1 0 0 0 0,0 0 0 0 0,1 0 0 0 0,-1 0 0 0 0,1 1 0 0 0,0-1 0 0 0,0 1-1 0 0,1-1 1 0 0,-1 1 0 0 0,1-1 0 0 0,0 0 0 0 0,1 1 0 0 0,0-1 0 0 0,-1 1 0 0 0,2-1-1 0 0,-1 0 1 0 0,0 1 0 0 0,1-1 0 0 0,0 0 0 0 0,1 0 0 0 0,-1 0 0 0 0,1 0 0 0 0,3 4-1 0 0,-3-6-137 0 0,-1 1 0 0 0,1-1-1 0 0,0 0 1 0 0,1 0-1 0 0,-1 0 1 0 0,0-1-1 0 0,1 1 1 0 0,-1-1 0 0 0,1 0-1 0 0,0 0 1 0 0,0 0-1 0 0,0 0 1 0 0,0-1 0 0 0,0 1-1 0 0,0-1 1 0 0,1 0-1 0 0,-1 0 1 0 0,0-1-1 0 0,0 1 1 0 0,1-1 0 0 0,-1 0-1 0 0,0 0 1 0 0,1-1-1 0 0,-1 1 1 0 0,0-1 0 0 0,1 0-1 0 0,-1 0 1 0 0,0 0-1 0 0,7-4 1 0 0,-1 0-98 0 0,1 0 0 0 0,-1-1 0 0 0,0 0 0 0 0,-1-1 0 0 0,1 0 0 0 0,-1-1 0 0 0,-1 0 0 0 0,1 0 0 0 0,-1-1 0 0 0,-1 0-1 0 0,0-1 1 0 0,0 1 0 0 0,-1-1 0 0 0,0 0 0 0 0,7-17 0 0 0,-8 15 106 0 0,-1 1 0 0 0,0-1 0 0 0,0 1 0 0 0,-1-1 0 0 0,-1-1 0 0 0,0 1 0 0 0,-1 0 0 0 0,0 0 0 0 0,-1-1 0 0 0,0 1-1 0 0,-1 0 1 0 0,0 0 0 0 0,-1-1 0 0 0,-5-19 0 0 0,-95-228 2027 0 0,93 247-1046 0 0,7 21 145 0 0,6 25-241 0 0,3-8-844 0 0,2 0 0 0 0,1 0 0 0 0,22 41 0 0 0,51 65 71 0 0,-48-80-74 0 0,36 75 0 0 0,-6 30-641 0 0,-59-206-1799 0 0,-4 2 1387 0 0,11-68 1 0 0,-11 104 1067 0 0,0-1 0 0 0,1 0 1 0 0,1 1-1 0 0,0 0 0 0 0,1 0 1 0 0,1 0-1 0 0,-1 0 0 0 0,2 1 0 0 0,0 0 1 0 0,13-17-1 0 0,-17 25 51 0 0,-1 1 0 0 0,0-1 0 0 0,0 1-1 0 0,1 0 1 0 0,-1 0 0 0 0,1 0 0 0 0,0 0 0 0 0,-1 0 0 0 0,1 1-1 0 0,0-1 1 0 0,0 1 0 0 0,0 0 0 0 0,0 0 0 0 0,1 0 0 0 0,-1 0-1 0 0,4 0 1 0 0,-3 1 3 0 0,-1 0-1 0 0,0 1 0 0 0,0 0 0 0 0,0 0 1 0 0,0 0-1 0 0,0 0 0 0 0,0 0 0 0 0,0 0 1 0 0,-1 1-1 0 0,1-1 0 0 0,0 1 0 0 0,-1 0 1 0 0,1 0-1 0 0,-1 0 0 0 0,0 0 1 0 0,1 0-1 0 0,1 4 0 0 0,42 43-1346 0 0,-28-31-5640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24.2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46 8290 0 0,'-2'-1'257'0'0,"0"1"1"0"0,0 0 0 0 0,0-1-1 0 0,0 0 1 0 0,0 1 0 0 0,0-1 0 0 0,0 0-1 0 0,1 0 1 0 0,-1 0 0 0 0,0 0-1 0 0,1 0 1 0 0,-1 0 0 0 0,0-1-1 0 0,1 1 1 0 0,0 0 0 0 0,-1-1-1 0 0,1 1 1 0 0,0-1 0 0 0,-1 0-1 0 0,1 1 1 0 0,0-1 0 0 0,0 0-1 0 0,1 0 1 0 0,-2-2 0 0 0,-6-10-354 0 0,24 41 824 0 0,-2 1 1 0 0,-1 0-1 0 0,12 39 0 0 0,9 19 143 0 0,118 210 1875 0 0,-43-92-2091 0 0,-106-196-650 0 0,1-1 0 0 0,0 0 0 0 0,0 0 0 0 0,1-1 0 0 0,10 12 0 0 0,-14-18 9 0 0,-1 1 1 0 0,1 0 0 0 0,0 0 0 0 0,0 0 0 0 0,0-1 0 0 0,0 1-1 0 0,0 0 1 0 0,1-1 0 0 0,-1 1 0 0 0,0-1 0 0 0,0 1 0 0 0,0-1-1 0 0,0 0 1 0 0,1 1 0 0 0,-1-1 0 0 0,0 0 0 0 0,0 0 0 0 0,1 0-1 0 0,-1 0 1 0 0,0 0 0 0 0,0 0 0 0 0,1 0 0 0 0,-1 0 0 0 0,0-1-1 0 0,0 1 1 0 0,1 0 0 0 0,-1-1 0 0 0,0 1 0 0 0,0-1 0 0 0,0 0-1 0 0,0 1 1 0 0,0-1 0 0 0,0 0 0 0 0,0 1 0 0 0,0-1-1 0 0,0 0 1 0 0,0 0 0 0 0,0 0 0 0 0,0 0 0 0 0,-1 0 0 0 0,1 0-1 0 0,0 0 1 0 0,-1 0 0 0 0,1 0 0 0 0,0-2 0 0 0,12-18 93 0 0,-2-1 1 0 0,0 0-1 0 0,-1-1 1 0 0,-2 0-1 0 0,0 0 0 0 0,6-33 1 0 0,15-147 73 0 0,-26 173-745 0 0,11-145 1130 0 0,-15 118-2942 0 0,-4 0-3477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24.6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54 6449 0 0,'2'-1'68'0'0,"-1"0"-1"0"0,1 0 1 0 0,0 0-1 0 0,0 0 0 0 0,0 0 1 0 0,0 0-1 0 0,0 1 1 0 0,0-1-1 0 0,0 1 0 0 0,0-1 1 0 0,0 1-1 0 0,0 0 1 0 0,0 0-1 0 0,0 0 0 0 0,4 0 1 0 0,-4 1 50 0 0,0 0 0 0 0,1 0 1 0 0,-1 1-1 0 0,0-1 0 0 0,0 1 1 0 0,0-1-1 0 0,0 1 1 0 0,0-1-1 0 0,0 1 0 0 0,-1 0 1 0 0,1 0-1 0 0,0 0 0 0 0,1 3 1 0 0,4 6 284 0 0,-1 1 1 0 0,0-1 0 0 0,0 2 0 0 0,-1-1 0 0 0,-1 1 0 0 0,0-1 0 0 0,-1 1 0 0 0,3 20-1 0 0,-4-19 244 0 0,1-1-1 0 0,0 1 0 0 0,1-1 0 0 0,1 1 1 0 0,0-1-1 0 0,1 0 0 0 0,9 16 0 0 0,-15-28-571 0 0,1 0 0 0 0,-1 0-1 0 0,1 0 1 0 0,0 0-1 0 0,-1 0 1 0 0,1 0 0 0 0,0 0-1 0 0,-1-1 1 0 0,1 1 0 0 0,0 0-1 0 0,0 0 1 0 0,0 0 0 0 0,0-1-1 0 0,0 1 1 0 0,0-1 0 0 0,0 1-1 0 0,0 0 1 0 0,0-1 0 0 0,0 0-1 0 0,0 1 1 0 0,0-1 0 0 0,1 0-1 0 0,1 1 1 0 0,-2-2-65 0 0,0 1 1 0 0,0-1-1 0 0,-1 0 1 0 0,1 1-1 0 0,0-1 1 0 0,0 0-1 0 0,-1 0 0 0 0,1 1 1 0 0,0-1-1 0 0,-1 0 1 0 0,1 0-1 0 0,-1 0 1 0 0,1 0-1 0 0,-1 0 0 0 0,1 0 1 0 0,-1 0-1 0 0,0 0 1 0 0,1 0-1 0 0,-1 0 1 0 0,0-1-1 0 0,2-9-255 0 0,0 0 0 0 0,-1 0 0 0 0,0-18 0 0 0,-2 6-209 0 0,-1 0 0 0 0,-2 1-1 0 0,-8-37 1 0 0,8 47 110 0 0,0-1 0 0 0,-1 1 0 0 0,0 0-1 0 0,-1 0 1 0 0,0 0 0 0 0,-1 1 0 0 0,-14-18 0 0 0,20 27 255 0 0,-1 1-1 0 0,1-1 1 0 0,-1 1 0 0 0,1-1-1 0 0,-1 1 1 0 0,0 0 0 0 0,1 0 0 0 0,-1 0-1 0 0,0 0 1 0 0,0 0 0 0 0,0 0 0 0 0,0 0-1 0 0,0 0 1 0 0,0 1 0 0 0,0-1 0 0 0,0 1-1 0 0,-1 0 1 0 0,1 0 0 0 0,0-1 0 0 0,0 1-1 0 0,0 0 1 0 0,0 1 0 0 0,0-1 0 0 0,0 0-1 0 0,-1 1 1 0 0,1-1 0 0 0,-3 2 0 0 0,-6 4-4220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24.9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17508 0 0,'2'0'126'0'0,"0"1"1"0"0,0-1-1 0 0,0 1 1 0 0,0 0-1 0 0,-1 0 1 0 0,1 0-1 0 0,0 0 1 0 0,0 0-1 0 0,-1 0 1 0 0,1 0-1 0 0,0 0 0 0 0,-1 1 1 0 0,1-1-1 0 0,-1 1 1 0 0,0-1-1 0 0,1 1 1 0 0,-1 0-1 0 0,0-1 1 0 0,0 1-1 0 0,0 0 1 0 0,0 0-1 0 0,1 3 1 0 0,15 45 67 0 0,-8 6-331 0 0,4 113 1 0 0,2 21 424 0 0,14-55-1523 0 0,-17-89-5673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25.2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60 12443 0 0,'0'-4'210'0'0,"-1"0"1"0"0,1 0-1 0 0,0 0 1 0 0,0-1-1 0 0,1 1 1 0 0,-1 0-1 0 0,1 0 1 0 0,0 0-1 0 0,0 0 1 0 0,0 0-1 0 0,0 0 1 0 0,4-6-1 0 0,-3 9 406 0 0,1 10-240 0 0,0 11 130 0 0,4 56 877 0 0,4-1 0 0 0,3-1 0 0 0,34 106 0 0 0,-26-110-1873 0 0,-3 1 1 0 0,10 74-1 0 0,-25-111-6951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25.8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10 256 19812 0 0,'0'-1'80'0'0,"-1"1"0"0"0,0 0-1 0 0,1-1 1 0 0,-1 1 0 0 0,1-1 0 0 0,-1 1-1 0 0,1-1 1 0 0,-1 1 0 0 0,1 0-1 0 0,-1-1 1 0 0,1 0 0 0 0,-1 1 0 0 0,1-1-1 0 0,0 1 1 0 0,-1-1 0 0 0,1 0-1 0 0,0 1 1 0 0,0-1 0 0 0,-1 1 0 0 0,1-1-1 0 0,0 0 1 0 0,0 1 0 0 0,0-1-1 0 0,0 0 1 0 0,0 0 0 0 0,0 1 0 0 0,0-2-1 0 0,13-13-220 0 0,-6 7 267 0 0,11-7-259 0 0,0 0 0 0 0,1 0-1 0 0,1 2 1 0 0,0 1 0 0 0,1 0 0 0 0,0 1 0 0 0,1 1 0 0 0,0 2 0 0 0,34-10 0 0 0,-17 8-457 0 0,1 2-1 0 0,0 1 1 0 0,0 2 0 0 0,73 1-1 0 0,-92 6-496 0 0,1 1 0 0 0,22 5 0 0 0,-29-4 592 0 0,1-1 0 0 0,-1 0 1 0 0,1-2-1 0 0,0 0 1 0 0,21-1-1 0 0,-37 0 507 0 0,0 0 0 0 0,0 0 0 0 0,0 0 0 0 0,1 0 1 0 0,-1 0-1 0 0,0 0 0 0 0,0 0 0 0 0,0 0 0 0 0,0 1 0 0 0,0-1 0 0 0,1 0 0 0 0,-1 0 0 0 0,0 0 0 0 0,0 0 0 0 0,0 0 0 0 0,0-1 1 0 0,0 1-1 0 0,1 0 0 0 0,-1 0 0 0 0,0 0 0 0 0,0 0 0 0 0,0 0 0 0 0,0 0 0 0 0,0 0 0 0 0,1 0 0 0 0,-1 0 0 0 0,0 0 0 0 0,0 0 0 0 0,0 0 1 0 0,0 0-1 0 0,0-1 0 0 0,0 1 0 0 0,0 0 0 0 0,0 0 0 0 0,1 0 0 0 0,-1 0 0 0 0,0 0 0 0 0,0 0 0 0 0,0-1 0 0 0,0 1 0 0 0,0 0 1 0 0,0 0-1 0 0,0 0 0 0 0,0 0 0 0 0,0 0 0 0 0,0-1 0 0 0,0 1 0 0 0,0 0 0 0 0,0 0 0 0 0,0 0 0 0 0,0 0 0 0 0,0 0 0 0 0,0-1 0 0 0,-9-5-265 0 0,-13-3-519 0 0,17 8 1020 0 0,0 0 0 0 0,0 0 0 0 0,0 0 0 0 0,0 0 0 0 0,0 1 0 0 0,0 0 0 0 0,0 0 0 0 0,0 0 0 0 0,0 1-1 0 0,0 0 1 0 0,0 0 0 0 0,0 0 0 0 0,0 0 0 0 0,1 1 0 0 0,-1 0 0 0 0,0 0 0 0 0,1 0 0 0 0,-1 0 0 0 0,1 1 0 0 0,0 0 0 0 0,0 0 0 0 0,0 0 0 0 0,0 0 0 0 0,0 1 0 0 0,1-1 0 0 0,0 1 0 0 0,-1 0 0 0 0,-3 8 0 0 0,4-7-139 0 0,0 1 1 0 0,0 0-1 0 0,1 0 0 0 0,0 0 1 0 0,0 1-1 0 0,0-1 0 0 0,1 1 1 0 0,0-1-1 0 0,0 1 0 0 0,1-1 1 0 0,0 1-1 0 0,0-1 0 0 0,0 1 1 0 0,1-1-1 0 0,0 1 0 0 0,0-1 1 0 0,1 1-1 0 0,0-1 0 0 0,0 0 1 0 0,0 0-1 0 0,5 9 0 0 0,-1-6-16 0 0,-1 0 0 0 0,2 0 0 0 0,-1-1 1 0 0,1 0-1 0 0,0 0 0 0 0,1 0 0 0 0,10 7 0 0 0,-13-11-110 0 0,0 0 0 0 0,0-1 1 0 0,0 0-1 0 0,1 0 0 0 0,-1 0 1 0 0,1 0-1 0 0,0-1 1 0 0,-1 0-1 0 0,1 0 0 0 0,0-1 1 0 0,0 0-1 0 0,0 0 0 0 0,0 0 1 0 0,7 0-1 0 0,-10-2-24 0 0,-1 0 0 0 0,1 1 0 0 0,-1-1 0 0 0,1 0 0 0 0,-1 0 0 0 0,0 0 0 0 0,1 0 0 0 0,-1-1 0 0 0,0 1 0 0 0,0-1 0 0 0,0 1 0 0 0,0-1 0 0 0,0 0 0 0 0,0 1 0 0 0,-1-1 0 0 0,1 0 0 0 0,-1 0 0 0 0,1-1 0 0 0,-1 1 0 0 0,0 0 0 0 0,1 0 0 0 0,-1-1 0 0 0,0-1 0 0 0,6-12-70 0 0,-2 0 0 0 0,6-25 0 0 0,-3 11 80 0 0,0 6-55 0 0,0-1 0 0 0,2 2 0 0 0,1-1 0 0 0,18-29 0 0 0,-26 48 88 0 0,1-1-1 0 0,-1 1 0 0 0,1 0 1 0 0,0 0-1 0 0,1 1 1 0 0,-1-1-1 0 0,1 1 0 0 0,0 0 1 0 0,0 0-1 0 0,0 1 1 0 0,0 0-1 0 0,1-1 0 0 0,0 2 1 0 0,-1-1-1 0 0,1 1 1 0 0,0 0-1 0 0,0 0 0 0 0,0 0 1 0 0,0 1-1 0 0,1 0 1 0 0,-1 0-1 0 0,0 1 0 0 0,9-1 1 0 0,-10 2 79 0 0,0 0 0 0 0,0 1 0 0 0,0-1 1 0 0,0 1-1 0 0,0 0 0 0 0,0 0 0 0 0,-1 0 1 0 0,1 1-1 0 0,-1 0 0 0 0,0-1 0 0 0,0 2 0 0 0,1-1 1 0 0,-2 0-1 0 0,1 1 0 0 0,0 0 0 0 0,4 7 0 0 0,6 8-558 0 0,0 1-1 0 0,14 30 0 0 0,-7-12-4414 0 0,-8-17-1364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26.9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169 0 12443 0 0,'-2'0'100'0'0,"1"1"0"0"0,0-1 0 0 0,0 0 0 0 0,0 0 1 0 0,0 0-1 0 0,0 1 0 0 0,-1-1 0 0 0,1 0 0 0 0,0 1 1 0 0,0-1-1 0 0,0 1 0 0 0,0 0 0 0 0,0-1 0 0 0,0 1 1 0 0,0 0-1 0 0,0-1 0 0 0,1 1 0 0 0,-1 0 0 0 0,0 0 1 0 0,0 0-1 0 0,1 0 0 0 0,-1 0 0 0 0,0 0 0 0 0,0 1 0 0 0,-20 33-248 0 0,18-28 171 0 0,-14 26-163 0 0,1 1 1 0 0,2 0 0 0 0,-10 38-1 0 0,-22 111 2528 0 0,43-168-1995 0 0,6-75-4201 0 0,0 45 3272 0 0,33-142-3098 0 0,-31 140 3560 0 0,1 1 0 0 0,1 0 0 0 0,0 1 0 0 0,1-1 0 0 0,0 1 0 0 0,1 1 0 0 0,15-18 0 0 0,-22 29 221 0 0,0 1-1 0 0,0-1 1 0 0,0 1-1 0 0,0 0 1 0 0,1 0-1 0 0,-1 0 1 0 0,1 0-1 0 0,0 0 1 0 0,0 0-1 0 0,-1 1 1 0 0,1-1-1 0 0,0 1 1 0 0,0 0-1 0 0,1-1 1 0 0,-1 2-1 0 0,0-1 1 0 0,0 0-1 0 0,0 1 1 0 0,1-1-1 0 0,-1 1 1 0 0,0 0-1 0 0,0 0 1 0 0,1 0-1 0 0,-1 1 1 0 0,0-1-1 0 0,4 2 1 0 0,-1 0 199 0 0,0 1 0 0 0,-1-1 1 0 0,1 1-1 0 0,-1 1 0 0 0,0-1 1 0 0,0 1-1 0 0,0 0 0 0 0,0 0 1 0 0,0 1-1 0 0,-1-1 0 0 0,0 1 1 0 0,6 8-1 0 0,7 13 428 0 0,-1 0 0 0 0,-2 0 0 0 0,22 54 0 0 0,-23-46-737 0 0,-2 1 1 0 0,-2 0-1 0 0,-1 1 1 0 0,-2 0-1 0 0,3 52 1 0 0,-9-69-14 0 0,0 0-1 0 0,-1-1 1 0 0,-1 1 0 0 0,-1 0 0 0 0,-1-1 0 0 0,-1 1 0 0 0,0-1 0 0 0,-1 0 0 0 0,-1-1 0 0 0,0 1-1 0 0,-15 23 1 0 0,17-33 55 0 0,-1 0-1 0 0,0 0 0 0 0,0-1 1 0 0,0 0-1 0 0,-1 0 1 0 0,0 0-1 0 0,0-1 0 0 0,-1 0 1 0 0,0 0-1 0 0,0-1 0 0 0,0 0 1 0 0,-1 0-1 0 0,1-1 0 0 0,-1-1 1 0 0,0 1-1 0 0,0-1 1 0 0,-1 0-1 0 0,1-1 0 0 0,0 0 1 0 0,-1-1-1 0 0,0 0 0 0 0,1-1 1 0 0,-1 0-1 0 0,-10-1 0 0 0,-5-2-1634 0 0,-1-1-5944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27.3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11 228 16131 0 0,'-4'18'1407'0'0,"3"-14"-1060"0"0,-1 0 0 0 0,1 0 0 0 0,0 0 0 0 0,1 0 0 0 0,-1 0-1 0 0,1 0 1 0 0,-1 0 0 0 0,1 0 0 0 0,1 0 0 0 0,-1 1 0 0 0,2 5 0 0 0,-2-10-329 0 0,1 0-1 0 0,-1 0 1 0 0,1 0 0 0 0,-1 0 0 0 0,1 0 0 0 0,-1-1 0 0 0,1 1 0 0 0,-1 0-1 0 0,1 0 1 0 0,-1-1 0 0 0,1 1 0 0 0,-1 0 0 0 0,1-1 0 0 0,-1 1 0 0 0,1-1-1 0 0,-1 1 1 0 0,0 0 0 0 0,1-1 0 0 0,-1 1 0 0 0,0-1 0 0 0,1 1 0 0 0,-1-1 0 0 0,0 1-1 0 0,0-1 1 0 0,0 1 0 0 0,1-1 0 0 0,-1 1 0 0 0,0-2 0 0 0,10-18 272 0 0,4-20-885 0 0,-1 0 0 0 0,10-67 0 0 0,-21 99 169 0 0,-1-1 0 0 0,0 0 0 0 0,-2-15-1 0 0,2 23 375 0 0,-1 0-1 0 0,0-1 1 0 0,0 1-1 0 0,0 0 1 0 0,0 0-1 0 0,0 0 1 0 0,-1-1-1 0 0,1 1 1 0 0,0 0 0 0 0,0 0-1 0 0,-1 0 1 0 0,1 0-1 0 0,-1 0 1 0 0,1-1-1 0 0,-1 1 1 0 0,0 0-1 0 0,1 0 1 0 0,-1 0-1 0 0,0 0 1 0 0,1 1-1 0 0,-1-1 1 0 0,0 0-1 0 0,0 0 1 0 0,0 0 0 0 0,0 1-1 0 0,0-1 1 0 0,0 0-1 0 0,0 1 1 0 0,0-1-1 0 0,0 1 1 0 0,0-1-1 0 0,-1 1 1 0 0,1 0-1 0 0,0-1 1 0 0,0 1-1 0 0,0 0 1 0 0,0 0-1 0 0,-2 0 1 0 0,1 0 114 0 0,0 1 1 0 0,1 0-1 0 0,-1-1 0 0 0,1 1 0 0 0,0 0 1 0 0,-1 0-1 0 0,1 0 0 0 0,0 0 1 0 0,-1 0-1 0 0,1 0 0 0 0,0 0 0 0 0,0 1 1 0 0,0-1-1 0 0,0 0 0 0 0,0 1 0 0 0,0-1 1 0 0,0 0-1 0 0,1 1 0 0 0,-1-1 1 0 0,0 1-1 0 0,1 0 0 0 0,-1-1 0 0 0,1 1 1 0 0,0-1-1 0 0,0 1 0 0 0,-1 0 1 0 0,1-1-1 0 0,0 1 0 0 0,1 2 0 0 0,-2 4 272 0 0,1 0 0 0 0,0 0-1 0 0,1 0 1 0 0,3 15 0 0 0,1-7-120 0 0,1 1 0 0 0,1-1 0 0 0,0 0 0 0 0,1 0 0 0 0,0-1 0 0 0,1 0 0 0 0,1-1 0 0 0,1 0 0 0 0,0 0 0 0 0,1-1 0 0 0,0-1 0 0 0,18 15 0 0 0,-18-17-304 0 0,1-1 0 0 0,0 0 1 0 0,1-1-1 0 0,0 0 0 0 0,1-1 0 0 0,-1 0 1 0 0,1-2-1 0 0,0 1 0 0 0,1-2 0 0 0,-1 0 1 0 0,1-1-1 0 0,0-1 0 0 0,25 1 0 0 0,-5-4-7798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27.9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152 202 10594 0 0,'11'-21'1942'0'0,"13"-39"0"0"0,-22 54-1736 0 0,0-1 0 0 0,-1 1-1 0 0,1-1 1 0 0,-1 0 0 0 0,0 1-1 0 0,-1-1 1 0 0,0 0 0 0 0,0 0 0 0 0,0 1-1 0 0,-3-13 1 0 0,3 17-159 0 0,0 1-1 0 0,-1-1 1 0 0,1 0 0 0 0,0 1 0 0 0,-1-1 0 0 0,0 1-1 0 0,1-1 1 0 0,-1 0 0 0 0,0 1 0 0 0,0 0 0 0 0,0-1-1 0 0,0 1 1 0 0,0-1 0 0 0,0 1 0 0 0,0 0 0 0 0,0 0-1 0 0,-1 0 1 0 0,1 0 0 0 0,0 0 0 0 0,-1 0 0 0 0,1 0-1 0 0,-1 0 1 0 0,1 0 0 0 0,-1 1 0 0 0,0-1-1 0 0,1 1 1 0 0,-1-1 0 0 0,1 1 0 0 0,-1-1 0 0 0,0 1-1 0 0,1 0 1 0 0,-1 0 0 0 0,0 0 0 0 0,0 0 0 0 0,1 0-1 0 0,-1 0 1 0 0,0 0 0 0 0,1 1 0 0 0,-1-1 0 0 0,0 1-1 0 0,1-1 1 0 0,-1 1 0 0 0,1 0 0 0 0,-1-1 0 0 0,-1 3-1 0 0,-4 0 67 0 0,1 0 0 0 0,0 1-1 0 0,1 0 1 0 0,-1 1 0 0 0,0-1-1 0 0,1 1 1 0 0,0 0 0 0 0,0 1 0 0 0,-6 8-1 0 0,1 5-29 0 0,0 0-1 0 0,1 0 1 0 0,1 1-1 0 0,1 0 1 0 0,0 1-1 0 0,2 0 1 0 0,0-1-1 0 0,2 2 1 0 0,-3 37-1 0 0,6-35 84 0 0,0-1-1 0 0,1 0 1 0 0,2 0-1 0 0,0 0 1 0 0,1 0 0 0 0,2-1-1 0 0,0 1 1 0 0,18 40-1 0 0,-15-46-39 0 0,0 0 0 0 0,2 0 0 0 0,0-1 0 0 0,0-1 0 0 0,25 25 0 0 0,-27-31-272 0 0,0-1 1 0 0,1 0-1 0 0,0 0 0 0 0,0-1 0 0 0,0-1 0 0 0,1 1 1 0 0,0-2-1 0 0,0 1 0 0 0,0-2 0 0 0,15 5 0 0 0,-8-6-5098 0 0,-1-3-1733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28.3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1 17508 0 0,'-2'1'188'0'0,"0"1"0"0"0,0-1 0 0 0,0 1 0 0 0,0-1 0 0 0,0 1 0 0 0,1 0 0 0 0,-1 0 0 0 0,1 0 0 0 0,-3 4 0 0 0,3-3-423 0 0,-1 0 1 0 0,1 1 0 0 0,1-1-1 0 0,-1 1 1 0 0,0 0 0 0 0,1-1-1 0 0,0 1 1 0 0,0 6-1 0 0,0 5-195 0 0,-2 16 604 0 0,2-1 1 0 0,1 1 0 0 0,9 49-1 0 0,-9-73 41 0 0,0 0 0 0 0,1 0 0 0 0,-1-1 0 0 0,2 1 0 0 0,-1 0 0 0 0,1-1 0 0 0,0 0 0 0 0,0 1 0 0 0,1-1 0 0 0,0-1 0 0 0,0 1 0 0 0,0 0 0 0 0,1-1 0 0 0,0 0 0 0 0,0 0 0 0 0,0-1 0 0 0,0 1 0 0 0,1-1 0 0 0,0 0 0 0 0,0 0 0 0 0,0-1 0 0 0,8 4 0 0 0,-11-6-238 0 0,0-1 0 0 0,-1 1 0 0 0,1 0 1 0 0,0-1-1 0 0,0 0 0 0 0,-1 0 0 0 0,1 0 0 0 0,0 0 0 0 0,0 0 0 0 0,0 0 0 0 0,-1-1 0 0 0,1 1 0 0 0,0-1 0 0 0,-1 0 0 0 0,1 0 0 0 0,0 0 0 0 0,-1 0 0 0 0,1 0 0 0 0,-1 0 0 0 0,0-1 0 0 0,1 1 0 0 0,-1-1 0 0 0,0 0 0 0 0,0 0 0 0 0,0 0 0 0 0,0 0 0 0 0,0 0 0 0 0,0 0 0 0 0,-1 0 0 0 0,1-1 0 0 0,-1 1 0 0 0,3-5 0 0 0,3-9-495 0 0,0 1 1 0 0,-1-1 0 0 0,0 0-1 0 0,3-21 1 0 0,-5 25 183 0 0,3-17-461 0 0,18-58-897 0 0,-22 78 1488 0 0,1 0 0 0 0,0 0-1 0 0,0 1 1 0 0,0 0 0 0 0,2 0 0 0 0,-1 0-1 0 0,7-8 1 0 0,-11 14 150 0 0,1 1 1 0 0,-1-1-1 0 0,0 1 0 0 0,1 0 1 0 0,-1-1-1 0 0,1 1 0 0 0,0 0 0 0 0,-1 0 1 0 0,1 0-1 0 0,0 0 0 0 0,-1 0 1 0 0,1 0-1 0 0,0 0 0 0 0,0 1 0 0 0,0-1 1 0 0,0 1-1 0 0,0-1 0 0 0,0 1 1 0 0,0 0-1 0 0,0 0 0 0 0,0 0 0 0 0,0 0 1 0 0,0 0-1 0 0,0 0 0 0 0,0 0 1 0 0,0 1-1 0 0,3 0 0 0 0,-3 1 153 0 0,1-1 0 0 0,-1 1 0 0 0,0 0 0 0 0,1-1 0 0 0,-1 1 0 0 0,0 1 0 0 0,0-1 0 0 0,0 0 0 0 0,0 0 0 0 0,-1 1 0 0 0,1-1 0 0 0,-1 1 0 0 0,1-1 0 0 0,-1 1 0 0 0,0 0 0 0 0,0 0 1 0 0,0-1-1 0 0,1 4 0 0 0,7 35 1820 0 0,-6-26-1074 0 0,1 0 0 0 0,10 28 0 0 0,-12-39-857 0 0,0 1 1 0 0,0-1-1 0 0,1 0 1 0 0,-1 0-1 0 0,1 0 1 0 0,0 0-1 0 0,1-1 1 0 0,-1 1-1 0 0,0-1 1 0 0,1 0-1 0 0,0 1 0 0 0,0-2 1 0 0,7 5-1 0 0,3 0-793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28.7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42 16588 0 0,'2'3'312'0'0,"0"0"1"0"0,0 0 0 0 0,1-1 0 0 0,-1 1 0 0 0,1 0 0 0 0,-1-1 0 0 0,1 0 0 0 0,0 0 0 0 0,0 0 0 0 0,0 0 0 0 0,0 0 0 0 0,3 1 0 0 0,5 4 196 0 0,4 5-386 0 0,-1 1 1 0 0,0 0 0 0 0,-1 1 0 0 0,0 0 0 0 0,-2 1 0 0 0,1 1 0 0 0,-2 0 0 0 0,0 0 0 0 0,-1 1 0 0 0,0 0 0 0 0,11 36 0 0 0,-20-60-75 0 0,-1 0 0 0 0,2 0 0 0 0,-1 0 0 0 0,4-13 0 0 0,-2 4-81 0 0,4-18-221 0 0,1 0 0 0 0,2 1 0 0 0,22-58 0 0 0,-13 51-419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29.0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 11979 0 0,'26'-1'4522'0'0,"-17"1"-4325"0"0,1 0 1 0 0,-1 0-1 0 0,1 1 0 0 0,-1 0 0 0 0,1 1 1 0 0,-1 0-1 0 0,0 1 0 0 0,0 0 1 0 0,0 0-1 0 0,0 1 0 0 0,0 0 1 0 0,-1 1-1 0 0,0-1 0 0 0,0 2 1 0 0,0-1-1 0 0,0 1 0 0 0,-1 0 1 0 0,0 1-1 0 0,0 0 0 0 0,-1 0 1 0 0,0 0-1 0 0,0 1 0 0 0,-1 0 1 0 0,0 0-1 0 0,0 0 0 0 0,4 11 1 0 0,-1-4-112 0 0,-2 1 0 0 0,0-1 0 0 0,-1 1 1 0 0,0 0-1 0 0,-1 1 0 0 0,-1-1 0 0 0,-1 1 1 0 0,1 19-1 0 0,13-66 226 0 0,16-147-271 0 0,-27 143-358 0 0,1-11-271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29.6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1 298 8754 0 0,'1'1'197'0'0,"0"0"0"0"0,1-1 1 0 0,-1 1-1 0 0,0-1 0 0 0,0 1 0 0 0,1-1 1 0 0,-1 0-1 0 0,0 1 0 0 0,1-1 1 0 0,-1 0-1 0 0,0 0 0 0 0,1 0 0 0 0,-1 0 1 0 0,0 0-1 0 0,1-1 0 0 0,-1 1 0 0 0,0 0 1 0 0,1 0-1 0 0,-1-1 0 0 0,0 1 1 0 0,0-1-1 0 0,1 1 0 0 0,-1-1 0 0 0,0 0 1 0 0,0 0-1 0 0,0 1 0 0 0,0-1 0 0 0,0 0 1 0 0,0 0-1 0 0,0 0 0 0 0,0 0 0 0 0,1-1 1 0 0,2-2 199 0 0,0 0-1 0 0,0 0 1 0 0,0 0 0 0 0,0-1 0 0 0,-1 1-1 0 0,5-9 1 0 0,-5 5-440 0 0,0-1-1 0 0,0 0 0 0 0,-1 1 1 0 0,-1-1-1 0 0,1 0 0 0 0,-1 0 1 0 0,-1-1-1 0 0,0 1 0 0 0,0 0 1 0 0,0 0-1 0 0,-1 0 0 0 0,-4-14 1 0 0,3 17-253 0 0,1-1 0 0 0,-2 0 0 0 0,1 1 0 0 0,-1-1 0 0 0,0 1 0 0 0,0 0 1 0 0,-1 0-1 0 0,0 0 0 0 0,0 0 0 0 0,-6-6 0 0 0,9 11 244 0 0,1 1 0 0 0,0 0-1 0 0,0-1 1 0 0,-1 1 0 0 0,1 0 0 0 0,0-1 0 0 0,-1 1-1 0 0,1 0 1 0 0,0-1 0 0 0,-1 1 0 0 0,1 0 0 0 0,0 0-1 0 0,-1-1 1 0 0,1 1 0 0 0,0 0 0 0 0,-1 0 0 0 0,1 0-1 0 0,-1 0 1 0 0,1 0 0 0 0,0-1 0 0 0,-1 1-1 0 0,1 0 1 0 0,-1 0 0 0 0,1 0 0 0 0,-1 0 0 0 0,1 0-1 0 0,0 0 1 0 0,-1 0 0 0 0,1 1 0 0 0,-1-1 0 0 0,1 0-1 0 0,-1 0 1 0 0,1 0 0 0 0,0 0 0 0 0,-1 0 0 0 0,0 1-1 0 0,-6 17-399 0 0,5 29 1258 0 0,2-44-747 0 0,0 26 469 0 0,1 0 1 0 0,2-1-1 0 0,6 30 0 0 0,-7-49-314 0 0,0 1-1 0 0,1 0 0 0 0,0-1 1 0 0,1 0-1 0 0,0 0 1 0 0,0 0-1 0 0,1 0 1 0 0,0-1-1 0 0,1 1 0 0 0,-1-1 1 0 0,2-1-1 0 0,9 11 1 0 0,-14-17-186 0 0,-1 1 0 0 0,1-1 1 0 0,0 1-1 0 0,0-1 1 0 0,0 0-1 0 0,-1 0 0 0 0,1 0 1 0 0,0 0-1 0 0,0-1 0 0 0,1 1 1 0 0,-1 0-1 0 0,0-1 0 0 0,0 1 1 0 0,0-1-1 0 0,0 0 0 0 0,0 0 1 0 0,1 0-1 0 0,-1 0 0 0 0,0 0 1 0 0,3-1-1 0 0,-2 0-64 0 0,1 0-1 0 0,-1 0 1 0 0,1-1-1 0 0,-1 1 1 0 0,0-1-1 0 0,1 0 1 0 0,-1 0 0 0 0,0-1-1 0 0,0 1 1 0 0,4-6-1 0 0,4-4-440 0 0,-1-1 1 0 0,0 0-1 0 0,-1-1 0 0 0,8-18 0 0 0,26-62-2536 0 0,-34 70 1762 0 0,1 1 0 0 0,1-1 0 0 0,2 2 1 0 0,24-36-1 0 0,-35 54 1051 0 0,1 1 1 0 0,0 0 0 0 0,0 0 0 0 0,1 0 0 0 0,-1 0-1 0 0,0 1 1 0 0,1-1 0 0 0,0 1 0 0 0,-1 0 0 0 0,1 0-1 0 0,0 0 1 0 0,7-2 0 0 0,-8 3 224 0 0,-1 1 0 0 0,1 0 0 0 0,-1 0 0 0 0,0 0 1 0 0,1 0-1 0 0,-1 0 0 0 0,0 0 0 0 0,1 0 0 0 0,-1 1 0 0 0,1-1 0 0 0,-1 1 0 0 0,0 0 0 0 0,0 0 1 0 0,1 0-1 0 0,-1 0 0 0 0,0 0 0 0 0,0 0 0 0 0,0 0 0 0 0,0 1 0 0 0,0-1 0 0 0,-1 1 1 0 0,1 0-1 0 0,0-1 0 0 0,2 4 0 0 0,46 60 2770 0 0,-34-43-287 0 0,-2 2-1 0 0,0 0 0 0 0,-1 0 0 0 0,16 48 0 0 0,-12-6-810 0 0,-17-66-1704 0 0,0 1 0 0 0,0-1 0 0 0,0 1 1 0 0,0-1-1 0 0,0 0 0 0 0,0 1 0 0 0,0-1 1 0 0,0 0-1 0 0,0 1 0 0 0,0-1 0 0 0,0 0 1 0 0,1 1-1 0 0,-1-1 0 0 0,0 1 0 0 0,0-1 1 0 0,0 0-1 0 0,0 0 0 0 0,1 1 1 0 0,-1-1-1 0 0,0 0 0 0 0,0 1 0 0 0,1-1 1 0 0,-1 0-1 0 0,0 0 0 0 0,0 1 0 0 0,1-1 1 0 0,-1 0-1 0 0,0 0 0 0 0,1 0 0 0 0,-1 1 1 0 0,0-1-1 0 0,1 0 0 0 0,-1 0 0 0 0,0 0 1 0 0,1 0-1 0 0,0 0 0 0 0,9-11-575 0 0,9-32-590 0 0,-16 35 1055 0 0,2-3-28 0 0,7-18-43 0 0,25-42 0 0 0,-34 64 155 0 0,1 1-1 0 0,1 0 0 0 0,-1 0 0 0 0,1 0 0 0 0,0 0 1 0 0,1 1-1 0 0,-1-1 0 0 0,1 2 0 0 0,0-1 0 0 0,0 1 0 0 0,1-1 1 0 0,7-2-1 0 0,-12 6 17 0 0,1 0 1 0 0,0 0-1 0 0,-1 1 1 0 0,1-1 0 0 0,-1 1-1 0 0,1 0 1 0 0,0 0-1 0 0,0 0 1 0 0,-1 0-1 0 0,1 0 1 0 0,0 1-1 0 0,-1-1 1 0 0,1 1-1 0 0,-1-1 1 0 0,1 1-1 0 0,-1 0 1 0 0,1 0 0 0 0,-1 0-1 0 0,1 1 1 0 0,-1-1-1 0 0,0 1 1 0 0,0-1-1 0 0,0 1 1 0 0,1 0-1 0 0,1 2 1 0 0,6 6 645 0 0,-1 1 0 0 0,0 0 0 0 0,13 20 0 0 0,-5-7 234 0 0,-8-12-623 0 0,0-1-1 0 0,21 19 0 0 0,-27-27-616 0 0,1 0-1 0 0,1 0 1 0 0,-1 0-1 0 0,0-1 1 0 0,1 1-1 0 0,0-1 1 0 0,5 2-1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29.8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19812 0 0,'0'0'910'0'0,"20"7"637"0"0,-10-1-1500 0 0,0 1-1 0 0,-1 1 1 0 0,0 0 0 0 0,0 0 0 0 0,-1 0 0 0 0,0 1 0 0 0,0 1-1 0 0,-1-1 1 0 0,0 1 0 0 0,8 18 0 0 0,7 14 12 0 0,19 59 1 0 0,-37-91-37 0 0,33 103-323 0 0,-6 2 1 0 0,18 123-1 0 0,-43-206-504 0 0,-3-20-4445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30.0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1 261 16588 0 0,'3'-2'1472'0'0,"3"1"-1176"0"0,1-2-232 0 0,0 0-64 0 0,2 0 736 0 0,5-2 128 0 0,8-4 32 0 0,15-5 9 0 0,16-4-617 0 0,12-7-128 0 0,4-3-32 0 0,-1 0 0 0 0,-4 0-576 0 0,-4 1-112 0 0,-2 2-25 0 0,-6 1-7 0 0,-7 7 472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30.5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9674 0 0,'6'19'9212'0'0,"-5"-18"-8941"0"0,28 21 2002 0 0,-13-10-2149 0 0,-7-2-112 0 0,0 0 1 0 0,0 0 0 0 0,-1 1-1 0 0,0 1 1 0 0,-1-1-1 0 0,0 1 1 0 0,-1 0-1 0 0,-1 1 1 0 0,0-1-1 0 0,0 1 1 0 0,-1 0-1 0 0,-1 0 1 0 0,0 0-1 0 0,1 14 1 0 0,1 27-261 0 0,-2-1 1 0 0,-4 63 0 0 0,1-100 221 0 0,-6 156-597 0 0,4-105-5153 0 0,1-46-493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30.8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1 185 13827 0 0,'1'-4'207'0'0,"0"0"0"0"0,1 1 0 0 0,0-1 0 0 0,0 1 0 0 0,0 0 1 0 0,0 0-1 0 0,0-1 0 0 0,0 1 0 0 0,1 0 0 0 0,0 1 0 0 0,-1-1 0 0 0,1 0 0 0 0,0 1 0 0 0,0 0 0 0 0,6-4 1 0 0,4-4 59 0 0,72-59-130 0 0,-73 61-347 0 0,0 0 1 0 0,1 1 0 0 0,0 0-1 0 0,0 1 1 0 0,23-8 0 0 0,-34 13 127 0 0,0 1 0 0 0,1-1 0 0 0,-1 0 0 0 0,0 1 0 0 0,1 0 0 0 0,-1-1 0 0 0,0 1 0 0 0,1 0 0 0 0,-1 0 0 0 0,1 0 0 0 0,-1 1 1 0 0,0-1-1 0 0,1 0 0 0 0,-1 1 0 0 0,0 0 0 0 0,1 0 0 0 0,-1-1 0 0 0,0 1 0 0 0,0 0 0 0 0,0 1 0 0 0,0-1 0 0 0,0 0 0 0 0,0 1 0 0 0,0-1 0 0 0,0 1 0 0 0,0-1 1 0 0,-1 1-1 0 0,1 0 0 0 0,-1 0 0 0 0,1 0 0 0 0,-1 0 0 0 0,0 0 0 0 0,1 0 0 0 0,-1 0 0 0 0,0 0 0 0 0,-1 1 0 0 0,1-1 0 0 0,0 0 0 0 0,-1 1 0 0 0,1-1 0 0 0,-1 3 0 0 0,2 7 86 0 0,0 0 0 0 0,-1 0 0 0 0,-1 0 0 0 0,0 0 0 0 0,0 0 0 0 0,-5 23 0 0 0,-4 0 778 0 0,-2-2 0 0 0,-1 1 0 0 0,-2-1 0 0 0,0-1 1 0 0,-36 55-1 0 0,50-87-689 0 0,0 0 1 0 0,0 1-1 0 0,0-1 1 0 0,0 1-1 0 0,0-1 1 0 0,0 1-1 0 0,0-1 0 0 0,0 1 1 0 0,1-1-1 0 0,-1 0 1 0 0,0 1-1 0 0,0-1 1 0 0,0 1-1 0 0,0-1 1 0 0,1 0-1 0 0,-1 1 1 0 0,0-1-1 0 0,0 0 1 0 0,1 1-1 0 0,-1-1 1 0 0,0 0-1 0 0,1 1 0 0 0,-1-1 1 0 0,0 0-1 0 0,1 0 1 0 0,-1 1-1 0 0,1-1 1 0 0,-1 0-1 0 0,0 0 1 0 0,1 0-1 0 0,-1 1 1 0 0,1-1-1 0 0,-1 0 1 0 0,1 0-1 0 0,27 11 653 0 0,1 2-540 0 0,75 67 198 0 0,-75-55-333 0 0,2-1 0 0 0,53 32 1 0 0,-70-49-687 0 0,0 0 1 0 0,0-1-1 0 0,18 5 1 0 0,-8-5-6598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31.2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10 271 19356 0 0,'-1'0'47'0'0,"1"1"1"0"0,-1-1-1 0 0,1 0 0 0 0,-1 1 1 0 0,1-1-1 0 0,-1 0 0 0 0,1 1 1 0 0,-1-1-1 0 0,1 1 0 0 0,-1-1 1 0 0,1 1-1 0 0,0-1 0 0 0,-1 1 1 0 0,1-1-1 0 0,0 1 0 0 0,-1-1 1 0 0,1 1-1 0 0,0 0 0 0 0,0-1 1 0 0,-1 1-1 0 0,1-1 0 0 0,0 1 1 0 0,0 0-1 0 0,0-1 0 0 0,0 1 1 0 0,0-1-1 0 0,0 1 0 0 0,0 0 1 0 0,0-1-1 0 0,0 1 0 0 0,0 0 1 0 0,0-1-1 0 0,0 1 0 0 0,1-1 1 0 0,-1 1-1 0 0,0 0 0 0 0,0-1 1 0 0,1 1-1 0 0,25 9-1179 0 0,-17-8 1162 0 0,-2 0 134 0 0,-1-1-1 0 0,1 1 1 0 0,0-1-1 0 0,0-1 0 0 0,-1 1 1 0 0,1-1-1 0 0,0 0 1 0 0,13-3-1 0 0,-17 2-136 0 0,0 0 1 0 0,1 0-1 0 0,-1 0 0 0 0,0-1 1 0 0,0 1-1 0 0,0-1 0 0 0,0 0 1 0 0,-1 0-1 0 0,1 0 1 0 0,0 0-1 0 0,-1-1 0 0 0,0 1 1 0 0,1-1-1 0 0,-1 0 0 0 0,0 1 1 0 0,0-1-1 0 0,-1 0 0 0 0,1 0 1 0 0,2-6-1 0 0,1-4-541 0 0,0 0-1 0 0,-1 0 1 0 0,0-1-1 0 0,-1 1 1 0 0,-1-1 0 0 0,0 0-1 0 0,0-20 1 0 0,-2 26-170 0 0,0 1 1 0 0,-1-1-1 0 0,1 1 0 0 0,-1-1 1 0 0,-1 1-1 0 0,1 0 1 0 0,-1 0-1 0 0,-1 0 1 0 0,1 0-1 0 0,-1 0 0 0 0,0 0 1 0 0,-1 1-1 0 0,0-1 1 0 0,0 1-1 0 0,-7-9 1 0 0,10 14 542 0 0,0 0-1 0 0,1 0 1 0 0,-1 0 0 0 0,0 1 0 0 0,0-1 0 0 0,1 1 0 0 0,-1-1 0 0 0,0 0 0 0 0,0 1 0 0 0,0-1 0 0 0,0 1 0 0 0,0 0 0 0 0,0-1 0 0 0,1 1 0 0 0,-1 0 0 0 0,0-1 0 0 0,0 1 0 0 0,0 0 0 0 0,0 0 0 0 0,0 0 0 0 0,0 0 0 0 0,0 0 0 0 0,0 0 0 0 0,0 0 0 0 0,0 0 0 0 0,-2 1 0 0 0,2 0 200 0 0,-1 0-1 0 0,0 0 0 0 0,1 0 0 0 0,-1 0 1 0 0,1 1-1 0 0,0-1 0 0 0,-1 0 1 0 0,1 1-1 0 0,0-1 0 0 0,0 1 1 0 0,0-1-1 0 0,0 1 0 0 0,-1 1 0 0 0,-3 8 1538 0 0,1-1 1 0 0,0 1-1 0 0,-3 17 0 0 0,7-27-1355 0 0,-5 21 1466 0 0,1 0 0 0 0,1 0 0 0 0,1 24 0 0 0,2-29-1212 0 0,1 0-1 0 0,0 0 1 0 0,1 1 0 0 0,8 29 0 0 0,-7-39-550 0 0,0 1-1 0 0,0-1 1 0 0,0 0 0 0 0,1 0 0 0 0,1 0 0 0 0,-1 0-1 0 0,1-1 1 0 0,1 1 0 0 0,-1-1 0 0 0,8 7-1 0 0,-7-10-105 0 0,-1 1 0 0 0,1-1 0 0 0,0 0 0 0 0,0 0 0 0 0,0-1 0 0 0,0 0 0 0 0,1 0 0 0 0,0 0 0 0 0,-1-1 0 0 0,1 0 0 0 0,0 0 0 0 0,0-1-1 0 0,0 0 1 0 0,9 0 0 0 0,8-1-1598 0 0,1-2-3842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31.5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189 1 17972 0 0,'-12'10'280'0'0,"0"1"0"0"0,0 1 0 0 0,1 0 0 0 0,1 1 0 0 0,0 0 0 0 0,-15 26 0 0 0,2 2-589 0 0,-18 50-1 0 0,35-77 306 0 0,0 1 0 0 0,1 0 0 0 0,1 0 0 0 0,0 1 0 0 0,1-1 0 0 0,-2 29 0 0 0,5-39 54 0 0,0-1 0 0 0,0 1 1 0 0,1 0-1 0 0,-1 0 0 0 0,1-1 0 0 0,0 1 1 0 0,1 0-1 0 0,-1-1 0 0 0,1 1 0 0 0,0-1 1 0 0,0 1-1 0 0,0-1 0 0 0,1 0 0 0 0,-1 0 1 0 0,1 0-1 0 0,0 0 0 0 0,0-1 0 0 0,0 1 1 0 0,1-1-1 0 0,-1 0 0 0 0,1 0 0 0 0,0 0 1 0 0,0 0-1 0 0,0 0 0 0 0,0-1 0 0 0,6 3 1 0 0,1-1-82 0 0,-1-1 0 0 0,1 0 0 0 0,16 2-1 0 0,-17-3-244 0 0,0 0 0 0 0,-1 0 0 0 0,1 1 0 0 0,12 6 0 0 0,-21-9 260 0 0,-1 0 0 0 0,1 0 0 0 0,-1 1-1 0 0,1-1 1 0 0,-1 0 0 0 0,1 1-1 0 0,0-1 1 0 0,-1 1 0 0 0,0-1-1 0 0,1 1 1 0 0,-1-1 0 0 0,1 1 0 0 0,-1-1-1 0 0,1 1 1 0 0,-1-1 0 0 0,0 1-1 0 0,1-1 1 0 0,-1 1 0 0 0,0 0-1 0 0,0-1 1 0 0,0 1 0 0 0,1 0 0 0 0,-1-1-1 0 0,0 1 1 0 0,0 0 0 0 0,0-1-1 0 0,0 1 1 0 0,0 0 0 0 0,0-1-1 0 0,0 2 1 0 0,-1 0-4 0 0,0 0-1 0 0,1 0 1 0 0,-1 0-1 0 0,0 0 1 0 0,0 0-1 0 0,0 0 1 0 0,0 0 0 0 0,-1-1-1 0 0,-1 4 1 0 0,-2 0-76 0 0,0 0 0 0 0,0-1 0 0 0,0 1 0 0 0,0-1 0 0 0,-9 5 0 0 0,-3-3-1759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31.7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20740 0 0,'0'1'112'0'0,"-1"1"0"0"0,1-1 0 0 0,0 1 0 0 0,1-1 0 0 0,-1 1 0 0 0,0-1-1 0 0,0 1 1 0 0,1-1 0 0 0,-1 0 0 0 0,1 1 0 0 0,-1-1 0 0 0,1 0 0 0 0,-1 1-1 0 0,1-1 1 0 0,0 0 0 0 0,0 0 0 0 0,-1 0 0 0 0,1 1 0 0 0,0-1 0 0 0,2 1-1 0 0,11 20-230 0 0,-11-6 89 0 0,-1-1 0 0 0,0 1 0 0 0,-1 0 0 0 0,0 0 0 0 0,-1 0 0 0 0,-1 0 0 0 0,-1-1 0 0 0,-6 27 0 0 0,4-19 29 0 0,1 0 1 0 0,0 45-1 0 0,3-50-1612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31.9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8 14283 0 0,'-4'1'1400'0'0,"6"-1"-1248"0"0,-1 0-152 0 0,2-1 0 0 0,0 1 0 0 0,1-2-1712 0 0,4-1-368 0 0,4 0-81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32.3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179 1 1376 0 0,'-6'14'4028'0'0,"0"0"-1"0"0,-13 22 0 0 0,-28 37 133 0 0,22-36-3304 0 0,2 0-1 0 0,-19 45 0 0 0,40-78-834 0 0,0 0 0 0 0,1 0 0 0 0,-1 0 1 0 0,1 1-1 0 0,0-1 0 0 0,0 0 0 0 0,1 1 0 0 0,-1-1 0 0 0,1 1 0 0 0,0-1 0 0 0,0 1 0 0 0,1-1 0 0 0,-1 1 0 0 0,1-1 0 0 0,1 5 0 0 0,0-6-75 0 0,-1 0 0 0 0,1 0 0 0 0,0 0 0 0 0,0 0 0 0 0,0 0 0 0 0,0 0 0 0 0,0 0 0 0 0,1-1 0 0 0,-1 0 0 0 0,1 1 0 0 0,0-1 0 0 0,0 0 0 0 0,0 0 0 0 0,0 0 0 0 0,0-1 0 0 0,0 1 0 0 0,0-1 0 0 0,0 1 0 0 0,7 0 0 0 0,12 3-299 0 0,-1 0 0 0 0,1-2-1 0 0,26 0 1 0 0,-29-2 249 0 0,-1 0-1 0 0,0 1 1 0 0,0 1 0 0 0,0 1 0 0 0,25 9-1 0 0,-41-13 128 0 0,0 1 0 0 0,0 0 0 0 0,0-1 0 0 0,0 1-1 0 0,0 0 1 0 0,0 0 0 0 0,-1 1 0 0 0,1-1 0 0 0,0 0 0 0 0,-1 1-1 0 0,1-1 1 0 0,-1 1 0 0 0,1-1 0 0 0,-1 1 0 0 0,0-1 0 0 0,0 1-1 0 0,1 0 1 0 0,-1 0 0 0 0,-1 0 0 0 0,1 0 0 0 0,0 0-1 0 0,0-1 1 0 0,-1 2 0 0 0,1-1 0 0 0,-1 0 0 0 0,1 0 0 0 0,-1 0-1 0 0,0 0 1 0 0,0 0 0 0 0,0 0 0 0 0,0 0 0 0 0,0 0-1 0 0,-1 0 1 0 0,1 0 0 0 0,-1 0 0 0 0,1 0 0 0 0,-1 0 0 0 0,0 0-1 0 0,0 0 1 0 0,0 0 0 0 0,0 0 0 0 0,-2 3 0 0 0,-1 2-82 0 0,-1 1 0 0 0,0-1 1 0 0,-1 0-1 0 0,0 0 0 0 0,0-1 1 0 0,0 0-1 0 0,-1 0 0 0 0,0 0 1 0 0,-8 4-1 0 0,-2-1-6320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32.5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19812 0 0,'0'1'59'0'0,"0"0"0"0"0,0 0 0 0 0,0 0 0 0 0,0 0 0 0 0,0 0 0 0 0,0 0-1 0 0,0 0 1 0 0,0-1 0 0 0,0 1 0 0 0,1 0 0 0 0,-1 0 0 0 0,0 0 0 0 0,1 0 0 0 0,-1 0-1 0 0,0 0 1 0 0,1-1 0 0 0,-1 1 0 0 0,1 0 0 0 0,-1 0 0 0 0,1-1 0 0 0,0 1 0 0 0,-1 0-1 0 0,1-1 1 0 0,0 1 0 0 0,0 0 0 0 0,-1-1 0 0 0,1 1 0 0 0,0-1 0 0 0,0 1 0 0 0,0-1 0 0 0,-1 0-1 0 0,1 1 1 0 0,0-1 0 0 0,0 0 0 0 0,0 0 0 0 0,0 1 0 0 0,0-1 0 0 0,0 0 0 0 0,0 0-1 0 0,1 0 1 0 0,13 2-339 0 0,-15-2 186 0 0,1 1 0 0 0,-1-1 0 0 0,1 1 0 0 0,-1-1 0 0 0,1 0 0 0 0,-1 1 0 0 0,1-1 0 0 0,-1 1 0 0 0,0-1 0 0 0,1 1 1 0 0,-1-1-1 0 0,0 1 0 0 0,0-1 0 0 0,1 1 0 0 0,-1-1 0 0 0,0 1 0 0 0,0-1 0 0 0,0 1 0 0 0,0-1 0 0 0,1 1 0 0 0,-1 0 0 0 0,0-1 0 0 0,0 1 0 0 0,0-1 0 0 0,0 1 0 0 0,0 0 0 0 0,-1-1 0 0 0,1 1 0 0 0,0-1 0 0 0,0 1 0 0 0,0-1 0 0 0,0 1 0 0 0,-1-1 1 0 0,1 1-1 0 0,0-1 0 0 0,0 1 0 0 0,-1 0 0 0 0,-12 29-2473 0 0,8-20 1640 0 0,2-2 236 0 0,0 0 1 0 0,1 0-1 0 0,0 0 1 0 0,-2 15-1 0 0,3-3-3560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32.8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 18892 0 0,'1'1'1838'0'0,"1"-2"-1930"0"0,-1 1 1 0 0,0-1-1 0 0,1 1 1 0 0,-1-1-1 0 0,0 1 1 0 0,1 0-1 0 0,-1 0 1 0 0,0 0-1 0 0,1 0 1 0 0,-1 0-1 0 0,0 0 1 0 0,1 0-1 0 0,-1 1 1 0 0,1-1 0 0 0,-1 0-1 0 0,0 1 1 0 0,0-1-1 0 0,1 1 1 0 0,-1-1-1 0 0,0 1 1 0 0,0-1-1 0 0,0 1 1 0 0,1 0-1 0 0,-1 0 1 0 0,0 0-1 0 0,0 0 1 0 0,0 0-1 0 0,0 0 1 0 0,-1 0-1 0 0,1 0 1 0 0,1 1-1 0 0,3 14 28 0 0,-1 1-1 0 0,-1 0 1 0 0,0-1-1 0 0,-1 1 1 0 0,-1 0-1 0 0,-1 0 1 0 0,-1 19-1 0 0,1 23 802 0 0,5 28 1302 0 0,23 118 0 0 0,-21-171-1819 0 0,1 1-1 0 0,2-1 0 0 0,2-1 0 0 0,1 0 0 0 0,1-1 1 0 0,24 39-1 0 0,-3-24-2033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33.0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0 197 20276 0 0,'45'-15'2182'0'0,"-6"-3"-2231"0"0,42-20-2132 0 0,1 3 1 0 0,157-42-1 0 0,-217 71-1711 0 0,0-1-1258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33.7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177 3 11010 0 0,'-7'-2'968'0'0,"-14"2"-486"0"0,-23 6 83 0 0,38-5-561 0 0,-1 1-1 0 0,1 0 0 0 0,0 0 0 0 0,0 0 0 0 0,1 0 0 0 0,-1 1 0 0 0,0 0 0 0 0,1 0 0 0 0,0 1 0 0 0,-1-1 0 0 0,-7 9 1 0 0,10-8 254 0 0,0 0 0 0 0,0 0 0 0 0,1 0 0 0 0,-1 0 0 0 0,1 1-1 0 0,0 0 1 0 0,0-1 0 0 0,0 1 0 0 0,1 0 0 0 0,0-1 0 0 0,0 1 0 0 0,0 0 0 0 0,1 0 0 0 0,-1 0 0 0 0,1 8 0 0 0,0 9 893 0 0,-1 4-439 0 0,1 0 1 0 0,2 0-1 0 0,0-1 1 0 0,1 1-1 0 0,11 37 1 0 0,-14-63-729 0 0,0 1 0 0 0,1 0 0 0 0,-1 0 0 0 0,0 0 1 0 0,1 0-1 0 0,-1 0 0 0 0,0-1 0 0 0,1 1 1 0 0,-1 0-1 0 0,1 0 0 0 0,-1-1 0 0 0,1 1 1 0 0,0 0-1 0 0,-1-1 0 0 0,1 1 0 0 0,0 0 1 0 0,0-1-1 0 0,-1 1 0 0 0,1-1 0 0 0,0 1 1 0 0,0-1-1 0 0,0 0 0 0 0,-1 1 0 0 0,1-1 1 0 0,0 0-1 0 0,0 0 0 0 0,0 1 0 0 0,2-1 1 0 0,-1 0 1 0 0,0-1 1 0 0,0 1-1 0 0,0-1 1 0 0,0 0-1 0 0,0 1 1 0 0,0-1-1 0 0,0 0 1 0 0,0 0-1 0 0,0 0 1 0 0,0-1-1 0 0,-1 1 1 0 0,3-2-1 0 0,3-4 12 0 0,1 0-1 0 0,-1 0 0 0 0,0-1 1 0 0,7-10-1 0 0,-3-1-26 0 0,-1-1 0 0 0,-1 1-1 0 0,-1-1 1 0 0,9-30 0 0 0,12-31-967 0 0,-28 78 865 0 0,1-1 0 0 0,0 1 0 0 0,0-1-1 0 0,0 1 1 0 0,0 0 0 0 0,0-1-1 0 0,1 1 1 0 0,0 1 0 0 0,-1-1-1 0 0,1 0 1 0 0,0 1 0 0 0,4-4-1 0 0,-6 6 66 0 0,0 0-1 0 0,0-1 0 0 0,0 1 1 0 0,0-1-1 0 0,0 1 0 0 0,0 0 1 0 0,0 0-1 0 0,0 0 0 0 0,0-1 1 0 0,0 1-1 0 0,0 0 0 0 0,0 0 0 0 0,0 0 1 0 0,0 1-1 0 0,0-1 0 0 0,0 0 1 0 0,0 0-1 0 0,0 0 0 0 0,1 1 1 0 0,0 0 8 0 0,0 1 1 0 0,-1-1-1 0 0,1 0 1 0 0,-1 0 0 0 0,1 1-1 0 0,-1-1 1 0 0,1 1-1 0 0,-1-1 1 0 0,0 1-1 0 0,0 0 1 0 0,0-1-1 0 0,0 1 1 0 0,1 2 0 0 0,9 22 1426 0 0,-1 0 1 0 0,12 53-1 0 0,-15-52-819 0 0,1 0-1 0 0,21 50 1 0 0,-28-75-557 0 0,3 5 2 0 0,-1 0 0 0 0,1 0 0 0 0,1 0 0 0 0,6 7 0 0 0,-11-13-32 0 0,1 0 0 0 0,-1 0 0 0 0,1 0 0 0 0,-1-1 0 0 0,1 1 0 0 0,0 0 1 0 0,0-1-1 0 0,-1 1 0 0 0,1-1 0 0 0,0 1 0 0 0,0-1 0 0 0,0 1 0 0 0,-1-1 0 0 0,1 1 1 0 0,0-1-1 0 0,0 0 0 0 0,0 0 0 0 0,0 1 0 0 0,0-1 0 0 0,0 0 0 0 0,0 0 0 0 0,0 0 1 0 0,0 0-1 0 0,0 0 0 0 0,0 0 0 0 0,0 0 0 0 0,0 0 0 0 0,0 0 0 0 0,-1-1 0 0 0,1 1 1 0 0,0 0-1 0 0,0-1 0 0 0,0 1 0 0 0,0-1 0 0 0,0 1 0 0 0,0 0 0 0 0,-1-1 0 0 0,1 0 1 0 0,0 1-1 0 0,0-1 0 0 0,-1 0 0 0 0,1 1 0 0 0,0-1 0 0 0,-1 0 0 0 0,1-1 0 0 0,6-7-35 0 0,-2-1 0 0 0,1-1-1 0 0,-1 1 1 0 0,-1-1 0 0 0,0 0-1 0 0,-1 0 1 0 0,4-18 0 0 0,13-38 684 0 0,-11 47-385 0 0,1 0 0 0 0,0 1 0 0 0,24-33 0 0 0,-30 47-248 0 0,0 0 1 0 0,0 0-1 0 0,0 0 1 0 0,1 1-1 0 0,0 0 1 0 0,0 0-1 0 0,0 0 1 0 0,0 0-1 0 0,1 1 1 0 0,-1 0-1 0 0,1 0 1 0 0,0 0-1 0 0,0 1 1 0 0,0-1-1 0 0,0 2 1 0 0,0-1-1 0 0,11-1 1 0 0,-14 3 32 0 0,-1 0 0 0 0,1 1 1 0 0,0-1-1 0 0,-1 1 1 0 0,1-1-1 0 0,0 1 0 0 0,-1 0 1 0 0,1 0-1 0 0,-1 0 1 0 0,1 0-1 0 0,-1 0 1 0 0,1 1-1 0 0,-1-1 0 0 0,0 1 1 0 0,0 0-1 0 0,0-1 1 0 0,0 1-1 0 0,0 0 0 0 0,0 0 1 0 0,0 1-1 0 0,1 2 1 0 0,5 7 215 0 0,0 1 0 0 0,-1 0 1 0 0,5 14-1 0 0,7 12-26 0 0,16 11-82 0 0,-32-48-191 0 0,-1 1 0 0 0,1 0 0 0 0,0 0 0 0 0,0-1-1 0 0,0 1 1 0 0,0-1 0 0 0,0 0 0 0 0,0 0 0 0 0,0 0-1 0 0,1-1 1 0 0,-1 1 0 0 0,1-1 0 0 0,6 2 0 0 0,-8-3 27 0 0,-1 0 1 0 0,0 0-1 0 0,1 0 0 0 0,-1-1 1 0 0,1 1-1 0 0,-1 0 0 0 0,1-1 1 0 0,-1 1-1 0 0,0-1 1 0 0,1 0-1 0 0,-1 1 0 0 0,0-1 1 0 0,0 0-1 0 0,1 0 1 0 0,-1 0-1 0 0,0 0 0 0 0,0 0 1 0 0,0 0-1 0 0,0 0 1 0 0,0 0-1 0 0,0 0 0 0 0,-1-1 1 0 0,2 0-1 0 0,18-36 89 0 0,-15 28-70 0 0,2-9 155 0 0,11-21 380 0 0,-17 38-470 0 0,0 1-1 0 0,0-1 1 0 0,0 1 0 0 0,0 0 0 0 0,0 0 0 0 0,0-1 0 0 0,0 1 0 0 0,0 0 0 0 0,0 0 0 0 0,0 0 0 0 0,1 0-1 0 0,-1 0 1 0 0,0 0 0 0 0,1 0 0 0 0,-1 1 0 0 0,1-1 0 0 0,-1 0 0 0 0,1 1 0 0 0,-1-1 0 0 0,1 1 0 0 0,2-1-1 0 0,-2 2-29 0 0,-1-1-1 0 0,1 1 1 0 0,-1-1-1 0 0,1 1 1 0 0,0 0-1 0 0,-1 0 1 0 0,1-1-1 0 0,-1 1 1 0 0,0 0-1 0 0,1 1 1 0 0,-1-1-1 0 0,0 0 1 0 0,1 0-1 0 0,-1 0 1 0 0,0 1-1 0 0,1 1 1 0 0,21 31 190 0 0,-15-21-160 0 0,-2-5-324 0 0,0 1-1 0 0,1-1 1 0 0,0 1 0 0 0,0-2 0 0 0,1 1-1 0 0,13 9 1 0 0,-9-9-727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34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161 78 8754 0 0,'0'-3'184'0'0,"2"-5"6"0"0,0 1 0 0 0,-1-1-1 0 0,-1 0 1 0 0,1 1 0 0 0,-2-9 0 0 0,1 15-135 0 0,0 0 1 0 0,0 0-1 0 0,0 0 1 0 0,0 0-1 0 0,-1 0 1 0 0,1 0-1 0 0,0 0 1 0 0,-1 0-1 0 0,1 0 1 0 0,-1 0-1 0 0,1 0 1 0 0,-1 0-1 0 0,1 0 1 0 0,-1 0-1 0 0,0 1 1 0 0,0-1-1 0 0,1 0 1 0 0,-3-1-1 0 0,2 2 66 0 0,0-1-1 0 0,-1 1 1 0 0,1 0-1 0 0,0-1 1 0 0,-1 1 0 0 0,1 0-1 0 0,0 0 1 0 0,-1 0-1 0 0,1 0 1 0 0,-1 0 0 0 0,1 0-1 0 0,0 1 1 0 0,-1-1-1 0 0,1 0 1 0 0,0 1 0 0 0,-1-1-1 0 0,1 1 1 0 0,0-1-1 0 0,-2 2 1 0 0,-3 1 294 0 0,0 1-1 0 0,0 0 1 0 0,0 1 0 0 0,0 0 0 0 0,1 0 0 0 0,-1 0-1 0 0,1 0 1 0 0,1 1 0 0 0,-1 0 0 0 0,1 0 0 0 0,0 0-1 0 0,0 1 1 0 0,1-1 0 0 0,-3 8 0 0 0,-5 10-35 0 0,2 2 0 0 0,-9 37-1 0 0,13-45-223 0 0,2 1-1 0 0,1 0 0 0 0,0 0 1 0 0,1 0-1 0 0,1 0 0 0 0,1 0 1 0 0,5 33-1 0 0,-4-43-109 0 0,0-1 0 0 0,1 1 1 0 0,0-1-1 0 0,0 0 0 0 0,1 0 1 0 0,0 0-1 0 0,0 0 0 0 0,7 9 1 0 0,-7-12-137 0 0,0-1 1 0 0,-1 0-1 0 0,1 0 1 0 0,1 0-1 0 0,-1-1 1 0 0,1 0-1 0 0,-1 1 1 0 0,1-2 0 0 0,0 1-1 0 0,0 0 1 0 0,0-1-1 0 0,0 0 1 0 0,1 0-1 0 0,6 1 1 0 0,8-1-7506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34.3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3 410 20740 0 0,'0'0'65'0'0,"0"0"0"0"0,-1 0 0 0 0,1 1-1 0 0,0-1 1 0 0,0 0 0 0 0,0 1 0 0 0,0-1-1 0 0,-1 0 1 0 0,1 1 0 0 0,0-1-1 0 0,0 0 1 0 0,0 1 0 0 0,0-1 0 0 0,0 0-1 0 0,0 1 1 0 0,0-1 0 0 0,0 0 0 0 0,0 1-1 0 0,0-1 1 0 0,0 1 0 0 0,0-1 0 0 0,0 0-1 0 0,0 1 1 0 0,0-1 0 0 0,0 0-1 0 0,0 1 1 0 0,1-1 0 0 0,-1 0 0 0 0,0 1-1 0 0,0-1 1 0 0,1 1 0 0 0,11-1 512 0 0,20-11-641 0 0,-30 10 191 0 0,20-10-451 0 0,1 0 0 0 0,-2-1 1 0 0,0-1-1 0 0,0-1 1 0 0,-2-1-1 0 0,1-1 0 0 0,-2 0 1 0 0,0-2-1 0 0,-1 0 0 0 0,-1-1 1 0 0,15-23-1 0 0,-27 35 231 0 0,-1 0 0 0 0,0 0 0 0 0,0-1 0 0 0,0 0 0 0 0,-1 1 0 0 0,0-1 0 0 0,-1 0 0 0 0,0 0 0 0 0,0 0 0 0 0,-1 0 0 0 0,0 0-1 0 0,0 0 1 0 0,-2-12 0 0 0,2 16 69 0 0,-1 1 0 0 0,0-1-1 0 0,1 0 1 0 0,-1 0 0 0 0,-1 0-1 0 0,1 1 1 0 0,0-1 0 0 0,-1 0-1 0 0,0 1 1 0 0,0 0 0 0 0,0-1 0 0 0,0 1-1 0 0,0 0 1 0 0,-1 0 0 0 0,0 0-1 0 0,1 0 1 0 0,-1 0 0 0 0,0 1-1 0 0,0 0 1 0 0,-1-1 0 0 0,1 1-1 0 0,0 0 1 0 0,-1 0 0 0 0,1 1-1 0 0,-1-1 1 0 0,0 1 0 0 0,1 0-1 0 0,-1 0 1 0 0,-4-1 0 0 0,7 2-21 0 0,0 0 0 0 0,-1 0-1 0 0,1 0 1 0 0,0 0 0 0 0,0 0 0 0 0,0 0 0 0 0,0 0 0 0 0,-1 0 0 0 0,1 1 0 0 0,0-1-1 0 0,0 0 1 0 0,0 1 0 0 0,0-1 0 0 0,0 1 0 0 0,0-1 0 0 0,0 1 0 0 0,0 0 0 0 0,0-1-1 0 0,0 1 1 0 0,0 0 0 0 0,0 0 0 0 0,-1 1 0 0 0,0 1 50 0 0,1-1 0 0 0,-1 1 1 0 0,1 0-1 0 0,0 0 0 0 0,-1-1 0 0 0,1 1 0 0 0,1 0 1 0 0,-2 6-1 0 0,0 3 453 0 0,1 0-1 0 0,1 0 1 0 0,1 19 0 0 0,0-19-269 0 0,1 1 0 0 0,0-1 0 0 0,1 0 0 0 0,0 0 0 0 0,0-1 0 0 0,1 1 0 0 0,1-1 1 0 0,0 0-1 0 0,1 0 0 0 0,0 0 0 0 0,1-1 0 0 0,0 1 0 0 0,0-2 0 0 0,1 1 0 0 0,0-1 0 0 0,1 0 0 0 0,0-1 0 0 0,0 0 0 0 0,1-1 0 0 0,0 1 1 0 0,0-2-1 0 0,1 0 0 0 0,0 0 0 0 0,0-1 0 0 0,0 0 0 0 0,21 6 0 0 0,9-3-313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34.9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16588 0 0,'0'3'182'0'0,"1"-1"1"0"0,-1 1-1 0 0,1-1 1 0 0,-1 1-1 0 0,1 0 1 0 0,0-1-1 0 0,0 1 1 0 0,0-1-1 0 0,0 0 1 0 0,1 1-1 0 0,-1-1 1 0 0,3 3-1 0 0,5 11 214 0 0,13 39-180 0 0,24 90 0 0 0,10 169-5389 0 0,-52-282 5080 0 0,0 1 0 0 0,2-1 0 0 0,2-1 0 0 0,16 47 0 0 0,-23-77 71 0 0,-1 1 0 0 0,1-1 1 0 0,0 0-1 0 0,-1 0 0 0 0,1 0 1 0 0,0 1-1 0 0,-1-1 0 0 0,1 0 0 0 0,0 0 1 0 0,0 0-1 0 0,0 0 0 0 0,0 0 1 0 0,0 0-1 0 0,1 0 0 0 0,2-5-215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35.3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388 109 20276 0 0,'-8'-6'463'0'0,"0"1"-1"0"0,0-1 0 0 0,0 0 0 0 0,1-1 0 0 0,-13-14 1 0 0,15 15-544 0 0,-1 0-1 0 0,0 0 1 0 0,0 0 0 0 0,0 1 0 0 0,-1 0 0 0 0,0 0 0 0 0,0 0-1 0 0,0 1 1 0 0,-9-4 0 0 0,13 7-57 0 0,1 1-1 0 0,0 0 1 0 0,0 0 0 0 0,-1-1-1 0 0,1 1 1 0 0,0 0-1 0 0,0 1 1 0 0,-1-1 0 0 0,1 0-1 0 0,0 1 1 0 0,0-1-1 0 0,-1 1 1 0 0,1 0 0 0 0,0 0-1 0 0,0 0 1 0 0,0 0-1 0 0,0 0 1 0 0,0 0 0 0 0,0 0-1 0 0,1 1 1 0 0,-1-1 0 0 0,0 0-1 0 0,0 1 1 0 0,-1 2-1 0 0,-5 5-286 0 0,0 1 0 0 0,1-1-1 0 0,-8 15 1 0 0,12-18 329 0 0,-20 35-74 0 0,1 1 0 0 0,3 1 0 0 0,1 1-1 0 0,3 1 1 0 0,1 0 0 0 0,-13 80 0 0 0,15-39 1025 0 0,4 0 0 0 0,5 153 0 0 0,7-176-680 0 0,11 62 1 0 0,-10-96-199 0 0,2 1 0 0 0,1-2 0 0 0,1 1 0 0 0,15 33 0 0 0,-20-55-16 0 0,0 1 0 0 0,0-1 0 0 0,0 0 0 0 0,1 0 0 0 0,0-1 0 0 0,1 0 0 0 0,-1 1-1 0 0,1-2 1 0 0,0 1 0 0 0,1-1 0 0 0,-1 0 0 0 0,1 0 0 0 0,0-1 0 0 0,0 0 0 0 0,10 4 0 0 0,-4-3 69 0 0,1-1-1 0 0,0 0 0 0 0,0-1 0 0 0,1-1 0 0 0,-1 0 0 0 0,1-1 1 0 0,26-1-1 0 0,-3-2 240 0 0,0-2 0 0 0,0-1 1 0 0,0-3-1 0 0,-1 0 0 0 0,0-2 1 0 0,-1-2-1 0 0,0-2 0 0 0,-1-1 0 0 0,56-32 1 0 0,-65 31-226 0 0,-2-1 0 0 0,0-1 1 0 0,-1-1-1 0 0,0-1 0 0 0,-2 0 0 0 0,0-2 1 0 0,-2-1-1 0 0,0 0 0 0 0,-2-2 1 0 0,0 0-1 0 0,-2 0 0 0 0,23-53 1 0 0,-33 61-9 0 0,0 0 0 0 0,-1 0 0 0 0,-1 0 0 0 0,0-1 0 0 0,-1 1 0 0 0,-1-1 1 0 0,-1 0-1 0 0,0 1 0 0 0,-2-1 0 0 0,0 1 0 0 0,-1-1 0 0 0,0 1 1 0 0,-7-17-1 0 0,-5-13 81 0 0,-2 1 1 0 0,-3 1-1 0 0,-35-60 1 0 0,46 88-378 0 0,-1 0 0 0 0,-1 1 0 0 0,-1 0 0 0 0,0 0 0 0 0,-1 2 0 0 0,-1-1 0 0 0,-17-13 0 0 0,24 22 109 0 0,0 1-1 0 0,-1 0 1 0 0,0 1 0 0 0,0 0-1 0 0,0 0 1 0 0,0 0 0 0 0,-1 1-1 0 0,0 0 1 0 0,1 1 0 0 0,-1 0-1 0 0,0 1 1 0 0,0-1 0 0 0,0 2-1 0 0,0-1 1 0 0,0 1 0 0 0,0 1-1 0 0,-16 2 1 0 0,-22 8-2039 0 0,0 7-3587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35.7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1 187 21661 0 0,'0'-2'137'0'0,"1"-1"1"0"0,-1 1 0 0 0,1 0-1 0 0,-1 0 1 0 0,1 0-1 0 0,0 0 1 0 0,0 0 0 0 0,0 0-1 0 0,0 0 1 0 0,0 0 0 0 0,0 1-1 0 0,1-1 1 0 0,-1 0-1 0 0,1 1 1 0 0,-1-1 0 0 0,4-2-1 0 0,33-24-1443 0 0,-21 17 1135 0 0,15-13-459 0 0,43-30 522 0 0,-67 49-223 0 0,1 0 0 0 0,0 0 0 0 0,1 1-1 0 0,-1 0 1 0 0,1 1 0 0 0,16-4 0 0 0,-25 6 107 0 0,0 1 1 0 0,0 0 0 0 0,1 0-1 0 0,-1 0 1 0 0,0 0-1 0 0,0 0 1 0 0,0 0 0 0 0,0 0-1 0 0,1 0 1 0 0,-1 1-1 0 0,0-1 1 0 0,0 0 0 0 0,0 1-1 0 0,0-1 1 0 0,0 1-1 0 0,0-1 1 0 0,0 1 0 0 0,0-1-1 0 0,0 1 1 0 0,0 0-1 0 0,0 0 1 0 0,1 1 0 0 0,0 0-35 0 0,-1 0 1 0 0,1 0 0 0 0,-1 0-1 0 0,0 1 1 0 0,0-1 0 0 0,0 0-1 0 0,0 1 1 0 0,0-1 0 0 0,-1 1-1 0 0,1 2 1 0 0,1 8-278 0 0,-1 1 1 0 0,-1-1-1 0 0,-1 18 1 0 0,1-19 105 0 0,-1 12 966 0 0,-1 51 2677 0 0,11 108 1 0 0,-6-161-2728 0 0,0 0-1 0 0,1 0 1 0 0,2-1-1 0 0,0 1 1 0 0,1-1 0 0 0,1-1-1 0 0,2 0 1 0 0,-1 0-1 0 0,20 29 1 0 0,-23-42-409 0 0,0 0 0 0 0,0-1 1 0 0,0 0-1 0 0,0 0 0 0 0,1 0 0 0 0,0 0 0 0 0,0-1 1 0 0,1-1-1 0 0,0 1 0 0 0,-1-1 0 0 0,2 0 0 0 0,11 4 1 0 0,-14-7-163 0 0,-1 1 1 0 0,1-1-1 0 0,0 0 0 0 0,-1 0 1 0 0,1-1-1 0 0,0 1 1 0 0,-1-1-1 0 0,1 0 1 0 0,0-1-1 0 0,0 0 1 0 0,-1 0-1 0 0,1 0 1 0 0,-1 0-1 0 0,1-1 1 0 0,-1 0-1 0 0,1 0 1 0 0,-1-1-1 0 0,0 1 1 0 0,0-1-1 0 0,5-4 1 0 0,11-11-1083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36.1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604 8 14283 0 0,'-15'-3'321'0'0,"1"1"1"0"0,-1 1-1 0 0,0 0 1 0 0,-20 1-1 0 0,24 2-756 0 0,0 0-1 0 0,-1 0 1 0 0,-19 7-1 0 0,4 1-68 0 0,1 1-1 0 0,0 1 0 0 0,0 2 0 0 0,2 0 0 0 0,-1 2 1 0 0,2 0-1 0 0,0 2 0 0 0,1 0 0 0 0,1 2 1 0 0,-35 41-1 0 0,41-40 471 0 0,0 0 0 0 0,1 2 0 0 0,1 0 1 0 0,1 0-1 0 0,1 1 0 0 0,1 1 1 0 0,-10 38-1 0 0,9-21 699 0 0,3 0-1 0 0,1 1 1 0 0,2 0 0 0 0,1 1 0 0 0,3-1-1 0 0,5 56 1 0 0,-1-76-516 0 0,1 0 0 0 0,1 0 0 0 0,1-1 0 0 0,1 0 1 0 0,16 36-1 0 0,-16-43-177 0 0,1-1 1 0 0,1 0-1 0 0,0-1 1 0 0,1 0 0 0 0,0 0-1 0 0,1-1 1 0 0,0 0-1 0 0,25 19 1 0 0,-23-22-79 0 0,1-1 0 0 0,0 0 0 0 0,1-1 0 0 0,-1-1 0 0 0,1 0 0 0 0,0-1 0 0 0,1 0-1 0 0,-1-2 1 0 0,1 1 0 0 0,0-2 0 0 0,0 0 0 0 0,0-1 0 0 0,23-2 0 0 0,-10-1 268 0 0,0-1-1 0 0,-1-1 0 0 0,0-1 1 0 0,0-2-1 0 0,0-1 1 0 0,44-19-1 0 0,-49 15 341 0 0,0-1 0 0 0,-1-1 0 0 0,0-1 0 0 0,-1-1 0 0 0,0 0 0 0 0,-2-2 0 0 0,0-1 0 0 0,-1 0 0 0 0,-1-1-1 0 0,-1-1 1 0 0,0 0 0 0 0,22-43 0 0 0,-21 30-198 0 0,0-1 0 0 0,-3-1 0 0 0,-1 0-1 0 0,-1 0 1 0 0,-2-2 0 0 0,-2 1 0 0 0,-1-1 0 0 0,2-47-1 0 0,-8 59-634 0 0,-1 0 0 0 0,-2 0-1 0 0,0 0 1 0 0,-2 0 0 0 0,0 0 0 0 0,-2 1-1 0 0,-1 0 1 0 0,-19-46 0 0 0,2 28-6792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36.5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71 15203 0 0,'29'-9'974'0'0,"30"-13"0"0"0,-43 14-1189 0 0,0 2-1 0 0,1 0 0 0 0,0 1 1 0 0,0 0-1 0 0,0 2 1 0 0,29-3-1 0 0,-45 6 136 0 0,0 0 1 0 0,1 0-1 0 0,-1 0 1 0 0,0 0-1 0 0,0 0 1 0 0,1 0-1 0 0,-1 0 1 0 0,0 1-1 0 0,0-1 1 0 0,0 0-1 0 0,1 1 0 0 0,-1-1 1 0 0,0 1-1 0 0,0-1 1 0 0,0 1-1 0 0,0 0 1 0 0,0 0-1 0 0,0-1 1 0 0,0 1-1 0 0,0 0 1 0 0,0 0-1 0 0,-1 0 1 0 0,1 0-1 0 0,1 2 0 0 0,-1-1-34 0 0,0 0-1 0 0,-1 1 1 0 0,1-1-1 0 0,-1 0 1 0 0,1 1-1 0 0,-1-1 1 0 0,0 1-1 0 0,0-1 1 0 0,0 0-1 0 0,0 1 1 0 0,0-1-1 0 0,-2 3 1 0 0,-1 9 92 0 0,-1-1-1 0 0,-1 0 1 0 0,-9 20 0 0 0,12-28 326 0 0,-32 59 1293 0 0,22-43-816 0 0,1 0 0 0 0,1 0 0 0 0,1 1 0 0 0,-7 25 0 0 0,15-46-739 0 0,1 0 0 0 0,0 0 0 0 0,-1 0 0 0 0,1 0-1 0 0,0 0 1 0 0,0 0 0 0 0,0 0 0 0 0,0 0 0 0 0,0 0-1 0 0,0 0 1 0 0,0-1 0 0 0,0 1 0 0 0,1 0 0 0 0,-1 0-1 0 0,0 0 1 0 0,1 0 0 0 0,-1 0 0 0 0,0 0-1 0 0,1-1 1 0 0,-1 1 0 0 0,1 0 0 0 0,-1 0 0 0 0,1 0-1 0 0,-1-1 1 0 0,2 2 0 0 0,0-1-33 0 0,-1 0-1 0 0,1 0 1 0 0,-1-1-1 0 0,1 1 1 0 0,0 0-1 0 0,-1-1 1 0 0,1 1-1 0 0,0-1 1 0 0,0 0-1 0 0,-1 0 1 0 0,1 1-1 0 0,3-1 1 0 0,6-1-230 0 0,1 0-1 0 0,-1-1 1 0 0,16-4 0 0 0,-20 4 117 0 0,10-2-74 0 0,-1 1 1 0 0,1 1-1 0 0,0 0 1 0 0,0 1-1 0 0,26 2 1 0 0,-37 0 159 0 0,1 0 1 0 0,0 0-1 0 0,0 1 1 0 0,0-1 0 0 0,-1 2-1 0 0,1-1 1 0 0,-1 1 0 0 0,0 0-1 0 0,1 0 1 0 0,-1 0-1 0 0,-1 1 1 0 0,1 0 0 0 0,0 1-1 0 0,-1-1 1 0 0,0 1 0 0 0,5 6-1 0 0,-2-1 285 0 0,0 1 0 0 0,-1 0 0 0 0,0 1 0 0 0,0 0 0 0 0,-2 0 0 0 0,7 19-1 0 0,-9-24-94 0 0,-1 0 0 0 0,0 0 0 0 0,-1 0 0 0 0,0 1 0 0 0,0-1 0 0 0,0 0 0 0 0,-1 1 0 0 0,0-1 0 0 0,-1 0 0 0 0,0 1 0 0 0,0-1 0 0 0,0 0 0 0 0,-4 10 0 0 0,1-8-614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0:36.9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571 208 3225 0 0,'-3'-14'935'0'0,"1"-1"1"0"0,-2 1-1 0 0,0 0 1 0 0,0 0 0 0 0,-2 1-1 0 0,0 0 1 0 0,-10-19-1 0 0,12 26-455 0 0,-1 0-1 0 0,1 0 1 0 0,-1 0-1 0 0,0 1 1 0 0,-1-1 0 0 0,1 1-1 0 0,-1 1 1 0 0,-10-7-1 0 0,10 7-510 0 0,0 1 1 0 0,-1 0-1 0 0,1 0 1 0 0,-1 1-1 0 0,1 0 1 0 0,-9-1-1 0 0,7 1 150 0 0,1 1 1 0 0,-1 1-1 0 0,1-1 0 0 0,-1 1 0 0 0,1 1 1 0 0,-1-1-1 0 0,1 1 0 0 0,-1 1 0 0 0,1-1 0 0 0,0 1 1 0 0,-1 0-1 0 0,-11 6 0 0 0,9-3 48 0 0,0 1-1 0 0,1 0 0 0 0,-1 1 1 0 0,1 0-1 0 0,1 0 1 0 0,-1 1-1 0 0,-11 14 1 0 0,1 3 134 0 0,2 0 0 0 0,0 1 0 0 0,2 0 0 0 0,1 1 0 0 0,-14 40 0 0 0,3 3-243 0 0,3 0 0 0 0,3 2 0 0 0,4 0 0 0 0,2 0-1 0 0,4 2 1 0 0,0 132 0 0 0,9-186-63 0 0,1 0 0 0 0,1 0 0 0 0,1-1 0 0 0,0 1 0 0 0,2-1-1 0 0,0 0 1 0 0,16 36 0 0 0,-18-48 18 0 0,1 0 0 0 0,0 0 0 0 0,1 0-1 0 0,-1-1 1 0 0,1 0 0 0 0,0 0 0 0 0,1 0 0 0 0,-1-1-1 0 0,1 1 1 0 0,0-1 0 0 0,1-1 0 0 0,-1 1 0 0 0,1-1-1 0 0,0 0 1 0 0,0-1 0 0 0,0 0 0 0 0,0 0 0 0 0,1 0-1 0 0,0-1 1 0 0,-1 0 0 0 0,1-1 0 0 0,14 2 0 0 0,-6-3 52 0 0,1 0 1 0 0,-1-1-1 0 0,0-1 1 0 0,1 0-1 0 0,-1-2 1 0 0,0 1-1 0 0,-1-2 1 0 0,1 0-1 0 0,-1-1 0 0 0,0-1 1 0 0,0 0-1 0 0,0-1 1 0 0,-1-1-1 0 0,25-20 1 0 0,-9 5 23 0 0,-1-3 0 0 0,-2 0 0 0 0,0-2 0 0 0,-2 0 0 0 0,26-42 0 0 0,-16 18-81 0 0,-2-2 0 0 0,38-87 0 0 0,-58 111-30 0 0,-2 0-1 0 0,-1 0 1 0 0,-1-1 0 0 0,-2 0 0 0 0,-1-1-1 0 0,3-54 1 0 0,-9 80 56 0 0,0 0 0 0 0,0-1-1 0 0,-1 1 1 0 0,0 0 0 0 0,0 0 0 0 0,-1 0 0 0 0,0 0 0 0 0,0 0-1 0 0,-1 0 1 0 0,0 0 0 0 0,0 0 0 0 0,-1 1 0 0 0,1 0-1 0 0,-9-10 1 0 0,6 9-6 0 0,-1 0-1 0 0,0 1 0 0 0,0 0 0 0 0,-1 0 0 0 0,1 1 1 0 0,-1 0-1 0 0,-1 0 0 0 0,1 1 0 0 0,-1 0 1 0 0,-17-5-1 0 0,8 3-592 0 0,0 2 0 0 0,-31-4 0 0 0,3 4-6838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9:59.1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334 353 5529 0 0,'-22'-29'975'0'0,"20"25"-905"0"0,-1 0 1 0 0,1 0 0 0 0,-1 0 0 0 0,0 1 0 0 0,0-1 0 0 0,0 1 0 0 0,-1-1-1 0 0,1 1 1 0 0,-7-4 0 0 0,2 2 62 0 0,0 1-1 0 0,-1 0 1 0 0,1 0 0 0 0,-1 1-1 0 0,0 0 1 0 0,0 1 0 0 0,0 0-1 0 0,0 0 1 0 0,0 1-1 0 0,0 0 1 0 0,0 0 0 0 0,-1 1-1 0 0,1 1 1 0 0,0-1 0 0 0,0 2-1 0 0,0-1 1 0 0,-1 1-1 0 0,2 0 1 0 0,-1 1 0 0 0,0 0-1 0 0,0 1 1 0 0,1-1 0 0 0,0 2-1 0 0,0-1 1 0 0,0 1-1 0 0,0 0 1 0 0,1 1 0 0 0,-11 9-1 0 0,17-14-99 0 0,0 1-1 0 0,-1-1 0 0 0,1 0 0 0 0,0 0 0 0 0,0 1 1 0 0,0-1-1 0 0,0 1 0 0 0,0-1 0 0 0,0 1 0 0 0,1-1 0 0 0,-1 1 1 0 0,0-1-1 0 0,1 1 0 0 0,-1 0 0 0 0,1-1 0 0 0,0 1 1 0 0,0 0-1 0 0,-1 0 0 0 0,1-1 0 0 0,0 1 0 0 0,0 0 1 0 0,0 0-1 0 0,1-1 0 0 0,-1 1 0 0 0,0 0 0 0 0,1-1 1 0 0,-1 1-1 0 0,1 0 0 0 0,0-1 0 0 0,-1 1 0 0 0,1-1 0 0 0,0 1 1 0 0,0-1-1 0 0,0 1 0 0 0,0-1 0 0 0,2 2 0 0 0,4 5 151 0 0,1-1-1 0 0,0-1 0 0 0,1 0 1 0 0,0 0-1 0 0,11 6 0 0 0,13 8 214 0 0,-26-13-308 0 0,0 0 0 0 0,0 0 0 0 0,-1 0 0 0 0,0 1-1 0 0,0 0 1 0 0,0 0 0 0 0,-1 0 0 0 0,-1 1 0 0 0,1 0 0 0 0,-2 0 0 0 0,1 0 0 0 0,-1 0 0 0 0,0 0-1 0 0,-1 1 1 0 0,0 0 0 0 0,-1-1 0 0 0,0 1 0 0 0,0 15 0 0 0,-2 13-8 0 0,-2 1 0 0 0,-1-1 0 0 0,-12 48 0 0 0,13-72-102 0 0,-8 42 40 0 0,3-1-1 0 0,-2 59 1 0 0,10-88 108 0 0,0 0 0 0 0,2 0 0 0 0,1 0 1 0 0,2-1-1 0 0,0 0 0 0 0,15 44 1 0 0,20 63 653 0 0,5 14-87 0 0,-41-135-591 0 0,1 0 0 0 0,1 0-1 0 0,0-1 1 0 0,0 0 0 0 0,1 0 0 0 0,1 0-1 0 0,11 11 1 0 0,4 0 341 0 0,40 29-1 0 0,-57-47-390 0 0,7 8-1 0 0,1-1 1 0 0,0 0-1 0 0,1-1 0 0 0,0 0 0 0 0,1-2 1 0 0,-1 0-1 0 0,1 0 0 0 0,1-2 0 0 0,24 6 0 0 0,2-1-43 0 0,0 2 0 0 0,-1 2-1 0 0,81 39 1 0 0,-77-32 0 0 0,0-2 1 0 0,86 24-1 0 0,-29-25-37 0 0,146 6 0 0 0,-64-8 7 0 0,-100-11 22 0 0,1-4 0 0 0,105-12 0 0 0,64 0 0 0 0,41 5-432 0 0,-250 1 346 0 0,0-1-1 0 0,0-2 1 0 0,-1-3 0 0 0,60-21-1 0 0,-94 27 99 0 0,0 0-1 0 0,-1-1 0 0 0,1 0 1 0 0,-1-1-1 0 0,-1 0 1 0 0,0-1-1 0 0,16-16 0 0 0,55-72 146 0 0,-36 40-105 0 0,-21 30-119 0 0,-1-1-1 0 0,-1 0 1 0 0,-2-2-1 0 0,-1-1 1 0 0,-1 0-1 0 0,-1-1 1 0 0,11-34-1 0 0,-3 3 151 0 0,32-58 0 0 0,-33 72-87 0 0,-1-1-1 0 0,26-85 0 0 0,-39 98 36 0 0,-1-1 0 0 0,-2 0 1 0 0,-2 0-1 0 0,-1-1 0 0 0,-3-44 0 0 0,-1 62 35 0 0,-2-1 1 0 0,0 0-1 0 0,-1 1 0 0 0,-1 0 0 0 0,-1 0 0 0 0,-1 0 0 0 0,-1 1 1 0 0,0 0-1 0 0,-1 1 0 0 0,-23-34 0 0 0,15 26 145 0 0,-2 1 0 0 0,0 1 0 0 0,-2 1 0 0 0,0 1 0 0 0,-34-27 0 0 0,4 14-41 0 0,-2 1 1 0 0,-1 3 0 0 0,-1 2 0 0 0,-111-39 0 0 0,-247-53-486 0 0,397 116 305 0 0,-42-8-5 0 0,-116-10 1 0 0,-61 13 18 0 0,167 8 69 0 0,-355 15-61 0 0,291-6-13 0 0,48-1-5 0 0,0 4 1 0 0,1 4 0 0 0,0 3-1 0 0,1 4 1 0 0,1 3 0 0 0,1 4-1 0 0,-101 50 1 0 0,127-52-463 0 0,0 3 0 0 0,-83 59 0 0 0,113-70-6959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0:01.8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3658 182 6913 0 0,'-34'2'842'0'0,"1"1"-1"0"0,0 2 0 0 0,-45 13 0 0 0,40-8-18 0 0,-1-3 0 0 0,-39 4 0 0 0,-287-7 517 0 0,77-3 518 0 0,198 4-1286 0 0,-107 18 1 0 0,-50 29 1483 0 0,54-10-1535 0 0,53-14-470 0 0,-263 46 51 0 0,-7 20 350 0 0,250-52-344 0 0,131-34-127 0 0,0 2 0 0 0,1 0-1 0 0,0 2 1 0 0,1 1 0 0 0,0 2-1 0 0,1 0 1 0 0,-39 31 0 0 0,47-29 9 0 0,2 0 1 0 0,0 2-1 0 0,1-1 1 0 0,0 2 0 0 0,2 0-1 0 0,-14 28 1 0 0,-17 23-3 0 0,-5 4 75 0 0,-40 81-1 0 0,67-109-26 0 0,2 0 0 0 0,2 0 0 0 0,-15 66-1 0 0,-44 345 163 0 0,37 5-128 0 0,19 208-70 0 0,4-64 0 0 0,-6 725 0 0 0,93-185 0 0 0,-49-925 0 0 0,55 450 0 0 0,-30-300 81 0 0,43 248 94 0 0,-65-530 123 0 0,4-2-1 0 0,65 143 1 0 0,-61-157-222 0 0,-26-61-75 0 0,1 0 1 0 0,0 0-1 0 0,0-1 0 0 0,1 0 1 0 0,1 0-1 0 0,0-1 1 0 0,1 0-1 0 0,0-1 1 0 0,13 11-1 0 0,-7-9-1 0 0,1 0 1 0 0,1 0-1 0 0,0-2 0 0 0,1 0 1 0 0,31 11-1 0 0,11-3-2 0 0,1-2 0 0 0,1-2 0 0 0,71 5 0 0 0,-107-16 2 0 0,60 6-23 0 0,115-2 1 0 0,87-20-67 0 0,36 0 19 0 0,631 69 58 0 0,-616-28 12 0 0,228 22 0 0 0,-269-27-81 0 0,131 6-73 0 0,114-20 69 0 0,192 13-27 0 0,2 35 112 0 0,170-59-592 0 0,-310-11 258 0 0,-92 33 241 0 0,120-1-9 0 0,259-4-131 0 0,-865-12 129 0 0,-1 1-1 0 0,1 0 1 0 0,-1 2 0 0 0,34 13 0 0 0,-27-8 204 0 0,42 10 0 0 0,-59-19-99 0 0,-1-1 1 0 0,1 0-1 0 0,0 0 0 0 0,0-1 0 0 0,0 0 1 0 0,-1 0-1 0 0,1-1 0 0 0,0 0 1 0 0,9-3-1 0 0,-11 2 19 0 0,-1 0 0 0 0,1-1 0 0 0,-1-1 0 0 0,0 1 0 0 0,0-1 0 0 0,0 0 0 0 0,0 0 0 0 0,-1 0 0 0 0,0-1 0 0 0,0 0 0 0 0,0 0 0 0 0,0 0 0 0 0,-1-1 1 0 0,0 1-1 0 0,5-9 0 0 0,5-13 164 0 0,0 1 0 0 0,13-39 1 0 0,-11 24-126 0 0,128-341-274 0 0,-22 55-378 0 0,22-99-3 0 0,-30-10 229 0 0,106-529 1121 0 0,-168 547-99 0 0,-35-4-3 0 0,-2 8-221 0 0,-7 301-358 0 0,21-520 122 0 0,-30 494-66 0 0,-7 1 1 0 0,-38-215-1 0 0,-30 32 101 0 0,-29-170-252 0 0,65 122 97 0 0,-24-168 58 0 0,17 169 57 0 0,-30-159 293 0 0,67 480-487 0 0,-1 1 0 0 0,-3 1-1 0 0,-2 0 1 0 0,-33-68 0 0 0,39 94-14 0 0,-1 1 0 0 0,-1 1-1 0 0,0-1 1 0 0,-1 2 0 0 0,-1 0 0 0 0,0 1 0 0 0,-1 0 0 0 0,-1 1-1 0 0,0 1 1 0 0,-1 0 0 0 0,0 1 0 0 0,-35-17 0 0 0,-27-4 26 0 0,-109-29-1 0 0,5 2 2 0 0,23-2 114 0 0,2 0 170 0 0,-171-44 0 0 0,110 55-555 0 0,-319-35-1 0 0,87 65-169 0 0,0 26-371 0 0,76 0 382 0 0,-382-47-689 0 0,155 3 1450 0 0,-156 48 235 0 0,71 2-132 0 0,625-12-443 0 0,-457-3-2749 0 0,408 6-4064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0:44.8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12 5065 0 0,'-15'-12'7218'0'0,"14"18"-6305"0"0,-8 57 651 0 0,3 1 0 0 0,3 92-1 0 0,3-68-1031 0 0,46 832 1538 0 0,-26-665-1819 0 0,-13-55-3373 0 0,-8-176-3310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0:45.2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95 9218 0 0,'0'0'41'0'0,"-1"0"1"0"0,1 0-1 0 0,-1 0 1 0 0,1 0-1 0 0,-1 0 1 0 0,1 0-1 0 0,-1 0 1 0 0,1 0-1 0 0,-1 0 1 0 0,1 0-1 0 0,-1 0 0 0 0,1 0 1 0 0,-1-1-1 0 0,1 1 1 0 0,-1 0-1 0 0,1 0 1 0 0,-1-1-1 0 0,1 1 1 0 0,-1 0-1 0 0,1 0 1 0 0,0-1-1 0 0,-1 1 0 0 0,1-1 1 0 0,-1 1-1 0 0,1 0 1 0 0,0-1-1 0 0,0 1 1 0 0,-1-1-1 0 0,1 1 1 0 0,0-1-1 0 0,0 1 1 0 0,-1-1-1 0 0,1 0 0 0 0,-3-25 1041 0 0,3 19-372 0 0,1 0 0 0 0,0 0 0 0 0,0 0 1 0 0,0 0-1 0 0,5-10 0 0 0,-6 17-676 0 0,0-1 1 0 0,0 1-1 0 0,0-1 0 0 0,0 1 0 0 0,0 0 1 0 0,1-1-1 0 0,-1 1 0 0 0,0 0 0 0 0,0-1 0 0 0,0 1 1 0 0,1 0-1 0 0,-1-1 0 0 0,0 1 0 0 0,0 0 1 0 0,1 0-1 0 0,-1-1 0 0 0,0 1 0 0 0,1 0 1 0 0,-1 0-1 0 0,0 0 0 0 0,1-1 0 0 0,-1 1 1 0 0,0 0-1 0 0,1 0 0 0 0,-1 0 0 0 0,1 0 1 0 0,-1 0-1 0 0,0 0 0 0 0,1 0 0 0 0,-1 0 0 0 0,1 0 1 0 0,-1 0-1 0 0,0 0 0 0 0,1 0 0 0 0,-1 0 1 0 0,1 0-1 0 0,11 13 510 0 0,4 21 120 0 0,14 70 1419 0 0,-19-61-1455 0 0,3 0 0 0 0,31 70-1 0 0,-25-73-519 0 0,3 0 1 0 0,33 45-1 0 0,-48-75-70 0 0,-1 0 0 0 0,1-1 0 0 0,1 0 0 0 0,0 0 0 0 0,0-1 0 0 0,1 0 0 0 0,0 0 0 0 0,0-1 0 0 0,1-1 0 0 0,0 1 0 0 0,0-2 0 0 0,0 0 0 0 0,16 5 0 0 0,-21-8-27 0 0,1-1 0 0 0,0 0-1 0 0,-1 0 1 0 0,1-1 0 0 0,0 0 0 0 0,0 0 0 0 0,0 0 0 0 0,-1-1 0 0 0,1 0 0 0 0,0-1 0 0 0,-1 1 0 0 0,1-1 0 0 0,-1 0 0 0 0,9-5 0 0 0,-6 2 5 0 0,0 0 0 0 0,0-1 0 0 0,-1 0 0 0 0,0-1 0 0 0,0 1-1 0 0,-1-2 1 0 0,0 1 0 0 0,10-15 0 0 0,0-2-73 0 0,-2-2-1 0 0,-1 1 0 0 0,-1-2 0 0 0,-2 0 1 0 0,15-49-1 0 0,-25 73 87 0 0,12-41-1397 0 0,3-1-3837 0 0,1 1-1966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0:45.8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83 4609 0 0,'-24'-37'3009'0'0,"-2"-8"8182"0"0,47 65-10307 0 0,0 2 1 0 0,-2 1-1 0 0,30 45 0 0 0,39 83-495 0 0,-42-67-119 0 0,61 126-144 0 0,-26-44-316 0 0,-74-153-99 0 0,1 1 0 0 0,16 20 1 0 0,-2-14-6428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0:46.1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2 168 2304 0 0,'-1'-3'408'0'0,"1"0"0"0"0,0-1-1 0 0,-1 1 1 0 0,1 0 0 0 0,0-1-1 0 0,0 1 1 0 0,1 0-1 0 0,-1-1 1 0 0,1 1 0 0 0,0 0-1 0 0,0-1 1 0 0,0 1 0 0 0,0 0-1 0 0,0 0 1 0 0,1 0-1 0 0,-1 0 1 0 0,1 0 0 0 0,0 0-1 0 0,4-4 1 0 0,2-5 181 0 0,1 2 1 0 0,1-1-1 0 0,15-13 1 0 0,-20 20-280 0 0,1-1 0 0 0,-1 1 1 0 0,1 0-1 0 0,0 0 0 0 0,1 1 0 0 0,-1 0 1 0 0,1 0-1 0 0,-1 0 0 0 0,1 1 1 0 0,0 0-1 0 0,0 0 0 0 0,0 1 1 0 0,0 0-1 0 0,13 0 0 0 0,-15 1-199 0 0,-1 0 1 0 0,1 1-1 0 0,0 0 0 0 0,0 0 0 0 0,-1 0 0 0 0,1 1 1 0 0,-1-1-1 0 0,1 1 0 0 0,-1 0 0 0 0,1 0 0 0 0,-1 1 1 0 0,0-1-1 0 0,0 1 0 0 0,0 0 0 0 0,-1 0 0 0 0,1 1 1 0 0,-1-1-1 0 0,0 0 0 0 0,0 1 0 0 0,0 0 1 0 0,0 0-1 0 0,3 7 0 0 0,4 8-2 0 0,-1 1 0 0 0,-2 0 0 0 0,0 1 0 0 0,-1 0 0 0 0,-1 0 0 0 0,0 0 0 0 0,-2 1 0 0 0,-1-1 0 0 0,0 30 0 0 0,-4 5-46 0 0,-1 1-1 0 0,-16 77 1 0 0,10-88-56 0 0,-1 1 0 0 0,-31 81 0 0 0,31-106-927 0 0,0 0 0 0 0,-15 21 1 0 0,12-23-5821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0:46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0 203 920 0 0,'7'0'11400'0'0,"61"19"-7284"0"0,-54-16-3580 0 0,-1 0-1 0 0,1 1 1 0 0,-1 1 0 0 0,0 0 0 0 0,0 0-1 0 0,0 1 1 0 0,14 10 0 0 0,-15-6-307 0 0,-1 0 0 0 0,0 1 0 0 0,-1 0 0 0 0,0 0 0 0 0,-1 1 0 0 0,0 1 0 0 0,12 21 0 0 0,-8-12-151 0 0,-13-22-77 0 0,0 0 0 0 0,0 0 0 0 0,0 0 1 0 0,0 0-1 0 0,0 0 0 0 0,1 0 0 0 0,-1 0 1 0 0,0 0-1 0 0,0 0 0 0 0,0-1 0 0 0,0 1 1 0 0,0 0-1 0 0,0 0 0 0 0,0 0 0 0 0,0 0 1 0 0,0 0-1 0 0,0 0 0 0 0,0 0 0 0 0,0 0 1 0 0,1 0-1 0 0,-1 0 0 0 0,0 0 0 0 0,0 0 1 0 0,0 0-1 0 0,0 0 0 0 0,0 0 0 0 0,0 0 1 0 0,0 0-1 0 0,0 0 0 0 0,0 0 0 0 0,0 0 1 0 0,0 0-1 0 0,1 0 0 0 0,-1 1 0 0 0,0-1 1 0 0,0 0-1 0 0,0 0 0 0 0,0 0 0 0 0,0 0 1 0 0,-3-17 6 0 0,-9-21-13 0 0,12 36-27 0 0,-59-180-1211 0 0,52 149-2848 0 0,-7-61-1 0 0,12 57-1629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0:46.6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12443 0 0,'0'9'293'0'0,"1"0"1"0"0,0-1 0 0 0,1 1 0 0 0,0 0 0 0 0,0-1-1 0 0,1 0 1 0 0,6 14 0 0 0,34 57 1418 0 0,-28-56-1047 0 0,14 34-1 0 0,-22-35-1367 0 0,-6-18 598 0 0,0 0-1 0 0,0 0 1 0 0,0 0-1 0 0,0-1 0 0 0,1 1 1 0 0,0 0-1 0 0,0-1 1 0 0,0 1-1 0 0,5 6 0 0 0,-3-9 106 0 0,1-4 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0:46.8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0 9218 0 0,'-3'3'408'0'0,"3"-1"80"0"0,0-1-392 0 0,0 2-96 0 0,1 0 0 0 0,1 0 0 0 0,-1 3-416 0 0,3 6-96 0 0,4 5-32 0 0,1 9 0 0 0,6 2 440 0 0,-1-2 104 0 0,4-2 0 0 0,1-1 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0:47.1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1 274 2761 0 0,'7'-1'655'0'0,"0"1"1"0"0,0-1 0 0 0,0 1-1 0 0,0 1 1 0 0,0-1 0 0 0,-1 1-1 0 0,1 0 1 0 0,11 4 0 0 0,55 22 3363 0 0,-40-14-2324 0 0,127 60 4596 0 0,-159-73-6275 0 0,0 1 0 0 0,-1-1-1 0 0,1 1 1 0 0,0-1 0 0 0,0 0 0 0 0,0 1-1 0 0,-1-1 1 0 0,1 0 0 0 0,0 0 0 0 0,0 0 0 0 0,0 1-1 0 0,0-1 1 0 0,0 0 0 0 0,0 0 0 0 0,-1 0-1 0 0,1 0 1 0 0,0 0 0 0 0,0-1 0 0 0,0 1-1 0 0,0 0 1 0 0,1-1 0 0 0,-2 1-11 0 0,1-1 0 0 0,-1 0 0 0 0,0 1 0 0 0,0-1 0 0 0,0 0 0 0 0,1 1 0 0 0,-1-1 0 0 0,0 0 0 0 0,0 1 0 0 0,0-1 0 0 0,0 1 0 0 0,0-1 0 0 0,0 0-1 0 0,0 1 1 0 0,-1-1 0 0 0,1 0 0 0 0,0 1 0 0 0,0-1 0 0 0,0 0 0 0 0,-1 1 0 0 0,0-2 0 0 0,-24-42 23 0 0,19 36 60 0 0,-5-11-54 0 0,-62-113 445 0 0,65 114-607 0 0,1-1 0 0 0,1 1 0 0 0,1-1-1 0 0,0 0 1 0 0,-3-37 0 0 0,6 29-715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0:47.6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179 614 3681 0 0,'0'1'56'0'0,"1"1"0"0"0,-1-1 0 0 0,1 0 1 0 0,-1 1-1 0 0,0-1 0 0 0,1 0 0 0 0,-1 1 1 0 0,0-1-1 0 0,0 1 0 0 0,0-1 0 0 0,0 1 0 0 0,0-1 1 0 0,0 1-1 0 0,0-1 0 0 0,-1 0 0 0 0,1 1 1 0 0,-1 1-1 0 0,-7-2 1133 0 0,-6-12 196 0 0,4-1-687 0 0,0-1 1 0 0,1 0-1 0 0,0 0 1 0 0,2-1-1 0 0,-1 0 1 0 0,2-1-1 0 0,-10-28 1 0 0,11 27-224 0 0,-1 1 0 0 0,-1 0 1 0 0,0 0-1 0 0,-1 0 0 0 0,0 1 1 0 0,-19-25-1 0 0,14 29 359 0 0,12 18 286 0 0,14 20-265 0 0,14 5-807 0 0,2 0 1 0 0,0-2 0 0 0,3-2 0 0 0,0 0 0 0 0,2-3-1 0 0,67 42 1 0 0,-94-64-32 0 0,0-1 0 0 0,1 0 0 0 0,0 0 0 0 0,-1 0-1 0 0,1-1 1 0 0,16 3 0 0 0,-23-5-15 0 0,1 0 0 0 0,-1 0 0 0 0,1 0-1 0 0,-1 0 1 0 0,1 0 0 0 0,-1 0 0 0 0,1 0-1 0 0,-1 0 1 0 0,1-1 0 0 0,-1 1 0 0 0,0 0 0 0 0,1-1-1 0 0,-1 0 1 0 0,1 1 0 0 0,-1-1 0 0 0,0 0-1 0 0,0 1 1 0 0,1-1 0 0 0,-1 0 0 0 0,0 0 0 0 0,0 0-1 0 0,0 0 1 0 0,0 0 0 0 0,0 0 0 0 0,0-1 0 0 0,0 1-1 0 0,-1 0 1 0 0,1 0 0 0 0,0-1 0 0 0,-1 1-1 0 0,1 0 1 0 0,0-1 0 0 0,-1 1 0 0 0,0-1 0 0 0,1 1-1 0 0,-1 0 1 0 0,0-1 0 0 0,0 1 0 0 0,0-1-1 0 0,0 1 1 0 0,0-1 0 0 0,0 1 0 0 0,0-1 0 0 0,0 1-1 0 0,-1-3 1 0 0,-4-28 158 0 0,-2 0 1 0 0,-1 0-1 0 0,-19-49 0 0 0,-8-33 242 0 0,34 113-372 0 0,0-1 0 0 0,1 1 0 0 0,-1-1-1 0 0,1 0 1 0 0,0 1 0 0 0,0-1 0 0 0,-1 1 0 0 0,1-1-1 0 0,0 1 1 0 0,0-1 0 0 0,0 0 0 0 0,1 1 0 0 0,-1-1 0 0 0,0 1-1 0 0,1-1 1 0 0,-1 1 0 0 0,1-1 0 0 0,0-2 0 0 0,0 4-10 0 0,0-1-1 0 0,0 1 1 0 0,-1 0 0 0 0,1-1 0 0 0,0 1 0 0 0,0 0 0 0 0,-1 0-1 0 0,1 0 1 0 0,0 0 0 0 0,0 0 0 0 0,-1 0 0 0 0,1 0-1 0 0,0 0 1 0 0,0 0 0 0 0,0 0 0 0 0,-1 0 0 0 0,1 0 0 0 0,0 0-1 0 0,0 1 1 0 0,-1-1 0 0 0,1 0 0 0 0,0 1 0 0 0,-1-1 0 0 0,1 0-1 0 0,1 1 1 0 0,8 6 51 0 0,0-1 0 0 0,-1 1 0 0 0,12 12-1 0 0,-20-19-77 0 0,18 17 55 0 0,1 0 0 0 0,22 13 0 0 0,-35-26-26 0 0,1 1-1 0 0,0-1 0 0 0,0 0 1 0 0,1-1-1 0 0,-1 1 1 0 0,1-2-1 0 0,0 1 1 0 0,0-1-1 0 0,10 0 0 0 0,-18-2-4 0 0,0 0 0 0 0,0 0-1 0 0,0 0 1 0 0,0 0-1 0 0,0 0 1 0 0,0 0 0 0 0,0-1-1 0 0,0 1 1 0 0,0 0 0 0 0,0-1-1 0 0,0 1 1 0 0,0-1-1 0 0,0 1 1 0 0,0-1 0 0 0,-1 1-1 0 0,1-1 1 0 0,0 0-1 0 0,0 1 1 0 0,-1-1 0 0 0,1 0-1 0 0,0 0 1 0 0,-1 0-1 0 0,1 1 1 0 0,0-1 0 0 0,-1 0-1 0 0,0 0 1 0 0,1 0 0 0 0,-1 0-1 0 0,1 0 1 0 0,-1 0-1 0 0,0 0 1 0 0,0 0 0 0 0,1 0-1 0 0,-1 0 1 0 0,0 0-1 0 0,0 0 1 0 0,0 0 0 0 0,0 0-1 0 0,0 0 1 0 0,-1-2-1 0 0,1-7 82 0 0,-1-1 0 0 0,-1 1 0 0 0,-2-13 0 0 0,1 7 0 0 0,-4-33 14 0 0,2 1-1 0 0,2-1 1 0 0,2 0-1 0 0,7-49 1 0 0,-1 58-319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40.3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1 3681 0 0,'-3'63'3846'0'0,"-11"45"-2623"0"0,-5 61-883 0 0,3 496 2044 0 0,65 102-1027 0 0,-26-521-941 0 0,44 371 739 0 0,-31-321 206 0 0,-28-206-780 0 0,-3 1 0 0 0,-3-1 0 0 0,-5 1 0 0 0,-25 154 0 0 0,8-86 30 0 0,10-70-1527 0 0,10-89 876 0 0,0 0 0 0 0,0 1 0 0 0,0-1 0 0 0,0 0 0 0 0,0 0 0 0 0,-1 0 0 0 0,1 0 0 0 0,0 1 0 0 0,0-1 0 0 0,0 0 0 0 0,0 0 0 0 0,0 0 1 0 0,0 1-1 0 0,0-1 0 0 0,0 0 0 0 0,0 0 0 0 0,0 0 0 0 0,0 1 0 0 0,0-1 0 0 0,0 0 0 0 0,0 0 0 0 0,0 0 0 0 0,0 1 0 0 0,0-1 0 0 0,0 0 1 0 0,0 0-1 0 0,1 0 0 0 0,-1 0 0 0 0,0 1 0 0 0,0-1 0 0 0,0 0 0 0 0,0 0 0 0 0,0 0 0 0 0,0 0 0 0 0,1 1 0 0 0,-1-1 0 0 0,0 0 0 0 0,0 0 0 0 0,0 0 1 0 0,0 0-1 0 0,1 0 0 0 0,-1 0 0 0 0,0 0 0 0 0,0 0 0 0 0,0 1 0 0 0,0-1 0 0 0,1 0 0 0 0,-1 0 0 0 0,0 0 0 0 0,0 0 0 0 0,0 0 0 0 0,1 0 0 0 0,-1 0 1 0 0,0 0-1 0 0,10-9-2461 0 0,-3-4 1142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42.0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0 381 3225 0 0,'6'-6'222'0'0,"1"0"0"0"0,0 0 0 0 0,0 0 0 0 0,0 1 1 0 0,1 0-1 0 0,0 0 0 0 0,-1 1 0 0 0,2 0 0 0 0,-1 0 1 0 0,0 1-1 0 0,1 0 0 0 0,9-1 0 0 0,194-39 4755 0 0,-110 20-3812 0 0,2 4 0 0 0,175-8 0 0 0,217 24 467 0 0,-332 5-1224 0 0,145 8 170 0 0,137-2 15 0 0,-247-16-264 0 0,-1-10 1 0 0,273-58-1 0 0,-288 38-292 0 0,142-33-326 0 0,-313 68 264 0 0,-6 1-25 0 0,0 0-1 0 0,1 0 1 0 0,-1 0-1 0 0,0 1 1 0 0,1 0-1 0 0,-1 1 1 0 0,1-1-1 0 0,-1 1 1 0 0,1 1-1 0 0,-1-1 0 0 0,0 1 1 0 0,1 0-1 0 0,6 2 1 0 0,-11-1-25 0 0,0 0 0 0 0,0 0 1 0 0,-1 0-1 0 0,1 0 0 0 0,-1 0 1 0 0,1 0-1 0 0,-1 0 0 0 0,0 0 1 0 0,0 1-1 0 0,0-1 0 0 0,0 0 1 0 0,0 1-1 0 0,0-1 0 0 0,-1 1 1 0 0,1 2-1 0 0,-2 4 550 0 0,-57 269 2469 0 0,0 0-2974 0 0,27-144 32 0 0,5 1 1 0 0,-13 232 0 0 0,29 280 70 0 0,7-136-80 0 0,3-504 8 0 0,-18 727-130 0 0,49-320 153 0 0,-6-145 163 0 0,-24-244-156 0 0,-1-1 1 0 0,-1 1-1 0 0,-1 0 1 0 0,-6 29-1 0 0,1-25 159 0 0,-15 42-1 0 0,19-64-160 0 0,0 1 1 0 0,0-1-1 0 0,0 0 0 0 0,-1 0 0 0 0,0 0 0 0 0,0-1 1 0 0,-1 1-1 0 0,0-1 0 0 0,0 0 0 0 0,-1 0 0 0 0,1-1 1 0 0,-1 1-1 0 0,-1-1 0 0 0,1-1 0 0 0,-1 1 0 0 0,1-1 1 0 0,-1 0-1 0 0,0-1 0 0 0,-1 1 0 0 0,-13 3 1 0 0,-102 37 62 0 0,-124 36-434 0 0,170-62 315 0 0,-132 29-51 0 0,162-40 66 0 0,-1-1-1 0 0,-72-1 0 0 0,-250 14-277 0 0,331-16 274 0 0,-20 0-114 0 0,-1-2 1 0 0,1-3 0 0 0,-67-10-1 0 0,-9-6 58 0 0,35 6-101 0 0,2-4 0 0 0,-125-37-1 0 0,189 43 110 0 0,-2 1 0 0 0,1 3 0 0 0,-1 0 0 0 0,0 3 0 0 0,0 0 0 0 0,0 3 0 0 0,-67 7 0 0 0,75-5 87 0 0,1-2 0 0 0,0-1 1 0 0,0-1-1 0 0,0-1 0 0 0,0-1 0 0 0,0-1 0 0 0,1-2 1 0 0,0-1-1 0 0,-42-17 0 0 0,36 11-23 0 0,-2 2 0 0 0,0 1 0 0 0,0 2 0 0 0,-1 1 0 0 0,-48-3 0 0 0,11 10 298 0 0,36 1 97 0 0,-66-8 0 0 0,102 8-396 0 0,-1 0 0 0 0,0 0 0 0 0,0-1-1 0 0,0 1 1 0 0,1 0 0 0 0,-1 0 0 0 0,0 0 0 0 0,0 0-1 0 0,0 0 1 0 0,1 0 0 0 0,-1 1 0 0 0,0-1-1 0 0,0 0 1 0 0,0 0 0 0 0,1 0 0 0 0,-1 1 0 0 0,0-1-1 0 0,0 0 1 0 0,1 1 0 0 0,-1-1 0 0 0,0 1 0 0 0,1-1-1 0 0,-1 1 1 0 0,1-1 0 0 0,-1 1 0 0 0,0-1-1 0 0,1 1 1 0 0,-1 0 0 0 0,1-1 0 0 0,0 1 0 0 0,-1 0-1 0 0,1 0 1 0 0,-1-1 0 0 0,1 2 0 0 0,-1 0-141 0 0,1 0 0 0 0,0 0-1 0 0,0-1 1 0 0,0 1 0 0 0,0 0 0 0 0,0 0 0 0 0,0 0 0 0 0,0 0 0 0 0,0 0 0 0 0,1 0 0 0 0,-1-1 0 0 0,1 1 0 0 0,0 0 0 0 0,0 2 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48.0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90 1 1840 0 0,'-1'0'125'0'0,"-46"20"2586"0"0,45-19-2428 0 0,0 0 0 0 0,0 0 0 0 0,0-1-1 0 0,0 1 1 0 0,0-1 0 0 0,-1 1 0 0 0,1-1 0 0 0,0 0 0 0 0,-20-7 8820 0 0,62 17-7971 0 0,1 11-646 0 0,1-1-1 0 0,75 23 0 0 0,-35-21 108 0 0,1-4 0 0 0,150 14 0 0 0,-157-21-138 0 0,0 3 0 0 0,127 43 0 0 0,-182-51-517 0 0,0 0 0 0 0,0-1 0 0 0,0-1 1 0 0,1-1-1 0 0,0-1 0 0 0,-1-1 0 0 0,1-1 0 0 0,23-2 1 0 0,130-4 204 0 0,-131 6-126 0 0,-21-7-5551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48.9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119 23 2304 0 0,'-6'0'276'0'0,"0"-1"-1"0"0,-1 0 0 0 0,1-1 0 0 0,0 1 0 0 0,-10-5 0 0 0,11 4 274 0 0,1 0 0 0 0,-1 0 1 0 0,0 1-1 0 0,1 0 0 0 0,-1 0 0 0 0,0 0 0 0 0,0 0 0 0 0,0 1 0 0 0,0 0 1 0 0,1 0-1 0 0,-8 1 0 0 0,11-1-413 0 0,1 0 1 0 0,-1 0-1 0 0,1 1 1 0 0,-1-1-1 0 0,1 1 0 0 0,-1-1 1 0 0,1 0-1 0 0,0 1 1 0 0,-1-1-1 0 0,1 1 0 0 0,0-1 1 0 0,-1 1-1 0 0,1-1 1 0 0,0 1-1 0 0,0-1 0 0 0,0 1 1 0 0,-1-1-1 0 0,1 1 1 0 0,0 0-1 0 0,0-1 0 0 0,0 1 1 0 0,0-1-1 0 0,0 1 1 0 0,0-1-1 0 0,0 1 0 0 0,0 0 1 0 0,0-1-1 0 0,0 1 1 0 0,0-1-1 0 0,0 1 0 0 0,1-1 1 0 0,-1 1-1 0 0,0-1 1 0 0,0 1-1 0 0,1-1 0 0 0,-1 1 1 0 0,0-1-1 0 0,0 1 1 0 0,1-1-1 0 0,0 2 0 0 0,13 19 697 0 0,-4-12-597 0 0,0-2 0 0 0,0 1 0 0 0,0-2 0 0 0,1 1-1 0 0,15 6 1 0 0,-13-7-115 0 0,0 1 0 0 0,0 0-1 0 0,20 17 1 0 0,1 5-51 0 0,-1 2 0 0 0,-2 2 0 0 0,39 52 0 0 0,-68-82-56 0 0,0 0-1 0 0,0-1 1 0 0,0 1-1 0 0,-1 0 0 0 0,1 0 1 0 0,-1 1-1 0 0,0-1 1 0 0,0 0-1 0 0,0 0 1 0 0,0 1-1 0 0,0-1 1 0 0,-1 0-1 0 0,1 1 1 0 0,-1-1-1 0 0,0 0 1 0 0,0 1-1 0 0,-1-1 1 0 0,0 6-1 0 0,-1-3 13 0 0,-1 0-1 0 0,1 0 1 0 0,-1-1 0 0 0,0 0-1 0 0,-1 1 1 0 0,1-1-1 0 0,-1-1 1 0 0,0 1 0 0 0,-9 8-1 0 0,-109 88 1704 0 0,115-93-1628 0 0,0 0 1 0 0,1 1 0 0 0,0 0 0 0 0,1 0 0 0 0,-5 12 0 0 0,-17 25 361 0 0,-11 2-217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50.8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223 0 6913 0 0,'-5'1'319'0'0,"0"-1"0"0"0,0 1 0 0 0,0 0 0 0 0,0 1 0 0 0,0-1 0 0 0,1 1-1 0 0,-1 0 1 0 0,1 0 0 0 0,-1 1 0 0 0,1-1 0 0 0,0 1 0 0 0,0 0 0 0 0,-5 4-1 0 0,-5 5 982 0 0,1 1-1 0 0,-14 17 0 0 0,14-14-991 0 0,2 0-1 0 0,-1 1 0 0 0,2 0 1 0 0,0 1-1 0 0,-8 24 1 0 0,12-29-140 0 0,2 0 1 0 0,0 0-1 0 0,0 1 1 0 0,1-1-1 0 0,1 1 1 0 0,0 0-1 0 0,1 0 1 0 0,1 21-1 0 0,1-33-197 0 0,-1 0 0 0 0,0 0-1 0 0,1 0 1 0 0,-1 0 0 0 0,1 0 0 0 0,0 0 0 0 0,0 0-1 0 0,0 0 1 0 0,0 0 0 0 0,0 0 0 0 0,0 0 0 0 0,0-1-1 0 0,1 1 1 0 0,-1 0 0 0 0,1-1 0 0 0,-1 1 0 0 0,1-1-1 0 0,-1 0 1 0 0,1 1 0 0 0,0-1 0 0 0,0 0 0 0 0,0 0-1 0 0,0 0 1 0 0,0 0 0 0 0,-1-1 0 0 0,2 1 0 0 0,-1 0-1 0 0,0-1 1 0 0,0 1 0 0 0,2-1 0 0 0,9 2-248 0 0,-1-1-1 0 0,1-1 1 0 0,0 0-1 0 0,13-2 1 0 0,2 0 27 0 0,-6 2 132 0 0,-1 1-1 0 0,1 1 1 0 0,-1 1 0 0 0,23 6-1 0 0,-37-8 113 0 0,0 1-1 0 0,-1 0 0 0 0,1 1 0 0 0,0 0 0 0 0,-1 0 1 0 0,0 0-1 0 0,0 1 0 0 0,0 0 0 0 0,0 0 1 0 0,-1 0-1 0 0,1 1 0 0 0,-1 0 0 0 0,0 0 1 0 0,-1 0-1 0 0,1 1 0 0 0,4 8 0 0 0,-7-10 18 0 0,-1 0-1 0 0,1 0 0 0 0,-1 1 0 0 0,0-1 1 0 0,-1 1-1 0 0,1-1 0 0 0,-1 1 1 0 0,0-1-1 0 0,0 1 0 0 0,0-1 1 0 0,0 1-1 0 0,-1-1 0 0 0,0 1 0 0 0,0-1 1 0 0,0 1-1 0 0,0-1 0 0 0,-1 0 1 0 0,0 0-1 0 0,-3 6 0 0 0,1-2 46 0 0,0 1-1 0 0,-1-1 0 0 0,-1 0 1 0 0,1 0-1 0 0,-1-1 0 0 0,-1 0 1 0 0,1 0-1 0 0,-9 7 0 0 0,4-7-254 0 0,1 0 0 0 0,-1-1 0 0 0,0 0 0 0 0,-20 6 0 0 0,8-2-3805 0 0,8-3-767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51.0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13363 0 0,'1'12'609'0'0,"1"-1"0"0"0,1 1 0 0 0,0-1 0 0 0,0 0 0 0 0,1 0 0 0 0,0 0 0 0 0,1-1 0 0 0,8 13 0 0 0,5 15-248 0 0,-13-27-497 0 0,20 42 141 0 0,-5-20-3606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51.2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 10594 0 0,'-3'1'944'0'0,"1"1"-751"0"0,2-1-346 0 0,-1 2-287 0 0,-1 0 208 0 0,1 0-48 0 0,-1 2-8 0 0,4-1 0 0 0,2-1 0 0 0,5 1 288 0 0,-3-1 0 0 0,-2 2 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51.7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143 13 3225 0 0,'-1'-1'231'0'0,"0"0"-1"0"0,0-1 1 0 0,0 1 0 0 0,0 1 0 0 0,-1-1 0 0 0,1 0 0 0 0,0 0-1 0 0,0 0 1 0 0,-1 1 0 0 0,1-1 0 0 0,-1 0 0 0 0,1 1 0 0 0,-1 0-1 0 0,1-1 1 0 0,-1 1 0 0 0,1 0 0 0 0,-1-1 0 0 0,1 1 0 0 0,-1 0 0 0 0,1 0-1 0 0,-1 0 1 0 0,-1 1 0 0 0,0 0 76 0 0,1 0 1 0 0,-1 0-1 0 0,1 0 0 0 0,-1 0 0 0 0,1 1 1 0 0,-1-1-1 0 0,1 1 0 0 0,0-1 1 0 0,0 1-1 0 0,0 0 0 0 0,-3 3 0 0 0,-2 4 279 0 0,0 0 0 0 0,1 0-1 0 0,0 1 1 0 0,-8 17 0 0 0,6-11-292 0 0,-17 41 254 0 0,24-54-579 0 0,0-1 0 0 0,0 1-1 0 0,0 0 1 0 0,1 0-1 0 0,-1-1 1 0 0,1 1 0 0 0,0 0-1 0 0,0 0 1 0 0,0 0-1 0 0,0-1 1 0 0,0 1 0 0 0,1 0-1 0 0,-1 0 1 0 0,1-1-1 0 0,0 1 1 0 0,-1 0 0 0 0,3 4-1 0 0,-2-6-51 0 0,0 0 0 0 0,0-1 0 0 0,0 1 0 0 0,0 0 0 0 0,1 0 0 0 0,-1-1 0 0 0,0 1 0 0 0,0-1 0 0 0,0 1-1 0 0,1-1 1 0 0,-1 1 0 0 0,0-1 0 0 0,0 0 0 0 0,1 1 0 0 0,-1-1 0 0 0,0 0 0 0 0,1 0 0 0 0,-1 0 0 0 0,0 0 0 0 0,1 0 0 0 0,-1 0-1 0 0,0-1 1 0 0,1 1 0 0 0,-1 0 0 0 0,0-1 0 0 0,1 1 0 0 0,-1-1 0 0 0,0 1 0 0 0,0-1 0 0 0,2-1 0 0 0,2 0-230 0 0,1-1-1 0 0,-1 0 1 0 0,0 0 0 0 0,-1 0 0 0 0,8-7 0 0 0,-3-1-18 0 0,0 0 0 0 0,-1 0 1 0 0,0-1-1 0 0,10-20 0 0 0,-12 21 580 0 0,0 0 0 0 0,0 0 0 0 0,2 0 0 0 0,-1 1 0 0 0,19-19 0 0 0,-26 28-152 0 0,1 1 0 0 0,-1-1 0 0 0,1 1 0 0 0,0-1 0 0 0,-1 1 0 0 0,1-1 0 0 0,0 1 0 0 0,0-1 0 0 0,-1 1 0 0 0,1 0 0 0 0,0-1 0 0 0,0 1 0 0 0,0 0 0 0 0,-1 0 0 0 0,1 0 0 0 0,0 0 0 0 0,0 0 0 0 0,0 0 0 0 0,0 0 0 0 0,-1 0 0 0 0,1 0 0 0 0,0 0 0 0 0,0 0 1 0 0,0 0-1 0 0,1 1 0 0 0,0 0 38 0 0,-1 0 0 0 0,1 0-1 0 0,-1 0 1 0 0,1 0 0 0 0,-1 0 0 0 0,0 0 0 0 0,1 1 0 0 0,-1-1 0 0 0,0 1 0 0 0,0-1 0 0 0,2 3 0 0 0,2 7 299 0 0,1 0 0 0 0,-2 0 1 0 0,5 13-1 0 0,-5-12 4 0 0,4 8-364 0 0,15 36 188 0 0,-3 1 0 0 0,-2 1 0 0 0,12 71 0 0 0,-29-123-251 0 0,0 1 0 0 0,-1 0 1 0 0,0-1-1 0 0,-1 1 0 0 0,1 0 1 0 0,-1-1-1 0 0,-2 7 0 0 0,3-11-12 0 0,0-1 0 0 0,-1 1 1 0 0,1-1-1 0 0,-1 0 0 0 0,1 1 0 0 0,-1-1 0 0 0,1 0 0 0 0,-1 0 0 0 0,0 1 0 0 0,1-1 0 0 0,-1 0 0 0 0,0 0 0 0 0,0 0 0 0 0,0 0 1 0 0,0 0-1 0 0,0 0 0 0 0,0 0 0 0 0,0 0 0 0 0,0-1 0 0 0,0 1 0 0 0,-1 0 0 0 0,1-1 0 0 0,0 1 0 0 0,0 0 0 0 0,-1-1 0 0 0,1 0 1 0 0,0 1-1 0 0,-1-1 0 0 0,1 0 0 0 0,-1 0 0 0 0,1 1 0 0 0,0-1 0 0 0,-1 0 0 0 0,1 0 0 0 0,0-1 0 0 0,-1 1 0 0 0,1 0 1 0 0,-3-1-1 0 0,1 1-224 0 0,1-1-1 0 0,-1 1 1 0 0,0-1 0 0 0,1 0 0 0 0,-1 0 0 0 0,0 0 0 0 0,1 0 0 0 0,-1 0 0 0 0,1-1 0 0 0,0 1 0 0 0,-1-1 0 0 0,1 1 0 0 0,0-1 0 0 0,0 0 0 0 0,0 0 0 0 0,0 0 0 0 0,0 0 0 0 0,1 0 0 0 0,-1 0 0 0 0,1 0 0 0 0,-1-1 0 0 0,1 1-1 0 0,-2-4 1 0 0,1-6-1398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52.1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3 143 10594 0 0,'-1'-1'115'0'0,"1"-1"0"0"0,0 1 0 0 0,-1 0 0 0 0,1-1 0 0 0,0 1-1 0 0,0-1 1 0 0,0 1 0 0 0,0 0 0 0 0,0-1 0 0 0,0 1 0 0 0,0 0 0 0 0,1-1 0 0 0,-1 1-1 0 0,1 0 1 0 0,-1-1 0 0 0,1 1 0 0 0,-1 0 0 0 0,1 0 0 0 0,-1-1 0 0 0,1 1-1 0 0,0 0 1 0 0,0 0 0 0 0,0 0 0 0 0,1-2 0 0 0,-1 3 3 0 0,0-1 0 0 0,0 1 0 0 0,-1-1 1 0 0,1 1-1 0 0,0 0 0 0 0,0-1 0 0 0,0 1 0 0 0,-1 0 0 0 0,1-1 0 0 0,0 1 1 0 0,0 0-1 0 0,0 0 0 0 0,0 0 0 0 0,0 0 0 0 0,0 0 0 0 0,0 0 0 0 0,-1 0 1 0 0,1 0-1 0 0,0 0 0 0 0,0 1 0 0 0,0-1 0 0 0,0 0 0 0 0,0 1 1 0 0,-1-1-1 0 0,1 0 0 0 0,0 1 0 0 0,0-1 0 0 0,-1 1 0 0 0,1-1 0 0 0,0 1 1 0 0,0-1-1 0 0,-1 1 0 0 0,1 0 0 0 0,-1-1 0 0 0,1 1 0 0 0,0 0 0 0 0,-1-1 1 0 0,0 1-1 0 0,1 1 0 0 0,8 12 262 0 0,-1 1 0 0 0,0 0 1 0 0,-1 0-1 0 0,5 19 0 0 0,7 12-325 0 0,-19-45-85 0 0,-1-1 0 0 0,1 0 0 0 0,0 0 0 0 0,1 1 0 0 0,-1-1 0 0 0,0 0 0 0 0,0 0-1 0 0,0 0 1 0 0,0 1 0 0 0,0-1 0 0 0,0 0 0 0 0,0 0 0 0 0,0 0 0 0 0,0 1 0 0 0,0-1 0 0 0,0 0-1 0 0,1 0 1 0 0,-1 0 0 0 0,0 0 0 0 0,0 1 0 0 0,0-1 0 0 0,0 0 0 0 0,0 0 0 0 0,1 0 0 0 0,-1 0-1 0 0,0 0 1 0 0,0 0 0 0 0,0 1 0 0 0,1-1 0 0 0,-1 0 0 0 0,0 0 0 0 0,0 0 0 0 0,0 0 0 0 0,1 0 0 0 0,-1 0-1 0 0,0 0 1 0 0,0 0 0 0 0,0 0 0 0 0,1 0 0 0 0,-1 0 0 0 0,0 0 0 0 0,0 0 0 0 0,0 0 0 0 0,1 0-1 0 0,-1 0 1 0 0,0 0 0 0 0,0 0 0 0 0,0 0 0 0 0,1-1 0 0 0,5-13-711 0 0,2-25 92 0 0,-8 36 510 0 0,4-25-88 0 0,13-59-87 0 0,-16 80 339 0 0,2 0 1 0 0,-1 1 0 0 0,1-1 0 0 0,0 0-1 0 0,0 1 1 0 0,1-1 0 0 0,0 1 0 0 0,0 0 0 0 0,8-9-1 0 0,-10 14-5 0 0,-1 0-1 0 0,0-1 0 0 0,1 1 0 0 0,-1 0 1 0 0,1 0-1 0 0,-1 0 0 0 0,1 0 0 0 0,0 0 1 0 0,-1 0-1 0 0,1 0 0 0 0,0 0 1 0 0,0 1-1 0 0,0-1 0 0 0,-1 1 0 0 0,1 0 1 0 0,0-1-1 0 0,0 1 0 0 0,0 0 0 0 0,0 0 1 0 0,0 0-1 0 0,0 0 0 0 0,0 0 1 0 0,-1 1-1 0 0,1-1 0 0 0,0 0 0 0 0,0 1 1 0 0,0 0-1 0 0,0-1 0 0 0,-1 1 0 0 0,1 0 1 0 0,0 0-1 0 0,-1 0 0 0 0,1 0 1 0 0,0 0-1 0 0,-1 0 0 0 0,0 1 0 0 0,2 1 1 0 0,6 6 286 0 0,0 0 0 0 0,-1 1 0 0 0,0 0 0 0 0,10 18 0 0 0,-6-10-155 0 0,60 96-901 0 0,-55-85-2218 0 0,-11-21 1564 0 0,2-1-11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52.7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64 389 5529 0 0,'-1'-4'291'0'0,"-7"-30"1251"0"0,8 32-1207 0 0,-1 0 0 0 0,1 1 0 0 0,-1-1 0 0 0,1 0 0 0 0,-1 1 0 0 0,0-1 0 0 0,1 0 0 0 0,-1 1 1 0 0,0-1-1 0 0,0 1 0 0 0,0 0 0 0 0,0-1 0 0 0,-1 1 0 0 0,-1-2 0 0 0,3 3-180 0 0,-1 0 0 0 0,0 0 0 0 0,0 0 0 0 0,0 1 0 0 0,1-1 0 0 0,-1 0 0 0 0,0 0 0 0 0,1 1 0 0 0,-1-1 0 0 0,0 0 0 0 0,0 1 0 0 0,1-1 0 0 0,-1 1 0 0 0,1-1 0 0 0,-1 1 0 0 0,0-1 0 0 0,1 1 0 0 0,-1-1 0 0 0,1 1 0 0 0,-1-1 0 0 0,1 1 0 0 0,-1 0 0 0 0,1-1 1 0 0,0 1-1 0 0,-1 0 0 0 0,1 0 0 0 0,0-1 0 0 0,0 1 0 0 0,-1 0 0 0 0,1 0 0 0 0,0-1 0 0 0,0 2 0 0 0,-8 26 966 0 0,5-11-998 0 0,-2 13 419 0 0,-2 35-1 0 0,6-57-475 0 0,1-1-1 0 0,0 1 0 0 0,1 0 0 0 0,0-1 0 0 0,0 1 1 0 0,0-1-1 0 0,1 1 0 0 0,0-1 0 0 0,1 0 0 0 0,3 8 0 0 0,-6-14-100 0 0,1 1 0 0 0,0-1 0 0 0,-1 1-1 0 0,1-1 1 0 0,0 0 0 0 0,0 0 0 0 0,0 1-1 0 0,0-1 1 0 0,0 0 0 0 0,0 0 0 0 0,0 0 0 0 0,0 0-1 0 0,0 0 1 0 0,1 0 0 0 0,-1 0 0 0 0,0-1-1 0 0,1 1 1 0 0,-1 0 0 0 0,1-1 0 0 0,-1 1-1 0 0,1-1 1 0 0,-1 1 0 0 0,1-1 0 0 0,-1 0-1 0 0,4 1 1 0 0,-3-2-111 0 0,1 0 0 0 0,-1 1-1 0 0,1-1 1 0 0,-1 0 0 0 0,1 0-1 0 0,-1 0 1 0 0,0-1 0 0 0,1 1-1 0 0,-1-1 1 0 0,0 1 0 0 0,0-1-1 0 0,0 0 1 0 0,3-3 0 0 0,3-3-403 0 0,-1-1 0 0 0,0-1 0 0 0,-1 1 1 0 0,0-1-1 0 0,9-19 0 0 0,-11 16 442 0 0,0-1 0 0 0,-1 0 0 0 0,0-1 0 0 0,-1 1 0 0 0,-1 0 0 0 0,0 0 0 0 0,-2-16 0 0 0,1 17 631 0 0,21 46 1034 0 0,-17-27-1518 0 0,0-1 0 0 0,0 0 0 0 0,1-1 0 0 0,-1 1 0 0 0,1-1 0 0 0,0 0 0 0 0,1 0 0 0 0,-1 0 0 0 0,1-1 0 0 0,-1 0 0 0 0,1 0 0 0 0,0 0 0 0 0,0-1 0 0 0,0 0 0 0 0,1 0 0 0 0,-1 0 0 0 0,0-1 0 0 0,1 0 0 0 0,-1 0 0 0 0,1-1 0 0 0,-1 0 0 0 0,1 0 0 0 0,-1 0 0 0 0,1-1 0 0 0,7-2 0 0 0,-3 1-305 0 0,0-2 1 0 0,0 0 0 0 0,0 0-1 0 0,-1-1 1 0 0,1 0 0 0 0,-1 0-1 0 0,-1-1 1 0 0,1-1 0 0 0,-1 0-1 0 0,0 0 1 0 0,0-1 0 0 0,-1 0-1 0 0,11-13 1 0 0,-13 12-11 0 0,1 0 1 0 0,-1 0-1 0 0,-1-1 0 0 0,0 0 0 0 0,0 0 0 0 0,-1 0 1 0 0,0 0-1 0 0,-1-1 0 0 0,0 0 0 0 0,-1 1 0 0 0,0-1 1 0 0,0 0-1 0 0,-1 0 0 0 0,-1-16 0 0 0,-2 6 743 0 0,0 0-1 0 0,-2 0 0 0 0,0 0 0 0 0,-1 1 1 0 0,-1 0-1 0 0,-14-32 0 0 0,19 51-319 0 0,1 0-1 0 0,0 0 0 0 0,0 0 1 0 0,-1 0-1 0 0,1 0 1 0 0,-1 1-1 0 0,1-1 0 0 0,-1 0 1 0 0,1 0-1 0 0,-1 0 1 0 0,1 1-1 0 0,-1-1 0 0 0,0 0 1 0 0,1 1-1 0 0,-1-1 1 0 0,0 0-1 0 0,-1 0 0 0 0,-3 11 3110 0 0,5 27-488 0 0,8-4-2316 0 0,1 0 0 0 0,2-1 0 0 0,1 0 0 0 0,32 58 0 0 0,-18-37-349 0 0,8 21-69 0 0,-17-34-680 0 0,2 0 0 0 0,35 55 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54.1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68 193 3225 0 0,'1'-25'1370'0'0,"-1"0"1"0"0,-2 0-1 0 0,0-1 0 0 0,-13-48 1 0 0,15 74-1281 0 0,0-1 1 0 0,0 0-1 0 0,0 0 0 0 0,0 1 1 0 0,0-1-1 0 0,0 0 1 0 0,0 0-1 0 0,-1 1 1 0 0,1-1-1 0 0,0 0 0 0 0,-1 1 1 0 0,1-1-1 0 0,0 0 1 0 0,-1 1-1 0 0,1-1 0 0 0,-1 0 1 0 0,1 1-1 0 0,-1-1 1 0 0,1 1-1 0 0,-1-1 0 0 0,0 1 1 0 0,1-1-1 0 0,-1 1 1 0 0,1 0-1 0 0,-1-1 0 0 0,0 1 1 0 0,0 0-1 0 0,1-1 1 0 0,-1 1-1 0 0,0 0 1 0 0,1 0-1 0 0,-1-1 0 0 0,0 1 1 0 0,0 0-1 0 0,1 0 1 0 0,-1 0-1 0 0,0 0 0 0 0,0 0 1 0 0,0 0-1 0 0,1 1 1 0 0,-1-1-1 0 0,0 0 0 0 0,1 0 1 0 0,-1 0-1 0 0,0 1 1 0 0,0-1-1 0 0,1 0 1 0 0,-1 1-1 0 0,-1 0 0 0 0,0 0 42 0 0,1 1 0 0 0,-1 0 0 0 0,0 0 0 0 0,1-1 0 0 0,-1 1 0 0 0,1 0 0 0 0,-1 0 0 0 0,1 0 0 0 0,0 1 0 0 0,0-1 0 0 0,0 0 0 0 0,0 0 0 0 0,0 1 0 0 0,0 4 0 0 0,0 9 2 0 0,0 1 0 0 0,2 0-1 0 0,0 0 1 0 0,0-1 0 0 0,9 32 0 0 0,29 79 104 0 0,-25-92-6 0 0,25 49 0 0 0,-33-73-159 0 0,0 0 0 0 0,1-1 1 0 0,0 0-1 0 0,0-1 0 0 0,1 1 0 0 0,1-1 0 0 0,-1-1 0 0 0,17 13 0 0 0,-22-19-209 0 0,0 0 0 0 0,0 0 0 0 0,1-1 0 0 0,-1 1 0 0 0,0-1 1 0 0,1 0-1 0 0,4 2 0 0 0,7-4-4717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54.4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0 305 5065 0 0,'2'-4'190'0'0,"-1"0"1"0"0,1 0-1 0 0,0 0 0 0 0,0 0 0 0 0,1 0 1 0 0,-1 0-1 0 0,1 1 0 0 0,5-6 0 0 0,2-5 97 0 0,11-16 638 0 0,1 0 0 0 0,2 2 0 0 0,33-33 0 0 0,-44 50-764 0 0,-1-1 0 0 0,2 2 0 0 0,0 0 0 0 0,0 0 0 0 0,1 1 0 0 0,0 1 0 0 0,0 1-1 0 0,1 0 1 0 0,22-7 0 0 0,-21 11-1382 0 0,-1 3-2865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54.7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61 45 9674 0 0,'-4'3'163'0'0,"-1"-1"0"0"0,1 1 0 0 0,0 0 0 0 0,0 1 0 0 0,1-1 0 0 0,-1 1 0 0 0,1-1 0 0 0,-1 1 0 0 0,1 0 0 0 0,0 0 0 0 0,1 1 0 0 0,-1-1-1 0 0,1 0 1 0 0,0 1 0 0 0,0 0 0 0 0,0-1 0 0 0,1 1 0 0 0,-1 0 0 0 0,1 0 0 0 0,0 0 0 0 0,1 0 0 0 0,-1 0 0 0 0,1 0 0 0 0,0 7 0 0 0,0-8-139 0 0,1 0 0 0 0,-1 0 0 0 0,1-1 0 0 0,0 1 0 0 0,-1 0 0 0 0,2 0 0 0 0,-1 0 0 0 0,0 0 0 0 0,1-1 0 0 0,0 1 0 0 0,0-1 0 0 0,0 1 0 0 0,0-1 0 0 0,0 0 0 0 0,1 0 0 0 0,-1 0 0 0 0,1 0-1 0 0,0 0 1 0 0,0-1 0 0 0,0 1 0 0 0,0-1 0 0 0,1 0 0 0 0,-1 0 0 0 0,1 0 0 0 0,-1 0 0 0 0,1 0 0 0 0,0-1 0 0 0,-1 0 0 0 0,1 0 0 0 0,0 0 0 0 0,5 1 0 0 0,0-2 123 0 0,0 1 1 0 0,0-1-1 0 0,0-1 1 0 0,0 0-1 0 0,0 0 0 0 0,0-1 1 0 0,0 0-1 0 0,0-1 0 0 0,0 0 1 0 0,-1 0-1 0 0,16-8 1 0 0,-20 9-87 0 0,0 0 1 0 0,0 0-1 0 0,0-1 1 0 0,-1 1 0 0 0,1-1-1 0 0,-1 0 1 0 0,0 0 0 0 0,0 0-1 0 0,0 0 1 0 0,0 0 0 0 0,-1-1-1 0 0,1 1 1 0 0,-1-1-1 0 0,0 0 1 0 0,0 0 0 0 0,0 1-1 0 0,0-1 1 0 0,-1-1 0 0 0,1 1-1 0 0,-1 0 1 0 0,0 0 0 0 0,-1 0-1 0 0,1-1 1 0 0,-1 1 0 0 0,1 0-1 0 0,-2-9 1 0 0,0 7-46 0 0,-1 1 1 0 0,0-1-1 0 0,0 1 1 0 0,-1 0-1 0 0,1 0 1 0 0,-1 0-1 0 0,0 0 1 0 0,0 0-1 0 0,-1 0 1 0 0,1 1-1 0 0,-1 0 1 0 0,0 0-1 0 0,0 0 1 0 0,-1 0-1 0 0,1 1 1 0 0,-1-1-1 0 0,0 1 1 0 0,0 0-1 0 0,-10-4 1 0 0,6 2-496 0 0,-1 1 0 0 0,0 1 1 0 0,0-1-1 0 0,0 2 0 0 0,-1-1 1 0 0,1 2-1 0 0,0-1 0 0 0,-1 1 0 0 0,1 1 1 0 0,-12 0-1 0 0,9 3-4395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55.0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0 202 10594 0 0,'8'1'406'0'0,"-1"1"-1"0"0,0 0 1 0 0,1 0-1 0 0,-1 1 1 0 0,0 0 0 0 0,-1 0-1 0 0,1 0 1 0 0,0 1-1 0 0,6 5 1 0 0,15 8 1231 0 0,-27-17-1628 0 0,15 8 432 0 0,1 0 0 0 0,20 5-1 0 0,-33-11-379 0 0,0-1-1 0 0,0 0 0 0 0,0 0 0 0 0,0 0 0 0 0,0-1 0 0 0,0 0 0 0 0,0 1 0 0 0,1-2 0 0 0,-1 1 0 0 0,0 0 1 0 0,0-1-1 0 0,0 1 0 0 0,0-1 0 0 0,0-1 0 0 0,7-2 0 0 0,-10 4-56 0 0,0-1 0 0 0,0 1-1 0 0,-1-1 1 0 0,1 0 0 0 0,0 1 0 0 0,-1-1 0 0 0,1 0 0 0 0,-1 0-1 0 0,1 1 1 0 0,-1-1 0 0 0,1 0 0 0 0,-1 0 0 0 0,0 0 0 0 0,1 0-1 0 0,-1 0 1 0 0,0 1 0 0 0,0-1 0 0 0,0 0 0 0 0,1 0 0 0 0,-1 0-1 0 0,0 0 1 0 0,0 0 0 0 0,0 0 0 0 0,-1 0 0 0 0,1 0 0 0 0,0 0-1 0 0,0 0 1 0 0,0 0 0 0 0,-1 1 0 0 0,1-1 0 0 0,0 0 0 0 0,-1 0-1 0 0,1 0 1 0 0,-1 0 0 0 0,1 1 0 0 0,-2-2 0 0 0,-24-36 254 0 0,18 28-174 0 0,-1-3 22 0 0,0 0 0 0 0,1-1 0 0 0,1 0-1 0 0,1 0 1 0 0,0 0 0 0 0,-6-21 0 0 0,4-20-5773 0 0,9 29-413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55.6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21 171 6449 0 0,'-1'0'28'0'0,"0"0"-1"0"0,0 0 1 0 0,0 0-1 0 0,0 0 1 0 0,0 0-1 0 0,0 0 1 0 0,0 0-1 0 0,1 0 1 0 0,-1 0-1 0 0,0-1 1 0 0,0 1-1 0 0,0 0 1 0 0,0-1-1 0 0,0 1 1 0 0,0-1-1 0 0,0 1 1 0 0,1-1-1 0 0,-1 1 1 0 0,0-1-1 0 0,-1 0 1 0 0,2 0 54 0 0,0 1 0 0 0,0-1 0 0 0,0 1 0 0 0,0-1 0 0 0,0 1 0 0 0,0-1 0 0 0,0 0 0 0 0,0 1 0 0 0,0-1 0 0 0,0 1 0 0 0,0-1 0 0 0,0 1 0 0 0,0-1 0 0 0,0 1 0 0 0,0-1 0 0 0,1 1 0 0 0,-1-1 0 0 0,0 1 0 0 0,0-1 0 0 0,1 1 0 0 0,-1-1 0 0 0,0 1 0 0 0,0-1 0 0 0,1 1 0 0 0,0-1 0 0 0,0-1 263 0 0,1 0-1 0 0,0 0 1 0 0,0 1 0 0 0,0-1 0 0 0,0 0 0 0 0,0 1-1 0 0,1-1 1 0 0,-1 1 0 0 0,0 0 0 0 0,1 0 0 0 0,-1 0 0 0 0,1 0-1 0 0,-1 0 1 0 0,4 0 0 0 0,-1 1-223 0 0,0 0 0 0 0,0 1 1 0 0,1-1-1 0 0,-1 1 0 0 0,0 1 0 0 0,0-1 0 0 0,0 1 0 0 0,0 0 0 0 0,0 0 1 0 0,-1 0-1 0 0,1 0 0 0 0,-1 1 0 0 0,1 0 0 0 0,-1 0 0 0 0,0 0 1 0 0,0 1-1 0 0,5 4 0 0 0,8 10 621 0 0,-1 0 1 0 0,19 29 0 0 0,-27-35-677 0 0,-1-4-72 0 0,-2-1-9 0 0,0-1 1 0 0,0 1-1 0 0,0 0 0 0 0,-1 0 0 0 0,0 1 1 0 0,0-1-1 0 0,-1 1 0 0 0,0 0 0 0 0,0 0 1 0 0,3 14-1 0 0,-6-22 22 0 0,0 0 1 0 0,0 0-1 0 0,0 1 1 0 0,0-1-1 0 0,0 0 0 0 0,0 0 1 0 0,0 0-1 0 0,0 0 1 0 0,0 0-1 0 0,0 0 1 0 0,0 1-1 0 0,0-1 0 0 0,0 0 1 0 0,0 0-1 0 0,0 0 1 0 0,0 0-1 0 0,0 0 0 0 0,0 0 1 0 0,0 1-1 0 0,0-1 1 0 0,0 0-1 0 0,-1 0 1 0 0,1 0-1 0 0,0 0 0 0 0,0 0 1 0 0,0 0-1 0 0,0 0 1 0 0,0 1-1 0 0,0-1 0 0 0,0 0 1 0 0,0 0-1 0 0,0 0 1 0 0,-1 0-1 0 0,1 0 0 0 0,0 0 1 0 0,0 0-1 0 0,0 0 1 0 0,0 0-1 0 0,0 0 1 0 0,0 0-1 0 0,-1 0 0 0 0,1 0 1 0 0,0 0-1 0 0,0 0 1 0 0,0 0-1 0 0,0 0 0 0 0,0 0 1 0 0,0 0-1 0 0,-1 0 1 0 0,1 0-1 0 0,0 0 1 0 0,0 0-1 0 0,0 0 0 0 0,0 0 1 0 0,0 0-1 0 0,-1 0 1 0 0,-8-8 353 0 0,-7-12-10 0 0,10 7-389 0 0,0 0 0 0 0,1 0 1 0 0,0-1-1 0 0,2 1 1 0 0,-1-1-1 0 0,1 0 0 0 0,1 0 1 0 0,1 0-1 0 0,0-28 1 0 0,2 25-320 0 0,0-1 0 0 0,1 0 0 0 0,1 0 0 0 0,1 1 0 0 0,1 0 1 0 0,0 0-1 0 0,12-25 0 0 0,-9 27-3730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55.9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1 367 8754 0 0,'41'-34'3370'0'0,"-28"20"-2633"0"0,-1-1-1 0 0,0 0 1 0 0,-1 0 0 0 0,-1-2-1 0 0,-1 1 1 0 0,0-1 0 0 0,7-22-1 0 0,-13 30-671 0 0,0 0-1 0 0,-1 0 1 0 0,0 0 0 0 0,0 0-1 0 0,-1-1 1 0 0,-1 1-1 0 0,0-14 1 0 0,0 18-52 0 0,-1-1 1 0 0,0 1 0 0 0,0 0-1 0 0,0 0 1 0 0,-1-1-1 0 0,0 1 1 0 0,0 0 0 0 0,0 0-1 0 0,-1 0 1 0 0,0 1-1 0 0,1-1 1 0 0,-2 1-1 0 0,-5-7 1 0 0,7 9-14 0 0,0 0 1 0 0,0 0-1 0 0,0 0 0 0 0,0 0 1 0 0,0 1-1 0 0,0-1 0 0 0,-1 1 1 0 0,1 0-1 0 0,-1 0 0 0 0,1 0 1 0 0,-1 0-1 0 0,0 0 0 0 0,1 0 1 0 0,-1 1-1 0 0,0-1 0 0 0,1 1 1 0 0,-1-1-1 0 0,0 1 0 0 0,-4 1 1 0 0,5-1-12 0 0,1 0 1 0 0,-1 1-1 0 0,0-1 0 0 0,1 1 1 0 0,-1 0-1 0 0,1-1 1 0 0,-1 1-1 0 0,0 0 1 0 0,1 0-1 0 0,0 0 1 0 0,-1 0-1 0 0,1 0 1 0 0,0 0-1 0 0,-1 1 0 0 0,1-1 1 0 0,0 0-1 0 0,0 1 1 0 0,0-1-1 0 0,0 0 1 0 0,0 1-1 0 0,1 0 1 0 0,-1-1-1 0 0,0 1 1 0 0,1-1-1 0 0,-1 1 1 0 0,1 0-1 0 0,-1-1 0 0 0,1 1 1 0 0,0 0-1 0 0,0-1 1 0 0,0 4-1 0 0,-1 14-22 0 0,1 0 0 0 0,2 0-1 0 0,0 0 1 0 0,0-1-1 0 0,9 30 1 0 0,-8-40 55 0 0,-1 1 1 0 0,1-1-1 0 0,0 0 1 0 0,1 0-1 0 0,0 0 1 0 0,0-1-1 0 0,1 1 0 0 0,0-1 1 0 0,0 0-1 0 0,1 0 1 0 0,-1-1-1 0 0,2 1 0 0 0,-1-1 1 0 0,9 6-1 0 0,-9-9-90 0 0,-1 0 0 0 0,1-1 0 0 0,-1 0 0 0 0,1 1 0 0 0,0-2 0 0 0,0 1-1 0 0,0-1 1 0 0,10 1 0 0 0,28-2-4903 0 0,-13-2-604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56.3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150 337 2673 0 0,'0'-1'20'0'0,"0"-1"0"0"0,1 1 0 0 0,-1 0 0 0 0,0-1 0 0 0,0 1 0 0 0,0-1 0 0 0,0 1 1 0 0,0-1-1 0 0,0 1 0 0 0,-1 0 0 0 0,1-1 0 0 0,0 1 0 0 0,-1 0 0 0 0,1-1 1 0 0,-1 1-1 0 0,1 0 0 0 0,-1-1 0 0 0,0 1 0 0 0,1 0 0 0 0,-1 0 0 0 0,0 0 0 0 0,0-1 1 0 0,0 1-1 0 0,0 0 0 0 0,0 0 0 0 0,-1 0 0 0 0,-1 0 192 0 0,1 0 0 0 0,-1 0 1 0 0,0 0-1 0 0,1 1 0 0 0,-1-1 0 0 0,0 1 0 0 0,0 0 1 0 0,1 0-1 0 0,-1 0 0 0 0,0 0 0 0 0,0 0 0 0 0,1 1 0 0 0,-4 0 1 0 0,1 0 45 0 0,0 0 0 0 0,1 1 0 0 0,-1-1 0 0 0,1 1 0 0 0,0 0 0 0 0,-1 0 0 0 0,1 0 0 0 0,0 0 0 0 0,0 1 0 0 0,0 0 0 0 0,1 0 0 0 0,-1 0 0 0 0,1 0 0 0 0,-1 0 0 0 0,1 1 0 0 0,0 0 0 0 0,-3 5 0 0 0,2-3 119 0 0,1 0 0 0 0,0 0 0 0 0,1 0 0 0 0,0 0 1 0 0,0 1-1 0 0,0-1 0 0 0,0 1 0 0 0,1-1 0 0 0,0 1 0 0 0,1 0 0 0 0,0 10 1 0 0,-1-11-256 0 0,2-1 0 0 0,-1 1 0 0 0,1 0 0 0 0,-1-1 0 0 0,1 1 0 0 0,1-1 0 0 0,-1 1 0 0 0,1-1 0 0 0,0 0 0 0 0,0 0 0 0 0,1 1 0 0 0,0-1 0 0 0,0-1 0 0 0,0 1 0 0 0,0 0 0 0 0,1-1 0 0 0,-1 0 0 0 0,1 1 0 0 0,0-2 1 0 0,1 1-1 0 0,-1 0 0 0 0,0-1 0 0 0,1 0 0 0 0,0 0 0 0 0,0 0 0 0 0,0-1 0 0 0,0 1 0 0 0,1-1 0 0 0,-1 0 0 0 0,7 1 0 0 0,-9-3-225 0 0,1 1-1 0 0,-1-1 1 0 0,1 0-1 0 0,-1 0 1 0 0,1-1-1 0 0,0 1 1 0 0,-1-1-1 0 0,1 1 1 0 0,-1-1-1 0 0,1 0 1 0 0,-1-1-1 0 0,0 1 1 0 0,1 0-1 0 0,-1-1 1 0 0,0 0 0 0 0,3-2-1 0 0,-1 0-120 0 0,-1 0 0 0 0,1 0 0 0 0,-1 0 0 0 0,0-1 0 0 0,0 0-1 0 0,0 0 1 0 0,-1 0 0 0 0,6-10 0 0 0,-5 6 31 0 0,0 0 0 0 0,0 0-1 0 0,-1-1 1 0 0,0 1-1 0 0,-1-1 1 0 0,0 1 0 0 0,-1-1-1 0 0,0 0 1 0 0,0 1 0 0 0,-1-1-1 0 0,-2-18 1 0 0,-5 5 64 0 0,0-1 1 0 0,-2 1-1 0 0,-1 1 0 0 0,-1 0 0 0 0,0 0 1 0 0,-20-26-1 0 0,-17-33 654 0 0,32 46-85 0 0,10 20 880 0 0,-1 1 0 0 0,-17-27 0 0 0,30 52 3234 0 0,2 9-3344 0 0,14 27-1142 0 0,129 204 403 0 0,-81-146-7158 0 0,-43-67-483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57.3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212 213 456 0 0,'-4'-5'260'0'0,"-1"0"0"0"0,1 0 0 0 0,-1 1 0 0 0,0-1 0 0 0,0 1-1 0 0,0 1 1 0 0,-12-7 0 0 0,15 9-34 0 0,-1 0-1 0 0,1 0 0 0 0,-1 0 0 0 0,0 0 1 0 0,0 1-1 0 0,1-1 0 0 0,-1 1 1 0 0,0 0-1 0 0,0 0 0 0 0,0 0 1 0 0,0 0-1 0 0,1 0 0 0 0,-1 1 1 0 0,0-1-1 0 0,0 1 0 0 0,1 0 1 0 0,-1 0-1 0 0,0 0 0 0 0,1 0 1 0 0,-1 0-1 0 0,-2 2 0 0 0,-2 2 210 0 0,0 1 0 0 0,0-1 0 0 0,0 1 0 0 0,1 1 0 0 0,0-1 0 0 0,0 1-1 0 0,1 0 1 0 0,0 0 0 0 0,0 1 0 0 0,0 0 0 0 0,1 0 0 0 0,0 0 0 0 0,1 0 0 0 0,0 0-1 0 0,-3 13 1 0 0,2-5-172 0 0,1 1 0 0 0,0 0 0 0 0,1 0 0 0 0,1 0 0 0 0,0 0 0 0 0,2-1 0 0 0,2 22 0 0 0,-2-30-233 0 0,1-1 1 0 0,0 1-1 0 0,0-1 0 0 0,1 1 1 0 0,0-1-1 0 0,0 0 0 0 0,1 0 0 0 0,8 12 1 0 0,-10-16-18 0 0,0 0 1 0 0,0 0 0 0 0,0 0 0 0 0,1-1-1 0 0,0 1 1 0 0,-1-1 0 0 0,1 1 0 0 0,0-1-1 0 0,0 0 1 0 0,0 0 0 0 0,0-1 0 0 0,0 1-1 0 0,1-1 1 0 0,-1 1 0 0 0,0-1 0 0 0,1 0-1 0 0,-1 0 1 0 0,1-1 0 0 0,-1 1-1 0 0,1-1 1 0 0,5 1 0 0 0,-7-2-77 0 0,1 0 0 0 0,-1 0 0 0 0,1 0 0 0 0,-1 0 0 0 0,0 0 0 0 0,0 0 0 0 0,1 0 1 0 0,-1-1-1 0 0,0 1 0 0 0,0-1 0 0 0,0 0 0 0 0,0 0 0 0 0,-1 0 0 0 0,1 0 0 0 0,0 0 0 0 0,-1 0 0 0 0,0 0 0 0 0,1 0 0 0 0,-1 0 0 0 0,0-1 0 0 0,2-3 0 0 0,2-7-496 0 0,-1 0 0 0 0,6-21 0 0 0,-5 2 93 0 0,-2 1-1 0 0,-1 0 1 0 0,-1 0 0 0 0,-2-1-1 0 0,-1 1 1 0 0,-8-43 0 0 0,5 39 845 0 0,7 45 919 0 0,0 0-1 0 0,0 0 0 0 0,1 0 0 0 0,8 16 0 0 0,-4-12-902 0 0,1 0 0 0 0,0 0-1 0 0,11 13 1 0 0,-12-17-398 0 0,1 0 0 0 0,0-1 0 0 0,1 0 0 0 0,0-1 0 0 0,0 0 0 0 0,1 0 0 0 0,0-1 1 0 0,0 0-1 0 0,1 0 0 0 0,0-2 0 0 0,15 7 0 0 0,-24-11-11 0 0,0 0-1 0 0,0 0 1 0 0,0 0 0 0 0,-1-1 0 0 0,1 1-1 0 0,0-1 1 0 0,0 1 0 0 0,0-1-1 0 0,0 0 1 0 0,0 0 0 0 0,0 0-1 0 0,0 0 1 0 0,0 0 0 0 0,0 0-1 0 0,0-1 1 0 0,0 1 0 0 0,0-1 0 0 0,0 1-1 0 0,0-1 1 0 0,-1 0 0 0 0,1 0-1 0 0,0 1 1 0 0,0-1 0 0 0,-1 0-1 0 0,1-1 1 0 0,0 1 0 0 0,-1 0-1 0 0,2-2 1 0 0,-1-1-53 0 0,0 0 1 0 0,0 0-1 0 0,0 0 0 0 0,-1 0 0 0 0,1 0 0 0 0,-1 0 1 0 0,0-1-1 0 0,0 1 0 0 0,-1 0 0 0 0,1-1 1 0 0,-1-7-1 0 0,0-15-299 0 0,-8-54 1 0 0,3 42 317 0 0,4 37 94 0 0,1 0-1 0 0,0 0 1 0 0,0 0 0 0 0,0 0-1 0 0,0 0 1 0 0,0 0-1 0 0,0 0 1 0 0,0 1 0 0 0,1-1-1 0 0,-1 0 1 0 0,0 0 0 0 0,1 0-1 0 0,0 0 1 0 0,0 0 0 0 0,-1 0-1 0 0,1 0 1 0 0,0 1-1 0 0,0-1 1 0 0,1 0 0 0 0,-1 1-1 0 0,0-1 1 0 0,0 1 0 0 0,1-1-1 0 0,-1 1 1 0 0,1 0-1 0 0,-1 0 1 0 0,1 0 0 0 0,0-1-1 0 0,-1 1 1 0 0,1 1 0 0 0,0-1-1 0 0,0 0 1 0 0,0 0 0 0 0,0 1-1 0 0,0-1 1 0 0,3 0-1 0 0,0 1 74 0 0,-1-1 1 0 0,1 1-1 0 0,-1 0 0 0 0,0 1 0 0 0,1-1 0 0 0,-1 1 0 0 0,1 0 0 0 0,-1 0 0 0 0,0 0 0 0 0,0 0 0 0 0,1 1 0 0 0,-1 0 0 0 0,0 0 0 0 0,-1 0 0 0 0,7 4 0 0 0,-8-4-129 0 0,0-1 1 0 0,0 1-1 0 0,0 0 0 0 0,0-1 1 0 0,0 0-1 0 0,0 0 1 0 0,0 0-1 0 0,1 0 0 0 0,-1 0 1 0 0,0 0-1 0 0,1 0 1 0 0,-1 0-1 0 0,0-1 1 0 0,1 0-1 0 0,-1 1 0 0 0,1-1 1 0 0,-1 0-1 0 0,1 0 1 0 0,-1 0-1 0 0,0 0 0 0 0,1-1 1 0 0,-1 1-1 0 0,4-2 1 0 0,-1 0-212 0 0,-1-1 0 0 0,0 0 1 0 0,0 0-1 0 0,0 0 1 0 0,0 0-1 0 0,-1-1 1 0 0,1 0-1 0 0,-1 1 0 0 0,0-1 1 0 0,5-8-1 0 0,-3 3 226 0 0,0 0 1 0 0,-1 0-1 0 0,6-17 0 0 0,-7 18 173 0 0,0 0 0 0 0,0 1 0 0 0,0-1 0 0 0,1 1 0 0 0,0 0 0 0 0,8-10 0 0 0,-11 16-201 0 0,0 0 0 0 0,0-1 0 0 0,0 1 0 0 0,1 0-1 0 0,-1 0 1 0 0,0 0 0 0 0,1 0 0 0 0,-1 0 0 0 0,1 0 0 0 0,0 0 0 0 0,-1 0 0 0 0,1 1-1 0 0,-1-1 1 0 0,1 1 0 0 0,0-1 0 0 0,0 1 0 0 0,-1 0 0 0 0,1-1 0 0 0,0 1 0 0 0,0 0-1 0 0,-1 0 1 0 0,1 0 0 0 0,0 0 0 0 0,0 1 0 0 0,-1-1 0 0 0,1 0 0 0 0,0 1 0 0 0,-1-1-1 0 0,1 1 1 0 0,0 0 0 0 0,-1 0 0 0 0,1-1 0 0 0,-1 1 0 0 0,3 2 0 0 0,1 1-260 0 0,0 0 0 0 0,-1 0 0 0 0,1 0 1 0 0,-1 1-1 0 0,0-1 0 0 0,0 1 1 0 0,0 0-1 0 0,4 8 0 0 0,-2 1-636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57.8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223 366 8290 0 0,'-3'-5'442'0'0,"0"-1"0"0"0,0 1 0 0 0,-1 0 0 0 0,1 0 0 0 0,-1 0 1 0 0,0 1-1 0 0,0-1 0 0 0,-1 1 0 0 0,1 0 0 0 0,-1 0 0 0 0,0 0 0 0 0,0 1 1 0 0,-6-3-1 0 0,8 4-243 0 0,-1 1 1 0 0,1 0-1 0 0,0 0 1 0 0,-1 0-1 0 0,1 0 1 0 0,-1 1-1 0 0,0-1 1 0 0,1 1-1 0 0,-1 0 1 0 0,1 0-1 0 0,-1 0 1 0 0,1 0-1 0 0,-1 1 1 0 0,1-1-1 0 0,-1 1 1 0 0,1 0-1 0 0,-1 0 1 0 0,1 1 0 0 0,0-1-1 0 0,-1 1 1 0 0,1-1-1 0 0,0 1 1 0 0,-4 3-1 0 0,0 0 25 0 0,1 0 0 0 0,-1 1 0 0 0,1-1 1 0 0,0 1-1 0 0,1 0 0 0 0,0 1 0 0 0,0-1 0 0 0,0 1 0 0 0,1 0 0 0 0,-5 11 0 0 0,7-15-205 0 0,1 1-1 0 0,-1-1 1 0 0,1 1-1 0 0,0 0 0 0 0,1 0 1 0 0,-1 0-1 0 0,1-1 1 0 0,-1 1-1 0 0,1 0 1 0 0,1 0-1 0 0,-1 0 0 0 0,0 0 1 0 0,1-1-1 0 0,0 1 1 0 0,-1 0-1 0 0,2 0 0 0 0,-1-1 1 0 0,0 1-1 0 0,1-1 1 0 0,0 1-1 0 0,-1-1 1 0 0,1 1-1 0 0,5 5 0 0 0,4 4-55 0 0,1 0-1 0 0,1 0 0 0 0,18 14 0 0 0,-27-23 11 0 0,0-1 1 0 0,0 0-1 0 0,1 0 1 0 0,-1 0-1 0 0,1-1 1 0 0,-1 0-1 0 0,1 1 0 0 0,0-2 1 0 0,0 1-1 0 0,0 0 1 0 0,0-1-1 0 0,0 0 1 0 0,0 0-1 0 0,0-1 1 0 0,0 1-1 0 0,6-1 1 0 0,-9-1-25 0 0,0 1 1 0 0,0-1 0 0 0,0 1-1 0 0,0-1 1 0 0,0 0 0 0 0,0 0-1 0 0,0 0 1 0 0,0 0 0 0 0,0 0-1 0 0,-1 0 1 0 0,1-1 0 0 0,0 1-1 0 0,-1 0 1 0 0,1-1 0 0 0,-1 1-1 0 0,0-1 1 0 0,1 0 0 0 0,0-2-1 0 0,0 0-51 0 0,0 1 0 0 0,0-1 0 0 0,-1-1 1 0 0,1 1-1 0 0,-1 0 0 0 0,0 0 0 0 0,-1 0 0 0 0,2-7 0 0 0,-2-2-79 0 0,0 0-1 0 0,-1 0 1 0 0,-1 0-1 0 0,1 0 1 0 0,-5-13 0 0 0,-13-34 589 0 0,-3 1 0 0 0,-45-87 1 0 0,13 31 1137 0 0,51 109-1451 0 0,3 3-42 0 0,-1 1 0 0 0,0-1 1 0 0,0 1-1 0 0,0-1 0 0 0,-1 1 0 0 0,1-1 1 0 0,0 1-1 0 0,-1 0 0 0 0,0 0 0 0 0,1-1 1 0 0,-1 1-1 0 0,0 1 0 0 0,0-1 0 0 0,-3-2 0 0 0,5 4-38 0 0,0 1 0 0 0,0-1 0 0 0,-1 0 0 0 0,1 0-1 0 0,0 1 1 0 0,0-1 0 0 0,0 0 0 0 0,-1 0-1 0 0,1 1 1 0 0,0-1 0 0 0,0 0 0 0 0,0 1 0 0 0,0-1-1 0 0,0 0 1 0 0,-1 1 0 0 0,1-1 0 0 0,0 1 0 0 0,0-1-1 0 0,0 0 1 0 0,0 1 0 0 0,0-1 0 0 0,0 0-1 0 0,0 1 1 0 0,1-1 0 0 0,-1 0 0 0 0,0 1 0 0 0,0-1-1 0 0,0 0 1 0 0,0 1 0 0 0,0-1 0 0 0,0 0-1 0 0,1 1 1 0 0,-1-1 0 0 0,0 0 0 0 0,0 1 0 0 0,0-1-1 0 0,1 0 1 0 0,5 17 209 0 0,10 8-89 0 0,1 0 1 0 0,1-2-1 0 0,1 0 1 0 0,0-1-1 0 0,45 37 1 0 0,-3 0 163 0 0,-9-5-119 0 0,110 108-784 0 0,-138-138 316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58.5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209 3 10594 0 0,'-4'-1'61'0'0,"-1"0"0"0"0,1 1 0 0 0,-1-1 0 0 0,0 1 0 0 0,1 0 0 0 0,-1 1 0 0 0,0-1 0 0 0,1 1 0 0 0,-1 0 0 0 0,1 0 0 0 0,-1 0 0 0 0,1 1 0 0 0,-8 3 0 0 0,2-1 219 0 0,-1 2-1 0 0,1 0 0 0 0,-1 0 0 0 0,-9 9 0 0 0,13-9-168 0 0,0 0-1 0 0,1 1 1 0 0,0 0 0 0 0,0 1 0 0 0,0 0-1 0 0,1-1 1 0 0,0 2 0 0 0,1-1-1 0 0,0 0 1 0 0,0 1 0 0 0,1 0-1 0 0,0 0 1 0 0,0 0 0 0 0,1 0 0 0 0,1 0-1 0 0,-1 0 1 0 0,1 1 0 0 0,1 12-1 0 0,0-14-103 0 0,0-1 0 0 0,1 1-1 0 0,0 0 1 0 0,0-1 0 0 0,1 1 0 0 0,0 0-1 0 0,0-1 1 0 0,0 0 0 0 0,1 0 0 0 0,1 0-1 0 0,-1 0 1 0 0,1 0 0 0 0,0 0-1 0 0,1-1 1 0 0,-1 0 0 0 0,1 0 0 0 0,0 0-1 0 0,1-1 1 0 0,0 1 0 0 0,0-1-1 0 0,0-1 1 0 0,9 7 0 0 0,-13-10-65 0 0,0 0 0 0 0,0 0 0 0 0,0 0 0 0 0,0 0 0 0 0,0 0 1 0 0,0 0-1 0 0,0-1 0 0 0,0 1 0 0 0,0-1 0 0 0,0 1 0 0 0,0-1 0 0 0,0 0 0 0 0,0 0 0 0 0,1 0 0 0 0,-1 0 1 0 0,0 0-1 0 0,0-1 0 0 0,3 0 0 0 0,-3 1-18 0 0,-1-1 1 0 0,1 0-1 0 0,-1 0 0 0 0,1 0 1 0 0,-1-1-1 0 0,0 1 1 0 0,1 0-1 0 0,-1 0 0 0 0,0-1 1 0 0,0 1-1 0 0,0-1 0 0 0,0 1 1 0 0,0-1-1 0 0,0 1 1 0 0,0-1-1 0 0,-1 0 0 0 0,2-2 1 0 0,1-8-226 0 0,-1 0 0 0 0,0-1 1 0 0,0 1-1 0 0,-2 0 1 0 0,1-14-1 0 0,-1 8 349 0 0,0-24-74 0 0,2-36 114 0 0,-1 72 98 0 0,0 0 0 0 0,0 0-1 0 0,0 0 1 0 0,1 0 0 0 0,0 0-1 0 0,0 0 1 0 0,1 0 0 0 0,0 1-1 0 0,6-10 1 0 0,-8 14-74 0 0,-1 0 0 0 0,1 0 1 0 0,0 0-1 0 0,-1 0 0 0 0,1 0 0 0 0,0 0 0 0 0,0 0 0 0 0,0 1 1 0 0,0-1-1 0 0,0 0 0 0 0,0 1 0 0 0,0-1 0 0 0,0 0 0 0 0,0 1 1 0 0,0-1-1 0 0,1 1 0 0 0,-1 0 0 0 0,0-1 0 0 0,0 1 0 0 0,0 0 1 0 0,1 0-1 0 0,-1 0 0 0 0,0 0 0 0 0,0 0 0 0 0,0 0 0 0 0,2 0 1 0 0,0 1 85 0 0,-1 0 1 0 0,1 0-1 0 0,-1 0 1 0 0,1 1-1 0 0,-1-1 0 0 0,0 1 1 0 0,0-1-1 0 0,1 1 1 0 0,-1 0-1 0 0,0 0 1 0 0,2 2-1 0 0,5 7 395 0 0,-1 1 0 0 0,0-1 0 0 0,9 18 0 0 0,-6-9-188 0 0,61 122 537 0 0,-65-125-947 0 0,0 1 1 0 0,-1 0-1 0 0,-1 0 1 0 0,-1 0-1 0 0,0 1 0 0 0,1 23 1 0 0,-5-33 0 0 0,-1-1 1 0 0,0 0-1 0 0,0 0 1 0 0,0 0 0 0 0,-1 0-1 0 0,-1 0 1 0 0,-3 9-1 0 0,5-12-12 0 0,-1-1-1 0 0,-1 1 0 0 0,1-1 0 0 0,0 1 0 0 0,-1-1 0 0 0,0 0 0 0 0,0 0 0 0 0,-1 0 1 0 0,1-1-1 0 0,-1 1 0 0 0,1-1 0 0 0,-9 6 0 0 0,6-6-554 0 0,2-3-180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58.8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1 275 2761 0 0,'42'-4'3468'0'0,"-35"3"-2844"0"0,0 0 1 0 0,0 0-1 0 0,-1 1 0 0 0,1 0 0 0 0,0 0 0 0 0,0 0 0 0 0,0 1 0 0 0,-1 0 1 0 0,1 1-1 0 0,7 2 0 0 0,-4 0-8 0 0,-1 1 0 0 0,0 0 0 0 0,0 0 0 0 0,-1 1 0 0 0,1 0 0 0 0,-1 1 0 0 0,0 0 0 0 0,-1 0 0 0 0,0 1 0 0 0,0 0 0 0 0,0 0 0 0 0,7 14 0 0 0,-49-40 598 0 0,26 12-1199 0 0,1-1 1 0 0,0 0 0 0 0,1 0-1 0 0,0-1 1 0 0,0 0-1 0 0,1 0 1 0 0,0 0-1 0 0,0-1 1 0 0,1 0 0 0 0,0 0-1 0 0,0-1 1 0 0,1 1-1 0 0,1-1 1 0 0,-1 0-1 0 0,2 0 1 0 0,-4-20 0 0 0,5 21-267 0 0,1 0 1 0 0,0 0-1 0 0,0 0 1 0 0,1 0 0 0 0,0 0-1 0 0,1 1 1 0 0,0-1-1 0 0,0 0 1 0 0,1 1 0 0 0,0 0-1 0 0,0-1 1 0 0,1 1-1 0 0,5-8 1 0 0,25-28-2535 0 0,-15 26 2321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59.2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0 359 6449 0 0,'2'1'125'0'0,"-1"0"0"0"0,0 0 0 0 0,1-1 0 0 0,0 1 0 0 0,-1 0 0 0 0,1-1 0 0 0,-1 1 0 0 0,1-1-1 0 0,0 0 1 0 0,-1 0 0 0 0,1 0 0 0 0,-1 1 0 0 0,1-1 0 0 0,0-1 0 0 0,-1 1 0 0 0,1 0 0 0 0,0 0-1 0 0,-1-1 1 0 0,1 1 0 0 0,0-1 0 0 0,-1 1 0 0 0,1-1 0 0 0,-1 0 0 0 0,1 1 0 0 0,-1-1 0 0 0,0 0-1 0 0,1 0 1 0 0,-1 0 0 0 0,0 0 0 0 0,3-3 0 0 0,2-1 545 0 0,0 0 0 0 0,0 0 0 0 0,-1-1 0 0 0,0 0 0 0 0,7-9-1 0 0,-4 0-446 0 0,-1-1 0 0 0,-1 1 0 0 0,0-1 0 0 0,-1-1-1 0 0,-1 1 1 0 0,-1-1 0 0 0,0 1 0 0 0,-1-1 0 0 0,-1 0 0 0 0,0 0-1 0 0,-1 0 1 0 0,-5-32 0 0 0,5 45-141 0 0,-1 0 0 0 0,0 1 0 0 0,0-1 0 0 0,0 1 0 0 0,-1-1 0 0 0,1 1 0 0 0,-1-1 0 0 0,1 1 0 0 0,-1 0-1 0 0,0 0 1 0 0,0 0 0 0 0,-1 0 0 0 0,1 0 0 0 0,-1 0 0 0 0,1 1 0 0 0,-1-1 0 0 0,-4-2 0 0 0,6 4-29 0 0,-1 1 0 0 0,1-1 0 0 0,0 0 0 0 0,0 1 0 0 0,-1 0 0 0 0,1-1 0 0 0,0 1 0 0 0,0 0 0 0 0,-1-1 0 0 0,1 1 0 0 0,0 0 0 0 0,-1 0 0 0 0,1 0 0 0 0,0 0 0 0 0,-1 0 0 0 0,1 1 0 0 0,0-1 0 0 0,-1 0 0 0 0,-1 1 0 0 0,1 0-9 0 0,0 1 0 0 0,0-1 0 0 0,0 0 0 0 0,0 1 0 0 0,1-1 0 0 0,-1 1 0 0 0,0 0-1 0 0,1-1 1 0 0,-1 1 0 0 0,1 0 0 0 0,0 0 0 0 0,-1 0 0 0 0,1 0 0 0 0,0 0 0 0 0,-1 3 0 0 0,-1 2-40 0 0,0 1-1 0 0,1 0 1 0 0,0-1-1 0 0,0 1 1 0 0,0 0-1 0 0,1 0 1 0 0,1 0-1 0 0,-1 0 1 0 0,1 0-1 0 0,0 0 1 0 0,1 0-1 0 0,0 0 1 0 0,0 0-1 0 0,1 0 0 0 0,0 0 1 0 0,0 0-1 0 0,1-1 1 0 0,0 1-1 0 0,0-1 1 0 0,8 13-1 0 0,-6-12 25 0 0,1 0-1 0 0,1 0 0 0 0,-1 0 1 0 0,1-1-1 0 0,1 0 0 0 0,-1 0 1 0 0,1-1-1 0 0,0 0 0 0 0,1 0 0 0 0,-1-1 1 0 0,1 0-1 0 0,0 0 0 0 0,1-1 1 0 0,-1 0-1 0 0,1-1 0 0 0,10 2 0 0 0,-3-1 41 0 0,0-1-1 0 0,1-1 0 0 0,-1-1 1 0 0,21 0-1 0 0,-29-2-372 0 0,0 1 1 0 0,-1-1 0 0 0,1-1-1 0 0,0 0 1 0 0,0 0-1 0 0,-1-1 1 0 0,0 0-1 0 0,1 0 1 0 0,-1-1-1 0 0,8-5 1 0 0,3-5-6278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8:59.9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67 385 11979 0 0,'-1'0'45'0'0,"1"1"0"0"0,0-1 1 0 0,0 0-1 0 0,0 0 0 0 0,0 1 1 0 0,0-1-1 0 0,0 0 0 0 0,0 0 1 0 0,0 1-1 0 0,0-1 0 0 0,0 0 1 0 0,0 0-1 0 0,0 0 0 0 0,1 1 1 0 0,-1-1-1 0 0,0 0 0 0 0,0 0 1 0 0,0 1-1 0 0,0-1 0 0 0,0 0 1 0 0,0 0-1 0 0,0 0 0 0 0,1 0 1 0 0,-1 1-1 0 0,0-1 0 0 0,0 0 1 0 0,0 0-1 0 0,0 0 0 0 0,1 0 1 0 0,-1 1-1 0 0,0-1 0 0 0,0 0 1 0 0,0 0-1 0 0,1 0 0 0 0,-1 0 1 0 0,0 0-1 0 0,0 0 0 0 0,1 0 1 0 0,-1 0-1 0 0,0 0 0 0 0,0 0 1 0 0,1 0-1 0 0,11-6 1522 0 0,9-14 607 0 0,-15 11-1912 0 0,0 0-1 0 0,-1 0 0 0 0,0 0 1 0 0,-1-1-1 0 0,0 0 1 0 0,0 1-1 0 0,-1-2 1 0 0,0 1-1 0 0,-1 0 1 0 0,0 0-1 0 0,-1-1 1 0 0,0 1-1 0 0,-1-1 1 0 0,-1-15-1 0 0,1 16-247 0 0,-1 0 1 0 0,-1 1-1 0 0,0-1 0 0 0,0 1 0 0 0,-1 0 1 0 0,0-1-1 0 0,0 1 0 0 0,-1 0 1 0 0,-1 1-1 0 0,1-1 0 0 0,-1 1 1 0 0,-1 0-1 0 0,1 0 0 0 0,-2 0 0 0 0,1 1 1 0 0,-8-7-1 0 0,13 13-5 0 0,0 0 0 0 0,-1-1 0 0 0,1 1 0 0 0,-1 0 0 0 0,1 0-1 0 0,-1 0 1 0 0,1 0 0 0 0,-1 0 0 0 0,0 1 0 0 0,1-1 0 0 0,-1 0 0 0 0,0 1 0 0 0,1-1 0 0 0,-1 1 0 0 0,0 0 0 0 0,0-1 0 0 0,0 1-1 0 0,1 0 1 0 0,-1 0 0 0 0,0 0 0 0 0,-3 1 0 0 0,3 0 7 0 0,0 0 1 0 0,1 0-1 0 0,-1 0 0 0 0,0 0 0 0 0,1 0 1 0 0,-1 0-1 0 0,1 1 0 0 0,0-1 1 0 0,-1 0-1 0 0,1 1 0 0 0,0-1 0 0 0,0 1 1 0 0,0 0-1 0 0,0-1 0 0 0,0 1 0 0 0,-1 3 1 0 0,-1 4-12 0 0,0 0 0 0 0,0 1 0 0 0,1-1-1 0 0,1 0 1 0 0,-1 1 0 0 0,2-1 0 0 0,-1 11 0 0 0,2-12-39 0 0,0 1 0 0 0,0 0 0 0 0,1-1 0 0 0,0 1 0 0 0,1-1 0 0 0,0 0 1 0 0,0 1-1 0 0,1-1 0 0 0,0-1 0 0 0,0 1 0 0 0,0-1 0 0 0,1 1 0 0 0,1-1 0 0 0,-1-1 0 0 0,1 1 0 0 0,11 10 0 0 0,-11-12-11 0 0,0-1 0 0 0,1 1 0 0 0,-1-1 0 0 0,1 0 0 0 0,-1 0 0 0 0,1-1-1 0 0,0 0 1 0 0,1 0 0 0 0,-1-1 0 0 0,0 0 0 0 0,1 0 0 0 0,-1-1 0 0 0,1 0 0 0 0,-1 0 0 0 0,1 0 0 0 0,0-1-1 0 0,0-1 1 0 0,-1 1 0 0 0,13-3 0 0 0,-17 2 35 0 0,0 0 1 0 0,1 0-1 0 0,-1 0 1 0 0,0 0-1 0 0,0-1 0 0 0,0 1 1 0 0,0-1-1 0 0,0 0 0 0 0,0 0 1 0 0,-1 0-1 0 0,1 0 0 0 0,0 0 1 0 0,-1-1-1 0 0,0 1 0 0 0,1-1 1 0 0,-1 0-1 0 0,0 1 1 0 0,-1-1-1 0 0,1 0 0 0 0,0 0 1 0 0,-1 0-1 0 0,1-1 0 0 0,-1 1 1 0 0,0 0-1 0 0,1-6 0 0 0,0-6-55 0 0,0-1 0 0 0,-1 1 0 0 0,-1-1-1 0 0,-2-24 1 0 0,1-15-13 0 0,2 46 81 0 0,5-45 85 0 0,-6 51-79 0 0,1 0 0 0 0,0 0 1 0 0,0 0-1 0 0,0 1 0 0 0,0-1 0 0 0,0 0 0 0 0,1 0 0 0 0,-1 1 1 0 0,1-1-1 0 0,0 1 0 0 0,-1-1 0 0 0,1 1 0 0 0,0 0 0 0 0,0 0 1 0 0,3-2-1 0 0,-4 3 19 0 0,0 1-1 0 0,0 0 1 0 0,0 0 0 0 0,0 0 0 0 0,0 0 0 0 0,0 0 0 0 0,0 0-1 0 0,0 0 1 0 0,0 0 0 0 0,0 0 0 0 0,0 0 0 0 0,0 0 0 0 0,0 1 0 0 0,0-1-1 0 0,0 0 1 0 0,0 1 0 0 0,0-1 0 0 0,0 1 0 0 0,0-1 0 0 0,0 1 0 0 0,-1-1-1 0 0,1 1 1 0 0,0 0 0 0 0,0-1 0 0 0,-1 1 0 0 0,1 0 0 0 0,0 1-1 0 0,26 27 1057 0 0,-19-19-896 0 0,11 9-149 0 0,31 22 1 0 0,12 12-5 0 0,-52-42-141 0 0,-5-6 59 0 0,-1 0-1 0 0,1 1 1 0 0,0-2-1 0 0,1 1 1 0 0,-1-1-1 0 0,1 0 1 0 0,0 0-1 0 0,12 6 1 0 0,-16-10-12 0 0,1-1-1 0 0,-1 1 1 0 0,0-1 0 0 0,1 1-1 0 0,-1-1 1 0 0,0 0-1 0 0,0 0 1 0 0,0 0 0 0 0,0 0-1 0 0,1 0 1 0 0,-1-1 0 0 0,-1 1-1 0 0,1-1 1 0 0,0 1-1 0 0,0-1 1 0 0,0 0 0 0 0,-1 1-1 0 0,1-1 1 0 0,-1 0 0 0 0,2-3-1 0 0,22-18-763 0 0,3 5-2217 0 0,-21 13 2079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9:00.3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81 300 6913 0 0,'-4'-1'268'0'0,"0"0"-1"0"0,0 0 1 0 0,0 0-1 0 0,0-1 1 0 0,0 1-1 0 0,0-1 1 0 0,1 0-1 0 0,-1 0 1 0 0,1-1-1 0 0,-1 1 1 0 0,1-1-1 0 0,0 1 1 0 0,0-1-1 0 0,0 0 1 0 0,0 0-1 0 0,0 0 1 0 0,1-1-1 0 0,-1 1 1 0 0,1-1-1 0 0,0 1 1 0 0,0-1-1 0 0,1 0 1 0 0,-1 0-1 0 0,1 0 1 0 0,-1 0-1 0 0,1 0 0 0 0,0 0 1 0 0,1 0-1 0 0,-1 0 1 0 0,1 0-1 0 0,0 0 1 0 0,0-1-1 0 0,0 1 1 0 0,0 0-1 0 0,1 0 1 0 0,1-6-1 0 0,4-3 27 0 0,0 1 0 0 0,0 0 1 0 0,2 0-1 0 0,-1 1 0 0 0,1-1 0 0 0,1 2 0 0 0,0-1 0 0 0,0 1 0 0 0,1 1 0 0 0,1 0 0 0 0,-1 0 0 0 0,1 1 1 0 0,1 0-1 0 0,-1 1 0 0 0,2 1 0 0 0,14-7 0 0 0,-21 11-257 0 0,0 0-1 0 0,0 1 1 0 0,-1 0 0 0 0,1 0 0 0 0,0 1-1 0 0,0-1 1 0 0,0 1 0 0 0,0 0 0 0 0,0 1-1 0 0,0 0 1 0 0,0 0 0 0 0,0 0 0 0 0,-1 0-1 0 0,1 1 1 0 0,0 0 0 0 0,-1 0 0 0 0,1 1-1 0 0,-1 0 1 0 0,0-1 0 0 0,0 2 0 0 0,0-1-1 0 0,0 1 1 0 0,6 6 0 0 0,6 7-28 0 0,-2 1 0 0 0,0 1 1 0 0,0 0-1 0 0,17 34 0 0 0,6 7-630 0 0,-24-42 309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9:01.2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10594 0 0,'0'0'1691'0'0,"14"20"3060"0"0,28 33-1677 0 0,-22-27-2491 0 0,0 1 1 0 0,21 38 0 0 0,12 42-2341 0 0,-42-84 361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9:01.4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11522 0 0,'4'0'498'0'0,"-1"0"188"0"0,1-1 0 0 0,0 2 0 0 0,-1-1 0 0 0,1 0 0 0 0,-1 1-1 0 0,1 0 1 0 0,4 1 0 0 0,-6-1-622 0 0,-1-1 1 0 0,0 1-1 0 0,0 0 0 0 0,0-1 0 0 0,0 1 1 0 0,-1 0-1 0 0,1 0 0 0 0,0 0 0 0 0,0 0 0 0 0,0 0 1 0 0,-1 0-1 0 0,1 0 0 0 0,-1 0 0 0 0,1 0 1 0 0,0 0-1 0 0,-1 1 0 0 0,0-1 0 0 0,1 0 1 0 0,-1 0-1 0 0,0 0 0 0 0,0 1 0 0 0,0-1 0 0 0,1 0 1 0 0,-1 0-1 0 0,0 1 0 0 0,-1 1 0 0 0,2 4-1576 0 0,-1-6 1351 0 0,1 0-1 0 0,-1-1 1 0 0,0 1 0 0 0,0 0 0 0 0,0 0-1 0 0,0-1 1 0 0,1 1 0 0 0,-1 0-1 0 0,0-1 1 0 0,-1 1 0 0 0,1 0 0 0 0,0-1-1 0 0,0 1 1 0 0,0 0 0 0 0,0 0 0 0 0,0-1-1 0 0,-1 1 1 0 0,1 0 0 0 0,0-1 0 0 0,0 1-1 0 0,-1-1 1 0 0,1 1 0 0 0,-1 0 0 0 0,1-1-1 0 0,-1 1 1 0 0,0 0 0 0 0,-10 4-435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9:01.6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0 8754 0 0,'-6'5'384'0'0,"3"-4"88"0"0,0 1-376 0 0,1-1-32 0 0,2 1-64 0 0,0-1 96 0 0,2 2-32 0 0,2 0-672 0 0,24 12-1857 0 0,-19-11 2465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9:02.3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54 220 2272 0 0,'-3'2'212'0'0,"-1"1"0"0"0,1-1 0 0 0,1 1 0 0 0,-1 0-1 0 0,0 0 1 0 0,1 0 0 0 0,-1 1 0 0 0,1-1-1 0 0,0 1 1 0 0,0-1 0 0 0,1 1 0 0 0,-1 0-1 0 0,1-1 1 0 0,-1 1 0 0 0,0 7 0 0 0,-11 63 4969 0 0,12-67-4769 0 0,0 1 237 0 0,0 1 0 0 0,0 0 1 0 0,1 0-1 0 0,0 0 0 0 0,3 13 1 0 0,-3-21-573 0 0,0 0 0 0 0,1 1 0 0 0,-1-1 0 0 0,0 0 0 0 0,1 0 0 0 0,0 1 1 0 0,-1-1-1 0 0,1 0 0 0 0,0 0 0 0 0,-1 0 0 0 0,1 0 0 0 0,0 0 0 0 0,0 0 0 0 0,0 0 0 0 0,0 0 0 0 0,0 0 1 0 0,0-1-1 0 0,1 2 0 0 0,0-2-51 0 0,0 1 0 0 0,0-1 0 0 0,-1 1 0 0 0,1-1 0 0 0,0 0 0 0 0,0 0 0 0 0,0 0 0 0 0,-1 0 0 0 0,1 0 0 0 0,0 0 0 0 0,0-1 0 0 0,0 1 0 0 0,-1 0 0 0 0,1-1 1 0 0,0 0-1 0 0,0 1 0 0 0,1-2 0 0 0,4-1-52 0 0,-1-1 1 0 0,1 0 0 0 0,-1 0-1 0 0,0-1 1 0 0,0 1 0 0 0,-1-1 0 0 0,1-1-1 0 0,-1 1 1 0 0,0-1 0 0 0,0 0-1 0 0,4-8 1 0 0,24-26-63 0 0,-31 38 84 0 0,0 0 1 0 0,0 0 0 0 0,0 0-1 0 0,1 0 1 0 0,-1 0 0 0 0,0 1-1 0 0,1-1 1 0 0,-1 1 0 0 0,1 0-1 0 0,0-1 1 0 0,-1 1 0 0 0,1 0 0 0 0,0 1-1 0 0,0-1 1 0 0,-1 0 0 0 0,1 1-1 0 0,0-1 1 0 0,4 1 0 0 0,-4 1 43 0 0,-1-1 0 0 0,1 1 0 0 0,0 0 0 0 0,-1-1 0 0 0,1 2 0 0 0,-1-1 0 0 0,1 0 1 0 0,-1 0-1 0 0,0 1 0 0 0,1-1 0 0 0,-1 1 0 0 0,0 0 0 0 0,0-1 0 0 0,0 1 0 0 0,0 0 0 0 0,1 3 1 0 0,2 1 97 0 0,0 1 1 0 0,-1 1-1 0 0,0-1 0 0 0,0 1 1 0 0,0-1-1 0 0,-1 1 1 0 0,-1 0-1 0 0,1 1 1 0 0,-1-1-1 0 0,-1 0 1 0 0,2 12-1 0 0,-2 5 149 0 0,-1-15-1784 0 0,1-29-566 0 0,-11-100 1401 0 0,0-1 1372 0 0,12 57-534 0 0,-1 29 69 0 0,-1 1 0 0 0,-10-56 2798 0 0,12 111-1640 0 0,10 12-1287 0 0,1-2 0 0 0,2 1-1 0 0,2-2 1 0 0,0 0 0 0 0,3-1-1 0 0,0-1 1 0 0,1 0 0 0 0,27 25 0 0 0,-41-46-131 0 0,-2-1-32 0 0,0-1 1 0 0,1 0 0 0 0,0 0-1 0 0,0-1 1 0 0,0 1 0 0 0,1-2-1 0 0,0 1 1 0 0,10 5 0 0 0,-17-10 18 0 0,1 0 1 0 0,0 0-1 0 0,0 0 1 0 0,-1 0-1 0 0,1 0 1 0 0,0-1-1 0 0,0 1 1 0 0,-1 0-1 0 0,1-1 1 0 0,0 1-1 0 0,-1 0 1 0 0,1-1-1 0 0,0 1 0 0 0,-1-1 1 0 0,1 1-1 0 0,0-1 1 0 0,-1 1-1 0 0,1-1 1 0 0,-1 1-1 0 0,1-1 1 0 0,-1 0-1 0 0,1 1 1 0 0,-1-1-1 0 0,0 1 1 0 0,1-1-1 0 0,-1 0 1 0 0,0 0-1 0 0,0 1 1 0 0,1-1-1 0 0,-1 0 1 0 0,0 0-1 0 0,0 1 1 0 0,0-1-1 0 0,0 0 1 0 0,0-1-1 0 0,5-32-588 0 0,-5 31 525 0 0,2-20-257 0 0,-1-7 178 0 0,2-1 0 0 0,1 1 0 0 0,1 0 0 0 0,2 0 1 0 0,15-43-1 0 0,-20 69 262 0 0,0 0 0 0 0,1 0 0 0 0,-1 0 0 0 0,1 0 0 0 0,0 1 0 0 0,0-1 0 0 0,0 1 0 0 0,0 0 0 0 0,0-1 0 0 0,1 2 0 0 0,-1-1 0 0 0,8-4 0 0 0,-10 6-21 0 0,1 0 0 0 0,-1 1 0 0 0,1-1 1 0 0,0 0-1 0 0,-1 1 0 0 0,1-1 0 0 0,0 1 0 0 0,0 0 1 0 0,-1 0-1 0 0,1-1 0 0 0,0 1 0 0 0,0 0 0 0 0,0 1 1 0 0,-1-1-1 0 0,1 0 0 0 0,0 0 0 0 0,0 1 0 0 0,-1-1 1 0 0,1 1-1 0 0,0-1 0 0 0,-1 1 0 0 0,1 0 0 0 0,0 0 1 0 0,-1 0-1 0 0,1 0 0 0 0,-1 0 0 0 0,1 0 0 0 0,-1 0 1 0 0,0 0-1 0 0,0 1 0 0 0,1-1 0 0 0,-1 0 0 0 0,2 4 1 0 0,7 10-10 0 0,-8-11-291 0 0,0 0-1 0 0,1-1 1 0 0,-1 1-1 0 0,1-1 1 0 0,-1 1-1 0 0,1-1 0 0 0,0 0 1 0 0,0 0-1 0 0,0 0 1 0 0,1-1-1 0 0,-1 1 1 0 0,1-1-1 0 0,-1 0 1 0 0,1 0-1 0 0,0 0 1 0 0,4 1-1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9:02.6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49 6913 0 0,'-19'-25'379'0'0,"-1"1"8742"0"0,36 54-6213 0 0,34 45 1 0 0,-36-57-2834 0 0,1 0 0 0 0,1-1 0 0 0,1-1 0 0 0,0 0 0 0 0,38 25 0 0 0,3-4 57 0 0,-9-7-1036 0 0,-18-8-2547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9:02.7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0 233 8290 0 0,'30'-32'3067'0'0,"5"0"-2638"0"0,79-52 1 0 0,-90 69-1994 0 0,1 2 0 0 0,0 0 0 0 0,1 1 0 0 0,46-13 0 0 0,-51 19 1425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9:02.9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3225 0 0,'0'3'288'0'0,"0"-2"-288"0"0,2 1 0 0 0,-2-1 0 0 0,1 1-608 0 0,2 1 224 0 0,0 0-1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9:19.1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152 58 920 0 0,'0'0'67'0'0,"3"-2"-74"0"0,-1 0 0 0 0,1 0 0 0 0,0-1 0 0 0,-1 1 1 0 0,0 0-1 0 0,1-1 0 0 0,-1 0 0 0 0,0 1 0 0 0,0-1 0 0 0,-1 0 0 0 0,1 0 0 0 0,2-6 1 0 0,-2 5 319 0 0,-3-11 5021 0 0,-1 19-4958 0 0,-11 18 18 0 0,1 2 1 0 0,1-1-1 0 0,1 2 0 0 0,1-1 0 0 0,-7 29 0 0 0,-22 139 513 0 0,19-89-184 0 0,3 2-214 0 0,-3 133 0 0 0,7-69-1097 0 0,8-122-1226 0 0,2-1-1 0 0,7 89 1 0 0,2-106 776 0 0,0-17 526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9:20.4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0 302 6913 0 0,'1'-4'54'0'0,"0"1"-1"0"0,-1 0 1 0 0,1 0-1 0 0,0 0 0 0 0,0 0 1 0 0,1 0-1 0 0,-1 0 0 0 0,1 1 1 0 0,-1-1-1 0 0,1 0 1 0 0,0 1-1 0 0,0-1 0 0 0,0 1 1 0 0,0-1-1 0 0,1 1 0 0 0,-1 0 1 0 0,4-3-1 0 0,54-34 101 0 0,-41 28 0 0 0,21-13 429 0 0,0 3 0 0 0,2 1-1 0 0,0 2 1 0 0,1 2 0 0 0,1 1 0 0 0,46-8 0 0 0,7 6 1423 0 0,172-10 0 0 0,-144 19-1184 0 0,166-3 678 0 0,-114 20-1238 0 0,-1 8 0 0 0,-1 7 0 0 0,332 91 0 0 0,-370-81 11 0 0,175 22 1 0 0,-149-30-123 0 0,-97-15 118 0 0,-1 3 0 0 0,97 35 0 0 0,-145-43-501 0 0,1-1 1 0 0,-1 0 0 0 0,1-1 0 0 0,0-1 0 0 0,0-1 0 0 0,33 1 0 0 0,-37-23-8250 0 0,-14 19 8425 0 0,0 0 1 0 0,0 0-1 0 0,0 0 1 0 0,0 0-1 0 0,0 0 1 0 0,1 0-1 0 0,-1 0 0 0 0,0 0 1 0 0,1 0-1 0 0,-1 0 1 0 0,1 0-1 0 0,-1 0 1 0 0,1 0-1 0 0,-1 0 0 0 0,1 1 1 0 0,0-1-1 0 0,-1 0 1 0 0,2-1-1 0 0,-1 2 79 0 0,-1 0-1 0 0,0 0 1 0 0,1 0-1 0 0,-1-1 1 0 0,0 1 0 0 0,1 0-1 0 0,-1 0 1 0 0,0 0-1 0 0,1 0 1 0 0,-1 0-1 0 0,0 0 1 0 0,1 0 0 0 0,-1 0-1 0 0,0 0 1 0 0,1 0-1 0 0,-1 0 1 0 0,0 0 0 0 0,1 0-1 0 0,-1 0 1 0 0,1 0-1 0 0,-1 0 1 0 0,0 0-1 0 0,1 0 1 0 0,-1 1 0 0 0,0-1-1 0 0,1 0 1 0 0,-1 0-1 0 0,0 0 1 0 0,0 0-1 0 0,1 1 1 0 0,-1-1 0 0 0,0 0-1 0 0,1 1 1 0 0,7 15 1698 0 0,0 19 1087 0 0,-5-9-2152 0 0,-2 1 0 0 0,-1 0 1 0 0,-1-1-1 0 0,-6 34 0 0 0,-28 105-170 0 0,-4 34-519 0 0,-23 198-92 0 0,55-356 125 0 0,2-1 0 0 0,1 42 0 0 0,-1 5 0 0 0,4-83 17 0 0,0 0 1 0 0,0-1-1 0 0,0 0 0 0 0,0 1 0 0 0,0-1 1 0 0,-1 0-1 0 0,0 1 0 0 0,0-1 0 0 0,0 0 1 0 0,0 0-1 0 0,0-1 0 0 0,0 1 0 0 0,-1 0 1 0 0,0-1-1 0 0,1 1 0 0 0,-1-1 0 0 0,0 0 1 0 0,0 0-1 0 0,0 0 0 0 0,0 0 0 0 0,-1-1 1 0 0,-3 2-1 0 0,-11 5 155 0 0,0-2 1 0 0,-37 9-1 0 0,37-11-142 0 0,-68 22-3 0 0,-87 37 1 0 0,93-31-35 0 0,60-25-22 0 0,-1-1 0 0 0,0-1-1 0 0,0-1 1 0 0,-30 3 0 0 0,-87-4-225 0 0,92-4-29 0 0,0 2 0 0 0,-62 10 0 0 0,-78 30-397 0 0,-48 8-809 0 0,16-6-146 0 0,-41 6 661 0 0,219-44 977 0 0,0-2 0 0 0,-1-2 0 0 0,1-2 0 0 0,-65-9 0 0 0,-33-16 178 0 0,-81-12 53 0 0,169 33-223 0 0,-91-15 160 0 0,121 16-218 0 0,0-1 0 0 0,1-1 0 0 0,0-1 1 0 0,1-1-1 0 0,-19-10 0 0 0,15 4-74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9:21.3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194 134 4145 0 0,'2'-9'177'0'0,"-1"1"0"0"0,0 0-1 0 0,0 0 1 0 0,-1-1 0 0 0,0 1 0 0 0,0-1 0 0 0,-1 1 0 0 0,0 0 0 0 0,-1-1-1 0 0,1 1 1 0 0,-2 0 0 0 0,-5-14 0 0 0,8 21-86 0 0,0 0 0 0 0,-1 1 1 0 0,1-1-1 0 0,0 0 0 0 0,-1 1 0 0 0,1-1 1 0 0,-1 0-1 0 0,1 1 0 0 0,-1-1 0 0 0,1 1 1 0 0,-1-1-1 0 0,1 1 0 0 0,-1-1 0 0 0,0 1 0 0 0,1 0 1 0 0,-1-1-1 0 0,0 1 0 0 0,1 0 0 0 0,-1-1 1 0 0,0 1-1 0 0,1 0 0 0 0,-1 0 0 0 0,0 0 0 0 0,0-1 1 0 0,1 1-1 0 0,-1 0 0 0 0,0 0 0 0 0,-1 0 1 0 0,1 1 28 0 0,-1-1 0 0 0,1 1 1 0 0,0 0-1 0 0,-1 0 1 0 0,1-1-1 0 0,0 1 0 0 0,-1 0 1 0 0,1 0-1 0 0,0 0 1 0 0,0 0-1 0 0,0 1 0 0 0,-2 1 1 0 0,-23 43 1235 0 0,14-15-1352 0 0,0 0 0 0 0,3 1 0 0 0,0 1 0 0 0,-6 51 0 0 0,-3 139 424 0 0,17-189-338 0 0,-11 614 1820 0 0,0 26-510 0 0,-9-85-1145 0 0,52 0 487 0 0,26-135 150 0 0,21 198-147 0 0,-47-1-470 0 0,-36-523 34 0 0,-7-1 1 0 0,-4-1-1 0 0,-7 0 1 0 0,-51 166-1 0 0,59-239-750 0 0,1 0 0 0 0,-7 74 0 0 0,18-83-435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9:22.5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0 308 2304 0 0,'26'-8'611'0'0,"0"2"0"0"0,1 1-1 0 0,-1 1 1 0 0,1 1-1 0 0,0 1 1 0 0,35 3-1 0 0,-20-2 324 0 0,764-67 4637 0 0,279-84-3963 0 0,-375 93-1591 0 0,3 61-130 0 0,-340 20 41 0 0,388 73 0 0 0,-199-20 72 0 0,75 12 0 0 0,-593-79-26 0 0,349 68-1796 0 0,-309-55 1157 0 0,-1 4 0 0 0,128 57 0 0 0,-168-63-717 0 0,-1-1-2083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9:23.8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12671 1 12899 0 0,'-4'4'193'0'0,"-1"0"1"0"0,1 0-1 0 0,0 1 1 0 0,0 0-1 0 0,0-1 0 0 0,1 2 1 0 0,-1-1-1 0 0,1 0 1 0 0,1 1-1 0 0,-1-1 1 0 0,1 1-1 0 0,0 0 1 0 0,0 0-1 0 0,0 0 0 0 0,1 0 1 0 0,0 0-1 0 0,-1 11 1 0 0,-36 649 2134 0 0,8-170-1089 0 0,28 155-1241 0 0,43-2 15 0 0,4 177 123 0 0,-26 1 3 0 0,-18-737-137 0 0,4 84-16 0 0,7-1 0 0 0,7 0-1 0 0,8-1 1 0 0,55 185-1 0 0,26 45 177 0 0,-58-209-60 0 0,-26-112-102 0 0,63 142 0 0 0,-85-219 12 0 0,0 0 0 0 0,0 0 0 0 0,-1 0-1 0 0,1 1 1 0 0,-1-1 0 0 0,-1 0 0 0 0,1 1-1 0 0,0-1 1 0 0,-1 0 0 0 0,0 1 0 0 0,0-1-1 0 0,0 1 1 0 0,-1-1 0 0 0,1 1 0 0 0,-1-1-1 0 0,0 0 1 0 0,-1 0 0 0 0,1 1 0 0 0,-3 5 0 0 0,0-4 5 0 0,0 0 1 0 0,0-1 0 0 0,0 0 0 0 0,-1 1 0 0 0,0-1 0 0 0,0-1 0 0 0,0 1 0 0 0,0-1 0 0 0,-1 0 0 0 0,0 0 0 0 0,-11 5 0 0 0,-45 18-202 0 0,-1-2 0 0 0,0-3-1 0 0,-103 20 1 0 0,95-25 126 0 0,-287 63-191 0 0,129-30 90 0 0,-528 138 90 0 0,-509 78 370 0 0,505-159 408 0 0,-50 8 111 0 0,540-76-604 0 0,-2-11 0 0 0,-296-9 0 0 0,-102-72-395 0 0,4-49 431 0 0,333 51-108 0 0,107 18-55 0 0,-196-15-45 0 0,202 26-34 0 0,-1177-206 43 0 0,1294 208-32 0 0,-117-8 0 0 0,-107 10 11 0 0,270 16-31 0 0,-664-63-73 0 0,400 21 47 0 0,74 11 23 0 0,57 11-6 0 0,-19-3-35 0 0,163 17 34 0 0,0-2 1 0 0,-65-24-1 0 0,-92-35 25 0 0,100 37 4 0 0,-154-71 0 0 0,249 98-31 0 0,1-1 1 0 0,-1 0 0 0 0,1 0 0 0 0,0-1-1 0 0,0 0 1 0 0,1 0 0 0 0,0-1-1 0 0,0 0 1 0 0,1 0 0 0 0,0-1-1 0 0,1 1 1 0 0,-1-1 0 0 0,2 0-1 0 0,-1-1 1 0 0,1 1 0 0 0,1-1-1 0 0,-4-13 1 0 0,-2-18-136 0 0,1 1 0 0 0,-4-84 0 0 0,11 98 78 0 0,-7-63-1105 0 0,-1 38 573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9:45.8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0 114 5985 0 0,'0'0'464'0'0,"27"14"2562"0"0,-16-15-2629 0 0,0-1 1 0 0,0 0-1 0 0,0-1 0 0 0,-1 0 0 0 0,1-1 0 0 0,-1 0 0 0 0,18-11 0 0 0,16-5 590 0 0,-6 7-218 0 0,1 1 0 0 0,1 2 0 0 0,0 1 0 0 0,74-5-1 0 0,-42 11-313 0 0,133 12 0 0 0,-169-5-347 0 0,57 3 283 0 0,-93-7-419 0 0,1-1 0 0 0,-1 1 0 0 0,0 0 0 0 0,0-1 1 0 0,1 1-1 0 0,-1-1 0 0 0,0 1 0 0 0,0 0 0 0 0,0-1 0 0 0,1 1 0 0 0,-1-1 0 0 0,0 1 0 0 0,0 0 0 0 0,0-1 1 0 0,0 1-1 0 0,0-1 0 0 0,0 1 0 0 0,0-1 0 0 0,0 1 0 0 0,0-1 0 0 0,0 1 0 0 0,0 0 0 0 0,0-1 1 0 0,0 1-1 0 0,0-1 0 0 0,0 1 0 0 0,0-1 0 0 0,-1 1 0 0 0,1 0 0 0 0,0-1 0 0 0,0 1 0 0 0,0-1 0 0 0,-1 1 1 0 0,1 0-1 0 0,-1-1 0 0 0,-7-17-2793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29:46.3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95 0 4609 0 0,'-35'5'890'0'0,"28"-5"32"0"0,0 1 0 0 0,-1 0 0 0 0,1 0 0 0 0,0 1 0 0 0,0 0 0 0 0,-9 4 0 0 0,59-6 2339 0 0,-23 1-2712 0 0,-5-1-276 0 0,0-1 0 0 0,-1 2 0 0 0,1 0-1 0 0,0 1 1 0 0,0 0 0 0 0,-1 1-1 0 0,0 1 1 0 0,1 0 0 0 0,-1 1 0 0 0,-1 0-1 0 0,16 9 1 0 0,63 46 461 0 0,-66-40-583 0 0,1-2 0 0 0,48 23 0 0 0,-69-38-149 0 0,0-1 0 0 0,0 1 0 0 0,-1 0-1 0 0,1 1 1 0 0,-1-1 0 0 0,7 6 0 0 0,-11-7-1 0 0,1-1 0 0 0,-1 1-1 0 0,0 0 1 0 0,1 0 0 0 0,-1 0 0 0 0,0 0 0 0 0,0 0-1 0 0,0 0 1 0 0,0 1 0 0 0,-1-1 0 0 0,1 0-1 0 0,-1 0 1 0 0,1 1 0 0 0,-1-1 0 0 0,0 0-1 0 0,1 1 1 0 0,-1-1 0 0 0,-1 0 0 0 0,1 0 0 0 0,-1 5-1 0 0,-3 6 174 0 0,0 1-1 0 0,-1-1 1 0 0,-1 0 0 0 0,-1-1-1 0 0,1 0 1 0 0,-2 0-1 0 0,-12 17 1 0 0,-5 8 106 0 0,-16 23-32 0 0,-4-1 0 0 0,-53 55 1 0 0,85-100-238 0 0,-3 6-466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0:50.4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 5985 0 0,'10'-17'5847'0'0,"-10"17"-5803"0"0,1 26 4931 0 0,0-4-4265 0 0,37 216 1592 0 0,-2-24-2059 0 0,-30-157-1022 0 0,-3 95 0 0 0,-18 56-6223 0 0,12-179 5722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0:50.8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4 105 2761 0 0,'-1'-1'250'0'0,"1"-1"1"0"0,-1 1-1 0 0,1 0 1 0 0,0-1-1 0 0,-1 1 1 0 0,1 0 0 0 0,0-1-1 0 0,0 1 1 0 0,0 0-1 0 0,0-1 1 0 0,0 1-1 0 0,0 0 1 0 0,0-1 0 0 0,0 1-1 0 0,1 0 1 0 0,-1-1-1 0 0,0 1 1 0 0,1 0-1 0 0,-1 0 1 0 0,1-1 0 0 0,0 1-1 0 0,-1 0 1 0 0,1 0-1 0 0,0 0 1 0 0,0 0-1 0 0,-1 0 1 0 0,1 0 0 0 0,0 0-1 0 0,0 0 1 0 0,0 0-1 0 0,0 0 1 0 0,1 0-1 0 0,-1 0 1 0 0,0 1 0 0 0,0-1-1 0 0,0 1 1 0 0,1-1-1 0 0,1 0 1 0 0,0 0 72 0 0,0 1 0 0 0,0 0 1 0 0,0 0-1 0 0,0 0 0 0 0,0 0 0 0 0,0 1 1 0 0,0-1-1 0 0,0 1 0 0 0,0-1 0 0 0,0 1 0 0 0,0 0 1 0 0,0 0-1 0 0,-1 1 0 0 0,1-1 0 0 0,0 0 1 0 0,4 4-1 0 0,11 10-48 0 0,0 1 1 0 0,27 33-1 0 0,-28-29 71 0 0,1-1-1 0 0,23 19 1 0 0,-35-33-300 0 0,1 0 1 0 0,0-1 0 0 0,0 1-1 0 0,0-2 1 0 0,1 1 0 0 0,-1-1 0 0 0,1 0-1 0 0,0 0 1 0 0,0-1 0 0 0,16 3-1 0 0,-12-3 84 0 0,-1-1-1 0 0,1-1 1 0 0,0 0-1 0 0,0 0 1 0 0,-1-1-1 0 0,15-3 1 0 0,-20 2-52 0 0,1 0 0 0 0,-1 0 0 0 0,0-1 0 0 0,0 0 0 0 0,0 0 0 0 0,-1 0 0 0 0,1-1 0 0 0,-1 0 0 0 0,0 0 0 0 0,0 0 0 0 0,0-1 0 0 0,7-8 0 0 0,3-5 114 0 0,0-1 1 0 0,-2-1 0 0 0,14-24 0 0 0,-21 34-387 0 0,-2-1 0 0 0,1 1 0 0 0,-1 0 0 0 0,0-1 0 0 0,-1 0 0 0 0,-1 0 0 0 0,1 0 0 0 0,0-21 0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0:51.6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0 601 9218 0 0,'0'-10'716'0'0,"1"-1"0"0"0,0 1 0 0 0,0-1 0 0 0,1 1 0 0 0,1 0 1 0 0,0-1-1 0 0,0 1 0 0 0,0 0 0 0 0,8-13 0 0 0,-9 20-609 0 0,-1 0 0 0 0,1 0 0 0 0,0 1 0 0 0,0-1 0 0 0,0 0 0 0 0,1 1 0 0 0,-1-1 0 0 0,0 1 0 0 0,1 0 0 0 0,0 0 0 0 0,0 0-1 0 0,-1 0 1 0 0,1 0 0 0 0,0 0 0 0 0,0 1 0 0 0,1-1 0 0 0,-1 1 0 0 0,0 0 0 0 0,0 0 0 0 0,1 0 0 0 0,-1 1 0 0 0,1-1 0 0 0,-1 1 0 0 0,0 0 0 0 0,1 0 0 0 0,-1 0 0 0 0,1 0 0 0 0,-1 1 0 0 0,0-1 0 0 0,1 1 0 0 0,5 2 0 0 0,12 4-46 0 0,0 1 0 0 0,-1 2 0 0 0,0 0 0 0 0,-1 1 0 0 0,0 0 0 0 0,-1 2 0 0 0,0 0 0 0 0,-1 1 0 0 0,16 18 0 0 0,-32-32-52 0 0,0 1-1 0 0,-1 0 1 0 0,1-1 0 0 0,-1 1-1 0 0,1 0 1 0 0,0 0-1 0 0,-1 0 1 0 0,0-1-1 0 0,1 1 1 0 0,-1 0 0 0 0,1 0-1 0 0,-1 0 1 0 0,0 0-1 0 0,0 0 1 0 0,0 0-1 0 0,1 0 1 0 0,-1 0-1 0 0,0 0 1 0 0,0 0 0 0 0,0 0-1 0 0,-1 1 1 0 0,1-2-3 0 0,0 0-1 0 0,-1 1 1 0 0,1-1 0 0 0,0 0 0 0 0,-1 0 0 0 0,1 1-1 0 0,-1-1 1 0 0,1 0 0 0 0,-1 0 0 0 0,1 0 0 0 0,0 0 0 0 0,-1 0-1 0 0,1 0 1 0 0,-1 1 0 0 0,1-1 0 0 0,-1 0 0 0 0,1 0 0 0 0,-1 0-1 0 0,1-1 1 0 0,-1 1 0 0 0,1 0 0 0 0,0 0 0 0 0,-1 0-1 0 0,1 0 1 0 0,-1 0 0 0 0,1 0 0 0 0,-1-1 0 0 0,1 1 0 0 0,0 0-1 0 0,-1 0 1 0 0,1-1 0 0 0,0 1 0 0 0,-1 0 0 0 0,1 0 0 0 0,0-1-1 0 0,-1 1 1 0 0,1 0 0 0 0,0-1 0 0 0,-1 1 0 0 0,1-1-1 0 0,0 1 1 0 0,-1-1 0 0 0,-4-5 66 0 0,-1 0-1 0 0,1-1 1 0 0,0 0 0 0 0,0 0-1 0 0,1 0 1 0 0,0 0-1 0 0,0 0 1 0 0,1-1 0 0 0,-3-9-1 0 0,-19-77 16 0 0,16 57-184 0 0,-2-11-356 0 0,-7-60 0 0 0,16 85 31 0 0,1-1 0 0 0,1 0 0 0 0,0 1 0 0 0,8-41 0 0 0,-7 59 101 0 0,0 0-1 0 0,1 0 1 0 0,-1 0-1 0 0,1 0 1 0 0,0 0-1 0 0,1 0 0 0 0,0 1 1 0 0,5-9-1 0 0,3-2-5395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0:52.0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37 380 2304 0 0,'1'0'68'0'0,"-1"0"0"0"0,0 0 0 0 0,1 0 0 0 0,-1 1 0 0 0,1-1 0 0 0,-1 0 0 0 0,1 0 0 0 0,-1 0 0 0 0,1 0 0 0 0,-1 0 0 0 0,1 0-1 0 0,-1 0 1 0 0,1 0 0 0 0,-1 0 0 0 0,1 0 0 0 0,-1 0 0 0 0,1 0 0 0 0,-1 0 0 0 0,0-1 0 0 0,1 1 0 0 0,-1 0 0 0 0,1 0 0 0 0,-1 0-1 0 0,1-1 1 0 0,-1 1 0 0 0,0 0 0 0 0,1-1 0 0 0,-1 1 0 0 0,1 0 0 0 0,-1-1 0 0 0,0 1 0 0 0,0 0 0 0 0,1-1 0 0 0,-1 1 0 0 0,1-1-1 0 0,17-14 2667 0 0,-11 7-1690 0 0,0 0-1 0 0,0-1 1 0 0,-1 0 0 0 0,0 0-1 0 0,0 0 1 0 0,4-14-1 0 0,-4 10-628 0 0,-1 0 0 0 0,-1-1-1 0 0,0 1 1 0 0,3-28 0 0 0,-5 33-460 0 0,-1-1 1 0 0,-1 1 0 0 0,0-1 0 0 0,0 1 0 0 0,0 0 0 0 0,-1-1 0 0 0,0 1 0 0 0,-1 0 0 0 0,0-1 0 0 0,0 1-1 0 0,-1 0 1 0 0,0 1 0 0 0,0-1 0 0 0,-1 0 0 0 0,0 1 0 0 0,0 0 0 0 0,0 0 0 0 0,-1 0 0 0 0,-1 0 0 0 0,-6-7-1 0 0,9 12-7 0 0,0 0-1 0 0,0 0 0 0 0,-1 0 1 0 0,1 0-1 0 0,0 1 0 0 0,-1-1 0 0 0,0 1 1 0 0,1 0-1 0 0,-1 0 0 0 0,1 0 1 0 0,-1 1-1 0 0,0-1 0 0 0,0 1 0 0 0,-7 0 1 0 0,10 0 12 0 0,0 0 1 0 0,-1 0 0 0 0,1 0-1 0 0,-1 1 1 0 0,1-1-1 0 0,0 0 1 0 0,-1 1 0 0 0,1-1-1 0 0,0 1 1 0 0,-1-1 0 0 0,1 1-1 0 0,0 0 1 0 0,0 0-1 0 0,0-1 1 0 0,-1 1 0 0 0,1 0-1 0 0,0 0 1 0 0,0 0 0 0 0,0 0-1 0 0,0 0 1 0 0,1 0-1 0 0,-1 1 1 0 0,0-1 0 0 0,0 0-1 0 0,1 0 1 0 0,-1 1 0 0 0,1-1-1 0 0,-1 0 1 0 0,1 1-1 0 0,-1-1 1 0 0,1 0 0 0 0,0 1-1 0 0,0-1 1 0 0,0 1 0 0 0,-1-1-1 0 0,1 0 1 0 0,1 1-1 0 0,-1-1 1 0 0,0 1 0 0 0,0-1-1 0 0,1 2 1 0 0,1 8 12 0 0,1 0-1 0 0,1-1 1 0 0,0 1 0 0 0,0-1 0 0 0,1 0-1 0 0,0 0 1 0 0,1-1 0 0 0,0 1 0 0 0,0-1-1 0 0,1 0 1 0 0,1-1 0 0 0,-1 0 0 0 0,1 0-1 0 0,12 9 1 0 0,-5-5-12 0 0,1-1 0 0 0,0 0-1 0 0,1-1 1 0 0,0-1 0 0 0,0-1 0 0 0,1 0-1 0 0,26 7 1 0 0,-34-12-140 0 0,-1-1 0 0 0,1 0 0 0 0,1-1 1 0 0,-1-1-1 0 0,0 1 0 0 0,0-1 0 0 0,13-2 0 0 0,-1-2-876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0:52.4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0 1376 0 0,'-16'8'2463'0'0,"14"-8"-2086"0"0,-1 1-1 0 0,1 0 1 0 0,0 0-1 0 0,0-1 1 0 0,0 1-1 0 0,0 0 1 0 0,1 1-1 0 0,-1-1 1 0 0,0 0-1 0 0,0 0 1 0 0,1 1-1 0 0,-1-1 1 0 0,0 1-1 0 0,1 0 1 0 0,0-1-1 0 0,-1 1 1 0 0,1 0-1 0 0,0 0 1 0 0,0 0-1 0 0,0 0 1 0 0,0 0-1 0 0,0 0 1 0 0,1 0-1 0 0,-1 0 1 0 0,0 0-1 0 0,1 0 1 0 0,0 0-1 0 0,-1 3 1 0 0,-3 22 87 0 0,2-1 1 0 0,0 0-1 0 0,2 0 1 0 0,0 1-1 0 0,2-1 1 0 0,9 43-1 0 0,-11-68-423 0 0,0 1-1 0 0,0-1 1 0 0,1 0-1 0 0,-1 1 1 0 0,1-1-1 0 0,-1 0 1 0 0,1 0-1 0 0,-1 0 1 0 0,1 1-1 0 0,-1-1 1 0 0,1 0-1 0 0,0 0 1 0 0,0 0-1 0 0,0 0 1 0 0,-1 0-1 0 0,1 0 1 0 0,0 0 0 0 0,0-1-1 0 0,0 1 1 0 0,1 0-1 0 0,-1 0 1 0 0,1 0-1 0 0,-1-1-47 0 0,1 0 0 0 0,-1 0 0 0 0,0 0 1 0 0,0 0-1 0 0,1-1 0 0 0,-1 1 0 0 0,0 0 0 0 0,0 0 0 0 0,0-1 0 0 0,0 1 0 0 0,0-1 1 0 0,1 1-1 0 0,-1-1 0 0 0,0 0 0 0 0,0 1 0 0 0,0-1 0 0 0,0 0 0 0 0,-1 0 0 0 0,2-1 0 0 0,7-7-405 0 0,0-1-1 0 0,-1-1 0 0 0,11-17 0 0 0,-10 14-42 0 0,11-13-113 0 0,-9 14 598 0 0,-1-1 0 0 0,11-21 0 0 0,-2 52 1871 0 0,-12-12-2316 0 0,0 0 1 0 0,1 0-1 0 0,-1-1 1 0 0,1 0-1 0 0,0-1 1 0 0,0 1-1 0 0,0-2 1 0 0,1 1-1 0 0,-1-1 1 0 0,14 2-1 0 0,-2-1-4639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0:52.9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177 397 4145 0 0,'-11'-12'2033'0'0,"5"5"-1089"0"0,0 1-1 0 0,0 0 1 0 0,-1 0-1 0 0,1 0 1 0 0,-1 1 0 0 0,-8-4-1 0 0,13 8-810 0 0,1 0-1 0 0,-1 1 1 0 0,1-1-1 0 0,-1 1 1 0 0,1-1-1 0 0,-1 1 1 0 0,0 0-1 0 0,1 0 1 0 0,-1-1-1 0 0,1 1 1 0 0,-1 0-1 0 0,0 1 1 0 0,1-1-1 0 0,-1 0 1 0 0,0 0-1 0 0,1 1 1 0 0,-1-1-1 0 0,1 1 1 0 0,-1-1-1 0 0,1 1 1 0 0,-1 0-1 0 0,1-1 1 0 0,-1 1-1 0 0,1 0 1 0 0,-1 0-1 0 0,1 0 1 0 0,0 0-1 0 0,0 1 1 0 0,0-1-1 0 0,0 0 1 0 0,-1 0-1 0 0,1 1 1 0 0,1-1-1 0 0,-1 0 1 0 0,0 1-1 0 0,0-1 1 0 0,1 1-1 0 0,-2 2 1 0 0,-2 5 28 0 0,0 1 0 0 0,1 0 0 0 0,0 0 0 0 0,1 0 0 0 0,0 0 1 0 0,0 0-1 0 0,1 1 0 0 0,1 14 0 0 0,0-10-132 0 0,1-1 1 0 0,0 1-1 0 0,1-1 1 0 0,0 1-1 0 0,7 19 1 0 0,-8-32-25 0 0,0 1 0 0 0,0 0 0 0 0,0 0 0 0 0,1 0 1 0 0,-1-1-1 0 0,1 1 0 0 0,-1 0 0 0 0,1-1 0 0 0,0 0 1 0 0,0 1-1 0 0,0-1 0 0 0,0 0 0 0 0,0 0 0 0 0,1 0 1 0 0,-1 0-1 0 0,1 0 0 0 0,-1-1 0 0 0,1 1 0 0 0,0-1 1 0 0,-1 0-1 0 0,1 0 0 0 0,5 2 0 0 0,-5-3-37 0 0,-1 0 0 0 0,1 0 0 0 0,0 0 1 0 0,-1 0-1 0 0,1-1 0 0 0,0 1 0 0 0,-1-1 0 0 0,1 0 0 0 0,-1 0 0 0 0,1 1 0 0 0,-1-2 0 0 0,1 1 1 0 0,-1 0-1 0 0,0 0 0 0 0,0-1 0 0 0,1 1 0 0 0,-1-1 0 0 0,0 0 0 0 0,0 0 0 0 0,-1 0 0 0 0,1 0 0 0 0,0 0 1 0 0,-1 0-1 0 0,1 0 0 0 0,-1 0 0 0 0,2-3 0 0 0,3-7-159 0 0,-1 1-1 0 0,0-1 1 0 0,-1 1-1 0 0,0-1 0 0 0,-1 0 1 0 0,-1-1-1 0 0,0 1 1 0 0,1-25-1 0 0,-2 13-186 0 0,-1 0 0 0 0,-2 0 0 0 0,-7-41-1 0 0,0 32 310 0 0,-1 0 0 0 0,-1 0 0 0 0,-2 1 0 0 0,-1 1 0 0 0,-2 0 1 0 0,-33-49-1 0 0,18 45 699 0 0,11 23 629 0 0,19 12-1161 0 0,1 0 1 0 0,-1 0-1 0 0,1 0 0 0 0,-1 0 1 0 0,1 0-1 0 0,-1 0 1 0 0,1 0-1 0 0,-1 0 0 0 0,1 0 1 0 0,-1 0-1 0 0,1 0 1 0 0,-1 0-1 0 0,1 1 0 0 0,-1-1 1 0 0,1 0-1 0 0,-1 0 1 0 0,1 1-1 0 0,-1-1 0 0 0,1 0 1 0 0,0 0-1 0 0,-1 1 1 0 0,1-1-1 0 0,-1 0 0 0 0,1 1 1 0 0,0-1-1 0 0,-1 1 1 0 0,1-1-1 0 0,0 1 0 0 0,0-1 1 0 0,-1 0-1 0 0,1 1 0 0 0,0-1 1 0 0,0 1-1 0 0,0 0 1 0 0,-1 1 26 0 0,1 0 0 0 0,0 0 0 0 0,-1 0 1 0 0,1 0-1 0 0,1 0 0 0 0,-1 0 0 0 0,0 0 1 0 0,0 0-1 0 0,1 0 0 0 0,-1 0 0 0 0,1 0 1 0 0,-1-1-1 0 0,1 1 0 0 0,1 2 0 0 0,15 30 13 0 0,-11-23-1 0 0,18 31 25 0 0,2 0 0 0 0,50 62 0 0 0,75 68-63 0 0,-126-145-126 0 0,16 15-1096 0 0,1-1-4194 0 0,-1-4-1866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0:53.3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52 177 6913 0 0,'-13'2'-4'0'0,"10"-2"526"0"0,0 0-1 0 0,0 0 1 0 0,0 1 0 0 0,0 0-1 0 0,0-1 1 0 0,0 1-1 0 0,0 0 1 0 0,-4 3 0 0 0,7-4-395 0 0,-1 1 1 0 0,0 0 0 0 0,1 0-1 0 0,-1-1 1 0 0,0 1-1 0 0,1 0 1 0 0,-1 0 0 0 0,1 0-1 0 0,-1 0 1 0 0,1 0-1 0 0,0 0 1 0 0,-1 0 0 0 0,1 0-1 0 0,0 0 1 0 0,0 0 0 0 0,0 0-1 0 0,0 0 1 0 0,0 0-1 0 0,0 0 1 0 0,0 0 0 0 0,0 0-1 0 0,0 0 1 0 0,0 0-1 0 0,0 0 1 0 0,1 0 0 0 0,-1 0-1 0 0,0 0 1 0 0,1 0 0 0 0,-1 0-1 0 0,1 0 1 0 0,0 1-1 0 0,1 1 12 0 0,-1 0-1 0 0,1 0 1 0 0,-1 0-1 0 0,1 0 0 0 0,0 0 1 0 0,0-1-1 0 0,0 1 1 0 0,0-1-1 0 0,1 1 1 0 0,-1-1-1 0 0,1 0 0 0 0,0 0 1 0 0,-1 0-1 0 0,1 0 1 0 0,0 0-1 0 0,0-1 1 0 0,0 1-1 0 0,5 1 0 0 0,-3-2-21 0 0,0 0-1 0 0,0 0 1 0 0,1 0-1 0 0,-1-1 1 0 0,0 0-1 0 0,0 0 1 0 0,0 0-1 0 0,0-1 0 0 0,1 1 1 0 0,-1-1-1 0 0,7-2 1 0 0,-6 1-88 0 0,-1 0 0 0 0,1 0 0 0 0,-1 0-1 0 0,1 0 1 0 0,-1-1 0 0 0,0 0 0 0 0,0 0 0 0 0,0 0 0 0 0,-1-1 0 0 0,1 0 0 0 0,-1 0 0 0 0,0 0 0 0 0,0 0 0 0 0,0-1 0 0 0,0 1-1 0 0,-1-1 1 0 0,0 0 0 0 0,0 0 0 0 0,0 0 0 0 0,0 0 0 0 0,3-12 0 0 0,-5 12-18 0 0,-1-1 0 0 0,0 0 0 0 0,1 0-1 0 0,-2 0 1 0 0,1 1 0 0 0,-1-1 0 0 0,0 0 0 0 0,0 0 0 0 0,0 1-1 0 0,-1-1 1 0 0,0 1 0 0 0,0-1 0 0 0,0 1 0 0 0,-1 0 0 0 0,0 0-1 0 0,0 0 1 0 0,0 0 0 0 0,-1 0 0 0 0,1 1 0 0 0,-1-1 0 0 0,0 1-1 0 0,-7-5 1 0 0,5 4-86 0 0,-1 0 1 0 0,1 1-1 0 0,-1 0 0 0 0,0 0 0 0 0,0 0 0 0 0,-1 1 0 0 0,1 0 1 0 0,-1 0-1 0 0,1 1 0 0 0,-1 0 0 0 0,0 0 0 0 0,0 1 0 0 0,0 0 1 0 0,0 1-1 0 0,-15 0 0 0 0,23 0-42 0 0,-1 0 0 0 0,0 0 0 0 0,0 0 0 0 0,1 0 0 0 0,-1 1-1 0 0,0-1 1 0 0,0 0 0 0 0,1 0 0 0 0,-1 1 0 0 0,0-1 0 0 0,1 0 0 0 0,-1 1 0 0 0,0-1 0 0 0,1 1 0 0 0,-1-1 0 0 0,1 1 0 0 0,-1-1 0 0 0,1 1 0 0 0,-1-1 0 0 0,1 1 0 0 0,-1-1 0 0 0,1 1 0 0 0,-1 0 0 0 0,1-1-1 0 0,0 1 1 0 0,-1 0 0 0 0,1-1 0 0 0,0 1 0 0 0,0 0 0 0 0,-1 0 0 0 0,1-1 0 0 0,0 1 0 0 0,0 0 0 0 0,0 1 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0:53.6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2 100 8290 0 0,'-1'6'2858'0'0,"1"-6"-2796"0"0,10 8 2003 0 0,18 9 611 0 0,-20-12-1694 0 0,14 10 624 0 0,-14-9-1173 0 0,0 0 1 0 0,0 0-1 0 0,1-1 1 0 0,14 6-1 0 0,-22-10-408 0 0,1-1 0 0 0,0 1 1 0 0,0-1-1 0 0,0 1 0 0 0,0-1 0 0 0,0 1 0 0 0,0-1 1 0 0,0 0-1 0 0,-1 0 0 0 0,1 0 0 0 0,0 0 0 0 0,0 0 1 0 0,0-1-1 0 0,0 1 0 0 0,0-1 0 0 0,0 1 0 0 0,0-1 0 0 0,0 1 1 0 0,-1-1-1 0 0,1 0 0 0 0,0 0 0 0 0,0 0 0 0 0,-1 0 1 0 0,1 0-1 0 0,-1 0 0 0 0,1-1 0 0 0,-1 1 0 0 0,3-3 1 0 0,-3 2-58 0 0,0 0 0 0 0,0 0 0 0 0,0 0 0 0 0,0 0 1 0 0,0 0-1 0 0,-1-1 0 0 0,1 1 0 0 0,-1 0 0 0 0,1 0 1 0 0,-1-1-1 0 0,0 1 0 0 0,0 0 0 0 0,0-1 0 0 0,0 1 0 0 0,0 0 1 0 0,0-1-1 0 0,-1 1 0 0 0,0-3 0 0 0,-16-46-1089 0 0,9 27 662 0 0,6 19 360 0 0,1 3 62 0 0,0-1 1 0 0,0 0-1 0 0,0 0 0 0 0,1 0 1 0 0,-1 0-1 0 0,1 0 0 0 0,-1 0 1 0 0,1 0-1 0 0,0 0 0 0 0,0-1 1 0 0,0 1-1 0 0,1 0 1 0 0,0-3-1 0 0,0 6 48 0 0,0-1 0 0 0,-1 1-1 0 0,1 0 1 0 0,0 0 0 0 0,0 0 0 0 0,0 0 0 0 0,-1 0-1 0 0,1 0 1 0 0,0 0 0 0 0,0 0 0 0 0,0 1 0 0 0,0-1 0 0 0,-1 0-1 0 0,1 0 1 0 0,0 1 0 0 0,0-1 0 0 0,-1 0 0 0 0,1 1-1 0 0,0-1 1 0 0,-1 1 0 0 0,1-1 0 0 0,0 1 0 0 0,-1-1-1 0 0,1 1 1 0 0,0 1 0 0 0,18 14 368 0 0,-13-10-315 0 0,0 0 0 0 0,1 0 0 0 0,0 0 0 0 0,0-1 0 0 0,0 0 0 0 0,0-1 0 0 0,1 1 0 0 0,-1-2 0 0 0,10 4 0 0 0,-14-6-207 0 0,0 0 1 0 0,1 0-1 0 0,0-1 1 0 0,-1 0-1 0 0,1 1 1 0 0,-1-1-1 0 0,1-1 1 0 0,-1 1-1 0 0,1 0 1 0 0,-1-1-1 0 0,1 0 1 0 0,-1 0-1 0 0,1 0 1 0 0,-1 0-1 0 0,1 0 1 0 0,-1-1-1 0 0,0 1 1 0 0,0-1-1 0 0,0 0 0 0 0,0 0 1 0 0,0 0-1 0 0,0-1 1 0 0,-1 1-1 0 0,4-4 1 0 0,13-19-3574 0 0,-11 10-1111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0:53.8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0 3681 0 0,'-5'3'6779'0'0,"5"-3"-6664"0"0,3 14 2645 0 0,8 13-540 0 0,33 49 901 0 0,64 84 1 0 0,9 14-4169 0 0,-103-150-871 0 0,-4-2-4944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0:54.0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2 194 8290 0 0,'-1'-7'4601'0'0,"4"1"-3265"0"0,4-3-496 0 0,5-6-96 0 0,6-1-15 0 0,4-5-9 0 0,6-1-792 0 0,7-5-160 0 0,10-5-32 0 0,3-7-8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06.7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218 98 5065 0 0,'-3'-9'546'0'0,"0"-1"0"0"0,0 1 0 0 0,-1 0 0 0 0,0 0 0 0 0,0 0-1 0 0,-9-12 1 0 0,12 20-418 0 0,0-1-1 0 0,0 1 0 0 0,0 0 0 0 0,0-1 0 0 0,0 1 1 0 0,-1 0-1 0 0,1-1 0 0 0,0 1 0 0 0,0 0 0 0 0,-1 0 1 0 0,1 0-1 0 0,-1 0 0 0 0,1 0 0 0 0,-1 0 0 0 0,1 1 1 0 0,-1-1-1 0 0,0 0 0 0 0,1 1 0 0 0,-1-1 0 0 0,0 1 1 0 0,1 0-1 0 0,-1 0 0 0 0,0 0 0 0 0,0-1 0 0 0,1 1 1 0 0,-1 1-1 0 0,0-1 0 0 0,0 0 0 0 0,1 0 0 0 0,-1 1 1 0 0,0-1-1 0 0,1 1 0 0 0,-1-1 0 0 0,0 1 0 0 0,1 0 1 0 0,-1 0-1 0 0,1-1 0 0 0,-1 1 0 0 0,1 0 0 0 0,-1 1 1 0 0,1-1-1 0 0,0 0 0 0 0,-2 2 0 0 0,-7 8 292 0 0,1 0-1 0 0,0 0 1 0 0,1 1 0 0 0,0 0-1 0 0,1 0 1 0 0,1 1 0 0 0,0 0-1 0 0,-7 22 1 0 0,3-4 51 0 0,1 1-1 0 0,-6 53 1 0 0,11-55-442 0 0,2 0 1 0 0,1 0-1 0 0,2 0 0 0 0,1 0 1 0 0,1 0-1 0 0,1 0 0 0 0,2 0 0 0 0,1-1 1 0 0,2 0-1 0 0,0-1 0 0 0,2 1 0 0 0,1-2 1 0 0,1 0-1 0 0,33 50 0 0 0,-43-72-235 0 0,1 0 0 0 0,0-1 0 0 0,0 1-1 0 0,0-1 1 0 0,1 0 0 0 0,0 0 0 0 0,-1 0 0 0 0,1 0-1 0 0,0-1 1 0 0,1 0 0 0 0,-1 0 0 0 0,1 0 0 0 0,-1-1-1 0 0,1 0 1 0 0,0 0 0 0 0,0 0 0 0 0,0-1 0 0 0,8 2-1 0 0,9-5-5761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07.0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18 8754 0 0,'-2'-2'1070'0'0,"2"2"-999"0"0,0 0 1 0 0,0 0-1 0 0,0-1 0 0 0,0 1 1 0 0,-1 0-1 0 0,1 0 0 0 0,0 0 1 0 0,0 0-1 0 0,0 0 0 0 0,-1 0 1 0 0,1 0-1 0 0,0 0 1 0 0,0 0-1 0 0,0 0 0 0 0,-4 2 1499 0 0,4-2-1499 0 0,0 0 0 0 0,0 1 1 0 0,0-1-1 0 0,0 0 1 0 0,-2 18 2254 0 0,7 21 119 0 0,-2-26-2275 0 0,1 0 0 0 0,1 1 1 0 0,0-2-1 0 0,1 1 0 0 0,0 0 1 0 0,1-1-1 0 0,0-1 1 0 0,1 1-1 0 0,19 20 0 0 0,-22-26-131 0 0,1 0-1 0 0,0-1 1 0 0,1 0 0 0 0,-1 0-1 0 0,1 0 1 0 0,0-1-1 0 0,1 0 1 0 0,-1 0-1 0 0,0-1 1 0 0,1 0 0 0 0,0 0-1 0 0,0-1 1 0 0,0 0-1 0 0,0 0 1 0 0,0-1 0 0 0,0 0-1 0 0,1 0 1 0 0,8-1-1 0 0,-15 0-32 0 0,0 0-1 0 0,0 0 1 0 0,-1-1 0 0 0,1 1-1 0 0,0 0 1 0 0,0-1-1 0 0,-1 1 1 0 0,1-1 0 0 0,0 1-1 0 0,-1-1 1 0 0,1 0-1 0 0,-1 0 1 0 0,1 0-1 0 0,-1 0 1 0 0,1 0 0 0 0,-1 0-1 0 0,0 0 1 0 0,1 0-1 0 0,-1-1 1 0 0,0 1-1 0 0,0 0 1 0 0,1-2 0 0 0,-1 0-19 0 0,0 0 1 0 0,1 0-1 0 0,-2 0 1 0 0,1 0-1 0 0,0 0 0 0 0,-1 0 1 0 0,1 0-1 0 0,-1 0 1 0 0,0-1-1 0 0,0 1 1 0 0,-1-5-1 0 0,-2-8-116 0 0,0-1-1 0 0,-1 1 1 0 0,-12-27-1 0 0,12 33 85 0 0,0-1-44 0 0,0 1 0 0 0,-1-1 0 0 0,0 1 0 0 0,-1 0 0 0 0,-9-11 0 0 0,12 17-73 0 0,0 0-1 0 0,-1 1 1 0 0,1-1-1 0 0,-1 1 1 0 0,0 0-1 0 0,1 0 1 0 0,-2 0-1 0 0,1 0 1 0 0,0 1-1 0 0,0 0 1 0 0,-1 0-1 0 0,1 0 1 0 0,-1 0-1 0 0,-9-1 1 0 0,-7 0-5796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07.5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 10138 0 0,'0'0'778'0'0,"7"28"419"0"0,27 63 3687 0 0,-24-69-4589 0 0,-1 0-1 0 0,-1 0 1 0 0,-1 1-1 0 0,-1 0 1 0 0,-1 0-1 0 0,3 47 1 0 0,7-110-2793 0 0,4-96-1404 0 0,1-8 3272 0 0,-20 143 777 0 0,0-1-1 0 0,0 1 0 0 0,0-1 1 0 0,1 1-1 0 0,-1-1 1 0 0,0 1-1 0 0,1-1 1 0 0,0 1-1 0 0,-1-1 0 0 0,1 1 1 0 0,0 0-1 0 0,0-1 1 0 0,-1 1-1 0 0,1 0 0 0 0,0 0 1 0 0,0-1-1 0 0,1 1 1 0 0,-1 0-1 0 0,0 0 1 0 0,0 0-1 0 0,0 1 0 0 0,1-1 1 0 0,-1 0-1 0 0,0 0 1 0 0,1 1-1 0 0,-1-1 0 0 0,1 0 1 0 0,-1 1-1 0 0,1 0 1 0 0,-1-1-1 0 0,1 1 1 0 0,2 0-1 0 0,0 0 53 0 0,-1 1-1 0 0,0 0 1 0 0,1-1-1 0 0,-1 2 1 0 0,0-1-1 0 0,0 0 1 0 0,0 1-1 0 0,0-1 1 0 0,0 1-1 0 0,0 0 1 0 0,0 0-1 0 0,0 0 1 0 0,-1 0-1 0 0,5 5 1 0 0,2 4-371 0 0,-1 1 0 0 0,0 0 1 0 0,0 0-1 0 0,-1 1 0 0 0,-1 0 0 0 0,0 0 1 0 0,-1 0-1 0 0,6 24 0 0 0,5 11-4797 0 0,-3-13-769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07.8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1 138 6449 0 0,'2'-2'194'0'0,"1"0"-1"0"0,0 0 1 0 0,0 0-1 0 0,0 1 1 0 0,0-1-1 0 0,0 1 0 0 0,1 0 1 0 0,-1-1-1 0 0,0 2 1 0 0,0-1-1 0 0,1 0 1 0 0,-1 1-1 0 0,1-1 0 0 0,-1 1 1 0 0,1 0-1 0 0,4 1 1 0 0,-2-1 243 0 0,0 1 1 0 0,0 0 0 0 0,0 0-1 0 0,0 0 1 0 0,0 1-1 0 0,0 0 1 0 0,0 0 0 0 0,6 4-1 0 0,-7-3-226 0 0,-1 0 0 0 0,0 1 0 0 0,1-1-1 0 0,-1 1 1 0 0,-1 0 0 0 0,1 0 0 0 0,0 1-1 0 0,-1-1 1 0 0,0 1 0 0 0,0 0 0 0 0,3 8 0 0 0,3 8 264 0 0,10 34 1 0 0,-4-9-19 0 0,-9-29-324 0 0,13 30 174 0 0,-18-45-308 0 0,0 0 0 0 0,0 0 0 0 0,1 0 0 0 0,-1 0 0 0 0,0-1 0 0 0,1 1 1 0 0,-1 0-1 0 0,1-1 0 0 0,-1 1 0 0 0,1-1 0 0 0,0 1 0 0 0,0-1 0 0 0,-1 0 0 0 0,1 0 0 0 0,0 0 0 0 0,0 0 0 0 0,0 0 0 0 0,3 1 0 0 0,-4-2 9 0 0,-1-1 1 0 0,1 1-1 0 0,0-1 1 0 0,-1 1 0 0 0,1-1-1 0 0,-1 1 1 0 0,1-1-1 0 0,-1 1 1 0 0,1-1-1 0 0,-1 0 1 0 0,1 1-1 0 0,-1-1 1 0 0,0 0-1 0 0,1 1 1 0 0,-1-1-1 0 0,0 0 1 0 0,1 1 0 0 0,-1-1-1 0 0,0 0 1 0 0,0 0-1 0 0,0 1 1 0 0,0-1-1 0 0,0 0 1 0 0,0 0-1 0 0,0 1 1 0 0,0-1-1 0 0,0 0 1 0 0,0-1-1 0 0,0-24 442 0 0,-24-131 925 0 0,14 111-2648 0 0,-6-88-1 0 0,16 108-300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08.2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1 162 6913 0 0,'2'7'333'0'0,"1"0"0"0"0,0 0-1 0 0,0-1 1 0 0,0 1 0 0 0,1-1-1 0 0,0 1 1 0 0,1-1 0 0 0,0 0-1 0 0,-1-1 1 0 0,2 1 0 0 0,-1-1-1 0 0,1 0 1 0 0,10 7-1 0 0,-16-12-300 0 0,1 0 0 0 0,0 0-1 0 0,-1 0 1 0 0,1 0 0 0 0,0 0-1 0 0,-1 0 1 0 0,1 0 0 0 0,-1-1-1 0 0,1 1 1 0 0,0 0 0 0 0,-1 0-1 0 0,1-1 1 0 0,-1 1 0 0 0,1 0-1 0 0,-1-1 1 0 0,1 1-1 0 0,-1-1 1 0 0,1 1 0 0 0,-1-1-1 0 0,0 1 1 0 0,1-1 0 0 0,-1 1-1 0 0,1-1 1 0 0,-1 1 0 0 0,0-1-1 0 0,0 1 1 0 0,1-1 0 0 0,-1 1-1 0 0,0-1 1 0 0,0 0-1 0 0,0 1 1 0 0,1-1 0 0 0,-1 0-1 0 0,0 1 1 0 0,0-1 0 0 0,0 1-1 0 0,0-1 1 0 0,0 0 0 0 0,-1 0-1 0 0,4-33-306 0 0,-3 31 266 0 0,1-17-52 0 0,-2 0-1 0 0,0-1 0 0 0,-1 1 1 0 0,-1 0-1 0 0,-1 1 1 0 0,-1-1-1 0 0,-10-26 1 0 0,15 46 120 0 0,0-1-1 0 0,0 0 1 0 0,0 1 0 0 0,-1-1-1 0 0,1 1 1 0 0,0-1 0 0 0,0 0-1 0 0,-1 1 1 0 0,1-1 0 0 0,0 1-1 0 0,-1-1 1 0 0,1 1 0 0 0,0-1-1 0 0,-1 0 1 0 0,1 1 0 0 0,-1 0-1 0 0,1-1 1 0 0,-1 1 0 0 0,1-1-1 0 0,-1 1 1 0 0,1 0 0 0 0,-1-1-1 0 0,0 1 1 0 0,1 0 0 0 0,-1-1-1 0 0,1 1 1 0 0,-2 0 0 0 0,1 0 49 0 0,1 1 1 0 0,-1-1-1 0 0,0 1 1 0 0,1-1-1 0 0,-1 1 1 0 0,1 0-1 0 0,-1-1 1 0 0,1 1-1 0 0,-1 0 1 0 0,1-1-1 0 0,-1 1 1 0 0,1 0-1 0 0,0 0 1 0 0,-1-1-1 0 0,1 1 1 0 0,0 0-1 0 0,-1 1 1 0 0,-6 39 2023 0 0,8-32-2090 0 0,-1-1 0 0 0,2 0 0 0 0,-1 0 0 0 0,1 0 0 0 0,0 0 0 0 0,1 0 0 0 0,6 13 0 0 0,32 53 149 0 0,-21-41-166 0 0,-9-15-131 0 0,0 0-1 0 0,22 26 1 0 0,-30-40 76 0 0,0 0 1 0 0,1 0-1 0 0,-1-1 0 0 0,1 1 1 0 0,0-1-1 0 0,0 0 0 0 0,0 0 1 0 0,0-1-1 0 0,1 1 0 0 0,-1-1 0 0 0,1 0 1 0 0,-1 0-1 0 0,1 0 0 0 0,0-1 1 0 0,0 1-1 0 0,0-1 0 0 0,5 0 0 0 0,-8-1-107 0 0,0 0-1 0 0,0 0 1 0 0,1-1-1 0 0,-1 1 0 0 0,0-1 1 0 0,0 1-1 0 0,0-1 1 0 0,0 0-1 0 0,0 0 0 0 0,0 0 1 0 0,0 0-1 0 0,0 0 1 0 0,0-1-1 0 0,0 1 1 0 0,0 0-1 0 0,2-3 0 0 0,0-1-112 0 0,-1 1 0 0 0,0-1 0 0 0,1 1 0 0 0,-1-1 0 0 0,-1 0 0 0 0,4-8-1 0 0,0-1-75 0 0,-2-1 0 0 0,1 0-1 0 0,3-31 1 0 0,-7 36 317 0 0,0 4 104 0 0,-1 0 1 0 0,1 0 0 0 0,-1 0 0 0 0,2 0 0 0 0,-1 0-1 0 0,1 1 1 0 0,0-1 0 0 0,0 1 0 0 0,0-1 0 0 0,1 1-1 0 0,-1 0 1 0 0,2 0 0 0 0,4-8 0 0 0,-2 9-971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08.3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 3225 0 0,'11'-2'136'0'0,"-7"1"40"0"0,0-1-176 0 0,-1 1 0 0 0,0 1 0 0 0,0-2 0 0 0,0 1 104 0 0,2-1-8 0 0,2-1-8 0 0,2 0 0 0 0,0 0 104 0 0,-3 0 32 0 0,-2 2 224 0 0,-8 2-448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08.8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1 135 6913 0 0,'0'0'529'0'0,"37"13"3665"0"0,-23-7-2924 0 0,-1 0-1 0 0,1 0 1 0 0,21 16 0 0 0,-27-16-1055 0 0,0 0 0 0 0,-1 0 1 0 0,0 1-1 0 0,0 0 0 0 0,-1 0 1 0 0,0 1-1 0 0,0 0 0 0 0,-1 0 1 0 0,0 0-1 0 0,0 1 0 0 0,3 10 1 0 0,49 126 749 0 0,-57-146-963 0 0,0 1-1 0 0,0 0 0 0 0,-1 0 0 0 0,1 0 1 0 0,0 0-1 0 0,0 0 0 0 0,0 0 0 0 0,0 0 1 0 0,0 1-1 0 0,0-1 0 0 0,0 0 0 0 0,0 0 1 0 0,-1 0-1 0 0,1 0 0 0 0,0 0 0 0 0,0 0 0 0 0,0 0 1 0 0,0 0-1 0 0,0 0 0 0 0,0 0 0 0 0,0 0 1 0 0,0 0-1 0 0,0 0 0 0 0,0 0 0 0 0,0 0 1 0 0,-1 0-1 0 0,1 1 0 0 0,0-1 0 0 0,0 0 1 0 0,0 0-1 0 0,0 0 0 0 0,0 0 0 0 0,0 0 1 0 0,0 0-1 0 0,0 0 0 0 0,0 0 0 0 0,0 0 1 0 0,0 1-1 0 0,0-1 0 0 0,0 0 0 0 0,0 0 1 0 0,0 0-1 0 0,0 0 0 0 0,0 0 0 0 0,0 0 1 0 0,0 0-1 0 0,0 0 0 0 0,0 1 0 0 0,0-1 1 0 0,0 0-1 0 0,0 0 0 0 0,0 0 0 0 0,0 0 1 0 0,0 0-1 0 0,1 0 0 0 0,-1 0 0 0 0,0 0 1 0 0,-13-9 245 0 0,-12-16 398 0 0,18 14-534 0 0,1 0 1 0 0,0-1 0 0 0,1 1 0 0 0,0-1-1 0 0,0 0 1 0 0,1 0 0 0 0,1-1 0 0 0,0 1-1 0 0,1-1 1 0 0,0 1 0 0 0,1-1 0 0 0,1 0-1 0 0,0-19 1 0 0,1 20-206 0 0,0-1-1 0 0,1 0 1 0 0,1 0 0 0 0,0 1-1 0 0,0-1 1 0 0,1 1 0 0 0,1 0 0 0 0,0 0-1 0 0,0 0 1 0 0,1 1 0 0 0,1 0-1 0 0,0 0 1 0 0,11-13 0 0 0,-15 21-18 0 0,0 0 0 0 0,0 0 0 0 0,0 0 1 0 0,0 1-1 0 0,0 0 0 0 0,1-1 0 0 0,-1 1 1 0 0,1 0-1 0 0,4-1 0 0 0,11-2-95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09.1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14283 0 0,'3'5'849'0'0,"0"0"0"0"0,0 1 0 0 0,-1-1 1 0 0,0 1-1 0 0,0 0 0 0 0,2 8 0 0 0,-4-13-726 0 0,34 144 2000 0 0,-22-86-2017 0 0,28 84 0 0 0,4-39-23 0 0,12 38-2884 0 0,-48-114-4427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09.3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3 149 9218 0 0,'-1'-5'408'0'0,"0"2"80"0"0,1-1-392 0 0,1 1-96 0 0,0 0 0 0 0,1 0 0 0 0,1-1 376 0 0,4-4 48 0 0,7-5 16 0 0,6-5 1 0 0,10-4-1114 0 0,2 1-223 0 0,5-1-48 0 0,3 3-8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09.6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31 10594 0 0,'-25'-22'2160'0'0,"24"21"-1946"0"0,0 1 0 0 0,0-1 0 0 0,0 0 0 0 0,0 0 0 0 0,0 1 0 0 0,-1-1 0 0 0,1 0 0 0 0,0 1 0 0 0,0-1 0 0 0,0 1 0 0 0,-1 0 0 0 0,1-1 0 0 0,0 1 0 0 0,0 0 0 0 0,-1 0 0 0 0,1 0 0 0 0,0 0 0 0 0,-1 0 0 0 0,1 0 0 0 0,0 0 0 0 0,-1 0 0 0 0,-1 1 0 0 0,3 0-101 0 0,-1 0 0 0 0,0 0 0 0 0,1 0 0 0 0,-1 0 0 0 0,1 1 0 0 0,0-1 0 0 0,-1 0 1 0 0,1 0-1 0 0,0 1 0 0 0,0-1 0 0 0,-1 0 0 0 0,1 0 0 0 0,0 1 0 0 0,0-1 0 0 0,1 0 0 0 0,-1 0 0 0 0,0 1 0 0 0,0-1 0 0 0,0 0 1 0 0,1 0-1 0 0,0 2 0 0 0,8 30 224 0 0,-8-32-255 0 0,141 325 1764 0 0,-89-212-3346 0 0,-2 1-3814 0 0,-36-78-1403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09.8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15 201 5529 0 0,'0'0'22'0'0,"-1"0"-1"0"0,0 0 1 0 0,1 0-1 0 0,-1 0 1 0 0,0-1-1 0 0,1 1 1 0 0,-1 0-1 0 0,1 0 1 0 0,-1-1-1 0 0,0 1 1 0 0,1 0-1 0 0,-1-1 1 0 0,1 1-1 0 0,-1 0 1 0 0,1-1-1 0 0,-1 1 1 0 0,1-1-1 0 0,-1 1 1 0 0,1-1-1 0 0,0 1 1 0 0,-1-1-1 0 0,1 1 1 0 0,-1-1-1 0 0,1 1 1 0 0,0-1-1 0 0,0 0 1 0 0,-1 1-1 0 0,1-1 0 0 0,0 0 1 0 0,0 1-1 0 0,0-1 1 0 0,0-1-1 0 0,0 0 33 0 0,1 1 0 0 0,-1-1 0 0 0,1 0 0 0 0,0 1 0 0 0,0-1 0 0 0,0 1 0 0 0,0-1 0 0 0,0 1 0 0 0,0-1 0 0 0,0 1 0 0 0,0 0 0 0 0,2-2 0 0 0,49-35 1589 0 0,-48 35-1373 0 0,27-16 301 0 0,0 2 1 0 0,1 1-1 0 0,1 1 1 0 0,0 2-1 0 0,1 1 1 0 0,69-13-1 0 0,-65 18-637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10.2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129 45 7370 0 0,'-11'-1'236'0'0,"4"1"786"0"0,-1 0 1 0 0,0 0 0 0 0,0 1 0 0 0,0 0 0 0 0,-14 4 0 0 0,19-4-778 0 0,0 0-1 0 0,1 0 1 0 0,-1 1 0 0 0,1-1-1 0 0,0 1 1 0 0,-1 0 0 0 0,1 0-1 0 0,0 0 1 0 0,0 0 0 0 0,0 0-1 0 0,0 0 1 0 0,0 0-1 0 0,1 1 1 0 0,-1-1 0 0 0,1 1-1 0 0,-1-1 1 0 0,1 1 0 0 0,0 0-1 0 0,-1 5 1 0 0,-3 5-204 0 0,2 1 1 0 0,0 0-1 0 0,1 0 0 0 0,0 0 1 0 0,1 1-1 0 0,0-1 0 0 0,1 0 1 0 0,1 0-1 0 0,1 1 0 0 0,0-1 0 0 0,0 0 1 0 0,6 16-1 0 0,-6-24-24 0 0,0 0-1 0 0,0 0 1 0 0,1 0 0 0 0,0 0-1 0 0,0-1 1 0 0,0 1 0 0 0,1-1-1 0 0,-1 0 1 0 0,1 0-1 0 0,1 0 1 0 0,-1-1 0 0 0,1 1-1 0 0,-1-1 1 0 0,1 0 0 0 0,1 0-1 0 0,-1-1 1 0 0,0 0 0 0 0,1 0-1 0 0,0 0 1 0 0,-1 0-1 0 0,1-1 1 0 0,0 0 0 0 0,1 0-1 0 0,-1-1 1 0 0,0 0 0 0 0,0 0-1 0 0,1 0 1 0 0,-1-1 0 0 0,9 0-1 0 0,-9 0-98 0 0,0 0 0 0 0,1-1-1 0 0,-1 0 1 0 0,0 0 0 0 0,0-1 0 0 0,0 0-1 0 0,0 0 1 0 0,-1 0 0 0 0,1 0 0 0 0,0-1-1 0 0,-1 0 1 0 0,0 0 0 0 0,0-1 0 0 0,0 0-1 0 0,0 0 1 0 0,0 0 0 0 0,5-6 0 0 0,-5 3-25 0 0,0 0 1 0 0,0 0-1 0 0,0 0 1 0 0,-1-1-1 0 0,0 0 1 0 0,-1 0-1 0 0,0 0 1 0 0,0 0-1 0 0,-1 0 0 0 0,0-1 1 0 0,2-13-1 0 0,-3 11 31 0 0,0-1 0 0 0,-1-1-1 0 0,0 1 1 0 0,-1 0 0 0 0,0 1-1 0 0,-1-1 1 0 0,-1 0-1 0 0,-4-15 1 0 0,4 19 100 0 0,0 0 1 0 0,0 0-1 0 0,-1 0 0 0 0,0 1 1 0 0,-1-1-1 0 0,1 1 0 0 0,-1 0 1 0 0,-1 1-1 0 0,1-1 1 0 0,-1 1-1 0 0,-12-10 0 0 0,-17-5-1408 0 0,18 12-4060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10.6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0 5065 0 0,'-1'1'489'0'0,"0"0"-245"0"0,1-1 1 0 0,-1 1-1 0 0,1 0 0 0 0,-1-1 1 0 0,1 1-1 0 0,0 0 1 0 0,-1-1-1 0 0,1 1 0 0 0,0 0 1 0 0,0-1-1 0 0,0 1 1 0 0,-1 0-1 0 0,1 0 1 0 0,0-1-1 0 0,0 1 0 0 0,0 0 1 0 0,0 0-1 0 0,0-1 1 0 0,0 1-1 0 0,0 0 0 0 0,1 0 1 0 0,-1-1-1 0 0,0 1 1 0 0,0 0-1 0 0,1-1 0 0 0,-1 2 1 0 0,12 28 4016 0 0,-7-17-3619 0 0,-3-5-154 0 0,7 19 704 0 0,0-1-1 0 0,21 43 0 0 0,-27-64-1190 0 0,0 1 0 0 0,1 0 0 0 0,-1-1 0 0 0,1 0 0 0 0,0 0 1 0 0,0 0-1 0 0,1 0 0 0 0,0 0 0 0 0,-1-1 0 0 0,1 0 0 0 0,1 0 0 0 0,-1-1 0 0 0,1 1 0 0 0,-1-1 1 0 0,1 0-1 0 0,0-1 0 0 0,10 4 0 0 0,-14-5-25 0 0,-1-1 1 0 0,1 0-1 0 0,0 0 1 0 0,-1 0-1 0 0,1 1 0 0 0,-1-1 1 0 0,1-1-1 0 0,0 1 1 0 0,-1 0-1 0 0,1 0 1 0 0,-1-1-1 0 0,1 1 0 0 0,0-1 1 0 0,-1 1-1 0 0,1-1 1 0 0,-1 0-1 0 0,0 1 1 0 0,1-1-1 0 0,-1 0 0 0 0,3-2 1 0 0,-2 1-68 0 0,0 0-1 0 0,0-1 1 0 0,0 1 0 0 0,0-1-1 0 0,-1 0 1 0 0,1 0 0 0 0,-1 1-1 0 0,0-1 1 0 0,0 0-1 0 0,1-4 1 0 0,2-6-304 0 0,-2-1-1 0 0,0 0 1 0 0,1-24 0 0 0,-3 34 382 0 0,0-9 70 0 0,2-28 370 0 0,-2 40-409 0 0,0-1 1 0 0,1 0-1 0 0,-1 1 0 0 0,0-1 1 0 0,1 0-1 0 0,-1 1 0 0 0,1-1 1 0 0,0 1-1 0 0,-1-1 0 0 0,1 1 1 0 0,0-1-1 0 0,0 1 0 0 0,0 0 0 0 0,0-1 1 0 0,0 1-1 0 0,0 0 0 0 0,0 0 1 0 0,3-2-1 0 0,-3 3-4 0 0,-1 0 0 0 0,1 0-1 0 0,-1 0 1 0 0,1 0 0 0 0,0 0 0 0 0,-1 0 0 0 0,1 0-1 0 0,-1 0 1 0 0,1 0 0 0 0,0 1 0 0 0,-1-1-1 0 0,1 0 1 0 0,-1 0 0 0 0,1 1 0 0 0,-1-1 0 0 0,1 0-1 0 0,-1 1 1 0 0,1-1 0 0 0,-1 1 0 0 0,1-1-1 0 0,-1 1 1 0 0,0-1 0 0 0,1 0 0 0 0,-1 1 0 0 0,0-1-1 0 0,1 1 1 0 0,-1 0 0 0 0,0-1 0 0 0,0 1 0 0 0,1 0-1 0 0,11 24-175 0 0,-10-17-14 0 0,12 20-1652 0 0,-4-11-4363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11.2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130 229 8754 0 0,'-10'7'611'0'0,"-1"-1"1"0"0,1 2-1 0 0,1-1 0 0 0,-1 1 1 0 0,1 1-1 0 0,0 0 0 0 0,1 0 1 0 0,0 0-1 0 0,1 1 1 0 0,0 0-1 0 0,0 1 0 0 0,1 0 1 0 0,-9 22-1 0 0,14-30-602 0 0,1-1-1 0 0,-1 0 1 0 0,1 0-1 0 0,-1 0 1 0 0,1 0-1 0 0,0 1 1 0 0,0-1-1 0 0,0 0 1 0 0,0 0-1 0 0,0 0 1 0 0,0 1-1 0 0,1-1 1 0 0,-1 0-1 0 0,1 0 1 0 0,0 0-1 0 0,-1 0 1 0 0,1 0-1 0 0,0 0 1 0 0,0 0-1 0 0,0 0 1 0 0,1 0-1 0 0,-1 0 1 0 0,0 0-1 0 0,1-1 1 0 0,-1 1 0 0 0,1-1-1 0 0,-1 1 1 0 0,1-1-1 0 0,0 1 1 0 0,0-1-1 0 0,0 0 1 0 0,0 0-1 0 0,0 0 1 0 0,0 0-1 0 0,0 0 1 0 0,0 0-1 0 0,0-1 1 0 0,0 1-1 0 0,0-1 1 0 0,3 1-1 0 0,2 0-58 0 0,0 1-1 0 0,-1-2 0 0 0,1 1 1 0 0,0-1-1 0 0,0 0 0 0 0,-1 0 1 0 0,1-1-1 0 0,0 0 0 0 0,-1 0 1 0 0,1-1-1 0 0,-1 1 0 0 0,9-5 1 0 0,-5 1-198 0 0,0 0 0 0 0,0-2 0 0 0,-1 1 1 0 0,0-1-1 0 0,0 0 0 0 0,-1-1 0 0 0,0 0 0 0 0,0 0 1 0 0,-1 0-1 0 0,0-1 0 0 0,-1-1 0 0 0,1 1 1 0 0,-2-1-1 0 0,1 0 0 0 0,-2 0 0 0 0,1 0 0 0 0,-1-1 1 0 0,-1 0-1 0 0,0 0 0 0 0,0 0 0 0 0,-1 0 1 0 0,-1 0-1 0 0,0 0 0 0 0,0 0 0 0 0,-1-1 0 0 0,-1 1 1 0 0,0 0-1 0 0,-4-21 0 0 0,-20-45 997 0 0,2 9 5015 0 0,32 99-2762 0 0,22 52 0 0 0,55 89-3370 0 0,-68-137 726 0 0,-4-7-256 0 0,-8-15-209 0 0,0-1 0 0 0,1 0 0 0 0,0 0 0 0 0,0 0 0 0 0,1-1 0 0 0,12 13 0 0 0,-19-24 91 0 0,0 1 0 0 0,-1-1 0 0 0,1 1-1 0 0,-1-1 1 0 0,1 0 0 0 0,0 1 0 0 0,-1-1 0 0 0,1 0 0 0 0,0 1 0 0 0,-1-1 0 0 0,1 0-1 0 0,0 0 1 0 0,0 0 0 0 0,-1 0 0 0 0,1 1 0 0 0,0-1 0 0 0,-1 0 0 0 0,1 0 0 0 0,0 0-1 0 0,0-1 1 0 0,-1 1 0 0 0,1 0 0 0 0,0 0 0 0 0,0 0 0 0 0,-1 0 0 0 0,1-1 0 0 0,0 1-1 0 0,-1 0 1 0 0,1-1 0 0 0,0 1 0 0 0,-1 0 0 0 0,1-1 0 0 0,-1 1 0 0 0,1-1 0 0 0,-1 1-1 0 0,1-1 1 0 0,0 1 0 0 0,-1-1 0 0 0,0 0 0 0 0,1 1 0 0 0,-1-1 0 0 0,1 1 0 0 0,-1-1-1 0 0,1-1 1 0 0,15-36-326 0 0,-13 31 235 0 0,11-39-232 0 0,10-25-452 0 0,-22 66 747 0 0,0 0 0 0 0,1 0 0 0 0,0 0-1 0 0,0 0 1 0 0,0 0 0 0 0,1 1 0 0 0,0-1 0 0 0,0 1 0 0 0,8-8 0 0 0,-11 12 63 0 0,0-1 0 0 0,0 0 0 0 0,0 1 0 0 0,1-1 0 0 0,-1 1-1 0 0,0 0 1 0 0,0-1 0 0 0,0 1 0 0 0,0 0 0 0 0,1 0 0 0 0,-1-1 0 0 0,0 1 0 0 0,0 0 0 0 0,1 0 0 0 0,-1 0-1 0 0,0 1 1 0 0,0-1 0 0 0,0 0 0 0 0,1 0 0 0 0,-1 1 0 0 0,0-1 0 0 0,0 0 0 0 0,0 1 0 0 0,0-1 0 0 0,0 1-1 0 0,0 0 1 0 0,0-1 0 0 0,0 1 0 0 0,0 0 0 0 0,0 0 0 0 0,0 0 0 0 0,0-1 0 0 0,0 1 0 0 0,0 0 0 0 0,-1 0-1 0 0,1 0 1 0 0,0 0 0 0 0,-1 0 0 0 0,1 1 0 0 0,0 0 0 0 0,4 7 279 0 0,0 1 0 0 0,0 0 1 0 0,5 16-1 0 0,-7-17-138 0 0,1 3-90 0 0,1 0 0 0 0,0-1 0 0 0,1 1 0 0 0,0-1 0 0 0,1-1 0 0 0,0 1-1 0 0,17 17 1 0 0,-8-14-580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11.6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0 11522 0 0,'-3'7'8242'0'0,"3"-6"-8030"0"0,3 20 1792 0 0,8 31-2575 0 0,-10-47 1192 0 0,12 50-806 0 0,2 1-1 0 0,2-2 1 0 0,3 0 0 0 0,43 84-1 0 0,-48-109-7370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11.7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70 4145 0 0,'13'-11'709'0'0,"12"-2"-769"0"0,11 0 57 0 0,-1 3 0 0 0,50-9 0 0 0,-62 15 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12.0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126 1 3225 0 0,'-25'30'-151'0'0,"4"-6"2707"0"0,-28 44 0 0 0,45-61-2166 0 0,0 0 1 0 0,0 0-1 0 0,1 0 0 0 0,0 0 0 0 0,0 1 0 0 0,1 0 0 0 0,0-1 0 0 0,0 1 1 0 0,0 0-1 0 0,1 0 0 0 0,0 14 0 0 0,2-19-321 0 0,-1 1 0 0 0,1 0 0 0 0,0 0 0 0 0,0-1-1 0 0,0 1 1 0 0,1-1 0 0 0,-1 1 0 0 0,1-1 0 0 0,0 0 0 0 0,0 1 0 0 0,0-1 0 0 0,0 0 0 0 0,1 0-1 0 0,-1-1 1 0 0,1 1 0 0 0,0 0 0 0 0,0-1 0 0 0,0 0 0 0 0,0 1 0 0 0,0-1 0 0 0,0 0 0 0 0,1-1-1 0 0,-1 1 1 0 0,0-1 0 0 0,1 1 0 0 0,0-1 0 0 0,-1 0 0 0 0,6 1 0 0 0,-1 0-42 0 0,1-1 1 0 0,0 1 0 0 0,0-1-1 0 0,0-1 1 0 0,0 0 0 0 0,-1 0-1 0 0,1-1 1 0 0,0 0 0 0 0,0 0 0 0 0,0-1-1 0 0,8-3 1 0 0,-5 1-33 0 0,-1-1-1 0 0,-1 0 1 0 0,1 0 0 0 0,-1-2-1 0 0,0 1 1 0 0,0-1 0 0 0,10-9 0 0 0,-18 14 24 0 0,0 0 0 0 0,0 0 1 0 0,0-1-1 0 0,0 1 1 0 0,0 0-1 0 0,0-1 0 0 0,0 0 1 0 0,-1 1-1 0 0,0-1 1 0 0,1 0-1 0 0,-1 1 0 0 0,0-1 1 0 0,0 0-1 0 0,0 0 0 0 0,-1 0 1 0 0,1 0-1 0 0,-1 0 1 0 0,0 0-1 0 0,1 0 0 0 0,-1 0 1 0 0,-1 0-1 0 0,1 0 1 0 0,0 0-1 0 0,-1 0 0 0 0,1 0 1 0 0,-1 0-1 0 0,0 0 0 0 0,0 0 1 0 0,0 0-1 0 0,-1 0 1 0 0,1 1-1 0 0,-3-5 0 0 0,0 1 76 0 0,0 1-1 0 0,0 0 1 0 0,0 0 0 0 0,0 0-1 0 0,-1 1 1 0 0,1-1-1 0 0,-1 1 1 0 0,0 0-1 0 0,-12-6 1 0 0,-3 1-152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13.0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94 52 3225 0 0,'-6'-33'4349'0'0,"6"33"-4120"0"0,0-1 0 0 0,0 0-1 0 0,-1 0 1 0 0,1 0 0 0 0,0 1 0 0 0,0-1-1 0 0,0 0 1 0 0,0 0 0 0 0,-1 1 0 0 0,1-1 0 0 0,0 0-1 0 0,-1 1 1 0 0,1-1 0 0 0,-1 0 0 0 0,1 1-1 0 0,-1-1 1 0 0,1 0 0 0 0,-1 1 0 0 0,1-1 0 0 0,-1 1-1 0 0,1-1 1 0 0,-1 1 0 0 0,0-1 0 0 0,1 1-1 0 0,-1 0 1 0 0,0-1 0 0 0,1 1 0 0 0,-1 0 0 0 0,0-1-1 0 0,0 1 1 0 0,1 0 0 0 0,-1 0 0 0 0,0 0-1 0 0,0 0 1 0 0,-1 0 0 0 0,0 1 30 0 0,0 1-1 0 0,-1 0 1 0 0,1 0 0 0 0,0 0 0 0 0,0 0-1 0 0,1 0 1 0 0,-1 1 0 0 0,0-1-1 0 0,1 0 1 0 0,-1 1 0 0 0,1-1 0 0 0,0 1-1 0 0,-2 3 1 0 0,-11 39 424 0 0,12-39-432 0 0,-2 10-160 0 0,-2 7 153 0 0,0-1 0 0 0,-3 35 0 0 0,8-53-221 0 0,1 1 0 0 0,-1-1 0 0 0,1 1 1 0 0,0 0-1 0 0,0-1 0 0 0,1 1 0 0 0,0-1 0 0 0,-1 1 1 0 0,1-1-1 0 0,1 0 0 0 0,-1 1 0 0 0,1-1 0 0 0,0 0 1 0 0,0 0-1 0 0,0 0 0 0 0,0 0 0 0 0,1 0 0 0 0,-1 0 0 0 0,5 4 1 0 0,-3-5-78 0 0,1 0 0 0 0,0 0 0 0 0,0-1 1 0 0,0 0-1 0 0,0 1 0 0 0,0-1 1 0 0,1-1-1 0 0,-1 1 0 0 0,0-1 0 0 0,1 0 1 0 0,-1 0-1 0 0,1-1 0 0 0,-1 0 0 0 0,1 0 1 0 0,0 0-1 0 0,-1 0 0 0 0,1-1 1 0 0,-1 0-1 0 0,0 0 0 0 0,10-4 0 0 0,2 0-159 0 0,0-1 0 0 0,0-1-1 0 0,-1-1 1 0 0,0 0-1 0 0,17-12 1 0 0,-23 13-1 0 0,-6 4 54 0 0,0 0-1 0 0,0 0 1 0 0,0 0 0 0 0,1 1 0 0 0,-1 0-1 0 0,0 0 1 0 0,9-3 0 0 0,-12 6 112 0 0,-1-1 1 0 0,0 1-1 0 0,0-1 0 0 0,0 1 1 0 0,0 0-1 0 0,1-1 1 0 0,-1 1-1 0 0,0-1 0 0 0,0 1 1 0 0,0 0-1 0 0,0-1 1 0 0,-1 1-1 0 0,1-1 0 0 0,0 1 1 0 0,0-1-1 0 0,0 1 1 0 0,0-1-1 0 0,0 1 0 0 0,-1 0 1 0 0,1-1-1 0 0,0 1 1 0 0,-1-1-1 0 0,1 0 0 0 0,0 1 1 0 0,-1-1-1 0 0,1 1 1 0 0,-1 0-1 0 0,-10 19-386 0 0,-6 7-155 0 0,-23 44 753 0 0,37-66-10 0 0,1 1 0 0 0,0 0 0 0 0,0 0 0 0 0,0-1 0 0 0,1 1 0 0 0,0 0 0 0 0,0 0 0 0 0,0 0 0 0 0,1 0 0 0 0,0 10 0 0 0,1-14-139 0 0,-1 1-1 0 0,1-1 1 0 0,0 0-1 0 0,-1 0 1 0 0,1 1-1 0 0,0-1 1 0 0,1 0 0 0 0,-1 0-1 0 0,0 0 1 0 0,0 0-1 0 0,1 0 1 0 0,-1-1-1 0 0,1 1 1 0 0,0 0-1 0 0,0-1 1 0 0,-1 1-1 0 0,1-1 1 0 0,0 1-1 0 0,0-1 1 0 0,0 0-1 0 0,0 0 1 0 0,1 0-1 0 0,-1 0 1 0 0,0 0-1 0 0,0 0 1 0 0,1-1-1 0 0,-1 1 1 0 0,0-1-1 0 0,4 0 1 0 0,4 2-535 0 0,0-2 1 0 0,-1 0-1 0 0,1 0 1 0 0,0-1-1 0 0,16-2 0 0 0,-1-3-4830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13.3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108 37 6913 0 0,'-12'-9'-205'0'0,"8"5"831"0"0,0 1-1 0 0,0-1 1 0 0,-1 1 0 0 0,1 0 0 0 0,-1 1-1 0 0,0-1 1 0 0,-6-1 0 0 0,10 3-440 0 0,-1 1-1 0 0,1 0 1 0 0,-1 0 0 0 0,1 0-1 0 0,0 0 1 0 0,-1 0 0 0 0,1 0-1 0 0,-1 1 1 0 0,1-1 0 0 0,0 0-1 0 0,-1 1 1 0 0,1-1 0 0 0,0 1-1 0 0,-1-1 1 0 0,1 1 0 0 0,0 0-1 0 0,0-1 1 0 0,-1 1 0 0 0,1 0-1 0 0,0 0 1 0 0,0 0 0 0 0,0 0-1 0 0,0 0 1 0 0,0 0 0 0 0,0 0-1 0 0,1 0 1 0 0,-1 1 0 0 0,0-1-1 0 0,0 0 1 0 0,1 0 0 0 0,-1 1-1 0 0,1-1 1 0 0,-1 2 0 0 0,-2 2-51 0 0,1 0 1 0 0,0 0-1 0 0,0 0 1 0 0,1 0-1 0 0,-1 0 1 0 0,1 1-1 0 0,0-1 1 0 0,1 0-1 0 0,-1 1 1 0 0,1-1-1 0 0,0 0 1 0 0,0 1-1 0 0,1-1 1 0 0,-1 0-1 0 0,3 9 1 0 0,-1-10-61 0 0,0-1-1 0 0,0 1 1 0 0,0-1 0 0 0,0 0 0 0 0,0 1 0 0 0,0-1 0 0 0,1 0 0 0 0,0-1-1 0 0,-1 1 1 0 0,1 0 0 0 0,0-1 0 0 0,1 1 0 0 0,-1-1 0 0 0,0 0 0 0 0,0 0 0 0 0,1 0-1 0 0,0-1 1 0 0,-1 1 0 0 0,1-1 0 0 0,0 0 0 0 0,-1 0 0 0 0,6 0 0 0 0,0 1-196 0 0,-1-1 1 0 0,1-1 0 0 0,0 0-1 0 0,13-1 1 0 0,-14 0-16 0 0,-1 1 0 0 0,1 0 0 0 0,0 0 0 0 0,0 1 0 0 0,-1 0 0 0 0,9 2 0 0 0,-14-3 68 0 0,-1 1 1 0 0,0 0-1 0 0,0-1 1 0 0,0 1-1 0 0,1 0 0 0 0,-1 0 1 0 0,0 0-1 0 0,0 0 1 0 0,0 0-1 0 0,0 0 0 0 0,-1 0 1 0 0,1 1-1 0 0,0-1 1 0 0,0 0-1 0 0,-1 0 0 0 0,1 1 1 0 0,0-1-1 0 0,-1 0 1 0 0,0 1-1 0 0,1-1 0 0 0,-1 0 1 0 0,0 1-1 0 0,1-1 1 0 0,-1 1-1 0 0,0-1 0 0 0,0 1 1 0 0,0-1-1 0 0,-1 0 1 0 0,1 3-1 0 0,-10 49 114 0 0,7-41 52 0 0,2-7-15 0 0,-1 5 287 0 0,0-1 0 0 0,0 0-1 0 0,1 1 1 0 0,0 0 0 0 0,1 15 0 0 0,0-23-340 0 0,0-1 1 0 0,1 1-1 0 0,-1 0 1 0 0,0 0-1 0 0,1-1 1 0 0,-1 1-1 0 0,1 0 1 0 0,0-1-1 0 0,0 1 1 0 0,-1-1 0 0 0,1 1-1 0 0,0-1 1 0 0,1 1-1 0 0,-1-1 1 0 0,0 1-1 0 0,0-1 1 0 0,0 0-1 0 0,1 0 1 0 0,-1 0-1 0 0,1 0 1 0 0,-1 0-1 0 0,1 0 1 0 0,-1 0-1 0 0,1 0 1 0 0,-1 0-1 0 0,1-1 1 0 0,0 1-1 0 0,0-1 1 0 0,-1 1 0 0 0,1-1-1 0 0,0 0 1 0 0,0 0-1 0 0,-1 1 1 0 0,1-1-1 0 0,0 0 1 0 0,0-1-1 0 0,2 1 1 0 0,4-1-368 0 0,-1 0 1 0 0,0-1 0 0 0,0 0 0 0 0,0 0 0 0 0,0-1-1 0 0,0 1 1 0 0,-1-1 0 0 0,9-5 0 0 0,4-5-767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14.0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169 15 10594 0 0,'0'-1'35'0'0,"-1"0"0"0"0,0 0 0 0 0,0 0 0 0 0,1 0-1 0 0,-1 0 1 0 0,0 0 0 0 0,0 0 0 0 0,0 0 0 0 0,0 1-1 0 0,0-1 1 0 0,0 0 0 0 0,0 1 0 0 0,0-1 0 0 0,-1 1 0 0 0,1-1-1 0 0,0 1 1 0 0,0 0 0 0 0,0-1 0 0 0,-1 1 0 0 0,1 0-1 0 0,0 0 1 0 0,0 0 0 0 0,-3 0 0 0 0,1 1 129 0 0,0-1 1 0 0,-1 2-1 0 0,1-1 0 0 0,0 0 1 0 0,0 1-1 0 0,0-1 1 0 0,0 1-1 0 0,-3 2 0 0 0,-5 4 354 0 0,1 0 0 0 0,-1 1-1 0 0,1 0 1 0 0,1 1-1 0 0,0 0 1 0 0,0 0-1 0 0,1 1 1 0 0,0 0 0 0 0,1 1-1 0 0,-8 15 1 0 0,15-26-490 0 0,-1 0 0 0 0,1 0 0 0 0,0 0 1 0 0,-1 0-1 0 0,1 0 0 0 0,0 0 0 0 0,-1 1 1 0 0,1-1-1 0 0,0 0 0 0 0,0 0 0 0 0,0 0 1 0 0,0 0-1 0 0,0 0 0 0 0,0 1 0 0 0,0-1 1 0 0,1 0-1 0 0,-1 0 0 0 0,0 0 0 0 0,1 0 0 0 0,-1 0 1 0 0,0 0-1 0 0,1 0 0 0 0,-1 0 0 0 0,1 0 1 0 0,0 0-1 0 0,-1 0 0 0 0,1 0 0 0 0,0 0 1 0 0,0 0-1 0 0,-1-1 0 0 0,1 1 0 0 0,0 0 1 0 0,0 0-1 0 0,0-1 0 0 0,0 1 0 0 0,2 0 1 0 0,4 3 16 0 0,0-1 0 0 0,1 0 0 0 0,-1-1 0 0 0,13 3 0 0 0,1 1 44 0 0,-6-1-73 0 0,0 2 1 0 0,-1 0 0 0 0,0 1 0 0 0,0 0-1 0 0,-1 1 1 0 0,22 18 0 0 0,-30-22-11 0 0,1 0-1 0 0,-1 0 1 0 0,0 1-1 0 0,0-1 1 0 0,-1 1 0 0 0,0 0-1 0 0,0 0 1 0 0,0 1 0 0 0,-1-1-1 0 0,0 1 1 0 0,0 0 0 0 0,0 0-1 0 0,-1 0 1 0 0,0 0-1 0 0,-1 0 1 0 0,1 1 0 0 0,-1 7-1 0 0,-1-12-69 0 0,0 0 0 0 0,0 0-1 0 0,0-1 1 0 0,0 1-1 0 0,-1 0 1 0 0,0 0 0 0 0,1 0-1 0 0,-1 0 1 0 0,0 0 0 0 0,0-1-1 0 0,0 1 1 0 0,-1 0-1 0 0,1-1 1 0 0,-1 1 0 0 0,1-1-1 0 0,-1 0 1 0 0,0 1 0 0 0,0-1-1 0 0,0 0 1 0 0,0 0-1 0 0,0 0 1 0 0,-1 0 0 0 0,1-1-1 0 0,-1 1 1 0 0,-4 2 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14.2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6913 0 0,'1'0'195'0'0,"1"1"0"0"0,-1 0 0 0 0,0-1 0 0 0,0 1-1 0 0,0 0 1 0 0,1 0 0 0 0,-1 0 0 0 0,0 0-1 0 0,0 0 1 0 0,0 0 0 0 0,0 0 0 0 0,-1 0-1 0 0,1 0 1 0 0,0 0 0 0 0,0 0 0 0 0,0 2-1 0 0,15 26 2103 0 0,-12-21-1666 0 0,6 9 683 0 0,-2 0 0 0 0,-1 1 0 0 0,9 29 0 0 0,-12-31-1819 0 0,0-1 1 0 0,1 24-1 0 0,-5-39 403 0 0,0 1 0 0 0,0 0 0 0 0,0 0-1 0 0,0 0 1 0 0,0-1 0 0 0,0 1 0 0 0,0 0 0 0 0,0 0-1 0 0,0-1 1 0 0,0 1 0 0 0,0 0 0 0 0,0 0-1 0 0,-1-1 1 0 0,1 1 0 0 0,0 0 0 0 0,-1 0 0 0 0,1-1-1 0 0,0 1 1 0 0,-2 0 0 0 0,-3 3-289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14.3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14 5985 0 0,'-4'-4'264'0'0,"3"1"56"0"0,-1 0-256 0 0,2 1-64 0 0,2 1 0 0 0,-1 1 0 0 0,2 1 0 0 0,3 2 0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15.2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191 119 5985 0 0,'1'-1'227'0'0,"1"1"0"0"0,-1-1-1 0 0,0 0 1 0 0,1 0 0 0 0,-1 0 0 0 0,0 0-1 0 0,0 0 1 0 0,0 0 0 0 0,0-1-1 0 0,0 1 1 0 0,0 0 0 0 0,0-1 0 0 0,0 1-1 0 0,0 0 1 0 0,-1-1 0 0 0,1 1-1 0 0,0-1 1 0 0,-1 1 0 0 0,1-1 0 0 0,-1-1-1 0 0,0 2-145 0 0,0 1 0 0 0,0 0 0 0 0,0-1 0 0 0,0 1 0 0 0,0 0 0 0 0,0-1 0 0 0,0 1-1 0 0,0 0 1 0 0,0-1 0 0 0,0 1 0 0 0,0 0 0 0 0,0-1 0 0 0,-1 1 0 0 0,1 0 0 0 0,0-1-1 0 0,0 1 1 0 0,0 0 0 0 0,-1-1 0 0 0,1 1 0 0 0,0 0 0 0 0,0 0 0 0 0,-1-1 0 0 0,1 1 0 0 0,0 0-1 0 0,0 0 1 0 0,-1 0 0 0 0,1-1 0 0 0,0 1 0 0 0,-1 0 0 0 0,0 0 0 0 0,0 0-30 0 0,0 0 1 0 0,-1 0 0 0 0,1 0 0 0 0,-1 0-1 0 0,1 0 1 0 0,-1 0 0 0 0,1 0-1 0 0,0 1 1 0 0,-1-1 0 0 0,1 0 0 0 0,0 1-1 0 0,-1 0 1 0 0,0 0 0 0 0,-8 5 217 0 0,0 0 0 0 0,0 0 0 0 0,1 1 0 0 0,0 0 0 0 0,0 1 0 0 0,1 0 0 0 0,0 0 1 0 0,-12 16-1 0 0,6-4 333 0 0,0 0 1 0 0,2 1-1 0 0,-11 24 0 0 0,19-37-426 0 0,-15 38 248 0 0,18-43-411 0 0,0 0 0 0 0,0 0 0 0 0,0 0 0 0 0,0 0 0 0 0,1 0 0 0 0,-1 0 0 0 0,1 0 0 0 0,0 0 0 0 0,0 1 0 0 0,0-1 0 0 0,1 0 0 0 0,0 4 0 0 0,-1-6-13 0 0,0-1 0 0 0,1 1 0 0 0,-1-1 0 0 0,0 1 0 0 0,0-1 1 0 0,1 1-1 0 0,-1-1 0 0 0,0 1 0 0 0,1-1 0 0 0,-1 1 1 0 0,0-1-1 0 0,1 1 0 0 0,-1-1 0 0 0,1 1 0 0 0,-1-1 1 0 0,1 0-1 0 0,-1 1 0 0 0,1-1 0 0 0,-1 0 0 0 0,1 0 1 0 0,-1 1-1 0 0,1-1 0 0 0,0 0 0 0 0,-1 0 0 0 0,1 0 0 0 0,-1 0 1 0 0,1 1-1 0 0,0-1 0 0 0,18-8-229 0 0,12-20-297 0 0,-21 15 105 0 0,-1-2 0 0 0,0 1-1 0 0,13-32 1 0 0,-14 29 4 0 0,0 0 0 0 0,18-26-1 0 0,-26 42 418 0 0,1 1-1 0 0,-1-1 1 0 0,1 0-1 0 0,-1 0 1 0 0,1 1-1 0 0,-1-1 1 0 0,1 0-1 0 0,-1 1 1 0 0,1-1-1 0 0,0 1 1 0 0,0-1-1 0 0,-1 1 1 0 0,1-1-1 0 0,0 1 1 0 0,0-1-1 0 0,-1 1 1 0 0,1 0-1 0 0,0-1 1 0 0,0 1-1 0 0,0 0 1 0 0,0 0-1 0 0,0 0 1 0 0,-1-1-1 0 0,1 1 1 0 0,0 0-1 0 0,1 0 1 0 0,-1 1 23 0 0,1 0 0 0 0,-1-1 0 0 0,0 1 0 0 0,0 0 0 0 0,0-1 0 0 0,0 1 0 0 0,0 0 0 0 0,0 0 0 0 0,0 0 0 0 0,0 0 0 0 0,0 0 1 0 0,-1 0-1 0 0,1 0 0 0 0,0 1 0 0 0,0 1 0 0 0,4 8 268 0 0,0 0 1 0 0,-1 1-1 0 0,2 13 1 0 0,-4-16-67 0 0,6 19 23 0 0,-2 1 0 0 0,3 43-1 0 0,-8-57-166 0 0,0 0 0 0 0,-1 0 0 0 0,-1 0 0 0 0,-1 0 0 0 0,0 0 0 0 0,-7 25 0 0 0,20-157-1153 0 0,-2 42 1087 0 0,-7 50-5 0 0,1 0 0 0 0,1 0-1 0 0,1 0 1 0 0,13-38 0 0 0,-18 62 1 0 0,0 0 1 0 0,1 0 0 0 0,-1 0-1 0 0,0 0 1 0 0,1 0-1 0 0,-1 0 1 0 0,1 0 0 0 0,-1 0-1 0 0,1 0 1 0 0,0 0-1 0 0,-1 0 1 0 0,1 0 0 0 0,0 0-1 0 0,0 0 1 0 0,-1 1-1 0 0,1-1 1 0 0,0 0 0 0 0,0 1-1 0 0,0-1 1 0 0,0 0-1 0 0,0 1 1 0 0,0-1 0 0 0,0 1-1 0 0,0 0 1 0 0,0-1-1 0 0,0 1 1 0 0,0 0 0 0 0,0 0-1 0 0,0-1 1 0 0,1 1-1 0 0,-1 0 1 0 0,0 0 0 0 0,0 0-1 0 0,0 0 1 0 0,0 1-1 0 0,0-1 1 0 0,0 0 0 0 0,1 0-1 0 0,-1 1 1 0 0,0-1-1 0 0,0 0 1 0 0,0 1 0 0 0,0-1-1 0 0,0 1 1 0 0,0 0-1 0 0,0-1 1 0 0,0 2 0 0 0,7 4 301 0 0,0 1 1 0 0,-1-1-1 0 0,0 2 1 0 0,9 12-1 0 0,-2-4-154 0 0,38 51 173 0 0,-49-62-404 0 0,1 0 0 0 0,0 1 0 0 0,-1-1 1 0 0,0 0-1 0 0,0 1 0 0 0,-1 0 0 0 0,3 7 0 0 0,17-52-260 0 0,-2-1 1 0 0,-2 0-1 0 0,-1-1 0 0 0,17-68 0 0 0,-33 106 407 0 0,0 0 0 0 0,-1 0 0 0 0,1 0 0 0 0,1 0 0 0 0,-1 0 0 0 0,0 1 0 0 0,1-1 0 0 0,-1 0 0 0 0,1 1 0 0 0,0-1 0 0 0,-1 1 0 0 0,1 0 0 0 0,0-1 0 0 0,1 1 0 0 0,-1 0 0 0 0,0 0 0 0 0,1 0 0 0 0,2-1 0 0 0,-2 2-55 0 0,1 0 0 0 0,-1 0 0 0 0,0 0 0 0 0,0 1-1 0 0,0-1 1 0 0,0 1 0 0 0,1 0 0 0 0,-1 0 0 0 0,0 0 0 0 0,0 0 0 0 0,0 0 0 0 0,1 1 0 0 0,-1 0 0 0 0,0 0-1 0 0,0-1 1 0 0,6 4 0 0 0,7 3-536 0 0,0 2 0 0 0,-1-1-1 0 0,28 22 1 0 0,-15-10-1260 0 0,-14-11 912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3:15.7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117 346 3225 0 0,'-3'0'230'0'0,"1"1"1"0"0,-1 0-1 0 0,1 0 1 0 0,-1 0 0 0 0,1 0-1 0 0,-1 0 1 0 0,1 1-1 0 0,0-1 1 0 0,-1 1 0 0 0,1-1-1 0 0,0 1 1 0 0,0 0-1 0 0,0 0 1 0 0,1 0 0 0 0,-1 0-1 0 0,0 0 1 0 0,1 0-1 0 0,-1 1 1 0 0,1-1 0 0 0,-2 3-1 0 0,-25 56 3017 0 0,25-53-2821 0 0,0-1-154 0 0,-7 17 1047 0 0,-11 38 0 0 0,20-56-1131 0 0,-1 0 1 0 0,1 0-1 0 0,0 0 0 0 0,0 0 0 0 0,1 1 0 0 0,0-1 0 0 0,0 0 0 0 0,0 0 0 0 0,1 0 0 0 0,0 0 0 0 0,0 0 1 0 0,3 9-1 0 0,-3-13-155 0 0,-1 0 1 0 0,1 0-1 0 0,0-1 1 0 0,0 1 0 0 0,0 0-1 0 0,0 0 1 0 0,0-1-1 0 0,0 1 1 0 0,0-1-1 0 0,0 1 1 0 0,1-1 0 0 0,-1 1-1 0 0,1-1 1 0 0,-1 0-1 0 0,1 1 1 0 0,-1-1-1 0 0,1 0 1 0 0,0 0 0 0 0,0 0-1 0 0,-1-1 1 0 0,1 1-1 0 0,0 0 1 0 0,0-1-1 0 0,0 1 1 0 0,0-1 0 0 0,0 1-1 0 0,0-1 1 0 0,0 0-1 0 0,0 0 1 0 0,0 0-1 0 0,0 0 1 0 0,0 0 0 0 0,0-1-1 0 0,-1 1 1 0 0,1 0-1 0 0,0-1 1 0 0,0 1-1 0 0,0-1 1 0 0,0 0 0 0 0,0 0-1 0 0,-1 0 1 0 0,1 0-1 0 0,3-2 1 0 0,2-2-60 0 0,0 0 0 0 0,0-1 1 0 0,0 0-1 0 0,-1 0 0 0 0,0 0 0 0 0,0-1 1 0 0,0 0-1 0 0,6-10 0 0 0,-5 5-329 0 0,-1 0 0 0 0,0-1 0 0 0,0 0 0 0 0,-1 0-1 0 0,-1 0 1 0 0,0 0 0 0 0,-1-1 0 0 0,-1 0 0 0 0,0 1 0 0 0,-1-1-1 0 0,0 0 1 0 0,-1 0 0 0 0,0 0 0 0 0,-1 0 0 0 0,-4-17 0 0 0,5 30 342 0 0,0 0 1 0 0,0 0 0 0 0,0 0-1 0 0,-1-1 1 0 0,1 1 0 0 0,0 0-1 0 0,0 0 1 0 0,-1 0 0 0 0,1 0-1 0 0,-1 0 1 0 0,1 0 0 0 0,-1 0-1 0 0,1 0 1 0 0,-1 1 0 0 0,0-1-1 0 0,0 0 1 0 0,1 0-1 0 0,-1 0 1 0 0,0 1 0 0 0,0-1-1 0 0,0 0 1 0 0,0 1 0 0 0,1-1-1 0 0,-1 1 1 0 0,-2-1 0 0 0,3 1 137 0 0,-1 1 0 0 0,0-1 1 0 0,0 1-1 0 0,1 0 0 0 0,-1 0 1 0 0,0-1-1 0 0,1 1 0 0 0,-1 0 0 0 0,1 0 1 0 0,-1 0-1 0 0,1 0 0 0 0,-1 0 1 0 0,1 0-1 0 0,-1 0 0 0 0,1 0 0 0 0,0 0 1 0 0,0 0-1 0 0,0 0 0 0 0,-1 0 1 0 0,1 0-1 0 0,0 0 0 0 0,0 0 1 0 0,0 0-1 0 0,0 0 0 0 0,1 0 0 0 0,-1 1 1 0 0,0 0-44 0 0,0 0 0 0 0,1-1 0 0 0,-1 1 0 0 0,0 0 1 0 0,1-1-1 0 0,-1 1 0 0 0,1 0 0 0 0,-1-1 0 0 0,1 1 0 0 0,0-1 1 0 0,0 1-1 0 0,0-1 0 0 0,0 1 0 0 0,0-1 0 0 0,0 0 0 0 0,0 1 1 0 0,0-1-1 0 0,0 0 0 0 0,1 0 0 0 0,1 2 0 0 0,1-1-25 0 0,0 1 0 0 0,1-1-1 0 0,-1 0 1 0 0,1 0 0 0 0,-1 0-1 0 0,1 0 1 0 0,5 0 0 0 0,5 1-73 0 0,1-1 0 0 0,-1 0 0 0 0,28-2 0 0 0,-37 0-125 0 0,0 0 1 0 0,0-1 0 0 0,-1 1 0 0 0,1-2-1 0 0,0 1 1 0 0,0-1 0 0 0,-1 1-1 0 0,1-2 1 0 0,-1 1 0 0 0,0 0-1 0 0,1-1 1 0 0,-1 0 0 0 0,0-1-1 0 0,-1 1 1 0 0,7-6 0 0 0,-6 3-246 0 0,0 1 0 0 0,-1-1 0 0 0,1 0 1 0 0,-2 0-1 0 0,1-1 0 0 0,-1 1 0 0 0,0-1 1 0 0,0 0-1 0 0,0 1 0 0 0,2-15 0 0 0,-1 2-137 0 0,-2 1 0 0 0,0 0 0 0 0,-1-1 0 0 0,-3-32-1 0 0,-8-26 3186 0 0,4 47 1165 0 0,-12-38 0 0 0,20 75-2957 0 0,-1 1 0 0 0,0-1 0 0 0,-1 0 0 0 0,0 10 1 0 0,2 23-540 0 0,8 5-146 0 0,1-1-1 0 0,3-1 1 0 0,1 0 0 0 0,2-1 0 0 0,2 0-1 0 0,2-2 1 0 0,48 71 0 0 0,-46-81-499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22.1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354 51 2761 0 0,'0'-2'156'0'0,"1"1"0"0"0,-1-1 0 0 0,0 0 0 0 0,0 0 1 0 0,0 0-1 0 0,0 0 0 0 0,0 1 0 0 0,-1-1 0 0 0,1 0 1 0 0,-1 0-1 0 0,1 1 0 0 0,-1-1 0 0 0,1 0 1 0 0,-1 0-1 0 0,0 1 0 0 0,0-1 0 0 0,0 1 0 0 0,0-1 1 0 0,0 1-1 0 0,0-1 0 0 0,0 1 0 0 0,0 0 0 0 0,-1-1 1 0 0,1 1-1 0 0,-1 0 0 0 0,1 0 0 0 0,-1 0 0 0 0,1 0 1 0 0,-1 0-1 0 0,1 0 0 0 0,-1 1 0 0 0,0-1 0 0 0,0 0 1 0 0,1 1-1 0 0,-1-1 0 0 0,0 1 0 0 0,0 0 0 0 0,0 0 1 0 0,1-1-1 0 0,-1 1 0 0 0,-2 1 0 0 0,-2-1 216 0 0,0 1 0 0 0,0 1-1 0 0,0-1 1 0 0,1 1 0 0 0,-1 0-1 0 0,0 0 1 0 0,1 1 0 0 0,0 0 0 0 0,-1 0-1 0 0,1 0 1 0 0,-6 5 0 0 0,-1 3 25 0 0,1 0 0 0 0,0 0 0 0 0,1 1 0 0 0,0 0 1 0 0,1 1-1 0 0,-10 18 0 0 0,-39 89 1302 0 0,35-71-1052 0 0,5-12-131 0 0,8-18-316 0 0,0 0 1 0 0,2 1 0 0 0,0 0 0 0 0,-8 36 0 0 0,15-55-206 0 0,1 0-1 0 0,0 0 1 0 0,-1 1-1 0 0,1-1 1 0 0,0 0-1 0 0,0 0 1 0 0,0 1-1 0 0,0-1 1 0 0,0 0-1 0 0,0 1 1 0 0,0-1-1 0 0,0 0 1 0 0,0 0-1 0 0,1 1 1 0 0,-1-1-1 0 0,0 0 1 0 0,1 0-1 0 0,-1 1 1 0 0,1-1-1 0 0,-1 0 1 0 0,1 0-1 0 0,0 0 1 0 0,0 0-1 0 0,-1 0 1 0 0,1 0-1 0 0,0 0 1 0 0,0 0-1 0 0,0 0 1 0 0,0 0-1 0 0,0-1 1 0 0,0 1-1 0 0,0 0 1 0 0,0 0 0 0 0,0-1-1 0 0,1 1 1 0 0,-1-1-1 0 0,0 1 1 0 0,0-1-1 0 0,1 0 1 0 0,-1 0-1 0 0,0 1 1 0 0,0-1-1 0 0,1 0 1 0 0,-1 0-1 0 0,0 0 1 0 0,1 0-1 0 0,-1 0 1 0 0,0 0-1 0 0,0-1 1 0 0,1 1-1 0 0,1-1 1 0 0,6-1-134 0 0,0 0 0 0 0,0-1 1 0 0,1 0-1 0 0,-2 0 0 0 0,16-9 1 0 0,56-37-61 0 0,-47 26-16 0 0,67-32 1 0 0,-91 51 195 0 0,1 0-1 0 0,0 0 1 0 0,0 1 0 0 0,0 0 0 0 0,0 1-1 0 0,0 0 1 0 0,1 1 0 0 0,-1 0 0 0 0,1 0-1 0 0,-1 1 1 0 0,20 3 0 0 0,-26-3 31 0 0,0 1 1 0 0,0 0-1 0 0,-1 0 1 0 0,1 0-1 0 0,0 0 1 0 0,-1 1-1 0 0,1-1 1 0 0,-1 1-1 0 0,0 0 1 0 0,1 0-1 0 0,-1 1 1 0 0,0-1-1 0 0,0 0 0 0 0,-1 1 1 0 0,1 0-1 0 0,0 0 1 0 0,-1 0-1 0 0,4 5 1 0 0,-4-3 27 0 0,0 0 1 0 0,0-1 0 0 0,0 1 0 0 0,-1 0-1 0 0,0 0 1 0 0,0 0 0 0 0,0 0 0 0 0,-1 0-1 0 0,0 0 1 0 0,0 0 0 0 0,0 1-1 0 0,-1 6 1 0 0,-2 4 54 0 0,-1-1-1 0 0,0 0 0 0 0,-1 0 1 0 0,-1 0-1 0 0,0-1 1 0 0,-1 1-1 0 0,0-2 1 0 0,-10 15-1 0 0,6-13-106 0 0,-1-1 0 0 0,-1 0 0 0 0,0 0 0 0 0,0-2 0 0 0,-1 1 0 0 0,-31 19 0 0 0,29-26-2804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22.4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1 121 8290 0 0,'6'17'5592'0'0,"11"25"-4679"0"0,-16-40-861 0 0,9 19 367 0 0,2 0 0 0 0,0-1-1 0 0,1 0 1 0 0,25 28 0 0 0,-34-44-333 0 0,0 0 1 0 0,1 0 0 0 0,-1 0-1 0 0,1-1 1 0 0,-1 0-1 0 0,1 0 1 0 0,0 0 0 0 0,0-1-1 0 0,0 0 1 0 0,11 4-1 0 0,-12-5-9 0 0,0-1-1 0 0,0 0 1 0 0,0 1 0 0 0,0-1-1 0 0,0-1 1 0 0,1 1-1 0 0,-1-1 1 0 0,0 1 0 0 0,0-1-1 0 0,-1 0 1 0 0,1 0-1 0 0,0-1 1 0 0,0 1 0 0 0,0-1-1 0 0,-1 0 1 0 0,1 0 0 0 0,3-3-1 0 0,-3 2-39 0 0,1 0 1 0 0,-1 0-1 0 0,0-1 0 0 0,-1 1 0 0 0,1-1 1 0 0,0 0-1 0 0,-1 0 0 0 0,0-1 1 0 0,0 1-1 0 0,0-1 0 0 0,-1 1 0 0 0,0-1 1 0 0,1 0-1 0 0,-2 0 0 0 0,1 0 0 0 0,0 0 1 0 0,-1 0-1 0 0,0 0 0 0 0,0 0 1 0 0,-1-1-1 0 0,1 1 0 0 0,-1 0 0 0 0,0-1 1 0 0,-1 1-1 0 0,1 0 0 0 0,-3-8 0 0 0,1 3-72 0 0,-1 0-1 0 0,0 0 0 0 0,-1 0 0 0 0,0 1 0 0 0,-1-1 0 0 0,0 1 0 0 0,0 0 1 0 0,-1 0-1 0 0,0 1 0 0 0,-1-1 0 0 0,0 1 0 0 0,-10-9 0 0 0,-44-30-14 0 0,55 43-124 0 0,0 1-1 0 0,0-1 0 0 0,-1 1 1 0 0,1 0-1 0 0,-1 1 0 0 0,0-1 1 0 0,0 2-1 0 0,-11-3 1 0 0,12 4-1611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22.8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 6913 0 0,'-8'0'9076'0'0,"7"4"-7571"0"0,0 10-1118 0 0,1-1-1 0 0,0 0 0 0 0,1 0 0 0 0,0 0 1 0 0,1 1-1 0 0,0-1 0 0 0,1-1 0 0 0,0 1 0 0 0,1 0 1 0 0,6 11-1 0 0,-7-16-365 0 0,0 0 1 0 0,1-1 0 0 0,0 1-1 0 0,0-1 1 0 0,1 0-1 0 0,0 0 1 0 0,0-1 0 0 0,0 1-1 0 0,1-1 1 0 0,0 0-1 0 0,0-1 1 0 0,1 0-1 0 0,-1 0 1 0 0,1 0 0 0 0,0 0-1 0 0,0-1 1 0 0,14 5-1 0 0,-18-8-69 0 0,1 0 0 0 0,0 0 0 0 0,0 0 0 0 0,0-1 0 0 0,0 1 0 0 0,0-1 0 0 0,0 0-1 0 0,0 0 1 0 0,0-1 0 0 0,0 1 0 0 0,0-1 0 0 0,0 0 0 0 0,0 0 0 0 0,0 0 0 0 0,-1 0-1 0 0,1-1 1 0 0,0 1 0 0 0,-1-1 0 0 0,1 0 0 0 0,-1 0 0 0 0,1-1 0 0 0,-1 1 0 0 0,0-1-1 0 0,5-5 1 0 0,-3 2-279 0 0,0 0 0 0 0,-1 0 0 0 0,0-1 1 0 0,0 0-1 0 0,0 0 0 0 0,-1 0 0 0 0,0 0 0 0 0,0 0 0 0 0,-1-1 0 0 0,0 1 0 0 0,2-16 0 0 0,-2 0-5868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23.2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 10594 0 0,'-3'8'7343'0'0,"7"13"-4556"0"0,7 15-2338 0 0,-4-18-202 0 0,49 116 1198 0 0,-48-119-1721 0 0,1 1-1 0 0,1-1 1 0 0,0-1-1 0 0,1 0 1 0 0,0-1-1 0 0,17 16 1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23.7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1 176 4609 0 0,'5'8'12077'0'0,"9"3"-11835"0"0,4 7 31 0 0,0 1 0 0 0,-1 1 0 0 0,-1 0 0 0 0,0 1 0 0 0,22 41 1 0 0,-35-56-253 0 0,2 2-1 0 0,20 38-63 0 0,-23-43 65 0 0,-1 0 0 0 0,1 1 0 0 0,-1-1 1 0 0,0 1-1 0 0,0-1 0 0 0,-1 1 1 0 0,1-1-1 0 0,-1 1 0 0 0,1 0 0 0 0,-1-1 1 0 0,-1 6-1 0 0,1-9 2 0 0,0 0 0 0 0,0 1 1 0 0,0-1-1 0 0,0 0 0 0 0,0 0 0 0 0,0 0 0 0 0,0 0 1 0 0,0 0-1 0 0,0 1 0 0 0,0-1 0 0 0,0 0 1 0 0,0 0-1 0 0,0 0 0 0 0,0 0 0 0 0,0 0 0 0 0,0 1 1 0 0,0-1-1 0 0,-1 0 0 0 0,1 0 0 0 0,0 0 0 0 0,0 0 1 0 0,0 0-1 0 0,0 0 0 0 0,0 1 0 0 0,0-1 0 0 0,0 0 1 0 0,-1 0-1 0 0,1 0 0 0 0,0 0 0 0 0,0 0 0 0 0,0 0 1 0 0,0 0-1 0 0,0 0 0 0 0,-1 0 0 0 0,1 0 0 0 0,0 0 1 0 0,0 0-1 0 0,0 0 0 0 0,0 0 0 0 0,-1 0 0 0 0,1 0 1 0 0,0 0-1 0 0,0 0 0 0 0,0 0 0 0 0,0 0 1 0 0,0 0-1 0 0,-1 0 0 0 0,1 0 0 0 0,0 0 0 0 0,-9-9 566 0 0,-5-12-41 0 0,9 7-436 0 0,0-1 0 0 0,1 0 0 0 0,1 0 1 0 0,0 0-1 0 0,1-1 0 0 0,1 1 1 0 0,0-1-1 0 0,1 1 0 0 0,1-1 1 0 0,0 1-1 0 0,4-17 0 0 0,-1 11-563 0 0,1-1 0 0 0,1 0-1 0 0,1 1 1 0 0,1 0-1 0 0,1 1 1 0 0,1 0 0 0 0,13-21-1 0 0,-5 15-4307 0 0,0 3-1363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24.1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192 32 10138 0 0,'-2'-2'222'0'0,"0"-1"0"0"0,0 1 1 0 0,0-1-1 0 0,0 1 0 0 0,-1 0 0 0 0,1 0 0 0 0,-1 0 0 0 0,1 0 0 0 0,-1 1 0 0 0,0-1 1 0 0,1 1-1 0 0,-1-1 0 0 0,0 1 0 0 0,0 0 0 0 0,0 0 0 0 0,0 0 0 0 0,0 1 0 0 0,0-1 1 0 0,-1 1-1 0 0,1-1 0 0 0,0 1 0 0 0,0 0 0 0 0,0 0 0 0 0,0 1 0 0 0,0-1 0 0 0,-1 1 1 0 0,1-1-1 0 0,0 1 0 0 0,-4 2 0 0 0,1-1-22 0 0,0 0 1 0 0,1 0-1 0 0,-1 1 0 0 0,0 0 0 0 0,1 1 1 0 0,0-1-1 0 0,0 1 0 0 0,0 0 0 0 0,0 0 1 0 0,0 1-1 0 0,1-1 0 0 0,0 1 0 0 0,-7 9 1 0 0,7-6-173 0 0,0 1 0 0 0,1-1 1 0 0,-1 1-1 0 0,2 0 1 0 0,-1 0-1 0 0,1 0 1 0 0,1 0-1 0 0,-1 1 1 0 0,2-1-1 0 0,-1 12 1 0 0,2-7 38 0 0,0-1 1 0 0,0 0-1 0 0,1 0 1 0 0,1 0-1 0 0,0 0 1 0 0,1 0-1 0 0,8 17 1 0 0,-9-23-43 0 0,0 0 0 0 0,1 0 1 0 0,0 0-1 0 0,1-1 0 0 0,-1 1 1 0 0,1-1-1 0 0,0 0 0 0 0,1-1 1 0 0,0 1-1 0 0,-1-1 0 0 0,2 0 1 0 0,9 6-1 0 0,-11-8-42 0 0,0-1 0 0 0,1 0 1 0 0,-1 0-1 0 0,1 0 0 0 0,-1-1 0 0 0,1 0 0 0 0,-1 0 0 0 0,1 0 1 0 0,0-1-1 0 0,0 1 0 0 0,-1-1 0 0 0,1-1 0 0 0,0 1 1 0 0,-1-1-1 0 0,1 0 0 0 0,0-1 0 0 0,-1 1 0 0 0,10-5 0 0 0,-9 3-160 0 0,0 1-1 0 0,-1-1 0 0 0,0-1 0 0 0,0 1 1 0 0,0-1-1 0 0,0 0 0 0 0,-1 0 0 0 0,1 0 1 0 0,-1 0-1 0 0,0-1 0 0 0,3-5 0 0 0,4-6-1343 0 0,-1-1 0 0 0,9-20 0 0 0,-9 16-3641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24.4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17 307 10594 0 0,'0'0'37'0'0,"0"1"-1"0"0,0-1 1 0 0,0 0-1 0 0,0 0 0 0 0,0 0 1 0 0,1 0-1 0 0,-1 0 1 0 0,0 0-1 0 0,0 1 0 0 0,0-1 1 0 0,0 0-1 0 0,0 0 1 0 0,0 0-1 0 0,0 0 1 0 0,0 0-1 0 0,0 0 0 0 0,0 0 1 0 0,0 0-1 0 0,0 0 1 0 0,1 1-1 0 0,-1-1 0 0 0,0 0 1 0 0,0 0-1 0 0,0 0 1 0 0,0 0-1 0 0,0 0 1 0 0,0 0-1 0 0,0 0 0 0 0,1 0 1 0 0,-1 0-1 0 0,0 0 1 0 0,0 0-1 0 0,0 0 0 0 0,0 0 1 0 0,0 0-1 0 0,0 0 1 0 0,1 0-1 0 0,-1 0 1 0 0,0 0-1 0 0,0 0 0 0 0,0 0 1 0 0,0 0-1 0 0,0 0 1 0 0,0 0-1 0 0,0 0 0 0 0,1 0 1 0 0,-1 0-1 0 0,0 0 1 0 0,0-1-1 0 0,0 1 1 0 0,0 0-1 0 0,0 0 0 0 0,0 0 1 0 0,0 0-1 0 0,0 0 1 0 0,0 0-1 0 0,1 0 1 0 0,-1-1-1 0 0,12-8 1862 0 0,8-12 530 0 0,-13 12-2132 0 0,-1 0 0 0 0,0 0 0 0 0,-1 0 0 0 0,0-1 0 0 0,-1 0 1 0 0,1 0-1 0 0,-2 0 0 0 0,0 0 0 0 0,0-1 0 0 0,2-21 0 0 0,-4 25-139 0 0,0-1-1 0 0,-1 0 1 0 0,0 1 0 0 0,0-1-1 0 0,-1 1 1 0 0,0-1-1 0 0,0 1 1 0 0,-1-1 0 0 0,0 1-1 0 0,0 0 1 0 0,-1 0 0 0 0,0 0-1 0 0,0 0 1 0 0,-1 0 0 0 0,0 1-1 0 0,-6-9 1 0 0,10 14-159 0 0,-1 0-1 0 0,0-1 1 0 0,0 1 0 0 0,0 0 0 0 0,-1 0-1 0 0,1 0 1 0 0,0 0 0 0 0,0 0 0 0 0,-1 0-1 0 0,1 0 1 0 0,0 0 0 0 0,-1 0 0 0 0,1 1 0 0 0,-1-1-1 0 0,1 1 1 0 0,-1-1 0 0 0,1 1 0 0 0,-1-1-1 0 0,0 1 1 0 0,-1 0 0 0 0,1 0-4 0 0,1 0 1 0 0,0 1-1 0 0,-1-1 1 0 0,1 1-1 0 0,0 0 0 0 0,-1-1 1 0 0,1 1-1 0 0,0 0 1 0 0,0-1-1 0 0,0 1 1 0 0,0 0-1 0 0,0 0 1 0 0,0 0-1 0 0,0 0 0 0 0,0 0 1 0 0,0 0-1 0 0,0 0 1 0 0,0 2-1 0 0,-3 3-15 0 0,1 0-1 0 0,1 1 0 0 0,-1-1 1 0 0,1 0-1 0 0,0 1 1 0 0,1 0-1 0 0,-2 12 1 0 0,2-13 12 0 0,0 0 1 0 0,1 0 0 0 0,0 1 0 0 0,1-1-1 0 0,-1 0 1 0 0,1 0 0 0 0,0 0 0 0 0,1 0-1 0 0,-1 0 1 0 0,1 0 0 0 0,0-1 0 0 0,1 1-1 0 0,4 8 1 0 0,-3-10 2 0 0,-1 0 0 0 0,1 0 0 0 0,0 0 0 0 0,0-1 0 0 0,0 1 0 0 0,0-1 0 0 0,1 0 0 0 0,0 0 1 0 0,-1-1-1 0 0,1 1 0 0 0,0-1 0 0 0,0 0 0 0 0,0 0 0 0 0,0-1 0 0 0,9 2 0 0 0,0 0-194 0 0,0 0 1 0 0,0-1-1 0 0,0-1 0 0 0,0 0 1 0 0,0-1-1 0 0,1-1 1 0 0,-1 0-1 0 0,17-4 0 0 0,-7-1-7205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24.8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130 1 920 0 0,'-8'8'1331'0'0,"-16"16"3870"0"0,-28 36-1 0 0,46-53-4436 0 0,1 1 0 0 0,0 0 0 0 0,0 0 0 0 0,0 0-1 0 0,1 0 1 0 0,1 1 0 0 0,0 0 0 0 0,0 0 0 0 0,-3 16 0 0 0,5-21-693 0 0,1 0 1 0 0,0-1-1 0 0,0 1 1 0 0,1-1-1 0 0,-1 1 0 0 0,1-1 1 0 0,-1 1-1 0 0,1-1 1 0 0,0 0-1 0 0,0 1 0 0 0,1-1 1 0 0,-1 0-1 0 0,1 1 1 0 0,0-1-1 0 0,-1 0 0 0 0,2 0 1 0 0,-1-1-1 0 0,0 1 1 0 0,0 0-1 0 0,1-1 0 0 0,-1 1 1 0 0,1-1-1 0 0,0 0 0 0 0,0 0 1 0 0,0 0-1 0 0,0 0 1 0 0,0 0-1 0 0,6 2 0 0 0,9 3-151 0 0,1-1 0 0 0,0 0-1 0 0,0-1 1 0 0,21 3-1 0 0,-7-2 143 0 0,-26-5-75 0 0,-1 1 1 0 0,1-1 0 0 0,-1 1-1 0 0,1 1 1 0 0,-1-1-1 0 0,11 7 1 0 0,-15-8 12 0 0,-1 1 0 0 0,0-1 1 0 0,1 0-1 0 0,-1 1 0 0 0,0-1 0 0 0,0 1 1 0 0,0 0-1 0 0,0-1 0 0 0,0 1 0 0 0,0 0 1 0 0,0-1-1 0 0,-1 1 0 0 0,1 0 0 0 0,0 0 0 0 0,-1 0 1 0 0,0-1-1 0 0,1 1 0 0 0,-1 0 0 0 0,0 0 1 0 0,0 0-1 0 0,0 0 0 0 0,0 0 0 0 0,0 0 1 0 0,-1 0-1 0 0,1-1 0 0 0,0 1 0 0 0,-1 0 0 0 0,-1 3 1 0 0,-2 6 12 0 0,0-1 0 0 0,-1 1 0 0 0,-1-1 1 0 0,0 0-1 0 0,0 0 0 0 0,-1-1 1 0 0,0 0-1 0 0,0 0 0 0 0,-1 0 0 0 0,-1-1 1 0 0,1 0-1 0 0,-1-1 0 0 0,-1 0 0 0 0,1 0 1 0 0,-1-1-1 0 0,0-1 0 0 0,-12 6 0 0 0,0-5-219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25.9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32 364 6913 0 0,'-31'-85'12460'0'0,"31"85"-12418"0"0,8 6 971 0 0,8 9-356 0 0,5 14-333 0 0,-2 1 0 0 0,31 62 0 0 0,19 75-426 0 0,-33-78 41 0 0,-21-51-118 0 0,-4-8 88 0 0,28 49 0 0 0,-36-80-179 0 0,1-11 84 0 0,1-13-86 0 0,-5 24 247 0 0,16-78 229 0 0,4 0 1 0 0,50-125-1 0 0,-2 33-44 0 0,-8 21-1656 0 0,-23 51-4273 0 0,-26 66-389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26.7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3 3225 0 0,'-4'-2'4279'0'0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27.3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66 230 6409 0 0,'10'-112'582'0'0,"-10"-5"8160"0"0,-10 138-5011 0 0,6 5-3022 0 0,2 0 0 0 0,0 1 0 0 0,1-1 0 0 0,5 39 0 0 0,-1 14-290 0 0,-3 26-94 0 0,-6-1 0 0 0,-19 107 1 0 0,-7-94-2108 0 0,32-117 1722 0 0,0 0 0 0 0,0 1 0 0 0,0-1-1 0 0,0 0 1 0 0,0 0 0 0 0,0 0 0 0 0,0 1-1 0 0,0-1 1 0 0,0 0 0 0 0,0 0 0 0 0,0 0 0 0 0,0 1-1 0 0,0-1 1 0 0,0 0 0 0 0,0 0 0 0 0,0 1 0 0 0,0-1-1 0 0,0 0 1 0 0,0 0 0 0 0,0 0 0 0 0,0 0 0 0 0,0 1-1 0 0,1-1 1 0 0,-1 0 0 0 0,0 0 0 0 0,0 0-1 0 0,0 1 1 0 0,0-1 0 0 0,0 0 0 0 0,1 0 0 0 0,-1 0-1 0 0,0 0 1 0 0,0 0 0 0 0,0 0 0 0 0,0 1 0 0 0,1-1-1 0 0,-1 0 1 0 0,0 0 0 0 0,0 0 0 0 0,0 0 0 0 0,1 0-1 0 0,-1 0 1 0 0,0 0 0 0 0,0 0 0 0 0,0 0-1 0 0,1 0 1 0 0,-1 0 0 0 0,0 0 0 0 0,0 0 0 0 0,1 0-1 0 0,11-3-206 0 0,-10 3 227 0 0,3-2-40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27.8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10138 0 0,'19'1'1431'0'0,"1"1"1"0"0,-2 2-1 0 0,1-1 0 0 0,0 2 0 0 0,19 7 0 0 0,28 8-670 0 0,-53-17-1459 0 0,0-1 0 0 0,0 0 0 0 0,17-1 0 0 0,-8-2-5410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28.1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41 14747 0 0,'1'1'142'0'0,"-1"-1"0"0"0,1 1 0 0 0,0-1 0 0 0,-1 1 0 0 0,1-1 0 0 0,0 0 0 0 0,-1 1 0 0 0,1-1 0 0 0,0 0 1 0 0,0 1-1 0 0,-1-1 0 0 0,1 0 0 0 0,0 0 0 0 0,0 0 0 0 0,-1 0 0 0 0,1 0 0 0 0,0 0 0 0 0,0 0 0 0 0,-1 0 0 0 0,1 0 0 0 0,0 0 0 0 0,0 0 0 0 0,-1 0 0 0 0,1-1 0 0 0,0 1 0 0 0,1-1 0 0 0,37-7 1140 0 0,-19 3-478 0 0,106-13 575 0 0,1 7-6729 0 0,-89 9 3432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29.1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51 1 6449 0 0,'-14'8'9593'0'0,"13"-7"-9157"0"0,-7 23 2710 0 0,3 31-4166 0 0,5-43 2027 0 0,-8 90-623 0 0,-4 55-668 0 0,10 214 1 0 0,7-322-1389 0 0,1-4-4770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29.7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483 130 5985 0 0,'1'-7'243'0'0,"-1"0"-1"0"0,0 0 1 0 0,0 1-1 0 0,0-1 1 0 0,-1 0-1 0 0,0 1 0 0 0,-1-1 1 0 0,1 1-1 0 0,-1-1 1 0 0,0 1-1 0 0,-1-1 1 0 0,-5-9-1 0 0,6 13-10 0 0,1 1-1 0 0,-1-1 1 0 0,0 1-1 0 0,0 0 1 0 0,0 0 0 0 0,0 0-1 0 0,0 0 1 0 0,0 0-1 0 0,-1 0 1 0 0,1 1-1 0 0,-1-1 1 0 0,1 1 0 0 0,-1 0-1 0 0,0-1 1 0 0,1 1-1 0 0,-1 1 1 0 0,0-1-1 0 0,0 0 1 0 0,0 0 0 0 0,0 1-1 0 0,0 0 1 0 0,1 0-1 0 0,-1-1 1 0 0,0 2-1 0 0,0-1 1 0 0,0 0 0 0 0,0 1-1 0 0,0-1 1 0 0,0 1-1 0 0,0 0 1 0 0,-3 1 0 0 0,-17 9 541 0 0,0 0 0 0 0,0 2 1 0 0,1 1-1 0 0,1 0 1 0 0,-32 29-1 0 0,34-28-598 0 0,4-2-124 0 0,0 1 0 0 0,0 0 0 0 0,1 1 0 0 0,1 1 0 0 0,1 0 0 0 0,0 0 0 0 0,2 2 0 0 0,-14 25 0 0 0,12-16-106 0 0,2 1-1 0 0,0-1 1 0 0,2 2-1 0 0,1-1 1 0 0,-4 40 0 0 0,6-19-30 0 0,3 1 0 0 0,2-1 0 0 0,2 1 0 0 0,3-1 0 0 0,1 0 0 0 0,23 82 0 0 0,-24-112 50 0 0,1 0 0 0 0,1-1 0 0 0,1 0 0 0 0,0 0 0 0 0,2-1 0 0 0,0 0 1 0 0,1-1-1 0 0,0 0 0 0 0,1-1 0 0 0,1 0 0 0 0,26 23 0 0 0,-28-29-120 0 0,1 0 0 0 0,0 0 0 0 0,1-2 0 0 0,-1 1 0 0 0,2-1 0 0 0,-1-1 0 0 0,1-1 1 0 0,0 0-1 0 0,0 0 0 0 0,0-2 0 0 0,1 1 0 0 0,-1-2 0 0 0,1 0 0 0 0,0-1 0 0 0,0 0 0 0 0,15-2 0 0 0,-3-2 165 0 0,-1-1 0 0 0,1-2-1 0 0,-1 0 1 0 0,0-2 0 0 0,0 0-1 0 0,-1-2 1 0 0,0-1-1 0 0,-1-1 1 0 0,0-1 0 0 0,33-25-1 0 0,-31 19 269 0 0,-2-1 1 0 0,0-1-1 0 0,-1-1 0 0 0,-2-1 0 0 0,0-1 1 0 0,-1-1-1 0 0,-2-1 0 0 0,26-47 0 0 0,-25 37-78 0 0,5-8 97 0 0,-3 0 1 0 0,17-49 0 0 0,-34 80-238 0 0,0 0 1 0 0,-1-1-1 0 0,0 1 1 0 0,-1-1 0 0 0,0 0-1 0 0,-1 1 1 0 0,-1-1 0 0 0,0 0-1 0 0,-1 0 1 0 0,-1 0 0 0 0,0 1-1 0 0,-4-15 1 0 0,-8-15 44 0 0,-1 1 1 0 0,-29-54-1 0 0,33 75-58 0 0,-1 0-1 0 0,-1 1 1 0 0,-1 1 0 0 0,0 0-1 0 0,-2 1 1 0 0,-21-20 0 0 0,27 30-37 0 0,0 0 0 0 0,-1 1 1 0 0,0 0-1 0 0,0 1 0 0 0,-1 0 1 0 0,1 1-1 0 0,-1 0 0 0 0,0 1 1 0 0,-1 0-1 0 0,1 1 0 0 0,-1 0 1 0 0,0 1-1 0 0,1 1 0 0 0,-1 0 1 0 0,0 0-1 0 0,0 2 0 0 0,0-1 1 0 0,-25 6-1 0 0,24-3-260 0 0,-1 1 1 0 0,0 0-1 0 0,1 1 1 0 0,0 1-1 0 0,0 0 0 0 0,1 1 1 0 0,-1 0-1 0 0,2 1 1 0 0,-1 1-1 0 0,1 0 1 0 0,0 0-1 0 0,1 2 0 0 0,0-1 1 0 0,1 1-1 0 0,-16 22 1 0 0,6-2-6759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30.3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0 10594 0 0,'2'28'2610'0'0,"-2"60"502"0"0,-21 155 0 0 0,10-145-1984 0 0,-4 19-167 0 0,6-51-1254 0 0,2 0 0 0 0,2 0 1 0 0,6 74-1 0 0,5-105-4700 0 0,-1-5-1614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31.4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0 166 6913 0 0,'15'-165'9543'0'0,"-21"207"-5684"0"0,37 669-2041 0 0,-28-668-1802 0 0,-1-8 24 0 0,-1-10-640 0 0,1-1 0 0 0,0 1 0 0 0,11 40 1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32.0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1 6913 0 0,'-33'42'3542'0'0,"23"-24"561"0"0,10-17-3987 0 0,0 0 1 0 0,0-1-1 0 0,0 1 1 0 0,1 0 0 0 0,-1 0-1 0 0,0-1 1 0 0,0 1-1 0 0,1 0 1 0 0,-1-1-1 0 0,0 1 1 0 0,1 0 0 0 0,-1-1-1 0 0,0 1 1 0 0,1-1-1 0 0,-1 1 1 0 0,1 0-1 0 0,-1-1 1 0 0,1 1 0 0 0,-1-1-1 0 0,1 1 1 0 0,0-1-1 0 0,-1 0 1 0 0,1 1-1 0 0,-1-1 1 0 0,1 0-1 0 0,0 1 1 0 0,-1-1 0 0 0,1 0-1 0 0,0 0 1 0 0,0 0-1 0 0,-1 1 1 0 0,1-1-1 0 0,0 0 1 0 0,-1 0 0 0 0,2 0-1 0 0,34 5 355 0 0,-30-4-198 0 0,215 47 1020 0 0,-28-4-962 0 0,-163-39-201 0 0,0-2 0 0 0,1-1 1 0 0,-1-1-1 0 0,47-6 0 0 0,-8-6 25 0 0,94-30 1 0 0,-27 7-59 0 0,-134 33-243 0 0,1 0 1 0 0,-1 1 0 0 0,1-1-1 0 0,-1 1 1 0 0,1 0-1 0 0,-1 0 1 0 0,1 0 0 0 0,-1 0-1 0 0,1 1 1 0 0,-1-1-1 0 0,1 1 1 0 0,2 0 0 0 0,-4 0 25 0 0,1-1 0 0 0,-1 1 1 0 0,0 0-1 0 0,0 0 1 0 0,1 0-1 0 0,-1 0 0 0 0,0 0 1 0 0,0 0-1 0 0,0 1 0 0 0,0-1 1 0 0,0 0-1 0 0,-1 0 1 0 0,1 1-1 0 0,0-1 0 0 0,-1 0 1 0 0,1 1-1 0 0,0-1 0 0 0,-1 1 1 0 0,0-1-1 0 0,1 4 0 0 0,1 5-1126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32.4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0 4609 0 0,'-14'13'8681'0'0,"14"-13"-8625"0"0,31-3 4688 0 0,-14 0-4293 0 0,15 1 783 0 0,1 0 0 0 0,63 6 0 0 0,-43 5-3990 0 0,1 3-4368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32.9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 51 6217 0 0,'5'-26'2970'0'0,"0"2"4473"0"0,-5 24-7296 0 0,-1-1 0 0 0,1 1 0 0 0,-1 0-1 0 0,1 0 1 0 0,0 0 0 0 0,-1 0 0 0 0,1 0 0 0 0,-1 0-1 0 0,1 0 1 0 0,-7 4 2789 0 0,7-3-2789 0 0,0-1 0 0 0,0 0-1 0 0,-1 1 1 0 0,-12 13 1264 0 0,10-9-1332 0 0,0 0 0 0 0,0 0 0 0 0,0 1 0 0 0,1-1 1 0 0,0 1-1 0 0,0-1 0 0 0,0 1 0 0 0,1 0 0 0 0,0 0 1 0 0,0 0-1 0 0,1 0 0 0 0,-1 10 0 0 0,28 308-73 0 0,-18-253-17 0 0,-8-64-21 0 0,-1 2-17 0 0,1 1 0 0 0,1 0 0 0 0,0-1 1 0 0,0 0-1 0 0,1 1 0 0 0,0-1 0 0 0,7 14 0 0 0,-6-21-892 0 0,-1-4 454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38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3 3225 0 0,'-3'-1'161'0'0,"0"1"0"0"0,1-1 0 0 0,-1 1 0 0 0,0-1 0 0 0,0 1 0 0 0,0 0 0 0 0,0 0 0 0 0,0 1 0 0 0,0-1 0 0 0,0 1 0 0 0,0-1 0 0 0,1 1-1 0 0,-4 1 1 0 0,-37 15 810 0 0,42-17-857 0 0,-31 19 784 0 0,17-2 2435 0 0,15-17-3094 0 0,1 1-1 0 0,-1 0 0 0 0,1 0 0 0 0,0-1 1 0 0,-1 1-1 0 0,1-1 0 0 0,-1 1 0 0 0,1-1 1 0 0,0 1-1 0 0,0-1 0 0 0,-1 1 0 0 0,1-1 1 0 0,0 1-1 0 0,0-1 0 0 0,0 0 0 0 0,-1 0 1 0 0,1 1-1 0 0,0-1 0 0 0,0 0 0 0 0,0 0 1 0 0,0 0-1 0 0,-1 0 0 0 0,1 0 0 0 0,2 0 1 0 0,24 2 1009 0 0,7-2-558 0 0,-1 1 1 0 0,37 6-1 0 0,-49-4-775 0 0,0 0-1 0 0,0-2 0 0 0,0 0 1 0 0,0-1-1 0 0,0-1 1 0 0,0-1-1 0 0,0-1 1 0 0,27-7-1 0 0,-37 5-316 0 0,0 0 0 0 0,0 0 0 0 0,0-2 1 0 0,-1 1-1 0 0,17-14 0 0 0,-9 7-1584 0 0,-11 8-70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38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3 3225 0 0,'-76'-2'4847'0'0,"73"5"-3940"0"0,1 1 0 0 0,0 0 0 0 0,0 0 0 0 0,1 0 0 0 0,-1 0 0 0 0,1 0 0 0 0,0 0 0 0 0,0 0 0 0 0,-1 7 0 0 0,-2 16 876 0 0,-1 48-1 0 0,12 82-1240 0 0,-2-62-421 0 0,-3-4-123 0 0,6 93 145 0 0,-5-155-81 0 0,1-1 0 0 0,2 0 0 0 0,1 0 0 0 0,13 37 0 0 0,-19-64-157 0 0,0 0 0 0 0,-1 0 0 0 0,1 1 1 0 0,0-1-1 0 0,-1 0 0 0 0,1 0 1 0 0,0 0-1 0 0,0 0 0 0 0,0 0 0 0 0,0 0 1 0 0,0-1-1 0 0,0 1 0 0 0,2 1 0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38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80 4145 0 0,'-3'1'186'0'0,"0"-1"-1"0"0,0 0 1 0 0,0 0 0 0 0,0 0-1 0 0,0-1 1 0 0,1 1 0 0 0,-1 0-1 0 0,0-1 1 0 0,-4-1 0 0 0,2 0 856 0 0,1 0 0 0 0,-1-1 0 0 0,1 1 0 0 0,-1-1 1 0 0,1 0-1 0 0,0 0 0 0 0,-8-7 298 0 0,11 9-1192 0 0,1 1 1 0 0,0 0 0 0 0,-1-1 0 0 0,1 1 0 0 0,0-1-1 0 0,0 1 1 0 0,0 0 0 0 0,-1-1 0 0 0,1 1 0 0 0,0-1-1 0 0,0 1 1 0 0,0-1 0 0 0,0 1 0 0 0,0-1 0 0 0,0 1-1 0 0,0-1 1 0 0,0 1 0 0 0,0-1 0 0 0,0 1-1 0 0,0 0 1 0 0,0-1 0 0 0,0 1 0 0 0,0-1 0 0 0,0 1-1 0 0,1-1 1 0 0,-1 1 0 0 0,0-1 0 0 0,0 1 0 0 0,1-1-1 0 0,15-14 1652 0 0,22-2-746 0 0,-26 15-1004 0 0,1 1 0 0 0,0 1 0 0 0,0 1 0 0 0,0-1 0 0 0,0 2 1 0 0,0 0-1 0 0,0 0 0 0 0,22 9 0 0 0,42 5-286 0 0,-46-13-1400 0 0,45-3 0 0 0,-40-2-5266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40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316 242 2761 0 0,'4'-25'378'0'0,"2"-15"-1299"0"0,-6 39 923 0 0,0 0 0 0 0,0-1 0 0 0,0 1 0 0 0,0 0 0 0 0,0 0 0 0 0,0 0 0 0 0,-1 0 0 0 0,1-1 0 0 0,-33-9 14258 0 0,32 9-14209 0 0,-1 0 1 0 0,1 0 0 0 0,-1 0-1 0 0,1 1 1 0 0,-1-1 0 0 0,0 0-1 0 0,0 1 1 0 0,1 0 0 0 0,-5-3 0 0 0,-6-5 360 0 0,10 7-335 0 0,0 0-1 0 0,0 0 1 0 0,0 0-1 0 0,0 1 1 0 0,0-1-1 0 0,0 1 1 0 0,-1-1-1 0 0,1 1 1 0 0,0 0-1 0 0,-1 0 1 0 0,1 0 0 0 0,-1 0-1 0 0,1 0 1 0 0,-1 0-1 0 0,0 1 1 0 0,1 0-1 0 0,-1-1 1 0 0,0 1-1 0 0,1 0 1 0 0,-6 1-1 0 0,4 0-13 0 0,0 0 0 0 0,0 0 0 0 0,0 1-1 0 0,0 0 1 0 0,1-1 0 0 0,-1 1 0 0 0,1 1-1 0 0,-1-1 1 0 0,1 1 0 0 0,0-1 0 0 0,0 1 0 0 0,-4 4-1 0 0,-4 6-21 0 0,1 1 1 0 0,0 0-1 0 0,1 0 0 0 0,0 1 0 0 0,-9 22 0 0 0,-4 15-24 0 0,-23 79 1 0 0,39-110-16 0 0,1 1 1 0 0,2 0 0 0 0,0 0-1 0 0,1 0 1 0 0,1 0 0 0 0,3 39-1 0 0,0-51 12 0 0,0-1-1 0 0,0 1 0 0 0,1-1 1 0 0,0 0-1 0 0,1 0 0 0 0,0-1 1 0 0,1 1-1 0 0,-1-1 0 0 0,2 1 1 0 0,-1-2-1 0 0,1 1 0 0 0,0 0 0 0 0,1-1 1 0 0,-1-1-1 0 0,2 1 0 0 0,-1-1 1 0 0,1 0-1 0 0,-1 0 0 0 0,2-1 1 0 0,15 8-1 0 0,-4-4 27 0 0,2 0 0 0 0,-1-1 1 0 0,1-1-1 0 0,0-1 0 0 0,1-1 0 0 0,0-1 1 0 0,38 2-1 0 0,-25-4 53 0 0,1-2 0 0 0,0-2 0 0 0,-1-1 1 0 0,1-2-1 0 0,-1-2 0 0 0,0-1 0 0 0,-1-2 1 0 0,0-1-1 0 0,0-1 0 0 0,-1-3 0 0 0,31-17 1 0 0,-44 21-49 0 0,4-2 45 0 0,0 0 0 0 0,-1-2-1 0 0,0-1 1 0 0,-1-1 0 0 0,40-38 0 0 0,-58 48-78 0 0,0 0 0 0 0,-1-1 0 0 0,0 1 0 0 0,0-1 0 0 0,0 0 0 0 0,-1 0 0 0 0,-1 0 1 0 0,1-1-1 0 0,-1 1 0 0 0,-1 0 0 0 0,1-1 0 0 0,-2 1 0 0 0,1-1 0 0 0,-1 0 0 0 0,0 1 0 0 0,-1-1 0 0 0,0 1 1 0 0,-2-11-1 0 0,-2-1 22 0 0,0-1 1 0 0,0 1-1 0 0,-2 1 1 0 0,-1-1 0 0 0,0 1-1 0 0,-16-25 1 0 0,8 18-71 0 0,-1 0 1 0 0,-1 2-1 0 0,-1 0 0 0 0,-2 1 1 0 0,0 1-1 0 0,-1 1 0 0 0,-35-26 1 0 0,47 40-20 0 0,0 0 1 0 0,0 1 0 0 0,0 0-1 0 0,-1 1 1 0 0,0 0 0 0 0,0 1-1 0 0,-1 0 1 0 0,1 1 0 0 0,-1 0-1 0 0,0 1 1 0 0,0 0 0 0 0,0 1-1 0 0,0 0 1 0 0,0 1 0 0 0,0 0-1 0 0,0 1 1 0 0,0 0 0 0 0,1 1 0 0 0,-1 0-1 0 0,0 1 1 0 0,-19 8 0 0 0,11-3-325 0 0,1 0 0 0 0,1 2 1 0 0,0 0-1 0 0,0 1 1 0 0,1 1-1 0 0,0 0 1 0 0,-19 20-1 0 0,16-9-1001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40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4 708 6449 0 0,'-3'-12'5828'0'0,"4"-17"-3591"0"0,-1 27-1916 0 0,28-251 3327 0 0,42-123-9490 0 0,-60 340 4587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41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7 3225 0 0,'-1'0'184'0'0,"0"-1"1"0"0,1 0-1 0 0,-1 1 0 0 0,0-1 1 0 0,0 1-1 0 0,0-1 1 0 0,0 1-1 0 0,0-1 1 0 0,0 1-1 0 0,0 0 1 0 0,0-1-1 0 0,0 1 0 0 0,0 0 1 0 0,0 0-1 0 0,0 0 1 0 0,0 0-1 0 0,0 0 1 0 0,0 0-1 0 0,0 0 1 0 0,0 0-1 0 0,0 0 0 0 0,0 0 1 0 0,0 0-1 0 0,0 1 1 0 0,0-1-1 0 0,0 0 1 0 0,0 1-1 0 0,0-1 0 0 0,0 1 1 0 0,0-1-1 0 0,1 1 1 0 0,-1 0-1 0 0,0-1 1 0 0,0 1-1 0 0,1 0 1 0 0,-1-1-1 0 0,0 1 0 0 0,0 1 1 0 0,-2 1 223 0 0,0 0 0 0 0,1 0 0 0 0,0 0 0 0 0,0 1 0 0 0,0-1 0 0 0,0 0 0 0 0,0 1 0 0 0,1-1 0 0 0,-2 5 0 0 0,-1 16 363 0 0,2 1 0 0 0,0-1 1 0 0,2 1-1 0 0,3 37 0 0 0,0-11-162 0 0,-3 246 1831 0 0,1 26-1685 0 0,1-304-675 0 0,2-12-1356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41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 3225 0 0,'-15'21'7334'0'0,"-4"21"-5654"0"0,6-11-868 0 0,-19 26 337 0 0,13-24-343 0 0,-19 47 1 0 0,37-79-855 0 0,1 0 1 0 0,-1 1-1 0 0,0-1 1 0 0,1 1-1 0 0,-1-1 1 0 0,1 0-1 0 0,0 1 1 0 0,-1-1-1 0 0,1 1 1 0 0,0-1-1 0 0,0 1 1 0 0,0-1-1 0 0,0 1 1 0 0,0-1-1 0 0,0 1 1 0 0,1-1-1 0 0,-1 1 1 0 0,0-1-1 0 0,1 1 1 0 0,-1-1-1 0 0,1 0 1 0 0,0 3-1 0 0,0-4-5 0 0,0 0 0 0 0,0 1-1 0 0,1-1 1 0 0,-1 0 0 0 0,0 0 0 0 0,0 1-1 0 0,0-1 1 0 0,0 0 0 0 0,0 0 0 0 0,0 0-1 0 0,0 0 1 0 0,0 0 0 0 0,1-1 0 0 0,-1 1 0 0 0,0 0-1 0 0,0 0 1 0 0,0-1 0 0 0,0 1 0 0 0,0-1-1 0 0,0 1 1 0 0,0-1 0 0 0,0 1 0 0 0,0-1-1 0 0,0 0 1 0 0,0 1 0 0 0,-1-1 0 0 0,1 0-1 0 0,0 0 1 0 0,1-1 0 0 0,3-3-26 0 0,0 0 0 0 0,0-1 0 0 0,-1 0 0 0 0,1 0 0 0 0,-1 0 1 0 0,-1 0-1 0 0,6-11 0 0 0,17-48 320 0 0,-19 45-118 0 0,-1-1 0 0 0,-1 0 0 0 0,-1 0 0 0 0,0 0 0 0 0,0-30 0 0 0,-4 52-55 0 0,0-1-1 0 0,0 0 1 0 0,0 0 0 0 0,0 0-1 0 0,0 1 1 0 0,0-1 0 0 0,0 0-1 0 0,0 0 1 0 0,0 0 0 0 0,0 1-1 0 0,0-1 1 0 0,0 0 0 0 0,-1 0 0 0 0,1 0-1 0 0,0 1 1 0 0,0-1 0 0 0,0 0-1 0 0,0 0 1 0 0,0 0 0 0 0,-1 1 135 0 0,1-1-136 0 0,0 0 1 0 0,0 0 0 0 0,0 0 0 0 0,0 1-1 0 0,-1-1 1 0 0,1 0 0 0 0,0 0-1 0 0,0 0 1 0 0,0 0 0 0 0,-1 0-1 0 0,1 0 1 0 0,0 0 0 0 0,0 0-1 0 0,0 0 1 0 0,-1 0 0 0 0,1 0-1 0 0,0 0 1 0 0,0 0 0 0 0,-1 0 0 0 0,1 0-1 0 0,0 0 1 0 0,0 0 0 0 0,0 0-1 0 0,-1 0 1 0 0,1 0 0 0 0,0 0-1 0 0,0 0 1 0 0,0 0 0 0 0,-1-1-1 0 0,1 1 1 0 0,0 0 0 0 0,0 0 0 0 0,-1 0 135 0 0,1 0-136 0 0,0-1 1 0 0,0 1 0 0 0,0 0-1 0 0,0 0 1 0 0,0 0 0 0 0,0-1-1 0 0,0 1 1 0 0,-1 0 0 0 0,1 0 0 0 0,0-1-1 0 0,-4 13-97 0 0,2-7 200 0 0,0 0 1 0 0,0-1-1 0 0,0 1 0 0 0,1 0 1 0 0,0 0-1 0 0,0 0 1 0 0,0 0-1 0 0,0 6 0 0 0,6-9-710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42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92 5289 0 0,'-1'-11'-2'0'0,"-1"0"0"0"0,0 0-1 0 0,0 0 1 0 0,-5-11 0 0 0,-5-4 4858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43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150 232 2288 0 0,'-12'10'788'0'0,"7"-11"-285"0"0,9-16-116 0 0,6-4-449 0 0,-10 22 60 0 0,0-1 0 0 0,0 0 0 0 0,0 0 0 0 0,0 0 1 0 0,1 0-1 0 0,-1 0 0 0 0,0 0 0 0 0,0 0 1 0 0,0 0-1 0 0,0 0 0 0 0,0 1 0 0 0,0-1 1 0 0,0 0-1 0 0,0 0 0 0 0,0 0 0 0 0,1 0 1 0 0,-1 0-1 0 0,0 0 0 0 0,0 0 0 0 0,0 0 0 0 0,0 0 1 0 0,0 0-1 0 0,0 0 0 0 0,0 0 0 0 0,1 0 1 0 0,-1 0-1 0 0,0 0 0 0 0,0 0 0 0 0,0 0 1 0 0,0 0-1 0 0,-16 30 630 0 0,51-260 8068 0 0,-35 229-8677 0 0,0 1 0 0 0,0 0-1 0 0,0 0 1 0 0,0 0 0 0 0,0 0-1 0 0,0 0 1 0 0,0-1 0 0 0,0 1-1 0 0,0 0 1 0 0,0 0 0 0 0,0 0 0 0 0,0 0-1 0 0,0 0 1 0 0,0-1 0 0 0,0 1-1 0 0,0 0 1 0 0,0 0 0 0 0,0 0-1 0 0,0 0 1 0 0,0 0 0 0 0,0 0-1 0 0,-1-1 1 0 0,1 1 0 0 0,0 0-1 0 0,0 0 1 0 0,0 0 0 0 0,0 0-1 0 0,0 0 1 0 0,0 0 0 0 0,0 0-1 0 0,-1 0 1 0 0,1 0 0 0 0,0 0-1 0 0,0-1 1 0 0,0 1 0 0 0,0 0-1 0 0,0 0 1 0 0,0 0 0 0 0,-1 0-1 0 0,1 0 1 0 0,0 0 0 0 0,0 0-1 0 0,0 0 1 0 0,0 0 0 0 0,0 0-1 0 0,-1 0 1 0 0,1 0 0 0 0,0 0-1 0 0,0 0 1 0 0,0 0 0 0 0,0 0-1 0 0,0 1 1 0 0,-1-1 0 0 0,1 0-1 0 0,0 0 1 0 0,0 0 0 0 0,0 0-1 0 0,0 0 1 0 0,0 0 0 0 0,0 0-1 0 0,0 0 1 0 0,-1 0 0 0 0,1 1-1 0 0,0-1 1 0 0,0 0 0 0 0,-12 11-1192 0 0,-41 75-746 0 0,49-80 2140 0 0,-1-1 0 0 0,0 1 1 0 0,0-1-1 0 0,0 0 0 0 0,-1-1 0 0 0,-8 7 0 0 0,7-6-45 0 0,1 0 0 0 0,-1 1 0 0 0,1-1 0 0 0,-9 11 0 0 0,14-14-104 0 0,-1 0 0 0 0,1 1 0 0 0,-1-1 0 0 0,1 0 0 0 0,0 1 0 0 0,0-1 1 0 0,0 1-1 0 0,0-1 0 0 0,0 4 0 0 0,1-6-69 0 0,0 0 0 0 0,-1 0 0 0 0,1 0 0 0 0,0 1 0 0 0,0-1 0 0 0,0 0 0 0 0,0 0 0 0 0,0 0 1 0 0,1 0-1 0 0,-1 0 0 0 0,0 1 0 0 0,0-1 0 0 0,0 0 0 0 0,0 0 0 0 0,0 0 0 0 0,0 0 0 0 0,0 0 0 0 0,0 1 0 0 0,0-1 0 0 0,0 0 0 0 0,0 0 0 0 0,0 0 0 0 0,0 0 0 0 0,1 0 0 0 0,-1 0 1 0 0,0 0-1 0 0,0 1 0 0 0,0-1 0 0 0,0 0 0 0 0,0 0 0 0 0,0 0 0 0 0,1 0 0 0 0,-1 0 0 0 0,0 0 0 0 0,0 0 0 0 0,0 0 0 0 0,0 0 0 0 0,0 0 0 0 0,1 0 0 0 0,-1 0 0 0 0,0 0 1 0 0,0 0-1 0 0,0 0 0 0 0,1 0 0 0 0,13-8-221 0 0,-13 8 13 0 0,1-1 166 0 0,0 0-1 0 0,0-1 1 0 0,0 1 0 0 0,-1 0 0 0 0,1-1 0 0 0,0 1 0 0 0,-1-1-1 0 0,1 1 1 0 0,2-4 0 0 0,1-1 16 0 0,7-8 174 0 0,0 0 0 0 0,-1-1 0 0 0,-1-1 1 0 0,11-20-1 0 0,4-12 5341 0 0,-26 52-5434 0 0,1 1 0 0 0,-1 0 0 0 0,1-1 0 0 0,1 1-1 0 0,-1-1 1 0 0,1 1 0 0 0,-1-1 0 0 0,1 1 0 0 0,1-1 0 0 0,-1 1 0 0 0,1-1 0 0 0,2 7 0 0 0,33 60 437 0 0,-23-46-381 0 0,-7-13-51 0 0,2 7 144 0 0,1-1 0 0 0,17 21 0 0 0,-24-35-211 0 0,0 0 0 0 0,0 0 0 0 0,0-1 1 0 0,1 1-1 0 0,0-1 0 0 0,-1 0 0 0 0,1 0 0 0 0,0-1 0 0 0,0 1 0 0 0,1-1 1 0 0,-1 1-1 0 0,0-1 0 0 0,1-1 0 0 0,-1 1 0 0 0,9 1 0 0 0,8-6-1996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43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8 5065 0 0,'-15'-8'8106'0'0,"13"12"-7951"0"0,1 0 1 0 0,-1 0-1 0 0,1-1 0 0 0,-1 1 1 0 0,1 0-1 0 0,0 0 0 0 0,1 1 1 0 0,-1-1-1 0 0,1 0 0 0 0,-1 0 1 0 0,1 0-1 0 0,1 0 0 0 0,0 6 1 0 0,-1 5-12 0 0,-7 138 816 0 0,3-92-317 0 0,2 0 0 0 0,8 78 1 0 0,-6-136-1538 0 0,0-1 1 0 0,0 1-1 0 0,0-1 0 0 0,0 1 0 0 0,-1-1 1 0 0,1 1-1 0 0,-1-1 0 0 0,0 0 1 0 0,-1 5-1 0 0,1-4-110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44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2761 0 0,'2'-4'-49'0'0,"-1"-1"0"0"0,1 1 0 0 0,-1-1 0 0 0,0 0 0 0 0,0 1 0 0 0,0-1 0 0 0,0 0 0 0 0,-1 0 0 0 0,0 0 0 0 0,0-5 0 0 0,-10 29 3612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44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90 5393 0 0,'-5'1'-22'0'0,"-1"-1"1"0"0,1 1-1 0 0,0 0 0 0 0,1 1 0 0 0,-1-1 0 0 0,0 1 1 0 0,0 0-1 0 0,1 0 0 0 0,-1 1 0 0 0,1-1 0 0 0,-1 1 1 0 0,-5 5-1 0 0,-49 46 444 0 0,38-33 743 0 0,-38 36 4333 0 0,68-57-4550 0 0,-8 0-1011 0 0,5-2-73 0 0,6-3 58 0 0,0-1 0 0 0,0 0 0 0 0,-1 0 0 0 0,1-1 0 0 0,-2-1 0 0 0,1 0 0 0 0,-1 0 0 0 0,0-1 0 0 0,-1-1 0 0 0,15-17 0 0 0,-3 1 695 0 0,-2-2 1 0 0,-1 0 0 0 0,18-38-1 0 0,-37 69-159 0 0,0-1-1 0 0,0 0 0 0 0,0 1 0 0 0,0-1 0 0 0,1 1 0 0 0,-1-1 0 0 0,1 1 0 0 0,-1 4 1 0 0,1-3-299 0 0,1-1 0 0 0,0 1 0 0 0,0-1 0 0 0,0 1 0 0 0,0-1 0 0 0,0 0 0 0 0,0 1 0 0 0,1-1 0 0 0,0 0 0 0 0,0 0 0 0 0,3 4 0 0 0,26 50 505 0 0,-24-42-447 0 0,1 1-1 0 0,1-1 1 0 0,14 18 0 0 0,-20-29-343 0 0,0 0 0 0 0,1-1 0 0 0,-1 1 0 0 0,1-1 0 0 0,0 0 0 0 0,0 0 0 0 0,0 0 0 0 0,1 0 0 0 0,-1-1 0 0 0,1 0 0 0 0,-1 0 0 0 0,1 0 0 0 0,0 0 0 0 0,0-1 0 0 0,9 2 0 0 0,5-1-7093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50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7370 0 0,'1'2'11662'0'0,"3"8"-11320"0"0,0-1-1 0 0,0 0 1 0 0,-1 1 0 0 0,0-1-1 0 0,-1 1 1 0 0,0 0 0 0 0,0 0-1 0 0,0 16 1 0 0,-3 92 201 0 0,-1-64-339 0 0,1-40-241 0 0,4 155 260 0 0,-2-146-494 0 0,2 1 1 0 0,1-1 0 0 0,0 0-1 0 0,2 0 1 0 0,9 24 0 0 0,-8-32-1392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50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4 114 5529 0 0,'-1'-2'166'0'0,"1"1"0"0"0,-1-1-1 0 0,1 1 1 0 0,0-1 0 0 0,-1 1 0 0 0,1-1-1 0 0,0 0 1 0 0,0 1 0 0 0,0-1 0 0 0,0 1-1 0 0,0-1 1 0 0,0 0 0 0 0,1 1 0 0 0,-1-1-1 0 0,1 1 1 0 0,-1-1 0 0 0,1 1 0 0 0,-1-1-1 0 0,1 1 1 0 0,0-1 0 0 0,0 1 0 0 0,-1 0-1 0 0,1-1 1 0 0,2-1 0 0 0,24-34 2172 0 0,-24 33-2116 0 0,0 1 1 0 0,0-1 0 0 0,0 1 0 0 0,1 0-1 0 0,0-1 1 0 0,-1 2 0 0 0,1-1 0 0 0,0 0-1 0 0,0 1 1 0 0,5-3 0 0 0,-7 5-190 0 0,0 0-1 0 0,-1-1 1 0 0,1 1 0 0 0,-1 0 0 0 0,1 0-1 0 0,-1 0 1 0 0,1 0 0 0 0,0 1 0 0 0,-1-1-1 0 0,1 0 1 0 0,-1 1 0 0 0,1-1 0 0 0,-1 1-1 0 0,1-1 1 0 0,-1 1 0 0 0,1 0-1 0 0,-1-1 1 0 0,0 1 0 0 0,1 0 0 0 0,-1 0-1 0 0,0 0 1 0 0,0 0 0 0 0,1 0 0 0 0,-1 1-1 0 0,0-1 1 0 0,0 0 0 0 0,0 0 0 0 0,-1 1-1 0 0,1-1 1 0 0,0 1 0 0 0,0-1 0 0 0,-1 0-1 0 0,1 3 1 0 0,3 4-145 0 0,-1 1 0 0 0,0-1 1 0 0,0 1-1 0 0,-1 0 0 0 0,0 0 0 0 0,-1 0 0 0 0,0 0 1 0 0,0 0-1 0 0,-1 0 0 0 0,0 1 0 0 0,-3 17 1 0 0,-1-4-449 0 0,-1-1 1 0 0,0 1-1 0 0,-14 32 1 0 0,5-26-209 0 0,-1 0 0 0 0,-35 52 0 0 0,48-79 802 0 0,25-11 4587 0 0,-3 1-3722 0 0,-3-1-206 0 0,0 0 1 0 0,0 2 0 0 0,1 0 0 0 0,0 1 0 0 0,0 1-1 0 0,32-5 1 0 0,-39 9-682 0 0,1 0-1 0 0,-1 1 1 0 0,1 0-1 0 0,-1 1 1 0 0,14 2-1 0 0,-18-1-393 0 0,1 0 1 0 0,-1 0-1 0 0,0 0 1 0 0,0 1-1 0 0,0 0 0 0 0,0 0 1 0 0,-1 1-1 0 0,11 7 1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51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1 340 9218 0 0,'21'-20'2669'0'0,"22"-18"-604"0"0,-1-3 1 0 0,67-86 0 0 0,-104 120-2121 0 0,-1 0-1 0 0,0-1 1 0 0,0 1 0 0 0,-1-1 0 0 0,0 0-1 0 0,0 0 1 0 0,2-10 0 0 0,-5 16 35 0 0,0 0 0 0 0,1 0 0 0 0,-1 0 0 0 0,0 0-1 0 0,0 1 1 0 0,0-1 0 0 0,0 0 0 0 0,0 0 0 0 0,-1 0 0 0 0,1 0 0 0 0,0 1 0 0 0,-1-1 0 0 0,1 0 0 0 0,-1 0 0 0 0,0 0 0 0 0,-1-1 0 0 0,1 2 11 0 0,0 0 0 0 0,0 0 0 0 0,0 0 0 0 0,0 1 0 0 0,0-1 0 0 0,-1 0 0 0 0,1 1 0 0 0,0-1 0 0 0,-1 1 0 0 0,1-1 0 0 0,0 1 0 0 0,-1 0 0 0 0,1-1 0 0 0,0 1 0 0 0,-1 0 0 0 0,1 0 0 0 0,-1 0 0 0 0,1 0 0 0 0,0 0 0 0 0,-1 0 0 0 0,1 0 1 0 0,0 1-1 0 0,-1-1 0 0 0,1 1 0 0 0,-2 0 0 0 0,-5 1-102 0 0,-1 2 0 0 0,1-1 0 0 0,0 1 0 0 0,0 0 1 0 0,1 1-1 0 0,-1 0 0 0 0,1 0 0 0 0,0 1 0 0 0,0 0 0 0 0,1 0 1 0 0,-1 0-1 0 0,-7 12 0 0 0,5-6 238 0 0,0 0 0 0 0,1 1 0 0 0,0 0 0 0 0,1 0 0 0 0,0 0 0 0 0,-7 24 0 0 0,12-32-14 0 0,1-1 1 0 0,0 1 0 0 0,0-1 0 0 0,0 1 0 0 0,1 0 0 0 0,-1-1-1 0 0,1 1 1 0 0,0 0 0 0 0,1-1 0 0 0,-1 1 0 0 0,1-1 0 0 0,0 1-1 0 0,0-1 1 0 0,0 1 0 0 0,0-1 0 0 0,1 1 0 0 0,0-1 0 0 0,4 7-1 0 0,-3-7-36 0 0,0 0 1 0 0,1-1-1 0 0,-1 1 0 0 0,1-1 0 0 0,0 0 0 0 0,0 0 0 0 0,0 0 1 0 0,0-1-1 0 0,0 1 0 0 0,0-1 0 0 0,1 0 0 0 0,-1-1 0 0 0,1 1 0 0 0,0-1 1 0 0,0 1-1 0 0,-1-1 0 0 0,9 0 0 0 0,48 2-2993 0 0,-45-3 1904 0 0,0 0 0 0 0,32 6 0 0 0,-31 0 1012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51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21 2304 0 0,'-1'-2'280'0'0,"1"1"0"0"0,-1 0 0 0 0,0 0-1 0 0,1 0 1 0 0,-1 0 0 0 0,0 0 0 0 0,0 0-1 0 0,1 0 1 0 0,-1 0 0 0 0,0 0-1 0 0,0 0 1 0 0,0 0 0 0 0,0 0 0 0 0,0 0-1 0 0,0 1 1 0 0,-1-1 0 0 0,1 0-1 0 0,0 1 1 0 0,0-1 0 0 0,0 1 0 0 0,-1-1-1 0 0,1 1 1 0 0,0 0 0 0 0,-1 0-1 0 0,1-1 1 0 0,-3 1 0 0 0,2 1 78 0 0,-1-1 1 0 0,0 1-1 0 0,0 0 0 0 0,0 0 1 0 0,1 0-1 0 0,-1 0 0 0 0,0 1 1 0 0,1-1-1 0 0,-1 1 0 0 0,1 0 1 0 0,-4 3-1 0 0,-4 4 368 0 0,1 0 0 0 0,0 1 0 0 0,0 0 0 0 0,-9 16-1 0 0,11-17-508 0 0,1 1-1 0 0,1 1 0 0 0,0-1 0 0 0,0 1 1 0 0,1 0-1 0 0,0 0 0 0 0,-3 19 0 0 0,6-27-177 0 0,1 0-1 0 0,0 0 1 0 0,0 0-1 0 0,0-1 1 0 0,0 1-1 0 0,0 0 1 0 0,0 0-1 0 0,1 0 1 0 0,-1-1-1 0 0,1 1 1 0 0,0 0-1 0 0,0 0 1 0 0,0-1-1 0 0,0 1 1 0 0,1-1-1 0 0,-1 1 1 0 0,1-1-1 0 0,-1 1 1 0 0,1-1-1 0 0,0 0 1 0 0,0 0-1 0 0,0 0 1 0 0,0 0-1 0 0,0 0 1 0 0,0 0-1 0 0,1-1 1 0 0,-1 1-1 0 0,1-1 1 0 0,-1 0-1 0 0,1 1 1 0 0,-1-1-1 0 0,1 0 1 0 0,0 0-1 0 0,-1-1 0 0 0,1 1 1 0 0,5 0-1 0 0,34 5-161 0 0,-32-5 67 0 0,-1-1 1 0 0,1 2-1 0 0,-1-1 0 0 0,1 2 1 0 0,-1-1-1 0 0,1 1 0 0 0,-1 1 1 0 0,0-1-1 0 0,11 8 0 0 0,-19-11 55 0 0,0 1-1 0 0,0 0 0 0 0,0 0 1 0 0,0 0-1 0 0,0 0 0 0 0,0 0 1 0 0,-1 0-1 0 0,1 1 0 0 0,0-1 1 0 0,-1 0-1 0 0,1 0 0 0 0,-1 0 1 0 0,1 1-1 0 0,-1-1 0 0 0,0 0 1 0 0,1 0-1 0 0,-1 1 0 0 0,0-1 1 0 0,0 0-1 0 0,0 1 0 0 0,0-1 1 0 0,0 2-1 0 0,-1 0-1 0 0,0 0 0 0 0,1 0 0 0 0,-1 1 0 0 0,-1-1 0 0 0,1 0-1 0 0,0 0 1 0 0,-1 0 0 0 0,-3 4 0 0 0,-2 3-2 0 0,0-1-1 0 0,-1 0 1 0 0,-18 15-1 0 0,26-24 6 0 0,-10 9-1094 0 0,0-1 0 0 0,0 0 0 0 0,-1 0 0 0 0,0-1 1 0 0,0-1-1 0 0,-21 9 0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52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37 8754 0 0,'-3'-16'552'0'0,"3"15"-226"0"0,0 0 1 0 0,1 0-1 0 0,-1 0 1 0 0,0 0-1 0 0,1 0 1 0 0,-1 0 0 0 0,0 0-1 0 0,1 0 1 0 0,0 0-1 0 0,-1 0 1 0 0,1 0 0 0 0,-1 1-1 0 0,1-1 1 0 0,0 0-1 0 0,0 0 1 0 0,-1 1-1 0 0,1-1 1 0 0,0 0 0 0 0,0 1-1 0 0,0-1 1 0 0,0 1-1 0 0,0-1 1 0 0,0 1 0 0 0,0-1-1 0 0,0 1 1 0 0,0 0-1 0 0,0 0 1 0 0,0-1 0 0 0,0 1-1 0 0,0 0 1 0 0,0 0-1 0 0,0 0 1 0 0,0 0-1 0 0,2 0 1 0 0,14 9 800 0 0,-9 0-827 0 0,-1 0 0 0 0,0 0-1 0 0,-1 0 1 0 0,0 1 0 0 0,10 20-1 0 0,18 60 249 0 0,-14-36-292 0 0,7 22-230 0 0,-20-50-428 0 0,2 0 0 0 0,1-1 1 0 0,17 31-1 0 0,-19-45-1307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52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0 184 3681 0 0,'33'-19'3933'0'0,"57"-43"0"0"0,-24 16-2428 0 0,3 6-3659 0 0,-61 37 2030 0 0,1 0 0 0 0,0 0 0 0 0,0 1 0 0 0,0 0 0 0 0,0 1 0 0 0,0 0 0 0 0,11 0 0 0 0,-4 0 124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52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2761 0 0,'0'1'206'0'0,"1"31"10852"0"0,1 1-4972 0 0,5 15-3309 0 0,-2-21-2710 0 0,17 50-1 0 0,-21-72-222 0 0,1-1-1 0 0,0 0 1 0 0,0 0 0 0 0,0 1-1 0 0,0-1 1 0 0,1-1 0 0 0,-1 1 0 0 0,1 0-1 0 0,0-1 1 0 0,0 1 0 0 0,1-1-1 0 0,-1 0 1 0 0,1 0 0 0 0,5 4-1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52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8290 0 0,'-2'13'8522'0'0,"27"-13"-12899"0"0,-17-1 2744 0 0,-4-2 1281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52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76 7370 0 0,'-33'-42'1608'0'0,"7"8"3050"0"0,26 48-232 0 0,5 27-3079 0 0,44 166 1860 0 0,-21-96-3713 0 0,-4 1-5702 0 0,-18-80-628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53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0 343 5529 0 0,'36'-33'970'0'0,"2"1"0"0"0,71-46 0 0 0,97-41-991 0 0,-171 99 1 0 0,-17 10-91 0 0,0 0 1 0 0,0 1 0 0 0,26-9-1 0 0,-74 48-610 0 0,-1 3 2580 0 0,22-23-1413 0 0,0 0 0 0 0,1 0 0 0 0,0 1 1 0 0,1 0-1 0 0,0 0 0 0 0,1 1 0 0 0,0 0 0 0 0,1 0 0 0 0,-6 20 0 0 0,3-3 231 0 0,1 0-1 0 0,1 0 0 0 0,-1 35 1 0 0,7-55-498 0 0,0 0 1 0 0,0 1-1 0 0,1-1 1 0 0,3 11-1 0 0,-4-18-174 0 0,0 0-1 0 0,1-1 0 0 0,-1 1 0 0 0,1-1 0 0 0,-1 1 1 0 0,1-1-1 0 0,0 1 0 0 0,0-1 0 0 0,0 1 1 0 0,0-1-1 0 0,0 0 0 0 0,0 0 0 0 0,2 3 1 0 0,-2-4-33 0 0,0 0 1 0 0,-1 1 0 0 0,1-1 0 0 0,0 0 0 0 0,0 0 0 0 0,0 0-1 0 0,0 1 1 0 0,-1-1 0 0 0,1 0 0 0 0,0 0 0 0 0,0 0-1 0 0,0-1 1 0 0,0 1 0 0 0,-1 0 0 0 0,1 0 0 0 0,0 0 0 0 0,0-1-1 0 0,0 1 1 0 0,-1 0 0 0 0,1-1 0 0 0,0 1 0 0 0,0 0-1 0 0,-1-1 1 0 0,1 1 0 0 0,0-1 0 0 0,-1 1 0 0 0,1-1 0 0 0,-1 0-1 0 0,2 0 1 0 0,4-6-113 0 0,1 0 0 0 0,-1-1-1 0 0,0 0 1 0 0,-1 0 0 0 0,0 0 0 0 0,0 0-1 0 0,7-18 1 0 0,-3 1 414 0 0,11-43 1 0 0,-15 35 67 0 0,-4 26-149 0 0,0 0 0 0 0,0-1 0 0 0,0 1 0 0 0,1 0 0 0 0,0 0 0 0 0,0 0 0 0 0,1 0 0 0 0,0 0 0 0 0,4-7 0 0 0,-6 13-156 0 0,-1 1 0 0 0,0 0 0 0 0,0-1 0 0 0,1 1-1 0 0,-1 0 1 0 0,0-1 0 0 0,1 1 0 0 0,-1 0 0 0 0,0 0 0 0 0,1-1-1 0 0,-1 1 1 0 0,1 0 0 0 0,-1 0 0 0 0,1 0 0 0 0,-1-1-1 0 0,0 1 1 0 0,1 0 0 0 0,-1 0 0 0 0,1 0 0 0 0,-1 0 0 0 0,1 0-1 0 0,-1 0 1 0 0,1 0 0 0 0,-1 0 0 0 0,1 0 0 0 0,-1 0 0 0 0,0 0-1 0 0,1 0 1 0 0,-1 0 0 0 0,1 0 0 0 0,0 1 0 0 0,12 12 542 0 0,5 25-164 0 0,-16-34-294 0 0,1 3-104 0 0,0 0 1 0 0,0-1-1 0 0,0 1 0 0 0,1-1 0 0 0,0 0 1 0 0,0 0-1 0 0,0 0 0 0 0,1 0 0 0 0,0-1 1 0 0,0 0-1 0 0,0 0 0 0 0,1 0 0 0 0,0-1 1 0 0,0 1-1 0 0,11 5 0 0 0,-16-10-62 0 0,-1 0-1 0 0,1 0 1 0 0,0 0-1 0 0,0-1 1 0 0,0 1-1 0 0,-1 0 1 0 0,1 0-1 0 0,0 0 1 0 0,0-1-1 0 0,-1 1 0 0 0,1 0 1 0 0,0-1-1 0 0,0 1 1 0 0,-1 0-1 0 0,1-1 1 0 0,0 1-1 0 0,-1-1 1 0 0,1 1-1 0 0,-1-1 1 0 0,1 1-1 0 0,0-1 1 0 0,-1 0-1 0 0,1 1 1 0 0,-1-1-1 0 0,0 0 1 0 0,1 1-1 0 0,-1-1 1 0 0,0 0-1 0 0,1 0 1 0 0,-1 1-1 0 0,0-1 1 0 0,0 0-1 0 0,1-1 1 0 0,9-33 151 0 0,-9 29-135 0 0,4-15 45 0 0,-3 8 107 0 0,1 1 0 0 0,0 0 0 0 0,8-19 0 0 0,-10 29-72 0 0,0 0 0 0 0,0 0 0 0 0,0 0 0 0 0,0 0 0 0 0,0 0 0 0 0,1 0 0 0 0,-1 0 0 0 0,1 0 0 0 0,-1 1 0 0 0,1-1 0 0 0,0 0 0 0 0,-1 1 1 0 0,1-1-1 0 0,0 1 0 0 0,0 0 0 0 0,0 0 0 0 0,0 0 0 0 0,0 0 0 0 0,1 0 0 0 0,-1 0 0 0 0,0 0 0 0 0,0 1 0 0 0,1-1 0 0 0,-1 1 0 0 0,3-1 1 0 0,-3 2-28 0 0,0-1 1 0 0,0 0 0 0 0,0 1 0 0 0,-1-1-1 0 0,1 1 1 0 0,0 0 0 0 0,0 0 0 0 0,-1-1-1 0 0,1 1 1 0 0,-1 0 0 0 0,1 0 0 0 0,0 1-1 0 0,-1-1 1 0 0,0 0 0 0 0,1 0 0 0 0,-1 1-1 0 0,0-1 1 0 0,0 1 0 0 0,0-1 0 0 0,0 1-1 0 0,2 2 1 0 0,17 42 126 0 0,-14-30-78 0 0,-2-6-62 0 0,1 2-87 0 0,1 1-1 0 0,13 22 0 0 0,-17-33 16 0 0,-1 0 1 0 0,0 0-1 0 0,1 0 1 0 0,-1 0 0 0 0,1 0-1 0 0,0 0 1 0 0,0 0-1 0 0,0-1 1 0 0,0 1-1 0 0,0-1 1 0 0,0 1-1 0 0,0-1 1 0 0,0 0-1 0 0,1 0 1 0 0,-1 0-1 0 0,0 0 1 0 0,1 0-1 0 0,-1 0 1 0 0,1-1-1 0 0,-1 1 1 0 0,1-1-1 0 0,3 0 1 0 0,-3 0 5 0 0,-1-1 0 0 0,0 0 0 0 0,0 0 0 0 0,1 0 0 0 0,-1 0 0 0 0,0 0 0 0 0,0 0 0 0 0,0-1 0 0 0,0 1 0 0 0,0-1 0 0 0,-1 1 0 0 0,1-1 0 0 0,0 0 0 0 0,-1 1 1 0 0,1-1-1 0 0,-1 0 0 0 0,0 0 0 0 0,1 0 0 0 0,-1-1 0 0 0,1-1 0 0 0,19-48 293 0 0,-20 48-232 0 0,15-72 810 0 0,-13 60-595 0 0,-1 0 0 0 0,2 0 0 0 0,0 0 0 0 0,1 1 0 0 0,11-25 0 0 0,-15 39-218 0 0,-1 0 0 0 0,0 1-1 0 0,0-1 1 0 0,1 0-1 0 0,-1 0 1 0 0,0 0 0 0 0,1 1-1 0 0,-1-1 1 0 0,1 0 0 0 0,-1 1-1 0 0,1-1 1 0 0,-1 0 0 0 0,1 1-1 0 0,-1-1 1 0 0,1 1 0 0 0,0-1-1 0 0,-1 1 1 0 0,1-1 0 0 0,0 1-1 0 0,-1-1 1 0 0,1 1-1 0 0,0 0 1 0 0,0-1 0 0 0,-1 1-1 0 0,1 0 1 0 0,0 0 0 0 0,0 0-1 0 0,0-1 1 0 0,0 1 0 0 0,-1 0-1 0 0,1 0 1 0 0,0 0 0 0 0,0 0-1 0 0,0 0 1 0 0,0 1 0 0 0,-1-1-1 0 0,1 0 1 0 0,0 0-1 0 0,0 0 1 0 0,-1 1 0 0 0,1-1-1 0 0,0 0 1 0 0,0 1 0 0 0,-1-1-1 0 0,1 1 1 0 0,0-1 0 0 0,-1 1-1 0 0,1-1 1 0 0,0 1 0 0 0,-1 0-1 0 0,1-1 1 0 0,0 2-1 0 0,4 5-173 0 0,1 0-1 0 0,-1 1 0 0 0,-1 0 0 0 0,5 11 0 0 0,3 3-546 0 0,-3-10-211 0 0,1-3-208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54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17 4145 0 0,'-1'-1'489'0'0,"-1"-1"0"0"0,1 1 0 0 0,-1-1 1 0 0,1 1-1 0 0,-1 0 0 0 0,0 0 0 0 0,1 0 1 0 0,-1 0-1 0 0,0 0 0 0 0,0 0 0 0 0,0 0 0 0 0,0 1 1 0 0,0-1-1 0 0,0 0 0 0 0,0 1 0 0 0,0 0 0 0 0,0 0 1 0 0,0-1-1 0 0,0 1 0 0 0,0 0 0 0 0,0 1 0 0 0,-3-1 1 0 0,1 2-106 0 0,0-1 1 0 0,1 1 0 0 0,-1-1-1 0 0,1 1 1 0 0,-1 0 0 0 0,1 0-1 0 0,0 1 1 0 0,0-1 0 0 0,0 1-1 0 0,0-1 1 0 0,-3 4 0 0 0,-4 6-107 0 0,1 0 0 0 0,1 0 0 0 0,0 1 1 0 0,0 0-1 0 0,-6 15 0 0 0,10-18-229 0 0,0 1-1 0 0,1 0 1 0 0,0 0-1 0 0,0 0 1 0 0,1 0-1 0 0,0 0 1 0 0,1 0-1 0 0,1 19 1 0 0,0-27-152 0 0,0 1 0 0 0,1 0 0 0 0,-1 0 0 0 0,1 0 0 0 0,0-1 0 0 0,0 1-1 0 0,0 0 1 0 0,0-1 0 0 0,1 1 0 0 0,0-1 0 0 0,-1 1 0 0 0,1-1 0 0 0,0 0 0 0 0,1 0 0 0 0,-1 0 0 0 0,1 0 0 0 0,-1 0 0 0 0,1 0 0 0 0,0-1 0 0 0,0 1 0 0 0,0-1 0 0 0,0 0 0 0 0,0 0 0 0 0,1 0 0 0 0,-1 0 0 0 0,1-1 0 0 0,-1 1 0 0 0,8 1 0 0 0,5-1-4622 0 0,1-3-1479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54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1 371 4609 0 0,'1'1'108'0'0,"0"0"1"0"0,0 0-1 0 0,1-1 1 0 0,-1 1-1 0 0,0-1 1 0 0,0 1-1 0 0,1-1 0 0 0,-1 0 1 0 0,0 0-1 0 0,1 1 1 0 0,-1-1-1 0 0,0 0 1 0 0,1 0-1 0 0,-1 0 0 0 0,0 0 1 0 0,1 0-1 0 0,-1-1 1 0 0,0 1-1 0 0,1 0 1 0 0,-1-1-1 0 0,0 1 0 0 0,0-1 1 0 0,0 1-1 0 0,1-1 1 0 0,-1 1-1 0 0,0-1 1 0 0,0 0-1 0 0,0 0 0 0 0,2-1 1 0 0,35-24 3249 0 0,-29 17-2760 0 0,0-1-1 0 0,0 1 1 0 0,-1-1 0 0 0,0-1 0 0 0,0 0 0 0 0,-2 0 0 0 0,1 0 0 0 0,-1-1 0 0 0,7-20-1 0 0,-10 22-534 0 0,1 0 0 0 0,-1-1 0 0 0,-1 1 0 0 0,0-1 0 0 0,-1 1 0 0 0,0-1 0 0 0,0 0 0 0 0,-1 0 0 0 0,-1 1 0 0 0,0-1 0 0 0,0 0 0 0 0,-3-10 0 0 0,2 17-55 0 0,1 0 0 0 0,-1 0 0 0 0,0 0 0 0 0,0 0-1 0 0,0 0 1 0 0,0 1 0 0 0,0-1 0 0 0,-1 1 0 0 0,0 0 0 0 0,0 0 0 0 0,0 0-1 0 0,0 0 1 0 0,0 0 0 0 0,0 1 0 0 0,-1-1 0 0 0,1 1 0 0 0,-1 0 0 0 0,0 0-1 0 0,0 0 1 0 0,-4-1 0 0 0,6 2-10 0 0,-1 1 1 0 0,1-1-1 0 0,0 1 0 0 0,0 0 1 0 0,-1 0-1 0 0,1 0 0 0 0,0 0 1 0 0,0 0-1 0 0,-1 0 0 0 0,1 1 1 0 0,0-1-1 0 0,0 1 0 0 0,-1-1 1 0 0,1 1-1 0 0,0 0 0 0 0,0 0 1 0 0,0 0-1 0 0,0 0 0 0 0,0 0 1 0 0,0 1-1 0 0,0-1 0 0 0,1 1 1 0 0,-1-1-1 0 0,0 1 0 0 0,1-1 1 0 0,-1 1-1 0 0,1 0 0 0 0,0 0 1 0 0,-1 0-1 0 0,1 0 0 0 0,0 0 1 0 0,0 0-1 0 0,0 0 0 0 0,1 0 1 0 0,-1 0-1 0 0,0 1 0 0 0,0 3 1 0 0,-2 6 134 0 0,1 0 0 0 0,1 0 0 0 0,0-1 0 0 0,0 2 0 0 0,1-1 0 0 0,1 0 0 0 0,0 0 0 0 0,0-1 0 0 0,1 1 1 0 0,1 0-1 0 0,0 0 0 0 0,1-1 0 0 0,0 0 0 0 0,0 1 0 0 0,1-2 0 0 0,1 1 0 0 0,8 12 0 0 0,-8-13-193 0 0,0-1-1 0 0,1 0 1 0 0,0 0-1 0 0,1-1 0 0 0,0 0 1 0 0,0 0-1 0 0,1-1 1 0 0,-1 0-1 0 0,2 0 0 0 0,-1-1 1 0 0,1-1-1 0 0,0 1 0 0 0,0-2 1 0 0,0 1-1 0 0,1-1 1 0 0,-1-1-1 0 0,1 0 0 0 0,17 3 1 0 0,4-4-555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55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51 5529 0 0,'-23'7'1880'0'0,"0"-1"0"0"0,-44 5-1 0 0,18-8 4445 0 0,63-5-5025 0 0,0 0 0 0 0,21-5 1 0 0,9-2-1072 0 0,92-4 442 0 0,172 5 0 0 0,-99 6-2202 0 0,-89-6-1179 0 0,-101 5 321 0 0,0-1 0 0 0,21-6 0 0 0,-12 1-2618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56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0 522 5065 0 0,'0'0'29'0'0,"0"0"-1"0"0,0 0 1 0 0,0 0-1 0 0,0 0 1 0 0,0 0 0 0 0,0 0-1 0 0,0 0 1 0 0,0 0 0 0 0,0 1-1 0 0,0-1 1 0 0,0 0-1 0 0,0 0 1 0 0,0 0 0 0 0,0 0-1 0 0,0 0 1 0 0,1 0-1 0 0,-1 0 1 0 0,0 0 0 0 0,0 0-1 0 0,0 1 1 0 0,0-1-1 0 0,0 0 1 0 0,0 0 0 0 0,0 0-1 0 0,0 0 1 0 0,0 0-1 0 0,0 0 1 0 0,0 0 0 0 0,0 0-1 0 0,0 0 1 0 0,1 0-1 0 0,-1 0 1 0 0,0 0 0 0 0,0 0-1 0 0,0 0 1 0 0,0 0-1 0 0,0 0 1 0 0,0 0 0 0 0,0 0-1 0 0,0 0 1 0 0,1 0-1 0 0,-1 0 1 0 0,0 0 0 0 0,0 0-1 0 0,0 0 1 0 0,0 0-1 0 0,0 0 1 0 0,0 0 0 0 0,0 0-1 0 0,0 0 1 0 0,0 0-1 0 0,1 0 1 0 0,-1 0 0 0 0,0 0-1 0 0,0 0 1 0 0,0 0 0 0 0,0 0-1 0 0,0 0 1 0 0,0 0-1 0 0,0 0 1 0 0,0 0 0 0 0,0-1-1 0 0,0 1 1 0 0,0 0-1 0 0,0 0 1 0 0,0 0 0 0 0,1 0-1 0 0,8-10 3883 0 0,7-16-2839 0 0,-2 0 0 0 0,0-1 0 0 0,14-42 0 0 0,-15 38-838 0 0,-2-1-44 0 0,-2 1 0 0 0,9-50 1 0 0,6-22 78 0 0,-24 102-258 0 0,0 0 0 0 0,0 1 0 0 0,1-1 0 0 0,-1 0 0 0 0,0 1 0 0 0,0-1 0 0 0,0 1 0 0 0,0-1 0 0 0,1 0 0 0 0,-1 1 0 0 0,0-1 0 0 0,1 1 0 0 0,-1-1 0 0 0,0 1 0 0 0,1-1 0 0 0,-1 1 0 0 0,1-1 0 0 0,-1 1 0 0 0,1-1 0 0 0,-1 1 0 0 0,1 0 0 0 0,-1-1 0 0 0,1 1 0 0 0,-1 0 0 0 0,1-1 0 0 0,0 1 0 0 0,-1 0 0 0 0,1 0 0 0 0,-1 0 0 0 0,1-1 0 0 0,0 1 0 0 0,-1 0 0 0 0,2 0 0 0 0,-1 1 50 0 0,1-1 0 0 0,-1 1 0 0 0,0 0 0 0 0,1 0 0 0 0,-1-1 0 0 0,0 1 0 0 0,1 0 0 0 0,-1 0 0 0 0,0 0 0 0 0,0 1 0 0 0,0-1 0 0 0,0 0 0 0 0,1 2 0 0 0,29 47 1487 0 0,-29-46-1491 0 0,20 44 825 0 0,26 81-1 0 0,10 25-379 0 0,-58-152-517 0 0,1-1 0 0 0,-1 1 1 0 0,1-1-1 0 0,0 1 1 0 0,-1-1-1 0 0,1 1 0 0 0,0-1 1 0 0,0 1-1 0 0,0-1 1 0 0,0 0-1 0 0,0 1 0 0 0,0-1 1 0 0,0 0-1 0 0,1 0 0 0 0,-1 0 1 0 0,0 0-1 0 0,1 0 1 0 0,-1 0-1 0 0,1-1 0 0 0,-1 1 1 0 0,1 0-1 0 0,-1-1 1 0 0,1 1-1 0 0,-1-1 0 0 0,4 1 1 0 0,-3-1-16 0 0,1-1 0 0 0,-1 0 0 0 0,0 0 0 0 0,0 0 0 0 0,0 0 0 0 0,0 0 0 0 0,-1-1 0 0 0,1 1 0 0 0,0-1 0 0 0,0 1 0 0 0,-1-1 0 0 0,1 1 0 0 0,-1-1 0 0 0,1 0 0 0 0,-1 0 0 0 0,0 0 0 0 0,0 0 0 0 0,2-3 0 0 0,15-31 17 0 0,-2-1 0 0 0,-1 0 0 0 0,14-57 0 0 0,-17 52-300 0 0,2 0 0 0 0,28-60 0 0 0,-41 100 349 0 0,0 0 0 0 0,0 0 0 0 0,1 0-1 0 0,-1 0 1 0 0,0 0 0 0 0,0 0 0 0 0,1 0 0 0 0,0 1 0 0 0,-1-1-1 0 0,1 0 1 0 0,0 1 0 0 0,-1 0 0 0 0,1-1 0 0 0,0 1 0 0 0,0 0-1 0 0,0 0 1 0 0,0 0 0 0 0,0 0 0 0 0,4-1 0 0 0,-4 2 34 0 0,-1 0 0 0 0,1 1 0 0 0,0-1 0 0 0,-1 0 0 0 0,1 1 0 0 0,0-1 0 0 0,-1 1 0 0 0,1-1-1 0 0,-1 1 1 0 0,1 0 0 0 0,-1 0 0 0 0,1-1 0 0 0,-1 1 0 0 0,1 0 0 0 0,-1 0 0 0 0,0 1 0 0 0,1-1 0 0 0,-1 0 0 0 0,0 0 0 0 0,0 1 0 0 0,0-1 0 0 0,0 0 0 0 0,0 1 0 0 0,0-1 0 0 0,-1 1 0 0 0,2 2 0 0 0,11 24 20 0 0,-1 1-1 0 0,15 56 1 0 0,-21-59-40 0 0,2 0 0 0 0,1 0 0 0 0,1-1 0 0 0,19 32 0 0 0,-26-52-156 0 0,0 0 0 0 0,1 0 0 0 0,-1 0 0 0 0,1-1 0 0 0,1 0 0 0 0,-1 0 0 0 0,1 0 0 0 0,-1 0 0 0 0,1 0 0 0 0,0-1 0 0 0,10 5 0 0 0,-13-7 48 0 0,1 0 1 0 0,0 0-1 0 0,0 0 1 0 0,0-1-1 0 0,-1 1 1 0 0,1-1-1 0 0,0 0 1 0 0,0 1-1 0 0,0-1 1 0 0,0-1-1 0 0,0 1 1 0 0,0 0-1 0 0,0-1 1 0 0,-1 1-1 0 0,1-1 1 0 0,0 0-1 0 0,0 0 1 0 0,-1 0-1 0 0,1 0 1 0 0,0-1-1 0 0,-1 1 1 0 0,1-1-1 0 0,-1 1 1 0 0,0-1-1 0 0,1 0 1 0 0,1-2-1 0 0,8-8-139 0 0,-1-1 0 0 0,-1 0 0 0 0,0 0 0 0 0,-1-1 0 0 0,0 0 0 0 0,-1-1 0 0 0,-1 0 0 0 0,0 0 0 0 0,5-18 0 0 0,3-21 657 0 0,13-75 1 0 0,-22 97-99 0 0,-6 29-212 0 0,1-1 0 0 0,0 0 0 0 0,0 1 0 0 0,0-1 0 0 0,1 1 0 0 0,-1 0 0 0 0,1-1 0 0 0,0 1 0 0 0,0 0 0 0 0,2-3 0 0 0,-3 5-97 0 0,-1 1 1 0 0,1-1 0 0 0,-1 1-1 0 0,1 0 1 0 0,-1-1 0 0 0,1 1-1 0 0,-1-1 1 0 0,1 1 0 0 0,-1 0-1 0 0,1 0 1 0 0,-1-1 0 0 0,1 1-1 0 0,0 0 1 0 0,-1 0 0 0 0,1 0-1 0 0,0 0 1 0 0,-1 0 0 0 0,1 0 0 0 0,-1-1-1 0 0,1 2 1 0 0,0-1 0 0 0,-1 0-1 0 0,2 0 1 0 0,-1 1-15 0 0,1-1-1 0 0,-1 1 1 0 0,1 0 0 0 0,-1 0-1 0 0,0 0 1 0 0,0 0 0 0 0,0 0 0 0 0,0 0-1 0 0,1 0 1 0 0,-1 0 0 0 0,-1 0-1 0 0,1 1 1 0 0,0-1 0 0 0,1 2-1 0 0,7 15 43 0 0,-1 1-1 0 0,0 0 0 0 0,-2 0 1 0 0,0 0-1 0 0,-1 1 0 0 0,3 25 0 0 0,-2-12-45 0 0,12 36 0 0 0,-15-59-33 0 0,1 0 1 0 0,0-1-1 0 0,0 0 0 0 0,1 1 0 0 0,1-2 0 0 0,-1 1 1 0 0,14 15-1 0 0,-17-22-57 0 0,0-1 0 0 0,-1 1 0 0 0,1 0 0 0 0,0-1 0 0 0,0 1 0 0 0,1-1 0 0 0,-1 0 0 0 0,0 0 0 0 0,0 0 0 0 0,1 0 0 0 0,-1 0 0 0 0,0 0 0 0 0,1 0 0 0 0,-1-1 0 0 0,1 0 0 0 0,-1 1 0 0 0,1-1 0 0 0,-1 0 0 0 0,1 0 0 0 0,-1 0 0 0 0,1 0 0 0 0,-1-1 0 0 0,1 1 0 0 0,-1-1 0 0 0,1 1 0 0 0,-1-1 0 0 0,1 0 0 0 0,-1 0 0 0 0,0 0 0 0 0,3-2 0 0 0,4-2-773 0 0,0-1 1 0 0,-1 0-1 0 0,0 0 0 0 0,0-1 0 0 0,0 0 0 0 0,7-9 0 0 0,-2 0-5043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56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6 209 2304 0 0,'0'0'63'0'0,"0"-1"-1"0"0,-1 1 0 0 0,1 0 1 0 0,0 0-1 0 0,-1 0 0 0 0,1 0 0 0 0,0-1 1 0 0,0 1-1 0 0,-1 0 0 0 0,1 0 0 0 0,0 0 1 0 0,0-1-1 0 0,-1 1 0 0 0,1 0 0 0 0,0-1 1 0 0,0 1-1 0 0,0 0 0 0 0,-1 0 0 0 0,1-1 1 0 0,0 1-1 0 0,0 0 0 0 0,0-1 1 0 0,0 1-1 0 0,0 0 0 0 0,0-1 0 0 0,0 1 1 0 0,0 0-1 0 0,0-1 0 0 0,0 1 0 0 0,0 0 1 0 0,0-1-1 0 0,0 1 0 0 0,0 0 0 0 0,0-1 1 0 0,0 1-1 0 0,0 0 0 0 0,0-1 0 0 0,0 1 1 0 0,1 0-1 0 0,-1-1 0 0 0,0 1 1 0 0,14-20 2815 0 0,22-15 2519 0 0,-26 28-4277 0 0,0 0 1 0 0,0 0-1 0 0,1 1 1 0 0,0 0-1 0 0,18-6 1 0 0,-11 6-377 0 0,0 1 1 0 0,0 0 0 0 0,21-1-1 0 0,15 2-422 0 0,88 3 0 0 0,-49 3 303 0 0,-9-3-1140 0 0,163-7 1902 0 0,-126-11-3134 0 0,-93 13-336 0 0,0-2 0 0 0,30-13 0 0 0,-37 12-5244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57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13 8290 0 0,'-27'-12'11298'0'0,"40"32"-10758"0"0,-2 1-1 0 0,-1 1 0 0 0,0 0 1 0 0,-1 0-1 0 0,6 28 1 0 0,21 120-345 0 0,-31-144-49 0 0,8 68-216 0 0,-10-61-518 0 0,1-1 0 0 0,2 0 0 0 0,1 0 0 0 0,19 49 0 0 0,-20-70-948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4:57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4 194 920 0 0,'-2'-11'687'0'0,"1"0"-1"0"0,1 0 0 0 0,-1 0 1 0 0,2 0-1 0 0,0 0 0 0 0,0-1 1 0 0,1 1-1 0 0,6-19 1 0 0,-7 26-431 0 0,1 0 0 0 0,0-1 0 0 0,0 1 0 0 0,0 0 0 0 0,1 0 0 0 0,0 0 0 0 0,0 0 0 0 0,0 1 0 0 0,0-1 0 0 0,0 1 0 0 0,1 0 0 0 0,-1-1 0 0 0,1 2 0 0 0,0-1 0 0 0,0 0 0 0 0,0 1 0 0 0,0 0 0 0 0,1 0 0 0 0,-1 0 0 0 0,0 0 0 0 0,1 1 0 0 0,-1 0 0 0 0,1-1 0 0 0,0 2 0 0 0,-1-1 0 0 0,8 0 0 0 0,-4 1-93 0 0,-1-1 0 0 0,1 1 0 0 0,-1 1-1 0 0,1-1 1 0 0,-1 1 0 0 0,1 1 0 0 0,-1-1 0 0 0,0 1 0 0 0,0 1 0 0 0,0-1 0 0 0,0 1 0 0 0,0 0 0 0 0,0 1 0 0 0,-1 0 0 0 0,1 0 0 0 0,5 5 0 0 0,-9-6-222 0 0,-1-1 1 0 0,0 1 0 0 0,0-1 0 0 0,0 1 0 0 0,-1-1-1 0 0,1 1 1 0 0,-1 0 0 0 0,1 0 0 0 0,-1 0 0 0 0,0 0-1 0 0,0 0 1 0 0,0 0 0 0 0,-1 0 0 0 0,1 0 0 0 0,-1 1 0 0 0,0-1-1 0 0,1 0 1 0 0,-1 0 0 0 0,-1 0 0 0 0,1 1 0 0 0,0-1-1 0 0,-1 0 1 0 0,0 0 0 0 0,0 0 0 0 0,0 0 0 0 0,-1 4-1 0 0,-5 9-922 0 0,-1-1-1 0 0,0 0 0 0 0,-18 26 1 0 0,8-14 307 0 0,-5 9 634 0 0,15-27 272 0 0,1 1-1 0 0,1 0 1 0 0,0 0-1 0 0,0 1 1 0 0,1-1-1 0 0,0 1 1 0 0,1 0-1 0 0,-4 16 1 0 0,8-26-72 0 0,0 0 1 0 0,0 0-1 0 0,0 0 1 0 0,0 0-1 0 0,0 0 0 0 0,0 0 1 0 0,1 0-1 0 0,-1 0 1 0 0,0 0-1 0 0,0-1 0 0 0,1 1 1 0 0,-1 0-1 0 0,1 0 1 0 0,-1 0-1 0 0,1 0 0 0 0,-1 0 1 0 0,1 0-1 0 0,-1-1 0 0 0,1 1 1 0 0,0 0-1 0 0,-1 0 1 0 0,1-1-1 0 0,0 1 0 0 0,1 0 1 0 0,1 1 82 0 0,0 0-1 0 0,0-1 1 0 0,0 0 0 0 0,0 0 0 0 0,0 0-1 0 0,0 0 1 0 0,7 1 0 0 0,4-1 349 0 0,0 0 1 0 0,23-3-1 0 0,-36 2-527 0 0,81-8 1627 0 0,138-31 0 0 0,-215 37-1798 0 0,0 1 0 0 0,1 0 0 0 0,-1 0-1 0 0,0 0 1 0 0,0 1 0 0 0,1-1 0 0 0,-1 1-1 0 0,0 1 1 0 0,1-1 0 0 0,-1 1-1 0 0,0 0 1 0 0,0 0 0 0 0,0 0 0 0 0,1 1-1 0 0,6 3 1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01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39 195 4609 0 0,'-5'-49'2140'0'0,"4"30"-1061"0"0,0 0 1 0 0,-2 1 0 0 0,0 0 0 0 0,-1-1 0 0 0,-1 1-1 0 0,-11-17 5673 0 0,15 56-5278 0 0,3 26-1060 0 0,7 569 413 0 0,17 195 141 0 0,-2-516-1240 0 0,-15-174-1025 0 0,-6-92 406 0 0,3-11-2529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01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0 287 6449 0 0,'1'0'2050'0'0,"16"-11"1396"0"0,59-31-2572 0 0,444-142 257 0 0,-433 156-2338 0 0,-38 13-3000 0 0,-28 9 512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02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0 7370 0 0,'-3'4'1046'0'0,"0"0"1"0"0,0 0-1 0 0,0 0 0 0 0,0 0 1 0 0,1 0-1 0 0,-3 6 1 0 0,-9 33 1576 0 0,1 48-2549 0 0,10-69 615 0 0,-26 492 1529 0 0,32 4-897 0 0,1 13-64 0 0,-10-355-1008 0 0,2 162 342 0 0,5-327-588 0 0,2 51 143 0 0,13 66 1 0 0,-15-127-148 0 0,1 8-530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02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849 42 10594 0 0,'-2'0'20'0'0,"-1"1"1"0"0,1-1-1 0 0,-1 1 0 0 0,1-1 0 0 0,-1 0 0 0 0,1 0 0 0 0,-1 0 0 0 0,1 0 1 0 0,-1-1-1 0 0,1 1 0 0 0,-5-2 0 0 0,6 2 114 0 0,-72-9 1822 0 0,-254-21 4707 0 0,267 29-6190 0 0,-1 2 1 0 0,1 2 0 0 0,-85 17-1 0 0,128-16-617 0 0,6-1-681 0 0,-1-1 0 0 0,-1 0 0 0 0,-22 0 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02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17972 0 0,'-1'1'59'0'0,"1"0"1"0"0,-1 0 0 0 0,1 1-1 0 0,-1-1 1 0 0,1 0 0 0 0,0 1-1 0 0,-1-1 1 0 0,1 0 0 0 0,0 1-1 0 0,0-1 1 0 0,0 0-1 0 0,0 1 1 0 0,0-1 0 0 0,0 1-1 0 0,0-1 1 0 0,0 0 0 0 0,1 1-1 0 0,-1-1 1 0 0,0 0 0 0 0,1 1-1 0 0,0 1 1 0 0,16 33 849 0 0,-12-25-794 0 0,58 148-3102 0 0,-46-119-3340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03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4145 0 0,'8'-20'9566'0'0,"-9"30"-7899"0"0,0 4-1237 0 0,1 0 0 0 0,0 0 0 0 0,1 0 0 0 0,0 0 0 0 0,1 0 0 0 0,1 0 0 0 0,0 0 0 0 0,6 14 0 0 0,1 13-32 0 0,2 25-287 0 0,-6-31-1750 0 0,15 50 1 0 0,-11-66-459 0 0,-10-19 1930 0 0,0 1 0 0 0,1 0-1 0 0,-1-1 1 0 0,0 1 0 0 0,1-1 0 0 0,-1 1-1 0 0,1-1 1 0 0,-1 0 0 0 0,1 1 0 0 0,-1-1-1 0 0,1 1 1 0 0,-1-1 0 0 0,1 0 0 0 0,-1 1 0 0 0,1-1-1 0 0,-1 0 1 0 0,1 0 0 0 0,0 1 0 0 0,-1-1-1 0 0,1 0 1 0 0,0 0 0 0 0,-1 0 0 0 0,1 0-1 0 0,-1 0 1 0 0,1 0 0 0 0,0 0 0 0 0,-1 0-1 0 0,1 0 1 0 0,0 0 0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03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82 8754 0 0,'-8'7'1061'0'0,"18"-8"-495"0"0,16-8-65 0 0,17-8 724 0 0,63-17 0 0 0,-84 29-1111 0 0,0 1 1 0 0,0 1-1 0 0,0 1 1 0 0,0 1-1 0 0,22 2 1 0 0,-3-3-1667 0 0,-18-9-3700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04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8 2761 0 0,'-11'-8'13920'0'0,"13"26"-13208"0"0,-1 0-1 0 0,-1 0 1 0 0,-3 34 0 0 0,0-32-771 0 0,2 0 0 0 0,1 0 0 0 0,2 29 0 0 0,13 4-3927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04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10138 0 0,'0'0'896'0'0,"0"-1"-712"0"0,2-2-184 0 0,-1 0 0 0 0,1 0 825 0 0,2-3 127 0 0,3-3 24 0 0,4-6 8 0 0,6-5-424 0 0,3-2-80 0 0,2 1-23 0 0,1 6-1 0 0,4 8-1409 0 0,3 8-279 0 0,2 8-56 0 0,-5 6-16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05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140 135 3681 0 0,'23'-38'-1689'0'0,"-23"37"1689"0"0,-1 1-1 0 0,1 0 1 0 0,0-1-1 0 0,-1 1 1 0 0,1 0-1 0 0,-1-1 1 0 0,1 1-1 0 0,0 0 0 0 0,-1 0 1 0 0,1 0-1 0 0,-1-1 1 0 0,1 1-1 0 0,-1 0 1 0 0,1 0-1 0 0,0 0 1 0 0,-1 0-1 0 0,1 0 0 0 0,-1 0 1 0 0,1 0-1 0 0,-1 0 1 0 0,1 0-1 0 0,-1 0 1 0 0,1 0-1 0 0,-1 0 1 0 0,1 0-1 0 0,-1 0 0 0 0,1 0 1 0 0,0 1-1 0 0,-1-1 1 0 0,1 0-1 0 0,-1 0 1 0 0,1 0-1 0 0,0 1 1 0 0,-1-1-1 0 0,1 0 1 0 0,-1 1-1 0 0,1-1 0 0 0,0 0 1 0 0,-1 2 560 0 0,-2 1-193 0 0,-20 17 9504 0 0,16-23-9335 0 0,0-1 1 0 0,0 1-1 0 0,0-2 0 0 0,1 1 0 0 0,0-1 0 0 0,0 0 0 0 0,0 0 0 0 0,-9-10 0 0 0,-37-57 3000 0 0,70 81-7339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10.2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14 827 5985 0 0,'-2'-6'762'0'0,"-1"-1"-1"0"0,1 1 1 0 0,0 0-1 0 0,1-1 1 0 0,-2-7-1 0 0,2 1-319 0 0,1 0 0 0 0,0-1 0 0 0,1 1 0 0 0,1 0 0 0 0,0 1 0 0 0,1-1 0 0 0,0 0 0 0 0,1 1 0 0 0,6-16 0 0 0,8-14 698 0 0,31-50-1 0 0,-23 49-1019 0 0,2 2 1 0 0,2 0-1 0 0,1 2 0 0 0,2 2 1 0 0,2 0-1 0 0,1 3 1 0 0,2 1-1 0 0,1 2 0 0 0,1 1 1 0 0,2 2-1 0 0,78-38 0 0 0,-101 58-233 0 0,1 0-1 0 0,0 2 1 0 0,1 0-1 0 0,-1 1 1 0 0,1 1-1 0 0,0 1 1 0 0,0 1-1 0 0,38 1 1 0 0,-32 3-98 0 0,1 2 1 0 0,-1 0-1 0 0,1 2 1 0 0,-2 1-1 0 0,1 1 1 0 0,30 14-1 0 0,-15-2-138 0 0,0 2 0 0 0,-2 1 0 0 0,-1 2 1 0 0,41 34-1 0 0,132 135-229 0 0,-153-133 1246 0 0,-4 3 0 0 0,-2 3 0 0 0,-4 1-1 0 0,59 107 1 0 0,-79-119-104 0 0,-2 1-1 0 0,-3 0 1 0 0,-3 2 0 0 0,-2 1-1 0 0,-2 1 1 0 0,13 104 0 0 0,-28-137-366 0 0,0 0 1 0 0,-3 1 0 0 0,0-1 0 0 0,-2 0 0 0 0,0 0 0 0 0,-10 33 0 0 0,3-41-710 0 0,2-7-4133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10.7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0 1 4369 0 0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11.1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1102 6913 0 0,'-2'-15'7842'0'0,"67"94"-4955"0"0,-49-56-2444 0 0,2-1 1 0 0,0-1-1 0 0,2 0 1 0 0,0-1-1 0 0,38 27 1 0 0,188 105 175 0 0,-193-124-693 0 0,0-2-1 0 0,107 35 1 0 0,-132-54-32 0 0,1-1 0 0 0,0-1 1 0 0,0-2-1 0 0,0 0 0 0 0,1-2 0 0 0,-1-2 0 0 0,56-7 1 0 0,-43 1-48 0 0,0-3 1 0 0,0-1 0 0 0,-1-2 0 0 0,69-32 0 0 0,-74 26 139 0 0,0-1-1 0 0,-2-2 1 0 0,-1-2 0 0 0,0-1-1 0 0,42-43 1 0 0,-8-2-27 0 0,68-93 0 0 0,-92 106 99 0 0,-3-2 0 0 0,-3-2 0 0 0,-2-1-1 0 0,-3-2 1 0 0,-3-1 0 0 0,-3-1 0 0 0,22-83 0 0 0,-39 104-804 0 0,-1-1 0 0 0,3-84 0 0 0,-14-94-722 0 0,3 204 1425 0 0,0 17-46 0 0,-3-30-166 0 0,3 32 182 0 0,0 0-1 0 0,0 0 1 0 0,0 0-1 0 0,0 0 1 0 0,0 0-1 0 0,0 0 1 0 0,0 0-1 0 0,0 1 0 0 0,-1-1 1 0 0,1 0-1 0 0,0 0 1 0 0,-1 0-1 0 0,1 0 1 0 0,-1 0-1 0 0,1 1 0 0 0,-1-1 1 0 0,1 0-1 0 0,-1 0 1 0 0,0 1-1 0 0,1-1 1 0 0,-1 0-1 0 0,0 1 1 0 0,0-1-1 0 0,1 1 0 0 0,-3-2 1 0 0,3 3-4 0 0,-1-1 0 0 0,0 0 0 0 0,0 1 0 0 0,1-1-1 0 0,-1 1 1 0 0,1 0 0 0 0,-1-1 0 0 0,0 1 0 0 0,1-1 0 0 0,-1 1 0 0 0,1 0 0 0 0,-1-1 0 0 0,1 1 0 0 0,0 0 0 0 0,-1 0 0 0 0,1-1 0 0 0,0 1-1 0 0,-1 0 1 0 0,1 0 0 0 0,0 0 0 0 0,0 0 0 0 0,0-1 0 0 0,0 1 0 0 0,0 0 0 0 0,0 0 0 0 0,0 0 0 0 0,0 1 0 0 0,0 25-1279 0 0,0-26 1290 0 0,2 12-2421 0 0,0 0-708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14.4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243 120 3681 0 0,'-28'6'1634'0'0,"0"1"0"0"0,0 2-1 0 0,1 0 1 0 0,1 2 0 0 0,0 1 0 0 0,-49 30 0 0 0,75-42-1576 0 0,0 0 0 0 0,0 0 1 0 0,-1 0-1 0 0,1 0 0 0 0,0 0 0 0 0,0 0 1 0 0,0 0-1 0 0,-1 1 0 0 0,1-1 0 0 0,0 0 1 0 0,0 0-1 0 0,-1 0 0 0 0,1 0 0 0 0,0 0 0 0 0,0 0 1 0 0,0 1-1 0 0,0-1 0 0 0,-1 0 0 0 0,1 0 1 0 0,0 0-1 0 0,0 1 0 0 0,0-1 0 0 0,0 0 1 0 0,0 0-1 0 0,0 0 0 0 0,-1 1 0 0 0,1-1 1 0 0,0 0-1 0 0,0 0 0 0 0,0 1 0 0 0,0-1 1 0 0,0 0-1 0 0,0 0 0 0 0,0 0 0 0 0,0 1 1 0 0,0-1-1 0 0,0 0 0 0 0,0 0 0 0 0,0 1 0 0 0,0-1 1 0 0,0 0-1 0 0,0 0 0 0 0,1 1 0 0 0,-1-1 1 0 0,0 0-1 0 0,0 0 0 0 0,0 0 0 0 0,0 1 1 0 0,16 2 1030 0 0,28-4-797 0 0,-41 1-146 0 0,90-9 574 0 0,-2-5 1 0 0,103-27 0 0 0,-62 15-892 0 0,228-16 0 0 0,20-2-120 0 0,-341 36-2633 0 0,73-24-1 0 0,-86 22-3596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14.9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32 256 2761 0 0,'-11'3'-217'0'0,"-9"7"6521"0"0,34-6-5406 0 0,5-4-163 0 0,0 0 0 0 0,0-2 0 0 0,0 0 0 0 0,0-1 1 0 0,0 0-1 0 0,24-9 0 0 0,17-2 392 0 0,249-29 516 0 0,-4 2-405 0 0,-255 31-1258 0 0,61-9-356 0 0,-1-6 0 0 0,147-53 0 0 0,-207 58-164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15.4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8 131 6913 0 0,'-2'-7'518'0'0,"0"0"0"0"0,1 0 0 0 0,0 0 0 0 0,0 0 0 0 0,1 0 0 0 0,0-1 0 0 0,0 1 0 0 0,1 0 0 0 0,-1 0 0 0 0,2 0 0 0 0,-1 0 0 0 0,1 0 0 0 0,0 0 0 0 0,0 1 0 0 0,5-11 0 0 0,-6 16-456 0 0,-1 1 0 0 0,0-1 0 0 0,1 1 0 0 0,-1-1 0 0 0,1 1 0 0 0,-1-1 0 0 0,0 1 0 0 0,1-1-1 0 0,-1 1 1 0 0,1 0 0 0 0,-1-1 0 0 0,1 1 0 0 0,-1-1 0 0 0,1 1 0 0 0,0 0 0 0 0,-1 0 0 0 0,1-1 0 0 0,-1 1 0 0 0,1 0 0 0 0,0 0 0 0 0,-1 0 0 0 0,1 0 0 0 0,0 0 0 0 0,-1-1 0 0 0,1 1 0 0 0,0 1 0 0 0,-1-1 0 0 0,1 0 0 0 0,0 0 0 0 0,-1 0 0 0 0,1 0 0 0 0,-1 0 0 0 0,1 0 0 0 0,0 1 0 0 0,-1-1 0 0 0,1 0 0 0 0,-1 0 0 0 0,1 1 0 0 0,-1-1 0 0 0,1 1 0 0 0,-1-1 0 0 0,1 0 0 0 0,-1 1 0 0 0,1-1 0 0 0,-1 1 0 0 0,1-1 0 0 0,-1 1 0 0 0,0-1 0 0 0,1 1 0 0 0,-1 0 0 0 0,0-1 0 0 0,1 1 0 0 0,-1-1 0 0 0,0 2 0 0 0,15 32 852 0 0,7 69-203 0 0,15 168 0 0 0,-27-167-922 0 0,39 167-1 0 0,-44-253-617 0 0,15 36-1 0 0,-11-35-422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16.1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155 0 1840 0 0,'-9'2'280'0'0,"-1"-1"0"0"0,1 2 0 0 0,0-1 0 0 0,-1 1 0 0 0,1 1 0 0 0,-16 7-1 0 0,-3 2 32 0 0,-17 3 3381 0 0,67-33 3469 0 0,-20 14-7313 0 0,1 0 1 0 0,-1 1 0 0 0,1-1-1 0 0,0 1 1 0 0,0 0-1 0 0,0 0 1 0 0,0 0-1 0 0,0 0 1 0 0,1 1-1 0 0,-1-1 1 0 0,7-1-1 0 0,12 0-2373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16.7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141 5 1840 0 0,'-15'3'481'0'0,"-1"1"-1"0"0,1 0 1 0 0,1 2-1 0 0,-17 6 0 0 0,-18 8 921 0 0,62-23 2543 0 0,18 1-2482 0 0,21-2-1365 0 0,148-32 1207 0 0,-155 31-1070 0 0,0 2 0 0 0,68 3 0 0 0,-38 7-1170 0 0,1 3 1 0 0,99 27-1 0 0,-159-32 1161 0 0,-1 0-1 0 0,0 1 1 0 0,-1 0-1 0 0,1 1 1 0 0,-1 0 0 0 0,-1 2-1 0 0,1-1 1 0 0,-2 2 0 0 0,1 0-1 0 0,11 11 1 0 0,-17-14-126 0 0,-1 1 0 0 0,1-1 0 0 0,-1 1 0 0 0,0 0 1 0 0,-1 1-1 0 0,0-1 0 0 0,0 1 0 0 0,-1 0 0 0 0,0 1 0 0 0,-1-1 0 0 0,0 0 1 0 0,-1 1-1 0 0,1 0 0 0 0,-2 0 0 0 0,1-1 0 0 0,-2 1 0 0 0,1 11 0 0 0,-2 0-292 0 0,-2 0 0 0 0,-5 27-1 0 0,4-31 532 0 0,-2 1 1 0 0,0 0-1 0 0,0-1 0 0 0,-2 0 1 0 0,0-1-1 0 0,-1 0 0 0 0,-1 0 1 0 0,0-1-1 0 0,-1 0 0 0 0,0-1 0 0 0,-2 0 1 0 0,1-1-1 0 0,-2 0 0 0 0,0-1 1 0 0,0 0-1 0 0,-1-2 0 0 0,-16 10 1 0 0,-18 9 44 0 0,-1-3 1 0 0,-78 30-1 0 0,94-44-265 0 0,-1-2-1 0 0,1-2 0 0 0,-1 0 0 0 0,-1-3 0 0 0,-37 2 0 0 0,30-3-333 0 0,15-1-5948 0 0,12-1-537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27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71 163 4609 0 0,'-4'-13'1360'0'0,"0"0"0"0"0,1 0 1 0 0,-1-14-1 0 0,3 18-317 0 0,0 1 0 0 0,-1-1 0 0 0,0 0 0 0 0,0 1 0 0 0,-1-1 0 0 0,0 1 0 0 0,-1 0 0 0 0,1 0 0 0 0,-7-9 0 0 0,10 17-998 0 0,0-1 0 0 0,0 1-1 0 0,0 0 1 0 0,0 0 0 0 0,0 0 0 0 0,0 0-1 0 0,-1-1 1 0 0,1 1 0 0 0,0 0-1 0 0,0 0 1 0 0,0 0 0 0 0,0 0-1 0 0,0 0 1 0 0,-1 0 0 0 0,1-1-1 0 0,0 1 1 0 0,0 0 0 0 0,0 0 0 0 0,0 0-1 0 0,-1 0 1 0 0,1 0 0 0 0,0 0-1 0 0,0 0 1 0 0,0 0 0 0 0,-1 0-1 0 0,1 0 1 0 0,0 0 0 0 0,0 0-1 0 0,0 0 1 0 0,-1 0 0 0 0,1 0 0 0 0,0 0-1 0 0,0 0 1 0 0,0 0 0 0 0,-1 0-1 0 0,1 0 1 0 0,0 0 0 0 0,0 0-1 0 0,0 0 1 0 0,0 0 0 0 0,-1 1 0 0 0,1-1-1 0 0,0 0 1 0 0,0 0 0 0 0,0 0-1 0 0,0 0 1 0 0,-1 1 0 0 0,-5 12 471 0 0,1 15-528 0 0,0 466 154 0 0,8-305-113 0 0,6 251-33 0 0,29-4 23 0 0,-32-386-211 0 0,0 68 1 0 0,-6-112-377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28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0 6913 0 0,'-108'45'2698'0'0,"94"-38"-1496"0"0,0 1 0 0 0,0 0 0 0 0,1 1 1 0 0,0 0-1 0 0,-14 14 0 0 0,27-23-1156 0 0,0 0 0 0 0,0 0 0 0 0,0 1 1 0 0,-1-1-1 0 0,1 0 0 0 0,0 0 1 0 0,0 0-1 0 0,0 0 0 0 0,0 0 0 0 0,0 1 1 0 0,0-1-1 0 0,-1 0 0 0 0,1 0 0 0 0,0 0 1 0 0,0 0-1 0 0,0 1 0 0 0,0-1 1 0 0,0 0-1 0 0,0 0 0 0 0,0 0 0 0 0,0 1 1 0 0,0-1-1 0 0,0 0 0 0 0,0 0 0 0 0,0 0 1 0 0,0 1-1 0 0,0-1 0 0 0,0 0 1 0 0,0 0-1 0 0,0 0 0 0 0,0 1 0 0 0,0-1 1 0 0,0 0-1 0 0,0 0 0 0 0,1 0 0 0 0,-1 0 1 0 0,0 1-1 0 0,0-1 0 0 0,0 0 1 0 0,0 0-1 0 0,0 0 0 0 0,0 0 0 0 0,0 0 1 0 0,1 1-1 0 0,-1-1 0 0 0,0 0 0 0 0,14 4 962 0 0,15-1-204 0 0,66-8 307 0 0,171-31 1 0 0,-80 7-396 0 0,169 2-2093 0 0,-316 25 1263 0 0,-13 0-1129 0 0,-1-1-4029 0 0,-5 0-1501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28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 2761 0 0,'13'-9'215'0'0,"33"-16"1656"0"0,-44 24-1921 0 0,0 0 0 0 0,0 0 1 0 0,1 0-1 0 0,-1 0 0 0 0,0 1 1 0 0,1-1-1 0 0,-1 1 0 0 0,0 0 1 0 0,1-1-1 0 0,-1 1 0 0 0,1 0 1 0 0,-1 0-1 0 0,1 1 0 0 0,-1-1 1 0 0,0 1-1 0 0,1-1 1 0 0,3 2-1 0 0,-3-1 50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28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65 1376 0 0,'-18'1'71'0'0,"-12"2"10661"0"0,54-13-6489 0 0,18-4-2514 0 0,-1 0-684 0 0,43-13-1364 0 0,-69 23-642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29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0 10138 0 0,'-1'1'232'0'0,"0"-1"-1"0"0,0 0 1 0 0,0 1 0 0 0,0-1-1 0 0,0 0 1 0 0,0 1 0 0 0,0-1-1 0 0,0 1 1 0 0,0-1 0 0 0,0 1-1 0 0,1 0 1 0 0,-1-1-1 0 0,0 1 1 0 0,0 0 0 0 0,1 0-1 0 0,-1 0 1 0 0,1-1 0 0 0,-1 1-1 0 0,0 0 1 0 0,1 0-1 0 0,0 0 1 0 0,-1 0 0 0 0,1 0-1 0 0,-1 1 1 0 0,8 21 4242 0 0,0-4-4242 0 0,8 56 401 0 0,-2 1 0 0 0,2 76-1 0 0,0 7-509 0 0,125 663 274 0 0,-133-788-376 0 0,-2 1 1 0 0,-1-1-1 0 0,-1 1 0 0 0,-2 0 1 0 0,-2-1-1 0 0,-6 43 0 0 0,4-62 2 0 0,2-9-30 0 0,-1-1 1 0 0,1 1-1 0 0,0 0 1 0 0,1 0 0 0 0,-1-1-1 0 0,1 1 1 0 0,0 0-1 0 0,1 0 1 0 0,-1-1-1 0 0,1 1 1 0 0,2 5 0 0 0,-1-8-217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29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16 920 0 0,'6'3'9106'0'0,"-19"-8"-8069"0"0,0 2 0 0 0,-1-1 0 0 0,1 2 1 0 0,0 0-1 0 0,-21-1 0 0 0,25 3-1563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33.4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177 107 1840 0 0,'-54'8'2895'0'0,"42"-7"-1604"0"0,0 1-1 0 0,0-1 0 0 0,-23 8 1 0 0,31-7-1100 0 0,0 1 0 0 0,0-1 0 0 0,1 1-1 0 0,-1-1 1 0 0,1 1 0 0 0,0 0 0 0 0,-1 1 0 0 0,-2 4 0 0 0,4-7-61 0 0,0 1 0 0 0,1 0 1 0 0,-1 0-1 0 0,1 0 0 0 0,0 0 0 0 0,0 0 0 0 0,0 0 1 0 0,0 1-1 0 0,0-1 0 0 0,0 0 0 0 0,0 0 0 0 0,1 1 1 0 0,-1-1-1 0 0,1 1 0 0 0,-1-1 0 0 0,1 5 0 0 0,1-6-50 0 0,-1 0-1 0 0,1 0 0 0 0,0-1 1 0 0,-1 1-1 0 0,1 0 1 0 0,0 0-1 0 0,0-1 0 0 0,-1 1 1 0 0,1 0-1 0 0,0-1 1 0 0,0 1-1 0 0,0-1 0 0 0,0 1 1 0 0,0-1-1 0 0,0 0 1 0 0,0 1-1 0 0,0-1 0 0 0,0 0 1 0 0,0 1-1 0 0,0-1 1 0 0,0 0-1 0 0,0 0 0 0 0,0 0 1 0 0,2 0-1 0 0,31-1 464 0 0,-27 1-393 0 0,505-47-131 0 0,-4-29 579 0 0,-181 25-733 0 0,17 15-1606 0 0,-114 38-5618 0 0,-219-2 4328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33.9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31 2304 0 0,'0'0'41'0'0,"0"0"0"0"0,0 0 0 0 0,-1 0 0 0 0,1-1 0 0 0,0 1-1 0 0,0 0 1 0 0,0 0 0 0 0,0 0 0 0 0,0 0 0 0 0,-1 0-1 0 0,1 0 1 0 0,0-1 0 0 0,0 1 0 0 0,0 0 0 0 0,0 0-1 0 0,0 0 1 0 0,0 0 0 0 0,0-1 0 0 0,-1 1 0 0 0,1 0-1 0 0,0 0 1 0 0,0 0 0 0 0,0-1 0 0 0,0 1 0 0 0,0 0-1 0 0,0 0 1 0 0,0 0 0 0 0,0 0 0 0 0,0-1 0 0 0,0 1 0 0 0,0 0-1 0 0,0 0 1 0 0,0 0 0 0 0,0-1 0 0 0,0 1 0 0 0,1 0-1 0 0,-1 0 1 0 0,0 0 0 0 0,0-1 0 0 0,0 1 0 0 0,0 0-1 0 0,0 0 1 0 0,0 0 0 0 0,0 0 0 0 0,1 0 0 0 0,-1-1-1 0 0,0 1 1 0 0,0 0 0 0 0,14-12 563 0 0,-13 11-407 0 0,1-1 0 0 0,0 1 1 0 0,-1 0-1 0 0,1 0 0 0 0,0 1 1 0 0,0-1-1 0 0,0 0 1 0 0,-1 1-1 0 0,1-1 0 0 0,0 1 1 0 0,0-1-1 0 0,0 1 1 0 0,0 0-1 0 0,0 0 0 0 0,0 0 1 0 0,0 0-1 0 0,0 0 0 0 0,2 0 1 0 0,-2 1 397 0 0,0 1 0 0 0,0-1 0 0 0,0 0 0 0 0,-1 0 0 0 0,1 1 0 0 0,-1-1 0 0 0,1 1 0 0 0,-1-1 0 0 0,1 1 0 0 0,-1 0 0 0 0,0-1 1 0 0,1 3-1 0 0,9 28 2456 0 0,-10-15-3196 0 0,1 1 0 0 0,-3 22 1 0 0,1-3 699 0 0,43 378 763 0 0,22 262 51 0 0,-61-645-1237 0 0,1 41 1 0 0,-5-63-79 0 0,0 0-1 0 0,-1 0 1 0 0,0 0-1 0 0,-1-1 1 0 0,0 1-1 0 0,-1 0 1 0 0,0-1-1 0 0,-6 15 1 0 0,3-17-1772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35.4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218 1246 3225 0 0,'-53'13'2771'0'0,"28"-8"-698"0"0,-36 13 0 0 0,54-16-1490 0 0,1 1 1 0 0,-1 0-1 0 0,1 0 1 0 0,0 0 0 0 0,0 1-1 0 0,0 0 1 0 0,1 0-1 0 0,-1 1 1 0 0,1 0-1 0 0,-6 6 1 0 0,10-10-473 0 0,1-1 1 0 0,-1 1-1 0 0,1 0 0 0 0,-1-1 1 0 0,0 1-1 0 0,1 0 0 0 0,0-1 1 0 0,-1 1-1 0 0,1 0 0 0 0,-1 0 1 0 0,1-1-1 0 0,0 1 1 0 0,-1 0-1 0 0,1 0 0 0 0,0 0 1 0 0,0 0-1 0 0,0-1 0 0 0,0 1 1 0 0,0 0-1 0 0,0 0 0 0 0,0 0 1 0 0,0 0-1 0 0,0-1 0 0 0,0 1 1 0 0,0 0-1 0 0,0 0 0 0 0,1 1 1 0 0,0-1-50 0 0,0 0 1 0 0,0 0-1 0 0,0 0 1 0 0,0 0-1 0 0,1 0 0 0 0,-1-1 1 0 0,0 1-1 0 0,0 0 1 0 0,1-1-1 0 0,-1 1 0 0 0,0-1 1 0 0,1 1-1 0 0,-1-1 1 0 0,0 0-1 0 0,2 1 1 0 0,9 0-83 0 0,0 0 1 0 0,0 0 0 0 0,12-2-1 0 0,-19 1 176 0 0,548 5 381 0 0,-440-4-274 0 0,146-17 1 0 0,108-35-346 0 0,-260 35-1 0 0,-5 1 17 0 0,-15 4 339 0 0,0-3 0 0 0,143-45-1 0 0,-209 51-249 0 0,-12 4-42 0 0,0 0-1 0 0,0 1 1 0 0,0 0 0 0 0,0 0-1 0 0,0 1 1 0 0,1 1 0 0 0,-1-1-1 0 0,1 1 1 0 0,11 1 0 0 0,-19-1-7 0 0,0 1 1 0 0,0-1-1 0 0,-1 0 1 0 0,1 0-1 0 0,0 1 1 0 0,-1-1-1 0 0,1-1 1 0 0,0 1-1 0 0,-1 0 1 0 0,0 0 0 0 0,1 0-1 0 0,-1-1 1 0 0,0 1-1 0 0,0-1 1 0 0,1 1-1 0 0,0-3 1 0 0,20-28-2 0 0,-17 22-345 0 0,-1 1-1 0 0,0-1 1 0 0,-1 0 0 0 0,0 0 0 0 0,-1 0 0 0 0,0 0 0 0 0,0 0 0 0 0,0-13 0 0 0,-2-11-1884 0 0,-4-40 1 0 0,1-2 1375 0 0,7-143 3397 0 0,-8-223 149 0 0,3 438-2415 0 0,1 0 1 0 0,-1 0-1 0 0,0 0 0 0 0,0-1 1 0 0,0 1-1 0 0,0 0 1 0 0,-1 0-1 0 0,0 1 0 0 0,1-1 1 0 0,-1 0-1 0 0,-1 0 1 0 0,1 1-1 0 0,-1-1 0 0 0,1 1 1 0 0,-7-6-1 0 0,9 6-197 0 0,-1 0 0 0 0,1 0 0 0 0,0 0 0 0 0,0 0 0 0 0,0 0 0 0 0,0 0 0 0 0,0 0 0 0 0,1 0 0 0 0,0-1 1 0 0,-1 1-1 0 0,1 0 0 0 0,1-2 0 0 0,2-10 86 0 0,-4 13-292 0 0,0-1-1 0 0,0 1 1 0 0,0 0-1 0 0,0 0 1 0 0,0 0 0 0 0,-1 0-1 0 0,1 0 1 0 0,-1 0 0 0 0,1-1-1 0 0,-2-1 1 0 0,2 3 100 0 0,-1 1 0 0 0,1 0-1 0 0,0-1 1 0 0,-1 1 0 0 0,1-1 0 0 0,0 1 0 0 0,-1-1 0 0 0,1 1 0 0 0,-1 0 0 0 0,1-1-1 0 0,-1 1 1 0 0,1 0 0 0 0,-1-1 0 0 0,1 1 0 0 0,-1 0 0 0 0,1 0 0 0 0,-1-1-1 0 0,1 1 1 0 0,-1 0 0 0 0,1 0 0 0 0,-1 0 0 0 0,0 0 0 0 0,1 0 0 0 0,-1 0-1 0 0,1 0 1 0 0,-1 0 0 0 0,0 0 0 0 0,1 0 0 0 0,-1 0 0 0 0,1 0 0 0 0,-1 0-1 0 0,1 1 1 0 0,-1-1 0 0 0,1 0 0 0 0,-1 0 0 0 0,1 1 0 0 0,-1-1 0 0 0,1 0-1 0 0,-1 1 1 0 0,1-1 0 0 0,-1 0 0 0 0,1 1 0 0 0,-1 0 0 0 0,-7 3-1187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40.1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23 11522 0 0,'-37'7'6121'0'0,"37"-7"-6083"0"0,20 2 229 0 0,87-1 2274 0 0,133-17 0 0 0,-83 3-3323 0 0,1 9-5423 0 0,-129 5-692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40.5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 10594 0 0,'2'-1'236'0'0,"-1"0"-1"0"0,1-1 0 0 0,0 1 0 0 0,-1 0 1 0 0,1 1-1 0 0,0-1 0 0 0,0 0 0 0 0,0 0 1 0 0,-1 1-1 0 0,1-1 0 0 0,0 1 0 0 0,0 0 1 0 0,0-1-1 0 0,3 1 0 0 0,30-2 1308 0 0,-25 3-1304 0 0,-1 0-1 0 0,1 1 1 0 0,-1 0-1 0 0,0 1 1 0 0,1 0-1 0 0,-2 0 1 0 0,1 1 0 0 0,0 0-1 0 0,-1 1 1 0 0,1 0-1 0 0,-1 0 1 0 0,0 1-1 0 0,10 9 1 0 0,9 9 179 0 0,-1 2-1 0 0,25 31 1 0 0,6 18-98 0 0,-33-44-1360 0 0,38 43 0 0 0,-45-58-5624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40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324 6 15667 0 0,'-2'-1'30'0'0,"0"0"-1"0"0,0 1 0 0 0,0-1 1 0 0,0 0-1 0 0,0 1 0 0 0,0-1 1 0 0,0 1-1 0 0,0 0 1 0 0,0-1-1 0 0,0 1 0 0 0,0 0 1 0 0,0 0-1 0 0,-1 1 0 0 0,1-1 1 0 0,0 0-1 0 0,0 1 0 0 0,0-1 1 0 0,0 1-1 0 0,0 0 0 0 0,0-1 1 0 0,0 1-1 0 0,1 0 1 0 0,-1 0-1 0 0,0 0 0 0 0,0 1 1 0 0,-2 1-1 0 0,-6 5-716 0 0,-1 1-1 0 0,1 0 1 0 0,-9 12 0 0 0,6-7 467 0 0,-25 24-321 0 0,1 2 0 0 0,3 2 0 0 0,-39 59-1 0 0,50-63 682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41.1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209 78 5985 0 0,'-209'10'4505'0'0,"222"-7"-958"0"0,28 2-2752 0 0,363-38 4134 0 0,-150 5-2904 0 0,-93 14-1325 0 0,117-7-1627 0 0,-243 21-148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41.4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5985 0 0,'10'15'1496'0'0,"-2"0"0"0"0,0 1-1 0 0,7 21 1 0 0,-7-10-326 0 0,-2 0 0 0 0,-2 0-1 0 0,0 1 1 0 0,0 44 0 0 0,-12 116 1362 0 0,1-91-1954 0 0,6-51-1893 0 0,1-2-5670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42.6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321 68 6905 0 0,'1'-2'-8'0'0,"9"-32"2446"0"0,-10 33-2195 0 0,1-1-1 0 0,-1 1 0 0 0,0 0 1 0 0,0-1-1 0 0,0 1 0 0 0,0 0 1 0 0,0-1-1 0 0,0 1 0 0 0,0 0 1 0 0,0-1-1 0 0,-1 1 0 0 0,1 0 1 0 0,0 0-1 0 0,-1-1 0 0 0,1 1 1 0 0,-1 0-1 0 0,0 0 1 0 0,1 0-1 0 0,-1-1 0 0 0,0 1 1 0 0,0 0-1 0 0,1 0 0 0 0,-1 0 1 0 0,-1-1-1 0 0,0 3-53 0 0,0 0-1 0 0,0 0 1 0 0,0-1 0 0 0,0 1 0 0 0,0 1-1 0 0,0-1 1 0 0,0 0 0 0 0,1 0 0 0 0,-1 1-1 0 0,0-1 1 0 0,1 1 0 0 0,-1-1 0 0 0,1 1-1 0 0,0 0 1 0 0,-2 2 0 0 0,-1 0 81 0 0,-92 115 467 0 0,71-85-772 0 0,-2-1-1 0 0,0-2 1 0 0,-53 47 0 0 0,79-77 42 0 0,0 0 0 0 0,0 0 0 0 0,1-1 0 0 0,-1 1 0 0 0,0 0 0 0 0,0-1 0 0 0,0 1 0 0 0,0 0 0 0 0,0-1 0 0 0,0 1 0 0 0,0-1 0 0 0,0 0 0 0 0,0 1 0 0 0,-1-1 0 0 0,1 0 0 0 0,0 0 0 0 0,0 0 0 0 0,0 0 0 0 0,0 0 0 0 0,0 0 0 0 0,0 0 0 0 0,-1 0 0 0 0,1 0 0 0 0,0 0 0 0 0,0-1 0 0 0,0 1 0 0 0,-2-1 0 0 0,3 0-86 0 0,-1 0 0 0 0,1 1-1 0 0,0-1 1 0 0,-1 0 0 0 0,1 0-1 0 0,0 0 1 0 0,-1 0 0 0 0,1 0 0 0 0,0 0-1 0 0,0 1 1 0 0,0-1 0 0 0,0 0 0 0 0,0 0-1 0 0,0 0 1 0 0,0 0 0 0 0,0 0 0 0 0,0 0-1 0 0,0 0 1 0 0,1 0 0 0 0,-1 0-1 0 0,0 1 1 0 0,1-1 0 0 0,-1 0 0 0 0,0 0-1 0 0,1 0 1 0 0,-1 0 0 0 0,1 1 0 0 0,-1-1-1 0 0,1 0 1 0 0,0 1 0 0 0,-1-1-1 0 0,1 0 1 0 0,1 0 0 0 0,90-92-7103 0 0,-41 44 3972 0 0,-33 32 734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36:43.0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301 2 4545 0 0,'-2'0'121'0'0,"0"-1"-1"0"0,0 1 1 0 0,0 0-1 0 0,0-1 1 0 0,0 1-1 0 0,0 0 1 0 0,0 0-1 0 0,0 0 1 0 0,0 0 0 0 0,0 1-1 0 0,0-1 1 0 0,0 1-1 0 0,0-1 1 0 0,1 1-1 0 0,-4 1 1 0 0,-34 16 1245 0 0,22-9-1156 0 0,-194 70 5023 0 0,261-102-3545 0 0,-17 7-1467 0 0,35-14 0 0 0,-58 27-194 0 0,0-1 0 0 0,0 2 0 0 0,0-1 0 0 0,0 1 0 0 0,0 1 0 0 0,0 0-1 0 0,1 0 1 0 0,-1 1 0 0 0,11 1 0 0 0,-19 0 45 0 0,0-1-1 0 0,0 1 1 0 0,1 0-1 0 0,-1 0 0 0 0,0 0 1 0 0,0 0-1 0 0,0 0 1 0 0,0 0-1 0 0,0 0 1 0 0,0 1-1 0 0,-1-1 1 0 0,1 1-1 0 0,0-1 1 0 0,-1 1-1 0 0,1 0 1 0 0,-1 0-1 0 0,1-1 1 0 0,-1 1-1 0 0,0 0 1 0 0,0 0-1 0 0,0 0 1 0 0,0 1-1 0 0,0-1 1 0 0,1 4-1 0 0,1 7 623 0 0,0 0-1 0 0,-1 0 1 0 0,1 19-1 0 0,5 23 205 0 0,-5-46-1255 0 0,1 1 1 0 0,0-1 0 0 0,1 0 0 0 0,10 16 0 0 0,-1-7-6609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0:46.1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96 456 0 0,'8'-53'2175'0'0,"-8"50"-1441"0"0,0 0 1 0 0,0 0-1 0 0,0 0 0 0 0,-13-27 12553 0 0,13 49-12201 0 0,0-2-631 0 0,10 370 809 0 0,-8-157-879 0 0,-1-92-884 0 0,-11-1-4720 0 0,7-110 3487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0:46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26 1368 0 0,'-25'-8'-103'0'0,"-20"-5"3813"0"0,39 12-2800 0 0,1 0 0 0 0,0 0 1 0 0,-1 0-1 0 0,1 0 1 0 0,-1 1-1 0 0,1 0 1 0 0,-1 0-1 0 0,1 1 1 0 0,-1 0-1 0 0,-5 1 1 0 0,20 2 2392 0 0,33 16-2152 0 0,22 7-1044 0 0,42 19 489 0 0,116 34 0 0 0,-185-70-491 0 0,0-1 0 0 0,0-2-1 0 0,1-1 1 0 0,0-3 0 0 0,0 0-1 0 0,0-3 1 0 0,48-5 0 0 0,-53 1-1267 0 0,0-2 1 0 0,0-1 0 0 0,0-1-1 0 0,-1-2 1 0 0,60-27-1 0 0,-54 15-5136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0:46.8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 7834 0 0,'4'2'564'0'0,"1"-1"0"0"0,-1 1 0 0 0,0-1 0 0 0,1 0 0 0 0,-1-1 0 0 0,1 1 0 0 0,0-1 0 0 0,-1 0 0 0 0,8-1 0 0 0,-1 1 54 0 0,6 0 421 0 0,0-1 0 0 0,1-1 0 0 0,19-5 0 0 0,-18 3-1753 0 0,-1 1 0 0 0,28-1 0 0 0,-43 4 640 0 0,-1 1-1 0 0,1-1 1 0 0,0 0-1 0 0,-1 1 1 0 0,1 0-1 0 0,0 0 1 0 0,-1 0 0 0 0,1 0-1 0 0,-1 0 1 0 0,0 0-1 0 0,1 1 1 0 0,-1-1-1 0 0,0 1 1 0 0,0 0-1 0 0,1-1 1 0 0,2 5 0 0 0,1 3 60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0:47.1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1 7834 0 0,'-1'0'173'0'0,"-1"1"1"0"0,0-1 0 0 0,1 1 0 0 0,-1-1 0 0 0,1 1-1 0 0,-1 0 1 0 0,1 0 0 0 0,0 0 0 0 0,-1 0 0 0 0,1 0-1 0 0,0 0 1 0 0,-1 0 0 0 0,1 0 0 0 0,0 0 0 0 0,0 1-1 0 0,0-1 1 0 0,0 0 0 0 0,0 1 0 0 0,0-1 0 0 0,1 1-1 0 0,-1-1 1 0 0,0 1 0 0 0,1-1 0 0 0,-1 1 0 0 0,1 0-1 0 0,-1 1 1 0 0,-9 49 2385 0 0,9-48-2343 0 0,-14 278 3733 0 0,12-149-3245 0 0,-4 92-1162 0 0,7-188-322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0:47.6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132 0 3225 0 0,'-64'55'721'0'0,"1"-1"3385"0"0,63-54-3989 0 0,-1 0 0 0 0,1 1 0 0 0,0-1-1 0 0,-1 0 1 0 0,1 0 0 0 0,0 1 0 0 0,0-1 0 0 0,-1 0-1 0 0,1 1 1 0 0,0-1 0 0 0,0 0 0 0 0,-1 1-1 0 0,1-1 1 0 0,0 1 0 0 0,0-1 0 0 0,0 0-1 0 0,0 1 1 0 0,0-1 0 0 0,-1 1 0 0 0,1-1 0 0 0,0 0-1 0 0,0 1 1 0 0,0-1 0 0 0,0 1 0 0 0,0-1-1 0 0,0 0 1 0 0,0 1 0 0 0,0-1 0 0 0,1 1 0 0 0,-1-1-1 0 0,0 0 1 0 0,0 1 0 0 0,0-1 0 0 0,0 1-1 0 0,1-1 1 0 0,-1 0 0 0 0,0 1 0 0 0,19 8 2085 0 0,23-4-916 0 0,23-5-219 0 0,67-10-1 0 0,-10 0-582 0 0,230 5 462 0 0,190-14 339 0 0,-415-1-1265 0 0,49-5-685 0 0,-153 24 371 0 0,0 0 0 0 0,0 2 0 0 0,0 0 0 0 0,0 2 0 0 0,37 8 0 0 0,-18 5-2049 0 0,-26-8-3529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0:47.9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19 6449 0 0,'0'-1'130'0'0,"-1"1"0"0"0,1 0 1 0 0,0-1-1 0 0,0 1 0 0 0,-1-1 0 0 0,1 1 0 0 0,0-1 0 0 0,0 1 0 0 0,0-1 0 0 0,0 1 0 0 0,0-1 0 0 0,0 1 0 0 0,0 0 0 0 0,0-1 0 0 0,0 1 0 0 0,0-1 0 0 0,0 1 0 0 0,0-1 0 0 0,0 1 0 0 0,0-1 0 0 0,0 1 0 0 0,0-1 1 0 0,1 1-1 0 0,-1-1 0 0 0,0 1 0 0 0,0-1 0 0 0,0 1 0 0 0,1 0 0 0 0,-1-1 0 0 0,0 1 0 0 0,1-1 0 0 0,-1 1 0 0 0,0 0 0 0 0,1-1 0 0 0,-1 1 0 0 0,0 0 0 0 0,1 0 0 0 0,-1-1 0 0 0,1 1 0 0 0,-1 0 0 0 0,1 0 0 0 0,-1 0 1 0 0,1-1-1 0 0,-1 1 0 0 0,1 0 0 0 0,-1 0 0 0 0,0 0 0 0 0,1 0 0 0 0,-1 0 0 0 0,1 0 0 0 0,-1 0 0 0 0,6 2 2060 0 0,-5 5-1213 0 0,5 43-47 0 0,-2 0-1 0 0,-2 0 1 0 0,-8 86-1 0 0,0-26-776 0 0,3-22-144 0 0,-1 5-8 0 0,14 158-1 0 0,1-205-628 0 0,-4-29-48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0:49.4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1 10594 0 0,'-12'7'8813'0'0,"8"2"-8569"0"0,0 1 1 0 0,1 0-1 0 0,1 1 0 0 0,0-1 1 0 0,0 0-1 0 0,1 1 1 0 0,1-1-1 0 0,0 14 0 0 0,9 95-50 0 0,-6-89-21 0 0,0 8-135 0 0,-3-26-88 0 0,0 0 0 0 0,1-1 0 0 0,0 1 0 0 0,1-1 0 0 0,1 1 1 0 0,0-1-1 0 0,0 0 0 0 0,6 14 0 0 0,-4-20-1686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0:50.0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2 205 7834 0 0,'-1'0'25'0'0,"1"0"1"0"0,0 0 0 0 0,0 0 0 0 0,0 0 0 0 0,0 0-1 0 0,0 0 1 0 0,0 0 0 0 0,0 0 0 0 0,0 1-1 0 0,0-1 1 0 0,0 0 0 0 0,0 0 0 0 0,0 0-1 0 0,0 0 1 0 0,0 0 0 0 0,0 0 0 0 0,0 0-1 0 0,0 0 1 0 0,0 0 0 0 0,0 1 0 0 0,0-1 0 0 0,0 0-1 0 0,0 0 1 0 0,0 0 0 0 0,0 0 0 0 0,0 0-1 0 0,0 0 1 0 0,0 0 0 0 0,0 0 0 0 0,0 1-1 0 0,0-1 1 0 0,0 0 0 0 0,0 0 0 0 0,0 0-1 0 0,0 0 1 0 0,0 0 0 0 0,1 0 0 0 0,-1 0 0 0 0,0 0-1 0 0,0 0 1 0 0,0 0 0 0 0,0 0 0 0 0,0 0-1 0 0,0 0 1 0 0,0 1 0 0 0,0-1 0 0 0,0 0-1 0 0,0 0 1 0 0,1 0 0 0 0,-1 0 0 0 0,0 0-1 0 0,0 0 1 0 0,0 0 0 0 0,0 0 0 0 0,0 0 0 0 0,0 0-1 0 0,0 0 1 0 0,12 1 410 0 0,11-1-230 0 0,9-7 510 0 0,0-2 0 0 0,-1-2 1 0 0,33-14-1 0 0,-32 11-127 0 0,1 1 1 0 0,58-13-1 0 0,-48 19-260 0 0,0 3 0 0 0,1 1 0 0 0,61 4 0 0 0,130 22 616 0 0,-228-22-917 0 0,-2-1-4 0 0,372 42 1575 0 0,0-25-423 0 0,-136-28-632 0 0,-200 6-393 0 0,0-1-1 0 0,-1-2 1 0 0,72-25 0 0 0,-70 18-93 0 0,54-23 446 0 0,-85 33-818 0 0,-1 0 0 0 0,0-1 0 0 0,-1-1 0 0 0,1 1 0 0 0,-1-1 1 0 0,14-16-1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0:51.1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31 169 3225 0 0,'0'1'108'0'0,"-1"-1"0"0"0,1 1 0 0 0,0-1 0 0 0,-1 0 1 0 0,1 1-1 0 0,-1-1 0 0 0,1 1 0 0 0,0-1 1 0 0,-1 0-1 0 0,1 1 0 0 0,-1-1 0 0 0,1 0 0 0 0,-1 0 1 0 0,1 1-1 0 0,-1-1 0 0 0,0 0 0 0 0,1 0 0 0 0,-1 0 1 0 0,1 1-1 0 0,-1-1 0 0 0,1 0 0 0 0,-1 0 0 0 0,0 0 1 0 0,1 0-1 0 0,-1 0 0 0 0,1 0 0 0 0,-1 0 0 0 0,1-1 1 0 0,-1 1-1 0 0,0 0 0 0 0,0 0 0 0 0,0-1 113 0 0,0 0 0 0 0,0 0 0 0 0,0 0 0 0 0,1-1 0 0 0,-1 1 0 0 0,0 0 0 0 0,1 0 0 0 0,-1 0 0 0 0,1 0 0 0 0,-1-1 0 0 0,1 1 0 0 0,-1 0 0 0 0,1-2 0 0 0,-5-50 3489 0 0,5 48-3558 0 0,2-68-337 0 0,0 48-4591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0:57.3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188 11 1376 0 0,'6'-10'4008'0'0,"-14"9"-702"0"0,-17 10-1386 0 0,-4 12-928 0 0,1 2 0 0 0,1 0 0 0 0,1 2 0 0 0,-24 32 1579 0 0,55-59-1564 0 0,15-9-208 0 0,26-18-538 0 0,-25 15-226 0 0,0 1 0 0 0,26-11 0 0 0,-38 19-111 0 0,1 1 0 0 0,0 1 1 0 0,0-1-1 0 0,1 2 1 0 0,-1-1-1 0 0,1 2 1 0 0,16-2-1 0 0,-26 3 60 0 0,1 0 0 0 0,-1 0 1 0 0,0 0-1 0 0,1 0 0 0 0,-1 0 0 0 0,1 0 0 0 0,-1 0 1 0 0,0 0-1 0 0,1 1 0 0 0,-1-1 0 0 0,1 0 0 0 0,-1 1 1 0 0,0-1-1 0 0,0 1 0 0 0,1 0 0 0 0,-1 0 0 0 0,0-1 0 0 0,0 1 1 0 0,0 0-1 0 0,0 0 0 0 0,0 0 0 0 0,0 0 0 0 0,0 0 1 0 0,0 0-1 0 0,1 1 0 0 0,-2 0 2 0 0,1 0 0 0 0,-1 0 0 0 0,1 0 0 0 0,-1 0-1 0 0,0 0 1 0 0,0 0 0 0 0,0 0 0 0 0,0 0 0 0 0,0 0 0 0 0,-1 0 0 0 0,1 0 0 0 0,-1 0 0 0 0,1 0-1 0 0,-1-1 1 0 0,-1 4 0 0 0,-4 8-33 0 0,0-1 0 0 0,-1 0 0 0 0,-16 20-1 0 0,-41 43-72 0 0,42-51 54 0 0,0 1-1 0 0,2 1 1 0 0,-27 46 0 0 0,46-69 117 0 0,-1 0 0 0 0,1 0 0 0 0,0 0 0 0 0,0 1 0 0 0,0-1 0 0 0,0 0 0 0 0,0 1 0 0 0,1-1 0 0 0,0 0 0 0 0,0 1 0 0 0,0-1 0 0 0,0 1 1 0 0,0-1-1 0 0,2 7 0 0 0,-2-9-33 0 0,1 0-1 0 0,-1 0 1 0 0,1 0 0 0 0,-1 1 0 0 0,1-1 0 0 0,0 0 0 0 0,0 0 0 0 0,0 0 0 0 0,0 0 0 0 0,0 0 0 0 0,0 0 0 0 0,0-1 0 0 0,0 1 0 0 0,0 0 0 0 0,0 0 0 0 0,0-1-1 0 0,0 1 1 0 0,0-1 0 0 0,1 1 0 0 0,-1-1 0 0 0,0 1 0 0 0,0-1 0 0 0,1 0 0 0 0,-1 1 0 0 0,0-1 0 0 0,1 0 0 0 0,-1 0 0 0 0,0 0 0 0 0,1 0 0 0 0,-1 0 0 0 0,0-1 0 0 0,1 1-1 0 0,-1 0 1 0 0,0-1 0 0 0,1 1 0 0 0,-1 0 0 0 0,0-1 0 0 0,0 0 0 0 0,2 0 0 0 0,18-8-12 0 0,0-1 1 0 0,-2-1-1 0 0,32-21 0 0 0,-32 18-17 0 0,1 2 0 0 0,0 1-1 0 0,34-15 1 0 0,-54 26 4 0 0,0 0-1 0 0,1-1 1 0 0,-1 1 0 0 0,1 0-1 0 0,-1 0 1 0 0,1-1 0 0 0,-1 1-1 0 0,1 0 1 0 0,-1 0 0 0 0,1 0-1 0 0,-1 0 1 0 0,1-1 0 0 0,-1 1-1 0 0,1 0 1 0 0,-1 0 0 0 0,1 0-1 0 0,-1 0 1 0 0,1 0 0 0 0,-1 0-1 0 0,1 0 1 0 0,-1 1 0 0 0,1-1-1 0 0,-1 0 1 0 0,1 0 0 0 0,-1 0-1 0 0,1 0 1 0 0,-1 1 0 0 0,1-1-1 0 0,-1 0 1 0 0,0 0 0 0 0,1 1-1 0 0,0 0 1 0 0,-7 15-11 0 0,-21 20 290 0 0,26-35-253 0 0,-81 87 446 0 0,-23 26 91 0 0,103-111-552 0 0,-14 19 85 0 0,15-22-86 0 0,1 1-1 0 0,-1 0 1 0 0,0 0-1 0 0,1-1 0 0 0,0 1 1 0 0,-1 0-1 0 0,1 0 1 0 0,-1 0-1 0 0,1 0 1 0 0,0 0-1 0 0,0 0 1 0 0,0-1-1 0 0,-1 1 1 0 0,1 0-1 0 0,0 0 0 0 0,0 0 1 0 0,0 0-1 0 0,0 0 1 0 0,0 0-1 0 0,1 0 1 0 0,-1 0-1 0 0,0 1 1 0 0,2-1-12 0 0,-1-1 1 0 0,0 1 0 0 0,1-1 0 0 0,-1 1 0 0 0,0-1 0 0 0,1 0-1 0 0,-1 1 1 0 0,0-1 0 0 0,1 0 0 0 0,-1 0 0 0 0,1 0-1 0 0,-1 0 1 0 0,1 0 0 0 0,-1 0 0 0 0,0 0 0 0 0,1-1-1 0 0,-1 1 1 0 0,1 0 0 0 0,1-2 0 0 0,28-8-52 0 0,-31 10 60 0 0,57-24-103 0 0,-40 16 143 0 0,1 0 0 0 0,0 1 1 0 0,1 0-1 0 0,0 2 0 0 0,36-6 0 0 0,-53 11-49 0 0,-1-1 0 0 0,0 1-1 0 0,0 0 1 0 0,0 0 0 0 0,0 0-1 0 0,0 0 1 0 0,0 0 0 0 0,0 0-1 0 0,0 0 1 0 0,0 0 0 0 0,1 0-1 0 0,-1 1 1 0 0,0-1 0 0 0,0 0-1 0 0,0 1 1 0 0,0-1-1 0 0,0 1 1 0 0,0-1 0 0 0,0 1-1 0 0,0-1 1 0 0,-1 1 0 0 0,1 0-1 0 0,0-1 1 0 0,0 1 0 0 0,0 0-1 0 0,-1 0 1 0 0,1 0 0 0 0,0 0-1 0 0,0 1 1 0 0,0 0 18 0 0,-1 1-1 0 0,0-1 1 0 0,0 0-1 0 0,0 0 1 0 0,0 0-1 0 0,-1 0 1 0 0,1 0-1 0 0,0 1 1 0 0,-1-1-1 0 0,0 0 1 0 0,1 0-1 0 0,-1 0 1 0 0,0 0-1 0 0,-1 2 0 0 0,-6 9 123 0 0,0-1 0 0 0,0 1-1 0 0,-14 14 1 0 0,2-6-55 0 0,-23 30 75 0 0,39-46-444 0 0,1-1 0 0 0,0 1 0 0 0,1 0 0 0 0,-1-1 0 0 0,1 1-1 0 0,0 0 1 0 0,1 1 0 0 0,-1-1 0 0 0,-1 9 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2:45.8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1072 67 2304 0 0,'-4'-4'183'0'0,"0"0"0"0"0,0 1 0 0 0,0-1 0 0 0,0 1 0 0 0,-1 0-1 0 0,0 0 1 0 0,0 0 0 0 0,1 1 0 0 0,-1 0 0 0 0,-8-3-1 0 0,-53-13 1136 0 0,47 14-1069 0 0,0 0-1 0 0,-1 2 1 0 0,1 0 0 0 0,-1 1-1 0 0,1 1 1 0 0,-1 1-1 0 0,1 1 1 0 0,-1 1 0 0 0,1 0-1 0 0,-29 10 1 0 0,23-4-79 0 0,0 2 0 0 0,0 1 0 0 0,1 0 0 0 0,1 2 0 0 0,0 0 1 0 0,1 2-1 0 0,-22 20 0 0 0,-15 15-186 0 0,4 2 1 0 0,-95 117-1 0 0,124-136 3 0 0,2 2-1 0 0,1 1 0 0 0,2 1 0 0 0,2 1 1 0 0,1 0-1 0 0,-22 76 0 0 0,22-42 12 0 0,3 1 0 0 0,3 0 1 0 0,4 1-1 0 0,3 0 0 0 0,3 0 0 0 0,3 0 1 0 0,4 0-1 0 0,22 120 0 0 0,0-79-106 0 0,5-2 0 0 0,5-1 0 0 0,74 157 0 0 0,-87-223-148 0 0,1-2 0 0 0,3 0 1 0 0,48 59-1 0 0,117 105-657 0 0,-161-180 859 0 0,1-1 1 0 0,1-2 0 0 0,1-1-1 0 0,1-2 1 0 0,74 35 0 0 0,-77-44 195 0 0,1 0 0 0 0,0-3-1 0 0,1-1 1 0 0,0-1 0 0 0,0-2 0 0 0,1-2 0 0 0,48 2-1 0 0,-57-8-86 0 0,-1-1 0 0 0,1-2 0 0 0,-1-1 0 0 0,0 0 0 0 0,0-2 0 0 0,-1-1 0 0 0,0-1 0 0 0,0-2 0 0 0,-1 0 0 0 0,0-1 0 0 0,-1-1 0 0 0,-1-2 0 0 0,26-21 0 0 0,-14 9-227 0 0,-2-1 0 0 0,-2-2 0 0 0,0-1-1 0 0,-2-1 1 0 0,-2-2 0 0 0,-1-1 0 0 0,32-58-1 0 0,-25 27 108 0 0,-3-1-1 0 0,-3-2 0 0 0,-2-1 1 0 0,-4-1-1 0 0,-3 0 0 0 0,-4-1 0 0 0,7-102 1 0 0,-13 35 1875 0 0,-7-1 0 0 0,-34-268 0 0 0,26 355-1098 0 0,-2 1-1 0 0,-2 0 0 0 0,-3 1 0 0 0,-37-86 0 0 0,36 103-471 0 0,-1 1-1 0 0,-2 1 0 0 0,-1 1 1 0 0,-2 0-1 0 0,-1 2 0 0 0,-1 0 1 0 0,-44-39-1 0 0,0 10-262 0 0,-3 3 1 0 0,-96-57-1 0 0,116 82-135 0 0,-1 3 0 0 0,0 3-1 0 0,-2 1 1 0 0,-83-22 0 0 0,110 38 94 0 0,0 1-1 0 0,0 2 1 0 0,0 0 0 0 0,0 2-1 0 0,0 1 1 0 0,-41 4 0 0 0,53-1-109 0 0,1 0 0 0 0,0 1 1 0 0,0 1-1 0 0,0 0 0 0 0,0 1 1 0 0,1 1-1 0 0,-1 0 0 0 0,2 1 1 0 0,-1 0-1 0 0,1 1 1 0 0,0 0-1 0 0,0 1 0 0 0,-19 19 1 0 0,-18 28-4948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2:48.6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61 4609 0 0,'-8'-60'13530'0'0,"8"61"-13349"0"0,1 6-17 0 0,15 316 1147 0 0,-15-211-1103 0 0,5-1-1 0 0,28 157 1 0 0,15-80-107 0 0,6 30-1837 0 0,-50-177-4095 0 0,-3-24 241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2:49.1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282 48 2304 0 0,'-18'1'547'0'0,"0"0"0"0"0,0 2 0 0 0,0 0-1 0 0,1 1 1 0 0,-25 9 0 0 0,1 2 953 0 0,-42 23 1 0 0,83-38-1522 0 0,-26 17 3800 0 0,39-19-2452 0 0,74-21 534 0 0,122-25 611 0 0,244-5-155 0 0,-301 43-4101 0 0,-1 5-3740 0 0,-111 4-95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2:49.4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90 5065 0 0,'30'-10'3879'0'0,"27"-4"-2077"0"0,46-10 169 0 0,86-15-980 0 0,-168 36-1600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2:49.7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1 4609 0 0,'-15'4'6657'0'0,"14"1"-5755"0"0,-2 20-65 0 0,1 0 0 0 0,1-1 1 0 0,2 1-1 0 0,0-1 0 0 0,9 48 0 0 0,-2-11-240 0 0,51 398 1749 0 0,34-4-819 0 0,-25-180-1477 0 0,-41-160-3528 0 0,-22-96-3169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2:50.2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82 2761 0 0,'-12'-9'1642'0'0,"30"7"2230"0"0,-4 1-3591 0 0,134-19 4412 0 0,71-5-2229 0 0,-96 11-2054 0 0,-122 14-415 0 0,37-5-531 0 0,1 1-1 0 0,0 2 1 0 0,61 6-1 0 0,-85-2-4529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2:51.2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 10138 0 0,'188'-19'728'0'0,"209"5"0"0"0,-395 15-725 0 0,2-2-78 0 0,-1 1-1 0 0,0 0 0 0 0,1 1 0 0 0,-1-1 1 0 0,1 1-1 0 0,-1-1 0 0 0,0 1 1 0 0,1 0-1 0 0,-1 0 0 0 0,0 0 1 0 0,5 4-1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2:51.8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5 113 4609 0 0,'0'0'20'0'0,"0"0"0"0"0,0 0 0 0 0,0 0 0 0 0,-1 0 1 0 0,1 0-1 0 0,0 0 0 0 0,0 0 0 0 0,0 0 0 0 0,0 0 0 0 0,-1 0 0 0 0,1 0 0 0 0,0 1 0 0 0,0-1 1 0 0,0 0-1 0 0,0 0 0 0 0,-1 0 0 0 0,1 0 0 0 0,0 0 0 0 0,0 0 0 0 0,0 0 0 0 0,0 1 0 0 0,0-1 1 0 0,-1 0-1 0 0,1 0 0 0 0,0 0 0 0 0,0 0 0 0 0,0 1 0 0 0,0-1 0 0 0,0 0 0 0 0,0 0 1 0 0,0 0-1 0 0,0 1 0 0 0,0-1 0 0 0,0 0 0 0 0,0 0 0 0 0,0 0 0 0 0,0 1 0 0 0,0-1 0 0 0,0 0 1 0 0,0 0-1 0 0,0 0 0 0 0,0 1 0 0 0,0-1 0 0 0,0 0 0 0 0,0 0 0 0 0,0 0 0 0 0,0 0 0 0 0,0 1 1 0 0,0-1-1 0 0,0 0 0 0 0,1 0 0 0 0,-1 0 0 0 0,0 0 0 0 0,0 1 0 0 0,0-1 0 0 0,0 0 0 0 0,0 0 1 0 0,1 0-1 0 0,16 3 1122 0 0,24-4 546 0 0,36-13 634 0 0,0-3-1 0 0,102-37 1 0 0,-99 29-1445 0 0,-40 13-1118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2:52.5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59 2304 0 0,'2'1'143'0'0,"1"0"0"0"0,-1-1 0 0 0,1 1 0 0 0,0-1 0 0 0,-1 0 0 0 0,1 0 0 0 0,-1 0 0 0 0,1 0 0 0 0,0-1-1 0 0,-1 1 1 0 0,4-2 0 0 0,-5 2-102 0 0,106-18 4551 0 0,103-14 832 0 0,-158 26-4717 0 0,1 3-1 0 0,53 4 0 0 0,-106-1-710 0 0,38 5-211 0 0,-36-5 72 0 0,-1 1-1 0 0,1-1 0 0 0,0 1 1 0 0,-1-1-1 0 0,1 1 0 0 0,0 0 1 0 0,-1 0-1 0 0,1-1 0 0 0,-1 1 1 0 0,1 1-1 0 0,-1-1 0 0 0,1 0 1 0 0,-1 0-1 0 0,0 0 0 0 0,1 1 1 0 0,-1-1-1 0 0,0 1 0 0 0,1 1 1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2:53.6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1 106 2761 0 0,'17'-52'4759'0'0,"6"-2"8027"0"0,-23 54-12715 0 0,8 12 1055 0 0,5 15-1043 0 0,0 7 42 0 0,-2 2 0 0 0,-2-1 0 0 0,10 66 0 0 0,-1 114 350 0 0,6 39-3398 0 0,-17-218-4200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2:53.8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9218 0 0,'3'5'5412'0'0,"4"10"-4423"0"0,-6 31-2861 0 0,-1-37 1872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2:54.1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55 5529 0 0,'35'-5'6956'0'0,"10"-6"-3890"0"0,3-1-1903 0 0,-2 3-1402 0 0,32-7-5715 0 0,-65 15 1914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2:54.3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1 1376 0 0,'-3'2'94'0'0,"1"0"0"0"0,-1 0 0 0 0,1 0-1 0 0,0 1 1 0 0,0-1 0 0 0,0 1 0 0 0,0-1 0 0 0,1 1-1 0 0,-1 0 1 0 0,1 0 0 0 0,-1 0 0 0 0,1 0 0 0 0,0 0-1 0 0,0 0 1 0 0,0 4 0 0 0,0-2 330 0 0,2 0 0 0 0,-1 0 0 0 0,0 0 0 0 0,1-1 0 0 0,0 1 0 0 0,0 0-1 0 0,1 0 1 0 0,-1-1 0 0 0,5 9 0 0 0,37 67 5502 0 0,-33-63-4840 0 0,0 0 0 0 0,-1 0 0 0 0,-1 1 0 0 0,8 24 0 0 0,-14-35-932 0 0,-1 0 0 0 0,1 0 0 0 0,-2 0 0 0 0,1 0 0 0 0,-1 0 0 0 0,0 0 0 0 0,0 0 0 0 0,-1 1 0 0 0,0-1 0 0 0,0 0 0 0 0,-1 0-1 0 0,0 0 1 0 0,0-1 0 0 0,0 1 0 0 0,-7 12 0 0 0,-11 13-806 0 0,5-11-4441 0 0,1-4-1423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2:55.4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1 149 4609 0 0,'2'-1'384'0'0,"-1"0"0"0"0,1 0 0 0 0,0 1 0 0 0,0-1 0 0 0,0 0 0 0 0,0 1 0 0 0,0 0 0 0 0,0 0 0 0 0,0-1 0 0 0,0 1 0 0 0,0 0 0 0 0,0 1 0 0 0,0-1 0 0 0,0 0 0 0 0,0 0 0 0 0,2 2 0 0 0,32 8 4041 0 0,-31-7-4136 0 0,0 0-1 0 0,-1 0 1 0 0,1 0-1 0 0,0 1 1 0 0,-1 0-1 0 0,0 0 1 0 0,0 0-1 0 0,0 0 1 0 0,-1 1-1 0 0,1-1 1 0 0,-1 1-1 0 0,4 8 1 0 0,1 4-118 0 0,-1 1 0 0 0,8 27 0 0 0,-11-29-269 0 0,2 1 0 0 0,14 29 0 0 0,-20-44 102 0 0,1-1-1 0 0,0 1 0 0 0,0-1 1 0 0,0 1-1 0 0,0-1 0 0 0,0 0 1 0 0,0 1-1 0 0,0-1 1 0 0,1 0-1 0 0,-1 0 0 0 0,0 0 1 0 0,1 0-1 0 0,-1 0 0 0 0,1 0 1 0 0,-1 0-1 0 0,1 0 0 0 0,-1-1 1 0 0,1 1-1 0 0,0 0 1 0 0,-1-1-1 0 0,1 0 0 0 0,0 1 1 0 0,-1-1-1 0 0,1 0 0 0 0,0 0 1 0 0,0 0-1 0 0,-1 0 1 0 0,1 0-1 0 0,0 0 0 0 0,-1 0 1 0 0,1-1-1 0 0,0 1 0 0 0,0-1 1 0 0,-1 1-1 0 0,3-2 0 0 0,-1 0 93 0 0,1 1 0 0 0,-1-1 0 0 0,0-1 0 0 0,0 1 0 0 0,0 0 0 0 0,0-1 0 0 0,0 0 0 0 0,0 1 0 0 0,-1-1 0 0 0,1 0 0 0 0,-1-1 0 0 0,0 1 0 0 0,0 0 0 0 0,0-1 0 0 0,1-3 0 0 0,5-19 124 0 0,-1-2 0 0 0,-1 1 0 0 0,-1 0 0 0 0,-2-1 0 0 0,0-33 1 0 0,8-58-4438 0 0,-5 89-2522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2:57.7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1 6913 0 0,'0'0'6'0'0,"0"0"-1"0"0,0 0 0 0 0,-1 0 0 0 0,1 0 0 0 0,0 0 0 0 0,0 0 0 0 0,-1 0 1 0 0,1 0-1 0 0,0 0 0 0 0,0 0 0 0 0,-1 0 0 0 0,1 0 0 0 0,0 0 0 0 0,0 0 0 0 0,-1 0 1 0 0,1 0-1 0 0,0 0 0 0 0,0 0 0 0 0,-1 0 0 0 0,1 0 0 0 0,0 1 0 0 0,0-1 1 0 0,0 0-1 0 0,-1 0 0 0 0,1 0 0 0 0,0 0 0 0 0,0 0 0 0 0,0 1 0 0 0,0-1 0 0 0,-1 0 1 0 0,1 0-1 0 0,0 0 0 0 0,0 1 0 0 0,0-1 0 0 0,0 0 0 0 0,0 0 0 0 0,0 1 0 0 0,-1-1 1 0 0,1 0-1 0 0,0 0 0 0 0,0 1 0 0 0,0-1 0 0 0,-8 22 701 0 0,-5 24 832 0 0,7-12-772 0 0,1 1-1 0 0,1-1 1 0 0,3 1 0 0 0,0-1 0 0 0,7 52-1 0 0,39 172 2311 0 0,-8-68-2571 0 0,10 199-2843 0 0,-41-346-3187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2:58.1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44 6913 0 0,'-3'2'358'0'0,"1"-2"-109"0"0,0 1-1 0 0,-1 0 0 0 0,1 0 0 0 0,0 0 0 0 0,-1 0 0 0 0,1 1 0 0 0,0-1 0 0 0,0 1 1 0 0,0-1-1 0 0,0 1 0 0 0,-3 3 0 0 0,7-5-1 0 0,1 1 0 0 0,-1-1 1 0 0,0 1-1 0 0,0-1 0 0 0,0 0 0 0 0,1 0 0 0 0,-1 0 1 0 0,0 0-1 0 0,0 0 0 0 0,1-1 0 0 0,-1 1 1 0 0,0-1-1 0 0,0 1 0 0 0,3-2 0 0 0,1 1 315 0 0,300-41 4441 0 0,3 23-7739 0 0,-212 21-2788 0 0,-79-1 1215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2:58.5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1 1296 0 0,'0'0'0'0'0,"0"0"-1"0"0,0 1 0 0 0,0-1 1 0 0,0 0-1 0 0,0 0 1 0 0,0 0-1 0 0,0 0 0 0 0,0 0 1 0 0,-1 0-1 0 0,1 0 1 0 0,0 0-1 0 0,0 0 1 0 0,0 0-1 0 0,0 0 0 0 0,0 0 1 0 0,0 0-1 0 0,0 0 1 0 0,0 0-1 0 0,0 0 0 0 0,0 0 1 0 0,0 0-1 0 0,0 0 1 0 0,0 0-1 0 0,-1 0 0 0 0,1 0 1 0 0,0 0-1 0 0,0 0 1 0 0,0 0-1 0 0,0 0 0 0 0,0 0 1 0 0,0 0-1 0 0,0 0 1 0 0,0 0-1 0 0,0 0 0 0 0,0 0 1 0 0,0 0-1 0 0,0-1 1 0 0,0 1-1 0 0,0 0 0 0 0,0 0 1 0 0,0 0-1 0 0,-1 0 1 0 0,1 0-1 0 0,0 0 0 0 0,0 0 1 0 0,-11 9-61 0 0,-15 16-27 0 0,24-23 354 0 0,0 0-1 0 0,1 0 0 0 0,-1 1 1 0 0,0-1-1 0 0,1 0 1 0 0,-1 1-1 0 0,1-1 0 0 0,0 0 1 0 0,-2 5-1 0 0,3-7-212 0 0,0 0-1 0 0,0 0 1 0 0,0 1-1 0 0,0-1 1 0 0,0 0 0 0 0,0 0-1 0 0,0 0 1 0 0,0 1-1 0 0,0-1 1 0 0,0 0-1 0 0,0 0 1 0 0,1 0 0 0 0,-1 1-1 0 0,0-1 1 0 0,0 0-1 0 0,0 0 1 0 0,0 0-1 0 0,0 1 1 0 0,0-1 0 0 0,1 0-1 0 0,-1 0 1 0 0,0 0-1 0 0,0 0 1 0 0,0 0 0 0 0,0 1-1 0 0,1-1 1 0 0,-1 0-1 0 0,0 0 1 0 0,0 0-1 0 0,0 0 1 0 0,1 0 0 0 0,-1 0-1 0 0,0 0 1 0 0,0 0-1 0 0,1 0 1 0 0,-1 0-1 0 0,0 0 1 0 0,20-2 1219 0 0,38-14 4960 0 0,47-13-1690 0 0,-84 26-8569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2:58.8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2304 0 0,'6'4'11491'0'0,"-3"28"-8474"0"0,-2 39-2201 0 0,4 84-78 0 0,7-1 0 0 0,6 0 0 0 0,7-1 0 0 0,73 245 0 0 0,-66-295-365 0 0,30 117 161 0 0,-61-217-680 0 0,0 19-12 0 0,-1-21 14 0 0,0-1 0 0 0,0 1 0 0 0,0-1 0 0 0,-1 1 0 0 0,1-1 0 0 0,0 1 1 0 0,0-1-1 0 0,-1 1 0 0 0,1-1 0 0 0,0 0 0 0 0,-1 1 0 0 0,1-1 0 0 0,-1 1 1 0 0,1-1-1 0 0,0 0 0 0 0,-1 1 0 0 0,1-1 0 0 0,-1 0 0 0 0,1 0 0 0 0,-1 1 1 0 0,1-1-1 0 0,-1 0 0 0 0,0 0 0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2:59.2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99 38 3193 0 0,'-4'0'-83'0'0,"-48"15"1310"0"0,49-14-878 0 0,0 1 1 0 0,0-1 0 0 0,-1 1-1 0 0,1-1 1 0 0,1 1-1 0 0,-1 0 1 0 0,0 0 0 0 0,0 1-1 0 0,1-1 1 0 0,-1 0-1 0 0,1 1 1 0 0,0 0 0 0 0,-3 3-1 0 0,5-6-301 0 0,0 0 0 0 0,0 0 0 0 0,0 1 0 0 0,-1-1 0 0 0,1 0 0 0 0,0 0 0 0 0,0 1 0 0 0,0-1 0 0 0,0 0 0 0 0,0 1 0 0 0,0-1 0 0 0,0 0 0 0 0,0 1 0 0 0,0-1 0 0 0,0 0 0 0 0,0 1 0 0 0,0-1 0 0 0,0 0 0 0 0,0 1 0 0 0,0-1 0 0 0,0 0 0 0 0,0 1 0 0 0,0-1 0 0 0,0 0 0 0 0,1 0 0 0 0,-1 1 0 0 0,0-1 0 0 0,0 0 0 0 0,0 1 0 0 0,0-1 0 0 0,1 0 0 0 0,-1 0 0 0 0,0 0 0 0 0,1 1 0 0 0,13 4 770 0 0,16-3 224 0 0,33-9 1373 0 0,73-17 0 0 0,-58 8-1325 0 0,5 0-56 0 0,133-19 641 0 0,-186 33-1761 0 0,0 0 0 0 0,-1 3-1 0 0,1 0 1 0 0,0 2 0 0 0,40 9 0 0 0,-14 3-1375 0 0,-20-1-6249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2:59.5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 3913 0 0,'20'-8'7247'0'0,"27"1"-4810"0"0,-24 4-328 0 0,-20 3-2029 0 0,80-12 1694 0 0,-27 9-6329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2:59.9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3425 0 0,'21'8'11331'0'0,"-19"-5"-11109"0"0,0 1-1 0 0,0-1 1 0 0,0 1-1 0 0,0 0 0 0 0,-1 0 1 0 0,0-1-1 0 0,1 1 1 0 0,-2 0-1 0 0,1 0 0 0 0,0 0 1 0 0,-1 0-1 0 0,0 0 0 0 0,1 0 1 0 0,-2 1-1 0 0,0 6 1 0 0,10 235 1629 0 0,-2-156-1605 0 0,4 129 99 0 0,16 187 117 0 0,-15-306-141 0 0,4-1 1 0 0,30 102-1 0 0,1-5 265 0 0,-7-26-1464 0 0,-35-154 31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3:00.7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66 181 2304 0 0,'-5'1'362'0'0,"-1"0"0"0"0,1 0 0 0 0,0-1-1 0 0,0 0 1 0 0,0 0 0 0 0,-1 0-1 0 0,1 0 1 0 0,0-1 0 0 0,-10-2-1 0 0,15 3-333 0 0,0 0-1 0 0,-1 0 1 0 0,1 0 0 0 0,0-1-1 0 0,0 1 1 0 0,0 0-1 0 0,0 0 1 0 0,-1 0-1 0 0,1 0 1 0 0,0 0-1 0 0,0 0 1 0 0,0-1 0 0 0,0 1-1 0 0,-1 0 1 0 0,1 0-1 0 0,0 0 1 0 0,0 0-1 0 0,0-1 1 0 0,0 1 0 0 0,0 0-1 0 0,0 0 1 0 0,0 0-1 0 0,0 0 1 0 0,0-1-1 0 0,0 1 1 0 0,-1 0 0 0 0,1 0-1 0 0,0 0 1 0 0,0-1-1 0 0,0 1 1 0 0,0 0-1 0 0,0 0 1 0 0,0-1-1 0 0,0 1 1 0 0,1 0 0 0 0,-1 0-1 0 0,0 0 1 0 0,0-1-1 0 0,0 1 1 0 0,0 0-1 0 0,9-8 571 0 0,11-3-103 0 0,34-4 734 0 0,0 3 0 0 0,1 1 0 0 0,79-3 0 0 0,-117 12-1009 0 0,428-28 2871 0 0,135-15-2874 0 0,-540 40-375 0 0,28-3 143 0 0,-23-3-3387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3:00.9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71 41 5985 0 0,'-3'1'230'0'0,"0"-1"0"0"0,0 1 0 0 0,-1-1 0 0 0,1 1 0 0 0,0 0 0 0 0,0 0 1 0 0,0 1-1 0 0,0-1 0 0 0,0 1 0 0 0,0-1 0 0 0,0 1 0 0 0,1 0 0 0 0,-1 0 0 0 0,1 0 0 0 0,-1 0 0 0 0,1 1 0 0 0,0-1 0 0 0,0 1 0 0 0,0-1 0 0 0,0 1 0 0 0,0 0 0 0 0,0 0 0 0 0,1-1 0 0 0,-1 1 0 0 0,-1 6 0 0 0,2-7-215 0 0,1 1 1 0 0,-1-1-1 0 0,0 0 0 0 0,1 0 0 0 0,0 1 0 0 0,-1-1 1 0 0,1 0-1 0 0,0 1 0 0 0,0-1 0 0 0,0 0 0 0 0,1 0 1 0 0,-1 1-1 0 0,0-1 0 0 0,1 0 0 0 0,0 0 0 0 0,-1 1 1 0 0,1-1-1 0 0,0 0 0 0 0,0 0 0 0 0,0 0 1 0 0,0 0-1 0 0,1 0 0 0 0,-1 0 0 0 0,0 0 0 0 0,1-1 1 0 0,0 1-1 0 0,-1 0 0 0 0,1-1 0 0 0,0 0 0 0 0,0 1 1 0 0,0-1-1 0 0,-1 0 0 0 0,2 0 0 0 0,-1 0 0 0 0,0 0 1 0 0,0 0-1 0 0,4 1 0 0 0,1 0 159 0 0,0-1 0 0 0,0 0 0 0 0,1 0 1 0 0,-1 0-1 0 0,1-1 0 0 0,-1 0 0 0 0,1 0 0 0 0,-1-1 0 0 0,0 0 0 0 0,1-1 1 0 0,-1 1-1 0 0,0-1 0 0 0,0-1 0 0 0,12-5 0 0 0,-15 6-3 0 0,0 0 0 0 0,0 0 1 0 0,0 0-1 0 0,-1-1 0 0 0,1 1 0 0 0,-1-1 0 0 0,1 0 1 0 0,-1 0-1 0 0,0 0 0 0 0,0 0 0 0 0,0-1 0 0 0,-1 1 0 0 0,1-1 1 0 0,-1 0-1 0 0,0 0 0 0 0,0 0 0 0 0,0 0 0 0 0,0 0 1 0 0,-1 0-1 0 0,0-1 0 0 0,0 1 0 0 0,0 0 0 0 0,0-1 0 0 0,-1 1 1 0 0,1-8-1 0 0,-1 10-113 0 0,0-1 0 0 0,-1 1 0 0 0,1-1 0 0 0,-1 1 0 0 0,1-1 0 0 0,-1 1 0 0 0,0-1 0 0 0,0 1 0 0 0,0 0 1 0 0,0 0-1 0 0,0-1 0 0 0,0 1 0 0 0,-1 0 0 0 0,1 0 0 0 0,-1 0 0 0 0,1 0 0 0 0,-1 0 0 0 0,0 1 0 0 0,0-1 0 0 0,0 0 0 0 0,0 1 0 0 0,0 0 0 0 0,0-1 0 0 0,-3 0 0 0 0,2 1-557 0 0,0 0 0 0 0,0 0 0 0 0,0 0 0 0 0,0 0-1 0 0,0 1 1 0 0,0 0 0 0 0,0-1 0 0 0,0 1-1 0 0,0 0 1 0 0,0 1 0 0 0,0-1 0 0 0,-5 2-1 0 0,-11 4-5762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3:01.7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 5529 0 0,'2'1'313'0'0,"-1"0"1"0"0,1-1-1 0 0,-1 1 0 0 0,1 0 1 0 0,0 0-1 0 0,-1-1 0 0 0,1 1 1 0 0,0-1-1 0 0,0 1 0 0 0,-1-1 0 0 0,1 0 1 0 0,0 0-1 0 0,0 0 0 0 0,-1 0 1 0 0,4 0-1 0 0,36-5 2215 0 0,-16 1-947 0 0,62 2 1227 0 0,126 11 0 0 0,-69 1-2188 0 0,-41-4-570 0 0,0 6 0 0 0,164 38-1 0 0,-226-39-154 0 0,1-3-1 0 0,55 5 0 0 0,-84-12 72 0 0,-1-1 1 0 0,1 0-1 0 0,-1-1 1 0 0,1 0-1 0 0,0-1 1 0 0,-1 0-1 0 0,0-1 1 0 0,0-1-1 0 0,0 0 1 0 0,0 0-1 0 0,0-1 1 0 0,14-9-1 0 0,-23 12-64 0 0,1-1 0 0 0,-1 1 0 0 0,0-1 0 0 0,0 0 0 0 0,0 0 0 0 0,0 0 0 0 0,-1 0 0 0 0,1 0 0 0 0,-1-1 0 0 0,0 1 0 0 0,0-1 0 0 0,2-4 0 0 0,1-10-771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3:02.1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82 1376 0 0,'-1'0'391'0'0,"0"0"1"0"0,0 0-1 0 0,0 0 0 0 0,-1 1 0 0 0,1-1 0 0 0,0 0 0 0 0,0 1 1 0 0,0-1-1 0 0,0 1 0 0 0,0-1 0 0 0,0 1 0 0 0,0-1 0 0 0,-5 5 1956 0 0,5-4-1955 0 0,1 0-1 0 0,-1 0 0 0 0,0 0 0 0 0,1 0 0 0 0,-1 0 0 0 0,1 0 1 0 0,-1 0-1 0 0,1 0 0 0 0,-1 0 0 0 0,1 1 0 0 0,0-1 0 0 0,-1 0 1 0 0,1 0-1 0 0,0 0 0 0 0,0 2 0 0 0,1 15 1170 0 0,0-10-1219 0 0,1 1-90 0 0,0 0-1 0 0,0 0 1 0 0,0 0-1 0 0,1-1 1 0 0,6 12-1 0 0,-9-19-232 0 0,1 1 0 0 0,0-1-1 0 0,0 0 1 0 0,0 0-1 0 0,0 1 1 0 0,0-1-1 0 0,0 0 1 0 0,0 0 0 0 0,0 0-1 0 0,0 0 1 0 0,1 0-1 0 0,-1 0 1 0 0,0 0 0 0 0,1 0-1 0 0,-1-1 1 0 0,0 1-1 0 0,1 0 1 0 0,-1-1-1 0 0,1 1 1 0 0,-1-1 0 0 0,1 0-1 0 0,0 0 1 0 0,-1 1-1 0 0,1-1 1 0 0,-1 0 0 0 0,1 0-1 0 0,-1 0 1 0 0,1 0-1 0 0,0-1 1 0 0,-1 1-1 0 0,1 0 1 0 0,-1-1 0 0 0,1 1-1 0 0,-1-1 1 0 0,1 1-1 0 0,-1-1 1 0 0,0 0 0 0 0,2-1-1 0 0,5-2 50 0 0,-1-1 0 0 0,0-1 1 0 0,0 0-1 0 0,-1 1 0 0 0,0-2 0 0 0,0 1 0 0 0,0-1 1 0 0,-1 0-1 0 0,0 0 0 0 0,0-1 0 0 0,0 1 0 0 0,4-12 1 0 0,-7 14-44 0 0,0 0-1 0 0,-1 1 1 0 0,1-1 0 0 0,-1 0 0 0 0,0 0 0 0 0,0 0 0 0 0,-1 0-1 0 0,0 0 1 0 0,1 0 0 0 0,-2-8 0 0 0,0 10-19 0 0,1 1 0 0 0,-1-1 0 0 0,0 0 0 0 0,0 0 0 0 0,0 1 0 0 0,0-1 0 0 0,-1 0 0 0 0,1 1 0 0 0,-1-1 0 0 0,0 1 0 0 0,1 0 0 0 0,-1 0 0 0 0,0-1 0 0 0,0 1 0 0 0,0 0 0 0 0,-1 0 0 0 0,1 1 0 0 0,0-1 0 0 0,-4-1 0 0 0,2 1 31 0 0,0 0-1 0 0,0 1 0 0 0,0 0 0 0 0,0 0 1 0 0,-1 0-1 0 0,1 0 0 0 0,0 1 1 0 0,0-1-1 0 0,-1 1 0 0 0,1 0 0 0 0,-1 0 1 0 0,1 1-1 0 0,0-1 0 0 0,-6 3 0 0 0,7-3-51 0 0,1 0-1 0 0,0 1 0 0 0,-1 0 1 0 0,1 0-1 0 0,-1 0 0 0 0,1 0 1 0 0,0 0-1 0 0,0 0 0 0 0,-1 0 0 0 0,1 1 1 0 0,0-1-1 0 0,0 1 0 0 0,0-1 1 0 0,1 1-1 0 0,-1 0 0 0 0,0 0 1 0 0,1 0-1 0 0,-1 0 0 0 0,1 0 1 0 0,-1 0-1 0 0,1 0 0 0 0,0 1 0 0 0,0-1 1 0 0,0 0-1 0 0,-1 5 0 0 0,3-6 18 0 0,-1 1 1 0 0,0 0-1 0 0,1-1 0 0 0,-1 1 0 0 0,1-1 0 0 0,-1 1 0 0 0,1-1 0 0 0,0 1 0 0 0,-1-1 0 0 0,1 0 0 0 0,0 1 0 0 0,0-1 0 0 0,0 0 0 0 0,0 1 0 0 0,0-1 0 0 0,1 0 1 0 0,-1 0-1 0 0,0 0 0 0 0,0 0 0 0 0,1 0 0 0 0,-1 0 0 0 0,1-1 0 0 0,-1 1 0 0 0,0 0 0 0 0,1-1 0 0 0,0 1 0 0 0,-1-1 0 0 0,3 1 0 0 0,3 1 97 0 0,1 0-1 0 0,-1 0 1 0 0,0 0-1 0 0,15 0 1 0 0,-21-2-176 0 0,1 0 0 0 0,-1 0 0 0 0,0 0 1 0 0,1 0-1 0 0,-1 0 0 0 0,1 0 1 0 0,-1 0-1 0 0,1-1 0 0 0,-1 1 0 0 0,1-1 1 0 0,-1 1-1 0 0,1-1 0 0 0,-1 1 1 0 0,0-1-1 0 0,1 0 0 0 0,-1 1 0 0 0,0-1 1 0 0,0 0-1 0 0,0 0 0 0 0,0 0 1 0 0,1 0-1 0 0,-1 0 0 0 0,-1 0 0 0 0,3-2 1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3:07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12 1840 0 0,'-7'-3'593'0'0,"-1"1"1"0"0,1 0-1 0 0,0 1 0 0 0,-1 0 0 0 0,1 0 0 0 0,-1 0 0 0 0,1 1 0 0 0,-1 0 0 0 0,1 1 0 0 0,-1-1 1 0 0,1 1-1 0 0,-1 1 0 0 0,1 0 0 0 0,-9 3 0 0 0,15-2 719 0 0,9-1-667 0 0,13 1-20 0 0,-19-2-358 0 0,63 7 925 0 0,0 3 1 0 0,-1 3-1 0 0,73 25 1 0 0,-123-33-1271 0 0,-1 0-1 0 0,0 0 1 0 0,0 1 0 0 0,0 1-1 0 0,-1 0 1 0 0,0 1 0 0 0,-1 0-1 0 0,0 1 1 0 0,-1 0 0 0 0,0 1-1 0 0,0 0 1 0 0,-1 1 0 0 0,8 13-1 0 0,-4-3-44 0 0,-1 2 0 0 0,-1-1-1 0 0,-1 1 1 0 0,-1 1-1 0 0,-1 0 1 0 0,7 38 0 0 0,-4-15 378 0 0,8 51 1003 0 0,-18-89-1007 0 0,-1 0 1 0 0,1 0-1 0 0,-1 0 1 0 0,-1-1-1 0 0,0 1 0 0 0,-1 0 1 0 0,-4 18-1 0 0,6-27-294 0 0,-1 0 0 0 0,1 0 0 0 0,0 0 0 0 0,-1 0 0 0 0,1 0 0 0 0,-1 0 0 0 0,0 0 0 0 0,1 0 0 0 0,-1 0 0 0 0,0 0 0 0 0,1 0 0 0 0,-1 0 0 0 0,0 0 0 0 0,0-1 1 0 0,0 1-1 0 0,0 0 0 0 0,0-1 0 0 0,0 1 0 0 0,0 0 0 0 0,0-1 0 0 0,0 1 0 0 0,0-1 0 0 0,0 0 0 0 0,0 1 0 0 0,-2-1 0 0 0,0 0-964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3:08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8 5065 0 0,'19'-3'4254'0'0,"-15"2"-3886"0"0,0 0-1 0 0,0 0 1 0 0,0 0 0 0 0,0 1-1 0 0,0 0 1 0 0,0 0 0 0 0,0 0-1 0 0,5 1 1 0 0,-3 0-1 0 0,0 1 0 0 0,1-1 0 0 0,-1 2-1 0 0,0-1 1 0 0,0 0 0 0 0,0 1 0 0 0,0 0 0 0 0,-1 1-1 0 0,1-1 1 0 0,-1 1 0 0 0,0 0 0 0 0,0 1 0 0 0,0-1 0 0 0,-1 1-1 0 0,7 8 1 0 0,-6-5-237 0 0,-1-1 1 0 0,0 1-1 0 0,0 0 0 0 0,-1 0 0 0 0,0 0 1 0 0,0 1-1 0 0,-1-1 0 0 0,0 1 0 0 0,-1-1 0 0 0,1 14 1 0 0,-2 3-239 0 0,-1 0 1 0 0,-1 0 0 0 0,-1 0 0 0 0,-1-1 0 0 0,-1 1-1 0 0,-2-1 1 0 0,-11 29 0 0 0,6-22 321 0 0,-3-1-1 0 0,0 0 1 0 0,-1-2-1 0 0,-2 0 1 0 0,-1-1-1 0 0,-2 0 1 0 0,0-2-1 0 0,-37 34 1 0 0,56-57-295 0 0,-21 18-108 0 0,7-14-3190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3:09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62 6481 0 0,'-3'-20'3126'0'0,"2"17"-2638"0"0,0 1-1 0 0,1 0 0 0 0,-1 0 1 0 0,1-1-1 0 0,-1 1 0 0 0,1 0 1 0 0,0 0-1 0 0,0-1 0 0 0,0 1 1 0 0,0 0-1 0 0,0-1 0 0 0,1 1 1 0 0,-1 0-1 0 0,1-1 0 0 0,-1 1 1 0 0,2-3-1 0 0,0 6-182 0 0,-1-1-1 0 0,1 1 1 0 0,-1 0 0 0 0,1 0-1 0 0,-1 0 1 0 0,1 0 0 0 0,-1 0-1 0 0,0 0 1 0 0,1 0 0 0 0,-1 1-1 0 0,1 1 2 0 0,0 0-291 0 0,0 0 1 0 0,-1 0 0 0 0,0 0-1 0 0,1 1 1 0 0,-1-1 0 0 0,0 0-1 0 0,-1 1 1 0 0,1-1-1 0 0,-1 1 1 0 0,1-1 0 0 0,-1 1-1 0 0,-1 6 1 0 0,2 8 15 0 0,9 59-817 0 0,-3 2 0 0 0,-5 86 0 0 0,-2-150-1185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3:10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6913 0 0,'-11'1'5146'0'0,"22"17"-5178"0"0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3:10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52 456 0 0,'1'-2'348'0'0,"-1"0"-1"0"0,1 1 1 0 0,0-1-1 0 0,-1 1 1 0 0,1-1-1 0 0,0 1 1 0 0,0 0-1 0 0,0-1 1 0 0,0 1-1 0 0,0 0 1 0 0,1 0 0 0 0,-1-1-1 0 0,0 1 1 0 0,1 0-1 0 0,-1 0 1 0 0,0 1-1 0 0,1-1 1 0 0,-1 0-1 0 0,1 0 1 0 0,-1 1-1 0 0,1-1 1 0 0,0 1-1 0 0,2-1 1 0 0,47-13 5360 0 0,-44 13-4534 0 0,51-6 2087 0 0,-27 4-9938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3:10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0 1376 0 0,'-6'6'241'0'0,"1"-1"1"0"0,0 1-1 0 0,0 0 0 0 0,1 1 0 0 0,-1-1 0 0 0,2 1 0 0 0,-1 0 0 0 0,1 0 0 0 0,-4 10 1 0 0,6-14 74 0 0,0 0 0 0 0,1 0 1 0 0,-1 0-1 0 0,1 0 1 0 0,0 0-1 0 0,-1 1 1 0 0,2-1-1 0 0,-1 0 1 0 0,0 0-1 0 0,1 0 0 0 0,-1 0 1 0 0,1 0-1 0 0,0 0 1 0 0,0 0-1 0 0,0 0 1 0 0,0 0-1 0 0,1 0 0 0 0,-1 0 1 0 0,1 0-1 0 0,0-1 1 0 0,-1 1-1 0 0,1-1 1 0 0,0 1-1 0 0,5 3 1 0 0,-1 0 173 0 0,3 1 266 0 0,0 1 0 0 0,-1 0 0 0 0,-1 1 0 0 0,1-1 0 0 0,9 16 0 0 0,-15-20-660 0 0,-1 0 1 0 0,1-1 0 0 0,-1 1-1 0 0,0 0 1 0 0,0 0-1 0 0,0 0 1 0 0,0 0 0 0 0,-1 0-1 0 0,0 0 1 0 0,1 0 0 0 0,-2 0-1 0 0,1 0 1 0 0,0 0 0 0 0,-1 0-1 0 0,0 0 1 0 0,1 0-1 0 0,-2 0 1 0 0,1-1 0 0 0,-4 8-1 0 0,2-4-51 0 0,0 0-1 0 0,-1-1 0 0 0,0 1 0 0 0,0-1 0 0 0,0 0 0 0 0,-9 9 1 0 0,-9 2-5282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3:12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36 5529 0 0,'-2'1'223'0'0,"1"-1"-1"0"0,-1 1 1 0 0,0 0-1 0 0,1-1 1 0 0,-1 1-1 0 0,1 0 1 0 0,-1 0-1 0 0,1 0 1 0 0,-1 0-1 0 0,1 0 1 0 0,0 0-1 0 0,-1 0 1 0 0,1 1-1 0 0,0-1 1 0 0,0 0-1 0 0,0 1 1 0 0,0-1-1 0 0,0 1 1 0 0,0-1-1 0 0,0 1 1 0 0,0 1-1 0 0,-1 0-79 0 0,1-1 1 0 0,0 0-1 0 0,0 0 1 0 0,0 1-1 0 0,1-1 1 0 0,-1 0-1 0 0,1 1 0 0 0,-1-1 1 0 0,1 0-1 0 0,0 1 1 0 0,0-1-1 0 0,0 1 0 0 0,0-1 1 0 0,0 1-1 0 0,1 2 1 0 0,1-1 22 0 0,0-1 0 0 0,0 1 1 0 0,0 0-1 0 0,1-1 1 0 0,0 0-1 0 0,0 1 0 0 0,0-1 1 0 0,0 0-1 0 0,4 2 1 0 0,-7-4-167 0 0,1 0 1 0 0,0 0-1 0 0,0-1 1 0 0,0 1 0 0 0,0 0-1 0 0,0-1 1 0 0,0 1-1 0 0,0 0 1 0 0,0-1 0 0 0,0 0-1 0 0,0 1 1 0 0,0-1 0 0 0,0 0-1 0 0,0 1 1 0 0,0-1-1 0 0,0 0 1 0 0,0 0 0 0 0,0 0-1 0 0,0 0 1 0 0,1 0-1 0 0,-1 0 1 0 0,0 0 0 0 0,0 0-1 0 0,0 0 1 0 0,0-1-1 0 0,0 1 1 0 0,0 0 0 0 0,0-1-1 0 0,0 1 1 0 0,0-1-1 0 0,0 1 1 0 0,0-1 0 0 0,0 0-1 0 0,0 1 1 0 0,0-1 0 0 0,0 0-1 0 0,1-1 1 0 0,3-5 43 0 0,-1-1 1 0 0,1-1 0 0 0,-1 1 0 0 0,-1-1-1 0 0,1 1 1 0 0,-2-1 0 0 0,4-13-1 0 0,-6 20-50 0 0,1-1 0 0 0,-1 0-1 0 0,0 0 1 0 0,0 0-1 0 0,0 1 1 0 0,0-1 0 0 0,0 0-1 0 0,-1 0 1 0 0,1 0-1 0 0,-1 1 1 0 0,1-1-1 0 0,-3-4 1 0 0,2 5 9 0 0,0 1 1 0 0,0 0-1 0 0,0-1 1 0 0,0 1-1 0 0,-1 0 1 0 0,1 0-1 0 0,0 0 1 0 0,0 0-1 0 0,-1 0 1 0 0,1 0-1 0 0,-1 0 1 0 0,1 0-1 0 0,-1 1 1 0 0,1-1-1 0 0,-1 1 0 0 0,1-1 1 0 0,-1 1-1 0 0,1-1 1 0 0,-1 1-1 0 0,0 0 1 0 0,1 0-1 0 0,-1 0 1 0 0,-3 0-1 0 0,4 0 5 0 0,-1 0 1 0 0,1 1-1 0 0,-1-1 0 0 0,0 0 1 0 0,1 1-1 0 0,-1-1 1 0 0,1 1-1 0 0,-1 0 0 0 0,1-1 1 0 0,0 1-1 0 0,-1 0 0 0 0,1 0 1 0 0,0 0-1 0 0,-1 0 0 0 0,1 0 1 0 0,0 0-1 0 0,0 0 0 0 0,0 0 1 0 0,0 1-1 0 0,0-1 0 0 0,0 0 1 0 0,0 1-1 0 0,0-1 0 0 0,1 1 1 0 0,-1-1-1 0 0,1 1 0 0 0,-1-1 1 0 0,1 1-1 0 0,-1-1 0 0 0,1 1 1 0 0,0-1-1 0 0,0 1 0 0 0,-1 0 1 0 0,1-1-1 0 0,0 1 0 0 0,1 0 1 0 0,-1-1-1 0 0,0 1 0 0 0,0-1 1 0 0,1 1-1 0 0,0 2 0 0 0,0-2-7 0 0,-1-1-1 0 0,0 1 0 0 0,1 0 0 0 0,0-1 0 0 0,-1 1 1 0 0,1-1-1 0 0,0 1 0 0 0,0-1 0 0 0,0 1 0 0 0,0-1 1 0 0,0 1-1 0 0,0-1 0 0 0,0 0 0 0 0,0 0 0 0 0,0 0 1 0 0,3 2-1 0 0,-4-3 12 0 0,1 1 0 0 0,0-1 0 0 0,0 0 1 0 0,0 1-1 0 0,0-1 0 0 0,0 0 1 0 0,0 0-1 0 0,0 0 0 0 0,0 0 0 0 0,0 0 1 0 0,0 0-1 0 0,0 0 0 0 0,0 0 0 0 0,0 0 1 0 0,0-1-1 0 0,0 1 0 0 0,0 0 0 0 0,0-1 1 0 0,0 1-1 0 0,0-1 0 0 0,0 1 1 0 0,0-1-1 0 0,0 1 0 0 0,0-1 0 0 0,-1 1 1 0 0,1-1-1 0 0,0 0 0 0 0,-1 1 0 0 0,2-3 1 0 0,-1 3 35 0 0,0-1 1 0 0,-1 1 0 0 0,1-1-1 0 0,-1 0 1 0 0,1 1 0 0 0,-1-1-1 0 0,0 1 1 0 0,1-1 0 0 0,-1 0-1 0 0,0 0 1 0 0,1 1 0 0 0,-1-1-1 0 0,0 0 1 0 0,0 0 0 0 0,1 1-1 0 0,-1-1 1 0 0,0 0 0 0 0,0 0-1 0 0,0 1 1 0 0,0-1 0 0 0,0 0-1 0 0,0 0 1 0 0,0 1 0 0 0,0-1-1 0 0,-1 0 1 0 0,1 0 0 0 0,0 1-1 0 0,-1-2 1 0 0,0 0 9 0 0,0 0 1 0 0,-1 0-1 0 0,1 0 1 0 0,0 1-1 0 0,-1-1 0 0 0,0 0 1 0 0,1 1-1 0 0,-1-1 1 0 0,0 1-1 0 0,-2-2 1 0 0,-1 1-120 0 0,0-1 1 0 0,1 0 0 0 0,-1 1-1 0 0,0 0 1 0 0,0 0 0 0 0,-1 1-1 0 0,1 0 1 0 0,-7-2 0 0 0,11 3 35 0 0,-1 0 1 0 0,1 1 0 0 0,-1-1 0 0 0,1 0 0 0 0,0 0 0 0 0,-1 1-1 0 0,1-1 1 0 0,0 0 0 0 0,0 1 0 0 0,-1 0 0 0 0,1-1 0 0 0,0 1-1 0 0,0 0 1 0 0,0-1 0 0 0,0 1 0 0 0,0 0 0 0 0,0 0 0 0 0,0 0-1 0 0,0 0 1 0 0,0 0 0 0 0,0 0 0 0 0,0 0 0 0 0,0 0 0 0 0,1 0-1 0 0,-1 1 1 0 0,1-1 0 0 0,-1 0 0 0 0,1 0 0 0 0,-1 1-1 0 0,1-1 1 0 0,0 0 0 0 0,-1 1 0 0 0,1-1 0 0 0,0 0 0 0 0,0 3-1 0 0,0-3 34 0 0,0 0-1 0 0,0 1 1 0 0,0-1-1 0 0,0 0 1 0 0,1 0-1 0 0,-1 0 1 0 0,0 0-1 0 0,1 0 1 0 0,-1 0-1 0 0,1 1 1 0 0,-1-1-1 0 0,1 0 1 0 0,-1 0-1 0 0,1-1 1 0 0,0 1-1 0 0,-1 0 1 0 0,1 0-1 0 0,0 0 1 0 0,0 0-1 0 0,0-1 1 0 0,0 1-1 0 0,0 0 1 0 0,0 0-1 0 0,0-1 1 0 0,0 1-1 0 0,0-1 0 0 0,0 1 1 0 0,0-1-1 0 0,0 0 1 0 0,0 1-1 0 0,0-1 1 0 0,0 0-1 0 0,0 0 1 0 0,1 0-1 0 0,-1 0 1 0 0,0 0-1 0 0,0 0 1 0 0,0 0-1 0 0,0 0 1 0 0,1 0-1 0 0,-1 0 1 0 0,1-1-1 0 0,1 0 159 0 0,0 0-1 0 0,0 0 1 0 0,0 0-1 0 0,0-1 0 0 0,0 1 1 0 0,-1-1-1 0 0,1 0 1 0 0,-1 0-1 0 0,3-2 1 0 0,-4 4-139 0 0,-1 0 0 0 0,1-1 0 0 0,-1 1 0 0 0,1-1 0 0 0,-1 1 0 0 0,1 0 0 0 0,-1-1 0 0 0,0 1 0 0 0,1-1 0 0 0,-1 1 0 0 0,0-1 0 0 0,1 1 0 0 0,-1-1 0 0 0,0 0 1 0 0,1 1-1 0 0,-1-1 0 0 0,0 1 0 0 0,0-1 0 0 0,0 0 0 0 0,0 1 0 0 0,0-1 0 0 0,0 1 0 0 0,0-1 0 0 0,0 0 0 0 0,0 1 0 0 0,0-1 0 0 0,0 1 0 0 0,0-1 0 0 0,0 0 0 0 0,0 1 0 0 0,0-1 0 0 0,-1 1 0 0 0,1-1 1 0 0,0 1-1 0 0,0-1 0 0 0,-1 1 0 0 0,1-1 0 0 0,0 0 0 0 0,-1 1 0 0 0,1 0 0 0 0,-1-1 0 0 0,1 1 0 0 0,-1-1 0 0 0,1 1 0 0 0,-1 0 0 0 0,1-1 0 0 0,-1 1 0 0 0,1 0 0 0 0,-1-1 0 0 0,1 1 0 0 0,-1 0 1 0 0,0-1-1 0 0,0 1-95 0 0,1 0 0 0 0,-1 0 0 0 0,1 0 1 0 0,-1-1-1 0 0,1 1 0 0 0,-1 0 0 0 0,1 0 1 0 0,-1 0-1 0 0,1 0 0 0 0,-1 0 0 0 0,1 0 1 0 0,-1 0-1 0 0,1 0 0 0 0,-1 0 0 0 0,1 0 1 0 0,-1 1-1 0 0,1-1 0 0 0,-1 0 1 0 0,1 0-1 0 0,-1 0 0 0 0,1 1 0 0 0,-1-1 1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3:16.9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108 0 7370 0 0,'-5'43'3154'0'0,"4"-37"-2821"0"0,-1 0 1 0 0,1 1-1 0 0,1-1 1 0 0,-1 1-1 0 0,1-1 1 0 0,0 1-1 0 0,1-1 1 0 0,0 0-1 0 0,1 9 1 0 0,-2-14-301 0 0,1 0 0 0 0,-1-1 0 0 0,0 1 0 0 0,0-1 0 0 0,0 1 0 0 0,0-1 0 0 0,0 1 0 0 0,0-1 0 0 0,1 1-1 0 0,-1-1 1 0 0,0 1 0 0 0,0-1 0 0 0,1 1 0 0 0,-1-1 0 0 0,0 1 0 0 0,1-1 0 0 0,-1 0 0 0 0,1 1 0 0 0,-1-1 0 0 0,0 0 0 0 0,1 1 0 0 0,-1-1 0 0 0,1 0 0 0 0,-1 1 0 0 0,1-1 0 0 0,-1 0 0 0 0,1 0 0 0 0,-1 0 0 0 0,1 1 0 0 0,-1-1-1 0 0,1 0 1 0 0,-1 0 0 0 0,1 0 0 0 0,-1 0 0 0 0,1 0 0 0 0,0 0 0 0 0,-1 0 0 0 0,1 0 0 0 0,-1 0 0 0 0,1 0 0 0 0,-1 0 0 0 0,1 0 0 0 0,-1-1 0 0 0,1 1 0 0 0,-1 0 0 0 0,1 0 0 0 0,-1-1 0 0 0,1 1 0 0 0,-1 0 0 0 0,1 0 0 0 0,-1-1-1 0 0,1 1 1 0 0,-1-1 0 0 0,0 1 0 0 0,1 0 0 0 0,-1-1 0 0 0,0 1 0 0 0,1-1 0 0 0,-1 0 0 0 0,2-1-28 0 0,-1 0 0 0 0,1 1-1 0 0,-1-1 1 0 0,0 0 0 0 0,0 0-1 0 0,0 0 1 0 0,0-1 0 0 0,0 1 0 0 0,0 0-1 0 0,0 0 1 0 0,-1 0 0 0 0,1-1-1 0 0,-1-3 1 0 0,0 3-62 0 0,0 0 0 0 0,0 0 0 0 0,-1 1 0 0 0,1-1 0 0 0,-1 0 1 0 0,0 1-1 0 0,0-1 0 0 0,0 1 0 0 0,0-1 0 0 0,0 1 0 0 0,-1-1 0 0 0,1 1 0 0 0,-1 0 0 0 0,1 0 0 0 0,-1-1 0 0 0,0 1 0 0 0,0 0 1 0 0,0 1-1 0 0,0-1 0 0 0,0 0 0 0 0,0 0 0 0 0,-1 1 0 0 0,1 0 0 0 0,0-1 0 0 0,-1 1 0 0 0,1 0 0 0 0,-6-1 0 0 0,5 1-1 0 0,0 1-1 0 0,0 0 1 0 0,0 0-1 0 0,0 0 0 0 0,0 0 1 0 0,0 0-1 0 0,0 1 0 0 0,0-1 1 0 0,0 1-1 0 0,0 0 1 0 0,0 0-1 0 0,1 0 0 0 0,-1 0 1 0 0,0 1-1 0 0,0-1 0 0 0,1 1 1 0 0,-1-1-1 0 0,1 1 0 0 0,-1 0 1 0 0,1 0-1 0 0,0 0 1 0 0,0 0-1 0 0,0 1 0 0 0,-3 3 1 0 0,2-2 64 0 0,0 1 0 0 0,1-1 0 0 0,-1 1 1 0 0,1-1-1 0 0,0 1 0 0 0,0 0 0 0 0,1-1 1 0 0,0 1-1 0 0,-2 8 0 0 0,3-12-2 0 0,0 0 1 0 0,0 0-1 0 0,0 0 0 0 0,0 0 1 0 0,0 0-1 0 0,0 0 0 0 0,0 0 1 0 0,1 0-1 0 0,-1 0 0 0 0,0 1 0 0 0,1-1 1 0 0,-1 0-1 0 0,1 0 0 0 0,-1 0 1 0 0,1 0-1 0 0,-1-1 0 0 0,1 1 1 0 0,0 0-1 0 0,0 1 0 0 0,1-1 4 0 0,-1 0-1 0 0,0 0 0 0 0,1-1 0 0 0,-1 1 0 0 0,1-1 1 0 0,-1 1-1 0 0,1-1 0 0 0,-1 1 0 0 0,1-1 1 0 0,0 0-1 0 0,-1 0 0 0 0,1 0 0 0 0,-1 0 1 0 0,1 0-1 0 0,0 0 0 0 0,-1 0 0 0 0,4-1 0 0 0,30-7 1491 0 0,-33 7-1407 0 0,0 0 0 0 0,0 1 0 0 0,0-1 0 0 0,0 0 0 0 0,0 0 0 0 0,0 0 0 0 0,0 0 0 0 0,0 0 1 0 0,-1-1-1 0 0,1 1 0 0 0,0-1 0 0 0,-1 1 0 0 0,1-1 0 0 0,1-2 0 0 0,-3 3-114 0 0,1 0 1 0 0,-1 0 0 0 0,0 0-1 0 0,0 0 1 0 0,0 1 0 0 0,0-1-1 0 0,0 0 1 0 0,0 0 0 0 0,0 0-1 0 0,-1 0 1 0 0,1 0 0 0 0,0 1-1 0 0,0-1 1 0 0,-1 0 0 0 0,1 0-1 0 0,0 0 1 0 0,-1 1 0 0 0,1-1-1 0 0,-1 0 1 0 0,1 1 0 0 0,-1-1-1 0 0,1 0 1 0 0,-1 1-1 0 0,0-1 1 0 0,1 0 0 0 0,-1 1-1 0 0,0-1 1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3:17.4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573 0 2304 0 0,'-11'3'8163'0'0,"11"-2"-7973"0"0,-24 20 2918 0 0,-25 29-1271 0 0,-24 29-1366 0 0,-77 88 452 0 0,128-139-967 0 0,2 1 0 0 0,2 0 0 0 0,0 2 1 0 0,2 0-1 0 0,2 1 0 0 0,-19 56 0 0 0,-41 213-376 0 0,58-222 384 0 0,4-24-64 0 0,3 0 1 0 0,2 0 0 0 0,1 80-1 0 0,7-107 80 0 0,1 1 0 0 0,1-1 1 0 0,2 0-1 0 0,1-1 0 0 0,1 1 0 0 0,1-1 0 0 0,2 0 1 0 0,21 42-1 0 0,35 44 655 0 0,-56-99-366 0 0,0 0-1 0 0,1-1 1 0 0,0 0 0 0 0,1-1-1 0 0,22 18 1 0 0,-16-20-493 0 0,-9-9-2692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3:19.0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134 1 2304 0 0,'-4'-1'630'0'0,"0"1"-1"0"0,0 1 0 0 0,0-1 0 0 0,0 1 0 0 0,0-1 0 0 0,1 1 0 0 0,-1 0 1 0 0,0 0-1 0 0,0 1 0 0 0,1-1 0 0 0,-1 1 0 0 0,1 0 0 0 0,-1 0 0 0 0,-5 4 0 0 0,5-2-237 0 0,1 0-1 0 0,0 0 0 0 0,-1 0 0 0 0,2 0 0 0 0,-1 0 0 0 0,0 1 1 0 0,1-1-1 0 0,0 1 0 0 0,0 0 0 0 0,0-1 0 0 0,-1 8 1 0 0,-6 20 103 0 0,0 0 0 0 0,2 0 0 0 0,2 0 1 0 0,1 1-1 0 0,1-1 0 0 0,2 1 0 0 0,3 35 1 0 0,12 234 781 0 0,-3-46-959 0 0,20-50-238 0 0,-2-21-148 0 0,-14 14 85 0 0,3 28 264 0 0,-5-102 19 0 0,27 186-189 0 0,-31-263-72 0 0,3 0-1 0 0,1-1 1 0 0,3-1 0 0 0,28 60 0 0 0,-38-94-34 0 0,0-1 0 0 0,1 1 1 0 0,0-1-1 0 0,1 0 1 0 0,0-1-1 0 0,1 1 1 0 0,0-2-1 0 0,0 1 0 0 0,1-1 1 0 0,1-1-1 0 0,-1 0 1 0 0,1 0-1 0 0,0-1 0 0 0,23 10 1 0 0,19 13-209 0 0,-36-19 75 0 0,0-2 0 0 0,23 10 0 0 0,-39-19 58 0 0,0 1-1 0 0,0-1 1 0 0,1 1-1 0 0,-1-1 0 0 0,0 0 1 0 0,1 0-1 0 0,-1 1 1 0 0,1-1-1 0 0,-1 0 1 0 0,0 0-1 0 0,1 0 1 0 0,-1-1-1 0 0,0 1 1 0 0,1 0-1 0 0,-1 0 0 0 0,1-1 1 0 0,-1 1-1 0 0,0-1 1 0 0,0 1-1 0 0,1-1 1 0 0,-1 0-1 0 0,1 0 1 0 0,19-24-3644 0 0,-11 12 791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3:19.4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7026 0 0,'6'2'4778'0'0,"9"3"-3450"0"0,-14-5-1640 0 0,0 1-1 0 0,0-1 1 0 0,0 0 0 0 0,1 0 0 0 0,-1 1-1 0 0,0-1 1 0 0,0 0 0 0 0,1 0-1 0 0,-1 0 1 0 0,0 0 0 0 0,0 0 0 0 0,0 0-1 0 0,1-1 1 0 0,-1 1 0 0 0,0 0-1 0 0,0-1 1 0 0,0 1 0 0 0,0-1-1 0 0,1 1 1 0 0,-1-1 0 0 0,0 1 0 0 0,1-2-1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3:19.6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66 456 0 0,'2'-1'128'0'0,"0"0"0"0"0,0-1 0 0 0,0 1 0 0 0,0-1 0 0 0,0 1 0 0 0,0-1 0 0 0,-1 0 0 0 0,1 0 0 0 0,0 1 0 0 0,-1-1 0 0 0,1 0 0 0 0,-1-1 0 0 0,0 1 0 0 0,0 0 0 0 0,0 0 0 0 0,0 0 0 0 0,0-1 0 0 0,0 1 0 0 0,-1 0 0 0 0,1-1 0 0 0,-1 1 0 0 0,1-1 0 0 0,-1 1 0 0 0,0-1 0 0 0,0 1 0 0 0,-1-5 0 0 0,1 7-52 0 0,0 0 0 0 0,0-1 0 0 0,0 1 0 0 0,0 0 0 0 0,0-1 0 0 0,-1 1 0 0 0,1 0 0 0 0,0 0 0 0 0,0-1 0 0 0,0 1 0 0 0,0 0 0 0 0,-1-1 0 0 0,1 1 0 0 0,0 0 0 0 0,0 0 0 0 0,-1-1 0 0 0,1 1 0 0 0,0 0 0 0 0,0 0 0 0 0,-1 0 0 0 0,1 0 0 0 0,0-1 0 0 0,-1 1 0 0 0,1 0 0 0 0,0 0 0 0 0,-1 0 0 0 0,1 0 0 0 0,0 0 0 0 0,-1 0 0 0 0,1 0 0 0 0,0 0 0 0 0,-1 0 0 0 0,1 0 0 0 0,0 0 0 0 0,-1 0 0 0 0,1 0 0 0 0,0 0 0 0 0,-1 0 0 0 0,1 0 0 0 0,-14 11 3143 0 0,5 4-696 0 0,9-15-2504 0 0,0 0 1 0 0,0 0-1 0 0,-1 1 1 0 0,1-1-1 0 0,0 0 1 0 0,0 0-1 0 0,0 0 1 0 0,0 1-1 0 0,0-1 1 0 0,0 0-1 0 0,0 0 0 0 0,0 1 1 0 0,0-1-1 0 0,0 0 1 0 0,0 0-1 0 0,0 0 1 0 0,0 1-1 0 0,0-1 1 0 0,0 0-1 0 0,0 0 1 0 0,1 0-1 0 0,-1 1 1 0 0,0-1-1 0 0,0 0 1 0 0,0 0-1 0 0,0 0 1 0 0,0 1-1 0 0,0-1 1 0 0,1 0-1 0 0,-1 0 1 0 0,0 0-1 0 0,0 0 1 0 0,0 1-1 0 0,0-1 1 0 0,1 0-1 0 0,-1 0 0 0 0,0 0 1 0 0,0 0-1 0 0,0 0 1 0 0,1 0-1 0 0,-1 0 1 0 0,0 0-1 0 0,0 0 1 0 0,0 0-1 0 0,1 0 1 0 0,-1 0-1 0 0,0 0 1 0 0,1 0-1 0 0,4-1-160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3:20.6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86 104 1376 0 0,'-6'0'789'0'0,"1"0"1"0"0,-1-1-1 0 0,0 0 0 0 0,1 0 0 0 0,-1-1 0 0 0,1 1 0 0 0,0-1 0 0 0,-1 0 1 0 0,1-1-1 0 0,0 1 0 0 0,0-1 0 0 0,0 0 0 0 0,1 0 0 0 0,-7-6 0 0 0,11 8-707 0 0,0 1-1 0 0,0-1 0 0 0,0 0 0 0 0,0 1 1 0 0,0-1-1 0 0,0 1 0 0 0,0-1 0 0 0,0 1 1 0 0,1-1-1 0 0,-1 1 0 0 0,0-1 0 0 0,0 1 1 0 0,1-1-1 0 0,-1 1 0 0 0,0-1 0 0 0,1 1 0 0 0,-1-1 1 0 0,0 1-1 0 0,1-1 0 0 0,-1 1 0 0 0,1 0 1 0 0,-1-1-1 0 0,1 1 0 0 0,-1 0 0 0 0,1-1 1 0 0,-1 1-1 0 0,1 0 0 0 0,-1 0 0 0 0,1-1 0 0 0,-1 1 1 0 0,1 0-1 0 0,1 0 0 0 0,22-10 19 0 0,-22 9 92 0 0,12-4-12 0 0,20-7 786 0 0,38-9-1 0 0,-61 18-741 0 0,0 1 0 0 0,-1 1 0 0 0,1 0 0 0 0,0 0 0 0 0,0 1 0 0 0,0 0 1 0 0,0 1-1 0 0,12 3 0 0 0,-22-4-233 0 0,1 0 1 0 0,0 0 0 0 0,-1 1-1 0 0,1-1 1 0 0,0 1 0 0 0,-1 0-1 0 0,1 0 1 0 0,0-1 0 0 0,-1 1 0 0 0,1 0-1 0 0,-1 0 1 0 0,0 0 0 0 0,1 0-1 0 0,-1 1 1 0 0,0-1 0 0 0,0 0-1 0 0,1 1 1 0 0,-1-1 0 0 0,0 0-1 0 0,0 1 1 0 0,-1-1 0 0 0,1 1-1 0 0,0 0 1 0 0,0-1 0 0 0,-1 1 0 0 0,1 0-1 0 0,-1-1 1 0 0,1 1 0 0 0,-1 0-1 0 0,0 0 1 0 0,0-1 0 0 0,0 1-1 0 0,0 0 1 0 0,0 0 0 0 0,0-1-1 0 0,0 1 1 0 0,0 0 0 0 0,-1 0-1 0 0,0 2 1 0 0,-3 9-227 0 0,-1 0 0 0 0,0 0 0 0 0,-1-1 0 0 0,-9 17 0 0 0,0 0-47 0 0,14-28 215 0 0,0 1-1 0 0,0-1 1 0 0,0 1-1 0 0,1-1 1 0 0,-1 1 0 0 0,0 0-1 0 0,1-1 1 0 0,-1 1 0 0 0,1 0-1 0 0,0 0 1 0 0,0-1 0 0 0,0 1-1 0 0,0 0 1 0 0,0 0-1 0 0,0-1 1 0 0,0 1 0 0 0,0 0-1 0 0,0 0 1 0 0,1-1 0 0 0,-1 1-1 0 0,1 0 1 0 0,1 1 0 0 0,-1-2-30 0 0,1 1 0 0 0,0-1 0 0 0,0-1 1 0 0,0 1-1 0 0,0 0 0 0 0,0 0 0 0 0,0-1 1 0 0,0 1-1 0 0,0-1 0 0 0,0 0 0 0 0,0 1 1 0 0,0-1-1 0 0,0 0 0 0 0,1 0 1 0 0,-1 0-1 0 0,0-1 0 0 0,0 1 0 0 0,3-1 1 0 0,27-4-221 0 0,-20 2 367 0 0,0 1 0 0 0,-1 1 1 0 0,1 0-1 0 0,0 0 1 0 0,0 2-1 0 0,13 0 0 0 0,-22 0-36 0 0,-1 0-1 0 0,1-1 0 0 0,-1 1 0 0 0,1 0 0 0 0,-1 0 0 0 0,0 0 0 0 0,1 1 0 0 0,-1-1 0 0 0,0 1 0 0 0,0-1 0 0 0,0 1 0 0 0,0 0 0 0 0,0-1 0 0 0,0 1 0 0 0,0 0 0 0 0,-1 0 1 0 0,1 1-1 0 0,-1-1 0 0 0,0 0 0 0 0,1 0 0 0 0,-1 1 0 0 0,0-1 0 0 0,0 1 0 0 0,0-1 0 0 0,-1 1 0 0 0,1-1 0 0 0,-1 1 0 0 0,1-1 0 0 0,-1 1 0 0 0,0 0 0 0 0,0-1 1 0 0,0 1-1 0 0,-1 3 0 0 0,1 0-73 0 0,0-1 1 0 0,-1 1-1 0 0,0 0 1 0 0,-1-1-1 0 0,1 1 0 0 0,-1-1 1 0 0,0 1-1 0 0,0-1 1 0 0,-1 0-1 0 0,1 0 1 0 0,-5 6-1 0 0,0-1-1243 0 0,-1 0 1 0 0,0 0-1 0 0,-19 17 0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3:21.2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0 322 1840 0 0,'2'-10'20383'0'0,"7"-8"-23272"0"0,-9 10 4529 0 0,-2 0-1755 0 0,0 0 1 0 0,0 0 0 0 0,1 0 0 0 0,0 0-1 0 0,1 0 1 0 0,0-14 0 0 0,0 8 1121 0 0,6 16-808 0 0,0 0 1 0 0,0 1 0 0 0,0-1-1 0 0,-1 1 1 0 0,1 0-1 0 0,7 6 1 0 0,30 37-112 0 0,-39-39-73 0 0,1 0 0 0 0,1-1 0 0 0,-1 0 0 0 0,1 0-1 0 0,0 0 1 0 0,1-1 0 0 0,-1 0 0 0 0,1 0-1 0 0,0-1 1 0 0,13 7 0 0 0,-18-11-5 0 0,0 1-1 0 0,0-1 1 0 0,1 1 0 0 0,-1-1-1 0 0,0 0 1 0 0,0 0 0 0 0,0 0-1 0 0,0 0 1 0 0,0 0 0 0 0,0-1-1 0 0,0 1 1 0 0,0 0 0 0 0,1-1-1 0 0,-1 0 1 0 0,-1 1 0 0 0,1-1-1 0 0,0 0 1 0 0,3-2 0 0 0,-2 0 35 0 0,1 1 1 0 0,-1-1-1 0 0,1 0 0 0 0,-1-1 1 0 0,0 1-1 0 0,-1 0 1 0 0,1-1-1 0 0,3-5 0 0 0,0-3 60 0 0,-1 1 0 0 0,0-1 1 0 0,0 0-1 0 0,-1 0 0 0 0,3-16 0 0 0,-3 6-37 0 0,-2 0 0 0 0,0-1 0 0 0,-1 1 0 0 0,-3-38 0 0 0,-8-3-7058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07.9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19 9218 0 0,'9'-19'4158'0'0,"-10"36"-1355"0"0,1 2-2290 0 0,39 374 2344 0 0,-6-99-2356 0 0,-16 21-289 0 0,-12-180-6600 0 0,-4-116 412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08.3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267 0 1640 0 0,'-25'9'317'0'0,"-1"1"-1"0"0,2 2 0 0 0,-1 0 0 0 0,-42 29 0 0 0,-33 43 9988 0 0,100-83-10211 0 0,14 1 1989 0 0,24-5-1132 0 0,-32 2-532 0 0,172-19 2094 0 0,260-66 1 0 0,-383 75-2485 0 0,0 1 0 0 0,111-3 0 0 0,21 20-3801 0 0,-179-7 2485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08.7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0 6449 0 0,'-11'13'843'0'0,"11"-13"-795"0"0,0 1 1 0 0,0-1 0 0 0,0 0 0 0 0,0 1-1 0 0,0-1 1 0 0,0 0 0 0 0,0 1-1 0 0,0-1 1 0 0,1 0 0 0 0,-1 0-1 0 0,0 1 1 0 0,0-1 0 0 0,0 0 0 0 0,1 1-1 0 0,-1-1 1 0 0,0 0 0 0 0,0 0-1 0 0,0 1 1 0 0,1-1 0 0 0,-1 0 0 0 0,0 0-1 0 0,1 0 1 0 0,-1 0 0 0 0,0 1-1 0 0,0-1 1 0 0,1 0 0 0 0,-1 0 0 0 0,1 0-1 0 0,1 1 179 0 0,1 0 0 0 0,-1-1 0 0 0,1 1-1 0 0,-1-1 1 0 0,1 0 0 0 0,-1 0-1 0 0,1 0 1 0 0,-1 0 0 0 0,5-1 0 0 0,9-1 645 0 0,0 0 0 0 0,0 1 1 0 0,0 1-1 0 0,20 1 0 0 0,8 3-2373 0 0,-21-2-1474 0 0,-6 0-1697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09.0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5065 0 0,'10'40'8078'0'0,"-1"97"-3916"0"0,3 46-2992 0 0,2 11-518 0 0,7 60 10 0 0,-11-180-447 0 0,26 103 1 0 0,-31-159-1715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09.6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20 10594 0 0,'123'-9'3346'0'0,"-4"-1"-769"0"0,414 25 1796 0 0,-144 1-3774 0 0,153-7-243 0 0,-535-9-1616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10.0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6913 0 0,'2'82'5971'0'0,"4"4"-3366"0"0,24 176-2292 0 0,-25-221 281 0 0,0 3-408 0 0,3 30 774 0 0,3 0 0 0 0,39 134-1 0 0,-22-148-1153 0 0,-13-35-4930 0 0,-4-8-945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11.2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222 0 6449 0 0,'-70'29'6498'0'0,"35"-7"-4050"0"0,-55 49 1 0 0,88-70-2386 0 0,-1 1 1 0 0,1 0-1 0 0,0 0 0 0 0,0 0 1 0 0,0 0-1 0 0,1 0 1 0 0,-1 0-1 0 0,0 0 0 0 0,1 1 1 0 0,-1-1-1 0 0,1 1 1 0 0,0-1-1 0 0,0 1 0 0 0,-1 3 1 0 0,2-5-60 0 0,0 1 1 0 0,0-1-1 0 0,1 1 0 0 0,-1-1 1 0 0,1 1-1 0 0,-1-1 0 0 0,1 1 1 0 0,-1-1-1 0 0,1 1 0 0 0,0-1 1 0 0,0 1-1 0 0,-1-1 0 0 0,1 0 1 0 0,0 0-1 0 0,0 1 0 0 0,1-1 1 0 0,-1 0-1 0 0,0 0 0 0 0,0 0 1 0 0,0 0-1 0 0,1 0 0 0 0,-1-1 1 0 0,0 1-1 0 0,1 0 0 0 0,-1 0 1 0 0,3 0-1 0 0,15 7 25 0 0,-1-1 0 0 0,2 0 0 0 0,-1-2-1 0 0,1 0 1 0 0,34 4 0 0 0,-34-7-69 0 0,-1 1-1 0 0,1 1 0 0 0,-1 1 1 0 0,0 1-1 0 0,33 14 0 0 0,-51-19-11 0 0,0-1 1 0 0,1 1-1 0 0,-1 0 0 0 0,0 0 0 0 0,0-1 0 0 0,1 1 0 0 0,-1 0 0 0 0,0 0 1 0 0,0 0-1 0 0,0 0 0 0 0,0 1 0 0 0,-1-1 0 0 0,1 0 0 0 0,0 0 0 0 0,0 0 0 0 0,-1 1 1 0 0,1-1-1 0 0,-1 0 0 0 0,1 1 0 0 0,-1-1 0 0 0,1 0 0 0 0,-1 1 0 0 0,0-1 1 0 0,0 1-1 0 0,1-1 0 0 0,-1 1 0 0 0,0-1 0 0 0,0 0 0 0 0,-1 1 0 0 0,1-1 0 0 0,0 1 1 0 0,0-1-1 0 0,-1 1 0 0 0,1-1 0 0 0,-1 0 0 0 0,1 1 0 0 0,-1-1 0 0 0,0 0 1 0 0,1 0-1 0 0,-1 1 0 0 0,0-1 0 0 0,0 0 0 0 0,0 0 0 0 0,-1 1 0 0 0,-6 8-30 0 0,-1 0-1 0 0,0-2 1 0 0,0 1 0 0 0,-12 8-1 0 0,11-10-11 0 0,-16 14 7 0 0,19-16 202 0 0,-1 0-1 0 0,1 0 0 0 0,1 1 1 0 0,-1 0-1 0 0,1 1 0 0 0,0-1 0 0 0,0 1 1 0 0,1 0-1 0 0,0 1 0 0 0,-6 10 1 0 0,10-17-142 0 0,1 0 0 0 0,-1 1 0 0 0,0-1 0 0 0,1 0 1 0 0,-1 1-1 0 0,1-1 0 0 0,0 1 0 0 0,0-1 0 0 0,-1 1 0 0 0,1-1 1 0 0,0 1-1 0 0,0-1 0 0 0,0 1 0 0 0,0-1 0 0 0,1 0 0 0 0,-1 1 1 0 0,0-1-1 0 0,1 1 0 0 0,-1-1 0 0 0,1 2 0 0 0,0-2-16 0 0,0 0 0 0 0,0 0-1 0 0,0 0 1 0 0,0-1-1 0 0,0 1 1 0 0,0 0 0 0 0,0-1-1 0 0,0 1 1 0 0,0-1 0 0 0,0 1-1 0 0,0-1 1 0 0,0 0 0 0 0,1 1-1 0 0,-1-1 1 0 0,0 0 0 0 0,0 0-1 0 0,0 0 1 0 0,1 0 0 0 0,1 0-1 0 0,9-1-187 0 0,-1-1 0 0 0,1 0 0 0 0,-1-1-1 0 0,14-4 1 0 0,-8 2 430 0 0,5-1-197 0 0,1 1-1 0 0,0 2 0 0 0,0 0 0 0 0,0 2 0 0 0,0 0 1 0 0,1 2-1 0 0,-1 0 0 0 0,31 7 0 0 0,-53-8-3 0 0,-1 0 1 0 0,1 0-1 0 0,-1 0 0 0 0,1 0 0 0 0,0 0 0 0 0,-1 0 1 0 0,1 1-1 0 0,-1-1 0 0 0,1 0 0 0 0,-1 0 1 0 0,1 1-1 0 0,-1-1 0 0 0,1 0 0 0 0,-1 1 0 0 0,1-1 1 0 0,-1 1-1 0 0,0-1 0 0 0,1 0 0 0 0,-1 1 0 0 0,0-1 1 0 0,1 1-1 0 0,-1-1 0 0 0,0 1 0 0 0,1-1 1 0 0,-1 1-1 0 0,0-1 0 0 0,0 1 0 0 0,0-1 0 0 0,1 1 1 0 0,-1 0-1 0 0,-7 19-84 0 0,-30 23 118 0 0,30-35 96 0 0,-13 11 159 0 0,0-1-1 0 0,-1-1 1 0 0,-28 18 0 0 0,31-24-331 0 0,1 0 0 0 0,0 2 0 0 0,1 0 0 0 0,1 1 1 0 0,0 1-1 0 0,-22 27 0 0 0,37-41 65 0 0,-1-1 1 0 0,1 1-1 0 0,-1 0 1 0 0,1-1-1 0 0,-1 1 0 0 0,1 0 1 0 0,0-1-1 0 0,-1 1 1 0 0,1 0-1 0 0,0 0 0 0 0,-1-1 1 0 0,1 1-1 0 0,0 0 1 0 0,0 0-1 0 0,0 0 0 0 0,0-1 1 0 0,0 1-1 0 0,0 0 0 0 0,0 0 1 0 0,0 0-1 0 0,0-1 1 0 0,0 1-1 0 0,0 0 0 0 0,0 0 1 0 0,1 0-1 0 0,-1-1 1 0 0,0 1-1 0 0,1 0 0 0 0,0 1 1 0 0,0-1-19 0 0,0 0 0 0 0,0 0 0 0 0,1-1 0 0 0,-1 1 0 0 0,0 0 0 0 0,1 0 0 0 0,-1-1 0 0 0,1 1 0 0 0,-1-1 0 0 0,1 1 0 0 0,0-1 0 0 0,-1 0 0 0 0,4 0 0 0 0,4 1-225 0 0,1-1 1 0 0,0 0-1 0 0,16-3 0 0 0,13-6-707 0 0,45-16-1 0 0,-4 0-1920 0 0,-64 22-1107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11.5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52 0 2761 0 0,'-6'10'2332'0'0,"0"1"0"0"0,0-1 0 0 0,1 1 0 0 0,-6 21 0 0 0,6-14-590 0 0,1 0 0 0 0,-2 28 0 0 0,3 6-1161 0 0,6 66-1 0 0,0-46 121 0 0,-2-1-582 0 0,0 43 48 0 0,5 1 0 0 0,20 114 0 0 0,-12-153 34 0 0,-6-23-288 0 0,3 0 0 0 0,27 83 0 0 0,-37-134 25 0 0,-1-1-1 0 0,1 1 1 0 0,-1-1 0 0 0,1 1 0 0 0,0-1 0 0 0,0 0 0 0 0,0 1 0 0 0,0-1-1 0 0,0 0 1 0 0,0 1 0 0 0,0-1 0 0 0,0 0 0 0 0,3 2 0 0 0,-4-3-44 0 0,1 0 0 0 0,-1 0 1 0 0,1 0-1 0 0,-1 1 1 0 0,1-1-1 0 0,-1 0 0 0 0,1 0 1 0 0,-1 0-1 0 0,1 0 1 0 0,-1 0-1 0 0,1 0 0 0 0,-1 0 1 0 0,1 0-1 0 0,-1 0 1 0 0,1 0-1 0 0,-1-1 0 0 0,1 1 1 0 0,-1 0-1 0 0,1 0 0 0 0,-1 0 1 0 0,1-1-1 0 0,-1 1 1 0 0,1 0-1 0 0,-1 0 0 0 0,0-1 1 0 0,1 1-1 0 0,0-1 1 0 0,1-1-345 0 0,-1 0 0 0 0,1 0 0 0 0,-1-1 1 0 0,1 1-1 0 0,-1-1 0 0 0,0 1 1 0 0,0-1-1 0 0,0 1 0 0 0,0-1 0 0 0,0 1 1 0 0,-1-1-1 0 0,1 0 0 0 0,-1 0 1 0 0,0-3-1 0 0,-1-13-2196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12.2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25 154 8290 0 0,'-15'1'1818'0'0,"5"-1"902"0"0,27-7-1338 0 0,223-57 4840 0 0,-202 56-5930 0 0,91-19 159 0 0,1 6 0 0 0,183-6 0 0 0,-224 27-281 0 0,158 21 0 0 0,84 43 146 0 0,-296-57-300 0 0,0-1 1 0 0,0-1-1 0 0,0-2 1 0 0,0-2-1 0 0,0-1 1 0 0,1-1-1 0 0,-1-3 1 0 0,0 0-1 0 0,-1-2 1 0 0,35-12-1 0 0,-14 2 147 0 0,-33 8-61 0 0,0 1 1 0 0,1 1-1 0 0,-1 1 0 0 0,1 1 0 0 0,25-1 0 0 0,-48 5-110 0 0,1 0-1 0 0,0 0 0 0 0,-1 0 0 0 0,1 0 0 0 0,0 0 0 0 0,-1 0 0 0 0,1 0 1 0 0,-1 0-1 0 0,1 0 0 0 0,0 0 0 0 0,-1 0 0 0 0,1 0 0 0 0,-1 1 0 0 0,1-1 1 0 0,-1 0-1 0 0,1 0 0 0 0,0 1 0 0 0,-1-1 0 0 0,1 0 0 0 0,-1 1 0 0 0,1-1 1 0 0,-1 0-1 0 0,0 1 0 0 0,1-1 0 0 0,-1 1 0 0 0,1-1 0 0 0,-1 1 0 0 0,0-1 1 0 0,1 1-1 0 0,-1-1 0 0 0,0 1 0 0 0,0 0 0 0 0,1-1 0 0 0,-1 1 0 0 0,0-1 1 0 0,0 1-1 0 0,0 0 0 0 0,0 0 0 0 0,-1 2-171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13.0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 1172 4145 0 0,'0'0'73'0'0,"0"0"-1"0"0,0 1 1 0 0,0-1 0 0 0,0 0 0 0 0,1 1-1 0 0,-1-1 1 0 0,0 0 0 0 0,0 0-1 0 0,0 1 1 0 0,1-1 0 0 0,-1 0 0 0 0,0 0-1 0 0,0 1 1 0 0,1-1 0 0 0,-1 0 0 0 0,0 0-1 0 0,0 0 1 0 0,1 1 0 0 0,-1-1 0 0 0,0 0-1 0 0,0 0 1 0 0,1 0 0 0 0,-1 0 0 0 0,0 0-1 0 0,1 0 1 0 0,-1 0 0 0 0,0 0-1 0 0,1 0 1 0 0,-1 0 0 0 0,0 0 0 0 0,1 0-1 0 0,-1 0 1 0 0,0 0 0 0 0,1 0 0 0 0,-1 0-1 0 0,0 0 1 0 0,1 0 0 0 0,-1 0 0 0 0,0 0-1 0 0,1 0 1 0 0,-1 0 0 0 0,0-1-1 0 0,0 1 1 0 0,1 0 0 0 0,8-18 2540 0 0,-1-27 847 0 0,-15-212 1317 0 0,-31-129-3065 0 0,-15 65-549 0 0,32 204-1727 0 0,19 101-526 0 0,1 1-3729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13.9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97 6913 0 0,'23'4'6158'0'0,"-16"-2"-6051"0"0,0-1 0 0 0,0 0-1 0 0,1 0 1 0 0,-1-1 0 0 0,9 0 0 0 0,262-25 3023 0 0,22 2-1902 0 0,-26 2-726 0 0,-180 20-374 0 0,-1 4 0 0 0,0 4 0 0 0,119 25 0 0 0,-144-21-128 0 0,1-4 0 0 0,1-2 0 0 0,-1-3 0 0 0,128-14 0 0 0,-18-5 124 0 0,203 5 0 0 0,-293 11-124 0 0,0-3 0 0 0,111-20 0 0 0,-173 21 0 0 0,1 2 0 0 0,-1 1 0 0 0,0 2 0 0 0,53 8 0 0 0,-42-4 0 0 0,-29-6-129 0 0,-1 0 0 0 0,1 0 0 0 0,-1 0 0 0 0,1-1 0 0 0,-1-1 0 0 0,0 0-1 0 0,1 0 1 0 0,-1 0 0 0 0,0-1 0 0 0,0 0 0 0 0,12-7 0 0 0,10-3-82 0 0,-24 12-366 0 0,1 0 0 0 0,-1 0 1 0 0,0 1-1 0 0,1 0 0 0 0,9 2 0 0 0,2-1-2081 0 0,-4 0-1088 0 0,19-11 8931 0 0,-32 11-4907 0 0,4 12 3702 0 0,-7 32-2840 0 0,0-26-271 0 0,6 40-337 0 0,1 0 1 0 0,18 73 0 0 0,4 45-157 0 0,-24 181-226 0 0,-7-173-108 0 0,14-130-309 0 0,-8-55-370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14.6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101 284 1376 0 0,'-2'-1'75'0'0,"0"0"-1"0"0,0-1 0 0 0,0 1 0 0 0,1-1 1 0 0,-1 1-1 0 0,0-1 0 0 0,1 0 0 0 0,-1 0 1 0 0,1 1-1 0 0,0-1 0 0 0,-1 0 1 0 0,1 0-1 0 0,0 0 0 0 0,0 0 0 0 0,0-1 1 0 0,1 1-1 0 0,-1 0 0 0 0,0-3 0 0 0,-8-50 3416 0 0,7 36-1900 0 0,-3-8 5185 0 0,-17-50 1 0 0,-3 62-5845 0 0,13 5-780 0 0,17 12 327 0 0,19 17-211 0 0,40 56-146 0 0,-27-31-86 0 0,45 41 1 0 0,-79-82-50 0 0,1-1 0 0 0,-1 1 1 0 0,1-1-1 0 0,0 0 0 0 0,0 0 0 0 0,0 0 1 0 0,0 0-1 0 0,0-1 0 0 0,0 1 0 0 0,1-1 0 0 0,6 1 1 0 0,-9-2 13 0 0,0 0 1 0 0,0 1-1 0 0,0-1 1 0 0,0 0-1 0 0,0 0 1 0 0,0-1-1 0 0,0 1 1 0 0,0 0-1 0 0,0-1 1 0 0,0 1-1 0 0,0-1 1 0 0,0 1-1 0 0,-1-1 1 0 0,1 0-1 0 0,0 0 1 0 0,0 0-1 0 0,0 0 1 0 0,-1 0-1 0 0,1-1 1 0 0,-1 1-1 0 0,1 0 1 0 0,-1-1-1 0 0,1 1 0 0 0,-1-1 1 0 0,0 1-1 0 0,2-4 1 0 0,10-18 18 0 0,-1-1 1 0 0,-1-1-1 0 0,-1 0 1 0 0,-2 0 0 0 0,0 0-1 0 0,-2-1 1 0 0,4-29-1 0 0,-13 13-2077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15.8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11 101 1840 0 0,'-11'0'9422'0'0,"27"-12"-7328"0"0,33-16-1379 0 0,-25 17-86 0 0,0 1-1 0 0,1 1 1 0 0,0 2 0 0 0,0 0 0 0 0,1 2-1 0 0,31-3 1 0 0,-25 5-1702 0 0,0 2 1 0 0,46 4-1 0 0,-54 0-4555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16.6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31 563 10594 0 0,'-2'-1'289'0'0,"0"1"0"0"0,1 0 0 0 0,-1 0 0 0 0,0 1 0 0 0,0-1-1 0 0,1 0 1 0 0,-1 1 0 0 0,0-1 0 0 0,0 1 0 0 0,1-1 0 0 0,-1 1 0 0 0,1 0-1 0 0,-1-1 1 0 0,0 1 0 0 0,-1 2 0 0 0,3-3-229 0 0,-1 0 0 0 0,1 1 0 0 0,0-1 0 0 0,0 0 0 0 0,0 0 0 0 0,0 1-1 0 0,0-1 1 0 0,-1 0 0 0 0,1 1 0 0 0,0-1 0 0 0,0 0 0 0 0,0 1 0 0 0,0-1 0 0 0,0 0 0 0 0,0 1 0 0 0,0-1 0 0 0,0 0-1 0 0,0 1 1 0 0,0-1 0 0 0,0 0 0 0 0,0 1 0 0 0,0-1 0 0 0,1 0 0 0 0,-1 0 0 0 0,0 1 0 0 0,0-1 0 0 0,0 0 0 0 0,1 1 0 0 0,13 11 6 0 0,14 1 432 0 0,32 12 0 0 0,-43-20-279 0 0,-1 1 1 0 0,1 1-1 0 0,-2 1 1 0 0,1 0-1 0 0,-1 1 0 0 0,0 1 1 0 0,16 13-1 0 0,-15-7-155 0 0,-3-3 39 0 0,0-1 0 0 0,30 20 0 0 0,-40-29-94 0 0,0-1 0 0 0,0 0 0 0 0,1 0 0 0 0,-1-1 0 0 0,1 1 0 0 0,-1-1 0 0 0,1 0 0 0 0,0 0 0 0 0,0 0 0 0 0,-1 0 0 0 0,1-1 0 0 0,0 1 0 0 0,0-1 0 0 0,0 0 0 0 0,0 0 0 0 0,0-1 0 0 0,-1 1 0 0 0,1-1 0 0 0,6-1 0 0 0,-8 1 13 0 0,0-1-1 0 0,0 1 1 0 0,0 0-1 0 0,0-1 0 0 0,0 1 1 0 0,-1-1-1 0 0,1 1 1 0 0,0-1-1 0 0,-1 0 0 0 0,0 0 1 0 0,1 0-1 0 0,-1 0 1 0 0,0 0-1 0 0,0 0 0 0 0,0 0 1 0 0,0 0-1 0 0,0 0 1 0 0,-1-1-1 0 0,1 1 0 0 0,-1 0 1 0 0,1-1-1 0 0,-1 1 1 0 0,0 0-1 0 0,0 0 0 0 0,0-3 1 0 0,0-10 265 0 0,-1-1 0 0 0,-4-26 0 0 0,2 21-131 0 0,-6-126 355 0 0,18-253 0 0 0,-8 376-458 0 0,1 7-43 0 0,-1 11-21 0 0,-1 0 1 0 0,0-1-1 0 0,1 1 1 0 0,-2 0-1 0 0,1 0 0 0 0,-3-11 1 0 0,3 16-28 0 0,0 1 0 0 0,0 0 1 0 0,0 0-1 0 0,-1-1 0 0 0,1 1 1 0 0,0 0-1 0 0,0 0 0 0 0,0 0 0 0 0,-1-1 1 0 0,1 1-1 0 0,0 0 0 0 0,0 0 0 0 0,-1 0 1 0 0,1 0-1 0 0,0 0 0 0 0,0-1 1 0 0,-1 1-1 0 0,1 0 0 0 0,0 0 0 0 0,-1 0 1 0 0,1 0-1 0 0,0 0 0 0 0,0 0 0 0 0,-1 0 1 0 0,1 0-1 0 0,0 0 0 0 0,-1 0 1 0 0,1 0-1 0 0,0 0 0 0 0,0 0 0 0 0,-1 0 1 0 0,1 0-1 0 0,0 0 0 0 0,-1 1 1 0 0,1-1-1 0 0,0 0 0 0 0,0 0 0 0 0,-1 0 1 0 0,1 0-1 0 0,0 0 0 0 0,0 1 0 0 0,-1-1 1 0 0,1 0-1 0 0,0 0 0 0 0,0 1 1 0 0,0-1-1 0 0,0 0 0 0 0,-1 0 0 0 0,1 0 1 0 0,0 1-1 0 0,0-1 0 0 0,0 0 0 0 0,0 1 1 0 0,0-1-1 0 0,0 0 0 0 0,0 0 1 0 0,-1 1-1 0 0,1-1 0 0 0,1 6-713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18.0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8 6913 0 0,'-1'-1'-213'0'0,"-14"-6"214"0"0,-6 8 8645 0 0,21 0-8542 0 0,8 19 1679 0 0,6 12-1539 0 0,-1 1-1 0 0,-2 0 1 0 0,-1 0-1 0 0,-1 1 1 0 0,4 44-1 0 0,-7-43-39 0 0,0 0-1 0 0,2-1 1 0 0,2 1-1 0 0,1-2 1 0 0,18 37-1 0 0,-20-53-350 0 0,23 40-1447 0 0,-29-53 1426 0 0,0 0 0 0 0,0 1 0 0 0,1-1 0 0 0,-1 0 0 0 0,1-1 0 0 0,0 1 0 0 0,0-1 0 0 0,0 1 0 0 0,7 2 1 0 0,-7-4-1031 0 0,0-2-9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18.4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92 228 2304 0 0,'-33'7'1746'0'0,"30"-6"-1258"0"0,-1 0-1 0 0,1 0 1 0 0,-1 0-1 0 0,0 0 1 0 0,0 0-1 0 0,1-1 0 0 0,-1 0 1 0 0,0 0-1 0 0,0 0 1 0 0,0 0-1 0 0,1 0 0 0 0,-1-1 1 0 0,-5-1-1 0 0,9 2-340 0 0,0-1-1 0 0,0 0 1 0 0,-1 1-1 0 0,1-1 1 0 0,0 1-1 0 0,0-1 1 0 0,0 0-1 0 0,0 1 0 0 0,0-1 1 0 0,0 0-1 0 0,0 1 1 0 0,0-1-1 0 0,0 0 1 0 0,0 1-1 0 0,0-1 1 0 0,1 0-1 0 0,-1 1 1 0 0,0-1-1 0 0,0 0 1 0 0,1 1-1 0 0,-1-1 0 0 0,0 1 1 0 0,1-1-1 0 0,-1 0 1 0 0,0 1-1 0 0,1-1 1 0 0,-1 1-1 0 0,1-1 1 0 0,-1 1-1 0 0,1 0 1 0 0,-1-1-1 0 0,1 1 1 0 0,-1-1-1 0 0,2 1 0 0 0,19-20 1002 0 0,5 0-818 0 0,1 1 0 0 0,1 2 0 0 0,1 1 0 0 0,0 1 1 0 0,1 1-1 0 0,37-11 0 0 0,17-1-401 0 0,94-15-1 0 0,-175 41-198 0 0,30-5 848 0 0,-17 8-1700 0 0,-4 5-3762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18.7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73 5065 0 0,'-1'0'93'0'0,"0"1"0"0"0,1 0-1 0 0,-1-1 1 0 0,1 1 0 0 0,-1-1 0 0 0,0 1 0 0 0,1 0-1 0 0,-1-1 1 0 0,1 1 0 0 0,-1 0 0 0 0,1-1 0 0 0,0 1-1 0 0,-1 0 1 0 0,1 0 0 0 0,0-1 0 0 0,-1 1 0 0 0,1 0-1 0 0,0 0 1 0 0,0 0 0 0 0,0 0 0 0 0,0-1 0 0 0,0 1-1 0 0,0 1 1 0 0,0-2 49 0 0,1 1 0 0 0,-1 0 0 0 0,1-1 0 0 0,-1 1 0 0 0,1-1 0 0 0,-1 0 0 0 0,1 1 0 0 0,-1-1 0 0 0,1 1 0 0 0,0-1 0 0 0,-1 0 0 0 0,1 0 0 0 0,-1 1 0 0 0,1-1 0 0 0,0 0 0 0 0,-1 0 0 0 0,1 0 0 0 0,0 0 0 0 0,-1 1 0 0 0,1-1 1 0 0,1 0-1 0 0,3 0 395 0 0,0 0 0 0 0,0 0 0 0 0,0-1 0 0 0,0 1 0 0 0,0-1 0 0 0,6-2 0 0 0,82-36 2919 0 0,-60 24-3691 0 0,57-18-1 0 0,-69 28-5931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24.2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10138 0 0,'8'6'8127'0'0,"4"8"-7817"0"0,0 1-1 0 0,-1 0 1 0 0,-1 0-1 0 0,0 1 1 0 0,-1 0-1 0 0,-1 1 1 0 0,0 0-1 0 0,-2 0 1 0 0,7 25-1 0 0,5 27 87 0 0,8 81 0 0 0,-9-47-218 0 0,-10-74-439 0 0,0-1 0 0 0,2 1 1 0 0,1-1-1 0 0,21 41 0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24.8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41 214 4609 0 0,'-2'-1'206'0'0,"0"1"-1"0"0,0-1 1 0 0,0 1-1 0 0,0-1 1 0 0,0 0-1 0 0,0 0 1 0 0,0 0-1 0 0,0 0 1 0 0,0 0-1 0 0,1 0 1 0 0,-1-1 0 0 0,0 1-1 0 0,1 0 1 0 0,-1-1-1 0 0,1 1 1 0 0,-1-1-1 0 0,1 0 1 0 0,0 0-1 0 0,-1 1 1 0 0,1-1-1 0 0,0 0 1 0 0,0 0 0 0 0,-1-4-1 0 0,2 4-68 0 0,0-1 0 0 0,-1 0 1 0 0,1 1-1 0 0,0-1 0 0 0,1 0 0 0 0,-1 1 0 0 0,0-1 0 0 0,1 1 1 0 0,0-1-1 0 0,-1 1 0 0 0,1-1 0 0 0,0 1 0 0 0,0-1 0 0 0,0 1 0 0 0,1 0 1 0 0,-1-1-1 0 0,0 1 0 0 0,1 0 0 0 0,1-2 0 0 0,9-10 278 0 0,1 1 0 0 0,0 1 0 0 0,0-1 0 0 0,1 2 1 0 0,1 0-1 0 0,0 1 0 0 0,0 0 0 0 0,24-10 0 0 0,-33 18-245 0 0,0-1 1 0 0,1 1-1 0 0,-1 0 0 0 0,0 1 1 0 0,0 0-1 0 0,1 0 1 0 0,-1 0-1 0 0,1 1 1 0 0,-1 0-1 0 0,1 0 0 0 0,11 2 1 0 0,-14-1-136 0 0,0 0-1 0 0,1 1 1 0 0,-1 0 0 0 0,0 0-1 0 0,0 0 1 0 0,0 0 0 0 0,0 1 0 0 0,0-1-1 0 0,0 1 1 0 0,-1 0 0 0 0,1 0-1 0 0,-1 0 1 0 0,0 1 0 0 0,0-1-1 0 0,0 1 1 0 0,-1 0 0 0 0,1 0 0 0 0,2 5-1 0 0,-4-5-93 0 0,1-1-1 0 0,-1 1 1 0 0,0 0-1 0 0,-1-1 1 0 0,1 1-1 0 0,-1 0 1 0 0,1 0-1 0 0,-1 0 0 0 0,0-1 1 0 0,0 1-1 0 0,-1 0 1 0 0,1 0-1 0 0,-2 4 1 0 0,-17 55-850 0 0,12-44 682 0 0,-31 82-488 0 0,32-89 908 0 0,0 1 1 0 0,-1-2 0 0 0,0 1 0 0 0,-1-1 0 0 0,-17 19 0 0 0,17-21 2186 0 0,14-9-2094 0 0,142-32 836 0 0,-100 19-542 0 0,1 3 1 0 0,78-7-1 0 0,-119 16-580 0 0,3 0-1 0 0,-1 0-1 0 0,1 1 1 0 0,-1 0-1 0 0,1 1 1 0 0,-1 0-1 0 0,1 1 1 0 0,-1 0-1 0 0,0 0 1 0 0,14 6-1 0 0,-18-5-71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31.6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17 6145 0 0,'-1'-6'544'0'0,"-1"3"-432"0"0,1-1-112 0 0,-1 1 0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32.3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1 169 3225 0 0,'0'0'240'0'0,"1"0"-118"0"0,32 0 7994 0 0,0-1-3364 0 0,32-6-2230 0 0,-52 5-2663 0 0,0-1 0 0 0,0 0 1 0 0,0-1-1 0 0,0-1 1 0 0,0 0-1 0 0,-1-1 0 0 0,21-13 1 0 0,-19 10-80 0 0,-10 5 136 0 0,0 1-1 0 0,1 0 0 0 0,-1 0 0 0 0,1 0 0 0 0,0 0 1 0 0,-1 1-1 0 0,1 0 0 0 0,0 0 0 0 0,0 0 0 0 0,9-2 1 0 0,-13 5-128 0 0,0-1 1 0 0,-1 0-1 0 0,1 1 0 0 0,0-1 1 0 0,0 1-1 0 0,0-1 1 0 0,-1 1-1 0 0,1-1 1 0 0,0 1-1 0 0,-1-1 1 0 0,1 1-1 0 0,0 0 1 0 0,-1-1-1 0 0,1 1 1 0 0,-1 0-1 0 0,1 0 1 0 0,-1 0 99 0 0,0-1 1 0 0,1 1-1 0 0,-1-1 1 0 0,0 1-1 0 0,0-1 1 0 0,0 1-1 0 0,1-1 1 0 0,-1 1-1 0 0,0-1 1 0 0,0 0-1 0 0,1 1 1 0 0,-1-1-1 0 0,0 0 1 0 0,1 1-1 0 0,-1-1 1 0 0,0 0-1 0 0,1 1 1 0 0,-1-1-1 0 0,1 0 1 0 0,-1 1-1 0 0,1-1 1 0 0,-1 0-1 0 0,0 0 1 0 0,1 0-1 0 0,-1 0 1 0 0,1 1-1 0 0,-1-1 1 0 0,1 0-1 0 0,-1 0 1 0 0,1 0-1 0 0,-1 0 1 0 0,1 0-1 0 0,-1 0 1 0 0,1 0-1 0 0,-1 0 1 0 0,1 0-1 0 0,-1-1 1 0 0,1 1-1 0 0,-1 0 1 0 0,1 0-1 0 0,-1 0 1 0 0,1 0-1 0 0,-1-1 1 0 0,0 1-1 0 0,1 0 1 0 0,-1 0-1 0 0,1-1 1 0 0,-1 1-1 0 0,0 0 1 0 0,1-1-1 0 0,-1 0 1 0 0,1 0 278 0 0,0 0 1 0 0,0 0-1 0 0,0 0 1 0 0,0 0-1 0 0,0-1 1 0 0,-1 1-1 0 0,1 0 0 0 0,0-1 1 0 0,-1 1-1 0 0,1 0 1 0 0,-1-1-1 0 0,0 1 1 0 0,1-1-1 0 0,-1 1 1 0 0,0 0-1 0 0,0-1 1 0 0,0 1-1 0 0,0-1 1 0 0,0 1-1 0 0,0-1 1 0 0,0 1-1 0 0,-1-1 1 0 0,1 1-1 0 0,0 0 1 0 0,-1-1-1 0 0,1 1 1 0 0,-1 0-1 0 0,0-1 1 0 0,1 1-1 0 0,-1 0 1 0 0,0 0-1 0 0,0-1 1 0 0,0 1-1 0 0,0 0 1 0 0,0 0-1 0 0,0 0 1 0 0,0 0-1 0 0,0 0 1 0 0,0 0-1 0 0,0 1 1 0 0,-1-1-1 0 0,1 0 1 0 0,-2 0-1 0 0,-3-3-48 0 0,-1 2 0 0 0,1-1-1 0 0,0 1 1 0 0,-1 0 0 0 0,1 0-1 0 0,-1 1 1 0 0,0-1 0 0 0,0 2 0 0 0,1-1-1 0 0,-1 1 1 0 0,-7 0 0 0 0,5 0 27 0 0,1 0 0 0 0,-1-1 1 0 0,0 0-1 0 0,1 0 0 0 0,-1-1 0 0 0,-11-4 1 0 0,17 5-102 0 0,0 0 1 0 0,0 0-1 0 0,0 1 1 0 0,1-1-1 0 0,-1 1 1 0 0,0-1-1 0 0,0 1 1 0 0,0 0-1 0 0,0 0 1 0 0,0 0-1 0 0,0 1 1 0 0,0-1-1 0 0,0 1 1 0 0,0 0-1 0 0,0-1 1 0 0,0 1-1 0 0,0 0 1 0 0,1 1-1 0 0,-1-1 1 0 0,0 0-1 0 0,1 1 1 0 0,-1 0-1 0 0,1-1 1 0 0,0 1-1 0 0,-1 0 1 0 0,1 0-1 0 0,0 0 1 0 0,0 1-1 0 0,0-1 1 0 0,-2 4-1 0 0,-6 9 35 0 0,1 0-1 0 0,0 1 1 0 0,1 0-1 0 0,-6 18 1 0 0,4-12 228 0 0,8-16-381 0 0,-2 2 15 0 0,0 1 0 0 0,0 0 0 0 0,1 0 0 0 0,0 0 0 0 0,-2 18 0 0 0,4-25 68 0 0,1 0 0 0 0,0 0 0 0 0,1 1 0 0 0,-1-1 0 0 0,0 0 0 0 0,1 0 0 0 0,-1 0-1 0 0,1 0 1 0 0,-1 0 0 0 0,1 0 0 0 0,0 0 0 0 0,0 0 0 0 0,0 0 0 0 0,0 0 0 0 0,0 0 0 0 0,0 0 0 0 0,1 0 0 0 0,-1-1 0 0 0,1 1 0 0 0,-1-1 0 0 0,1 1 0 0 0,0-1 0 0 0,-1 0 0 0 0,1 1 0 0 0,0-1 0 0 0,0 0 0 0 0,0 0 0 0 0,0 0 0 0 0,0 0-1 0 0,0-1 1 0 0,2 2 0 0 0,6 0 77 0 0,-1 0 0 0 0,0-1-1 0 0,1 1 1 0 0,0-2-1 0 0,-1 1 1 0 0,1-1 0 0 0,-1-1-1 0 0,1 0 1 0 0,-1 0-1 0 0,1-1 1 0 0,-1 0 0 0 0,0-1-1 0 0,0 0 1 0 0,10-4-1 0 0,10-6-276 0 0,-2 0-1 0 0,0-2 0 0 0,27-20 1 0 0,-33 22-1572 0 0,0 1-4756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33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0 920 0 0,'-2'2'80'0'0,"1"-2"-80"0"0,1 1 0 0 0,0 2 0 0 0,0 0 0 0 0,0 2 80 0 0,-3 2-80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33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75 3225 0 0,'-13'-23'3152'0'0,"8"10"-1924"0"0,5 10-822 0 0,0 0-1 0 0,-1 0 1 0 0,0 0 0 0 0,0 0-1 0 0,0 1 1 0 0,0-1 0 0 0,0 0-1 0 0,0 1 1 0 0,-1-1-1 0 0,0 1 1 0 0,1-1 0 0 0,-1 1-1 0 0,-11-2 5210 0 0,13 5-5540 0 0,-9 49 551 0 0,-4 70 0 0 0,13-95-617 0 0,0 0 1 0 0,2 0-1 0 0,0 0 0 0 0,2-1 1 0 0,7 27-1 0 0,13 49 4 0 0,17 152-1 0 0,-15 106 299 0 0,-19-289-262 0 0,3 0 0 0 0,2-1 0 0 0,32 96-1 0 0,-15-58-19 0 0,-16-38 441 0 0,-9-41-496 0 0,10 34 0 0 0,-12-53-732 0 0,1 0-1 0 0,1 0 1 0 0,-1 0 0 0 0,8 12-1 0 0,-4-13-2228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34.0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19 3201 0 0,'-39'-19'11678'0'0,"69"56"-9230"0"0,-26-31-2339 0 0,0 0 0 0 0,1 0 0 0 0,0 0 0 0 0,0 0 0 0 0,1-1 0 0 0,-1 0 0 0 0,1 0 0 0 0,9 5 0 0 0,-9-7-39 0 0,0 0 1 0 0,0-1 0 0 0,0 0-1 0 0,1 0 1 0 0,-1-1-1 0 0,1 0 1 0 0,-1 0-1 0 0,1 0 1 0 0,0-1 0 0 0,-1 0-1 0 0,1 0 1 0 0,-1-1-1 0 0,1 1 1 0 0,0-2-1 0 0,-1 1 1 0 0,0-1-1 0 0,1 0 1 0 0,-1 0 0 0 0,10-5-1 0 0,-2 0-312 0 0,0-1-1 0 0,0 0 1 0 0,0 0-1 0 0,-1-2 1 0 0,0 0 0 0 0,-1 0-1 0 0,11-13 1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34.7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114 309 2304 0 0,'-3'-1'21'0'0,"1"0"0"0"0,0 0 0 0 0,-1 0 0 0 0,1 0 0 0 0,0 0 0 0 0,-1 0 0 0 0,1 0 0 0 0,0-1-1 0 0,0 1 1 0 0,0-1 0 0 0,0 0 0 0 0,1 0 0 0 0,-1 1 0 0 0,0-1 0 0 0,1 0 0 0 0,-3-3 0 0 0,-20-36 104 0 0,18 17 285 0 0,-7-14-19 0 0,13 37-219 0 0,-1 0 1 0 0,1 0 0 0 0,-1-1 0 0 0,0 1 0 0 0,0 0-1 0 0,0 0 1 0 0,0 0 0 0 0,0 0 0 0 0,0 0 0 0 0,0 1-1 0 0,0-1 1 0 0,0 0 0 0 0,0 0 0 0 0,0 1 0 0 0,0-1-1 0 0,-1 1 1 0 0,1-1 0 0 0,0 1 0 0 0,0-1 0 0 0,-1 1-1 0 0,1 0 1 0 0,0-1 0 0 0,-1 1 0 0 0,-1 0 0 0 0,3 0-114 0 0,0 0 0 0 0,0 0 1 0 0,0 0-1 0 0,-1 0 0 0 0,1 0 1 0 0,0 1-1 0 0,0-1 1 0 0,0 0-1 0 0,0 0 0 0 0,-1 0 1 0 0,1 0-1 0 0,0 0 0 0 0,0 0 1 0 0,0 0-1 0 0,0 0 0 0 0,-1 0 1 0 0,1 0-1 0 0,0 0 1 0 0,0-1-1 0 0,0 1 0 0 0,-2-1 713 0 0,2 1-713 0 0,0 0 1 0 0,0 0-1 0 0,0 0 0 0 0,0-1 1 0 0,-1 1-1 0 0,1 0 0 0 0,0 0 1 0 0,0 0-1 0 0,0 0 1 0 0,0-1-1 0 0,0 1 0 0 0,0 0 1 0 0,0 0-1 0 0,0 0 0 0 0,0 0 1 0 0,0-1-1 0 0,0 1 0 0 0,0 0 1 0 0,0 0-1 0 0,9-10 1417 0 0,13-5-668 0 0,-10 9-535 0 0,0 1 0 0 0,1 0 0 0 0,0 1 0 0 0,0 0 0 0 0,0 2 0 0 0,0-1 0 0 0,20 0 0 0 0,36-9 696 0 0,213-41 512 0 0,-194 38-1266 0 0,-33 0-447 0 0,-43 10-3984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5:36.1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70 279 3681 0 0,'-2'-11'656'0'0,"1"0"0"0"0,-2 0 0 0 0,1 0 0 0 0,-1 0 0 0 0,-7-15 0 0 0,0-2 544 0 0,10 27-1114 0 0,-12-29 1203 0 0,12 29-1175 0 0,0 1-1 0 0,-1-1 0 0 0,1 0 1 0 0,0 0-1 0 0,-1 0 0 0 0,1 1 0 0 0,0-1 1 0 0,-1 0-1 0 0,1 0 0 0 0,-1 1 1 0 0,1-1-1 0 0,-1 0 0 0 0,0 1 0 0 0,1-1 1 0 0,-1 0-1 0 0,1 1 0 0 0,-1-1 1 0 0,0 1-1 0 0,0-1 0 0 0,1 1 0 0 0,-1 0 1 0 0,0-1-1 0 0,0 1 0 0 0,0 0 1 0 0,1-1-1 0 0,-1 1 0 0 0,0 0 0 0 0,0 0 1 0 0,0 0-1 0 0,0 0 0 0 0,-5 3 1935 0 0,6-3-1887 0 0,0 1 0 0 0,0-1 1 0 0,-1 1-1 0 0,1-1 0 0 0,0 0 0 0 0,0 1 1 0 0,0-1-1 0 0,0 1 0 0 0,0-1 0 0 0,0 1 0 0 0,0-1 1 0 0,0 1-1 0 0,0-1 0 0 0,0 0 0 0 0,0 1 0 0 0,0-1 1 0 0,0 1-1 0 0,0-1 0 0 0,0 1 0 0 0,10 18 839 0 0,18 13-924 0 0,-10-15-25 0 0,2-2 0 0 0,0 0 0 0 0,31 17 0 0 0,-33-22-34 0 0,0 1 0 0 0,-1 1 1 0 0,-1 1-1 0 0,1 0 0 0 0,26 29 0 0 0,-32-27-6 0 0,27 30 18 0 0,-36-43-29 0 0,0 0 1 0 0,0 0 0 0 0,0-1 0 0 0,0 1-1 0 0,0 0 1 0 0,0-1 0 0 0,0 0-1 0 0,1 1 1 0 0,-1-1 0 0 0,0 0 0 0 0,1 0-1 0 0,-1-1 1 0 0,1 1 0 0 0,-1 0-1 0 0,1-1 1 0 0,-1 1 0 0 0,1-1 0 0 0,2 0-1 0 0,-4 0 15 0 0,1-1-1 0 0,-1 1 0 0 0,0 0 0 0 0,0-1 1 0 0,0 0-1 0 0,0 1 0 0 0,0-1 1 0 0,0 0-1 0 0,0 1 0 0 0,0-1 0 0 0,0 0 1 0 0,0 0-1 0 0,-1 0 0 0 0,1 0 0 0 0,0 1 1 0 0,0-1-1 0 0,-1 0 0 0 0,1-1 1 0 0,-1 1-1 0 0,1 0 0 0 0,-1 0 0 0 0,1 0 1 0 0,-1 0-1 0 0,0 0 0 0 0,1-2 0 0 0,4-36 566 0 0,-4 24-462 0 0,48-240 251 0 0,-42 215-278 0 0,-4 22-1052 0 0,0-1-1 0 0,0-19 1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6:01.8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2538 233 16131 0 0,'-80'-40'-106'0'0,"-3"3"-1"0"0,-138-43 1 0 0,197 72 265 0 0,-34-9-108 0 0,-1 2-1 0 0,-1 3 1 0 0,1 2-1 0 0,-2 3 1 0 0,1 2-1 0 0,-1 4 0 0 0,-63 5 1 0 0,39 5-7 0 0,1 3 0 0 0,1 4 0 0 0,1 4 0 0 0,-119 44 1 0 0,179-55-6 0 0,0 1 0 0 0,1 1 0 0 0,1 1 0 0 0,0 1 1 0 0,0 1-1 0 0,1 0 0 0 0,1 2 0 0 0,-31 32 0 0 0,0 11 221 0 0,-60 92 0 0 0,12-14-362 0 0,18-38-90 0 0,-139 196-322 0 0,163-207 467 0 0,3 2 1 0 0,-68 169-1 0 0,106-224 48 0 0,3 1 0 0 0,1 1 0 0 0,1-1 0 0 0,2 1 0 0 0,2 1 0 0 0,1-1 0 0 0,2 1 0 0 0,2-1 0 0 0,1 1 0 0 0,2 0 0 0 0,8 40 0 0 0,10 5-1 0 0,40 103 0 0 0,47 77 0 0 0,-52-130 0 0 0,19 38 58 0 0,134 225 1 0 0,-154-304-41 0 0,-7-6 30 0 0,119 155 0 0 0,-148-218-155 0 0,2 0 0 0 0,1-1 0 0 0,1-1 0 0 0,1-1 0 0 0,0-1 0 0 0,1-1 0 0 0,1-1 0 0 0,1-2 0 0 0,1 0 0 0 0,44 16 0 0 0,-42-21 104 0 0,0-1-1 0 0,1-2 1 0 0,-1-1-1 0 0,1-2 1 0 0,0 0-1 0 0,0-3 1 0 0,1 0-1 0 0,-1-2 1 0 0,0-1-1 0 0,0-2 1 0 0,0-1-1 0 0,51-15 1 0 0,7-9 417 0 0,-1-4 1 0 0,101-54 0 0 0,152-116 900 0 0,-291 167-1108 0 0,-1-3 0 0 0,-2-1 0 0 0,-2-3 0 0 0,-2-1 0 0 0,-2-3 1 0 0,-2-1-1 0 0,-2-2 0 0 0,-2-1 0 0 0,55-109 0 0 0,-69 109-74 0 0,-2-2 0 0 0,-2 0 0 0 0,-3-1 0 0 0,-2 0 0 0 0,-2-1 0 0 0,-3 0 0 0 0,1-79 0 0 0,-9-14 264 0 0,-32-227 0 0 0,-47-118 185 0 0,44 336-461 0 0,-59-165 0 0 0,79 276-138 0 0,-3 1 1 0 0,-1 1-1 0 0,-1 1 1 0 0,-3 1-1 0 0,-2 1 1 0 0,-1 1-1 0 0,-2 2 1 0 0,-2 0-1 0 0,-1 2 1 0 0,-2 2-1 0 0,-1 1 0 0 0,-2 2 1 0 0,-1 1-1 0 0,-73-44 1 0 0,56 45-162 0 0,-1 2 1 0 0,-2 2 0 0 0,0 3-1 0 0,-1 3 1 0 0,-1 2 0 0 0,0 3-1 0 0,-2 2 1 0 0,1 3-1 0 0,-1 3 1 0 0,0 2 0 0 0,-1 4-1 0 0,1 2 1 0 0,-95 15 0 0 0,6 15-1365 0 0,-6 11-66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58.5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0 16131 0 0,'-4'30'2727'0'0,"-1"17"-2777"0"0,16 477 2445 0 0,-4-331-1740 0 0,12 92-275 0 0,2-165-6548 0 0,-14-87-732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58.8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19 163 11522 0 0,'-18'-1'1568'0'0,"28"-3"-56"0"0,31-1-1009 0 0,295-28 4609 0 0,173-20-2240 0 0,-26-3-2705 0 0,-472 54-589 0 0,65-6 434 0 0,-37 9-2111 0 0,-6 6-4378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59.1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12 14283 0 0,'0'0'29'0'0,"0"0"1"0"0,0 0-1 0 0,0 0 0 0 0,0 0 0 0 0,0 0 1 0 0,0 0-1 0 0,-1 0 0 0 0,1-1 0 0 0,0 1 1 0 0,0 0-1 0 0,0 0 0 0 0,0 0 1 0 0,0 0-1 0 0,0 0 0 0 0,0-1 0 0 0,0 1 1 0 0,0 0-1 0 0,0 0 0 0 0,0 0 0 0 0,0 0 1 0 0,0 0-1 0 0,0-1 0 0 0,0 1 1 0 0,0 0-1 0 0,0 0 0 0 0,0 0 0 0 0,0 0 1 0 0,0-1-1 0 0,0 1 0 0 0,0 0 0 0 0,0 0 1 0 0,0 0-1 0 0,0 0 0 0 0,0 0 0 0 0,0-1 1 0 0,0 1-1 0 0,0 0 0 0 0,0 0 1 0 0,0 0-1 0 0,1 0 0 0 0,-1 0 0 0 0,0 0 1 0 0,0 0-1 0 0,0-1 0 0 0,0 1 0 0 0,0 0 1 0 0,0 0-1 0 0,1 0 0 0 0,-1 0 1 0 0,12-4 107 0 0,13 3-506 0 0,-11 2 574 0 0,-1 0 0 0 0,1 1 0 0 0,0 1 0 0 0,-1 1-1 0 0,0 0 1 0 0,0 0 0 0 0,0 1 0 0 0,-1 1 0 0 0,1 0-1 0 0,-1 1 1 0 0,-1 0 0 0 0,1 1 0 0 0,-1 1 0 0 0,12 11-1 0 0,15 15 671 0 0,-2 2 0 0 0,43 58 1 0 0,-38-39-338 0 0,47 87 0 0 0,19 27-1282 0 0,-73-130-2326 0 0,-16-27-3723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59.3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473 51 13363 0 0,'19'-21'2980'0'0,"-16"19"-2630"0"0,-1 0 0 0 0,0 0 1 0 0,0 0-1 0 0,1 0 0 0 0,-1-1 1 0 0,-1 0-1 0 0,1 1 0 0 0,0-1 1 0 0,-1 0-1 0 0,2-3 0 0 0,-34 38 370 0 0,-133 188-954 0 0,53-71 291 0 0,72-96 65 0 0,3 2 1 0 0,2 1-1 0 0,-51 113 1 0 0,70-134-316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59.6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66 4609 0 0,'2'-5'145'0'0,"1"0"1"0"0,0 0-1 0 0,1 0 0 0 0,-1 0 1 0 0,1 1-1 0 0,0 0 1 0 0,0-1-1 0 0,0 1 0 0 0,1 1 1 0 0,-1-1-1 0 0,9-4 0 0 0,-11 7 39 0 0,-1 0 1 0 0,0 0-1 0 0,1 0 0 0 0,-1 0 0 0 0,0 1 0 0 0,1-1 0 0 0,-1 0 0 0 0,1 1 0 0 0,-1-1 0 0 0,1 1 0 0 0,0 0 0 0 0,-1-1 0 0 0,1 1 0 0 0,-1 0 0 0 0,1 0 0 0 0,-1 0 1 0 0,1 0-1 0 0,0 0 0 0 0,-1 1 0 0 0,1-1 0 0 0,-1 0 0 0 0,1 1 0 0 0,-1-1 0 0 0,1 1 0 0 0,-1-1 0 0 0,1 1 0 0 0,-1 0 0 0 0,1 0 0 0 0,-1 0 0 0 0,0 0 0 0 0,1 0 1 0 0,-1 0-1 0 0,0 0 0 0 0,0 0 0 0 0,0 0 0 0 0,0 0 0 0 0,0 1 0 0 0,0-1 0 0 0,0 0 0 0 0,0 1 0 0 0,-1-1 0 0 0,1 1 0 0 0,-1-1 0 0 0,1 1 0 0 0,0 2 1 0 0,6 20 1692 0 0,-1 0 1 0 0,5 37-1 0 0,-1 110 122 0 0,-7-74-1646 0 0,36 480 40 0 0,-38-563-463 0 0,0 7-142 0 0,1-1 0 0 0,0 1 0 0 0,8 24-1 0 0,-4-28-621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00.2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5 153 13827 0 0,'0'0'35'0'0,"0"0"-1"0"0,-1 0 1 0 0,1 0 0 0 0,0 0-1 0 0,0 0 1 0 0,0 0 0 0 0,0 0-1 0 0,-1-1 1 0 0,1 1 0 0 0,0 0 0 0 0,0 0-1 0 0,0 0 1 0 0,0 0 0 0 0,-1 0-1 0 0,1 0 1 0 0,0 0 0 0 0,0 0-1 0 0,0 0 1 0 0,0-1 0 0 0,0 1-1 0 0,-1 0 1 0 0,1 0 0 0 0,0 0 0 0 0,0 0-1 0 0,0 0 1 0 0,0-1 0 0 0,0 1-1 0 0,0 0 1 0 0,0 0 0 0 0,0 0-1 0 0,0 0 1 0 0,0-1 0 0 0,0 1-1 0 0,0 0 1 0 0,0 0 0 0 0,0 0 0 0 0,0 0-1 0 0,0-1 1 0 0,0 1 0 0 0,0 0-1 0 0,0 0 1 0 0,0 0 0 0 0,0-1-1 0 0,0 1 1 0 0,0 0 0 0 0,0 0-1 0 0,0 0 1 0 0,0 0 0 0 0,0 0 0 0 0,0-1-1 0 0,0 1 1 0 0,0 0 0 0 0,1 0-1 0 0,11-11 494 0 0,18-7-725 0 0,-12 12 217 0 0,0 1-1 0 0,0 0 0 0 0,0 2 0 0 0,1 0 1 0 0,21-1-1 0 0,97 5 744 0 0,-59 1-477 0 0,42-3-94 0 0,0-5 1 0 0,-1-5 0 0 0,210-47 0 0 0,-271 41-140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00.9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607 13 8754 0 0,'4'-13'5523'0'0,"-13"21"-3866"0"0,-52 59-635 0 0,-71 103-1 0 0,2-2-874 0 0,118-153-158 0 0,-20 25 314 0 0,-2-2 0 0 0,-1-2 0 0 0,-2 0 0 0 0,-43 31 0 0 0,78-65-471 0 0,-1-1 0 0 0,1 1 0 0 0,-1 0 0 0 0,1-1 0 0 0,-1 0 0 0 0,1 1-1 0 0,-1-1 1 0 0,0 0 0 0 0,1 0 0 0 0,-1-1 0 0 0,0 1 0 0 0,0-1 0 0 0,0 1 0 0 0,0-1-1 0 0,0 0 1 0 0,-3 0 0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01.3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409 94 4145 0 0,'10'-13'926'0'0,"1"0"0"0"0,0 0-1 0 0,25-21 1 0 0,-21 17 48 0 0,-16 14-308 0 0,-10 9-219 0 0,-34 26 1147 0 0,1 3 0 0 0,-53 55 0 0 0,65-58-1049 0 0,-2-1-1 0 0,0-2 1 0 0,-2-1-1 0 0,-59 35 1 0 0,92-61-499 0 0,-26 10 514 0 0,27-11-533 0 0,1-1 0 0 0,0 1 0 0 0,-1-1-1 0 0,1 0 1 0 0,0 0 0 0 0,-1 1 0 0 0,1-1 0 0 0,-1 0 0 0 0,1 0-1 0 0,0 0 1 0 0,-1-1 0 0 0,1 1 0 0 0,0 0 0 0 0,-1 0 0 0 0,1-1-1 0 0,0 1 1 0 0,-1-1 0 0 0,1 1 0 0 0,-2-2 0 0 0,3 2-36 0 0,0-1-1 0 0,-1 0 1 0 0,1 1 0 0 0,0-1 0 0 0,0 1 0 0 0,0-1 0 0 0,0 0 0 0 0,0 1 0 0 0,0-1 0 0 0,0 0 0 0 0,0 1 0 0 0,0-1-1 0 0,0 0 1 0 0,0 1 0 0 0,0-1 0 0 0,0 1 0 0 0,0-1 0 0 0,1 0 0 0 0,-1 1 0 0 0,0-1 0 0 0,0 1 0 0 0,1-1 0 0 0,-1 1 0 0 0,1-2-1 0 0,10-15-469 0 0,-11 15 453 0 0,18-22-378 0 0,0 0-1 0 0,1 1 0 0 0,1 1 0 0 0,1 0 0 0 0,30-22 1 0 0,-41 35 621 0 0,1 1 1 0 0,0 1 0 0 0,1 0-1 0 0,-1 0 1 0 0,1 1 0 0 0,1 0-1 0 0,-1 1 1 0 0,1 1 0 0 0,0 0-1 0 0,0 1 1 0 0,0 0 0 0 0,1 1-1 0 0,-1 0 1 0 0,14 1 0 0 0,-24 1-102 0 0,0 0 0 0 0,0 0 0 0 0,1 1 0 0 0,-1 0 0 0 0,-1-1 0 0 0,1 1 0 0 0,0 0 0 0 0,0 0 0 0 0,0 1 0 0 0,0-1 0 0 0,-1 0 1 0 0,1 1-1 0 0,-1 0 0 0 0,1 0 0 0 0,-1 0 0 0 0,1 0 0 0 0,-1 0 0 0 0,0 0 0 0 0,0 0 0 0 0,0 1 0 0 0,0-1 0 0 0,-1 1 0 0 0,1-1 0 0 0,-1 1 0 0 0,1 0 1 0 0,-1 0-1 0 0,0 0 0 0 0,0-1 0 0 0,0 1 0 0 0,-1 0 0 0 0,1 0 0 0 0,0 4 0 0 0,1 10-249 0 0,-1 0 0 0 0,-1 0 0 0 0,-1 0 0 0 0,-3 27 0 0 0,2-26-510 0 0,-1 11-6939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02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65 185 6449 0 0,'0'0'5'0'0,"-8"0"1322"0"0,-1 0 1 0 0,1 0-1 0 0,-1-1 1 0 0,1 0 0 0 0,-15-4-1 0 0,42 4 1907 0 0,21-10-2716 0 0,-30 7-204 0 0,72-25-349 0 0,79-41-1 0 0,-55 23-3759 0 0,-67 34 2006 0 0,-23 10 5034 0 0,-23 26 2042 0 0,6-20-5296 0 0,0 0 1 0 0,-1 0-1 0 0,1 0 1 0 0,1 0-1 0 0,-1 1 1 0 0,0-1-1 0 0,1 0 1 0 0,-1 0-1 0 0,1 7 1 0 0,1 27 306 0 0,-1-1 0 0 0,-2 1 1 0 0,-14 71-1 0 0,0 1-83 0 0,-3 225 166 0 0,17-269-358 0 0,1-57-78 0 0,1 3-1357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03.3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77 11979 0 0,'1'-5'306'0'0,"-1"-6"1290"0"0,0-1 0 0 0,-1 1 0 0 0,0-1 1 0 0,-4-13-1 0 0,0 65 60 0 0,0 17-1601 0 0,-8 197 4 0 0,13-208-61 0 0,2-1 0 0 0,3-1 0 0 0,15 73 1 0 0,-18-107 1 0 0,0 1 0 0 0,1-1 0 0 0,0 1 0 0 0,1-1 0 0 0,1 0 0 0 0,-1 0 0 0 0,2-1 0 0 0,-1 0 0 0 0,1 1 0 0 0,8 8 0 0 0,-13-17 1 0 0,0-1 1 0 0,1 1 0 0 0,-1 0 0 0 0,1-1-1 0 0,-1 1 1 0 0,0-1 0 0 0,1 1-1 0 0,-1-1 1 0 0,1 1 0 0 0,-1-1-1 0 0,1 0 1 0 0,-1 0 0 0 0,1 0 0 0 0,-1 0-1 0 0,1 0 1 0 0,-1 0 0 0 0,1 0-1 0 0,-1-1 1 0 0,1 1 0 0 0,-1 0 0 0 0,1-1-1 0 0,1 0 1 0 0,37-19 280 0 0,-26 12-131 0 0,43-20 296 0 0,71-23 0 0 0,-31 24-1425 0 0,-67 22-2083 0 0,40-4-1 0 0,-45 8-3942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03.6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 7370 0 0,'0'-1'127'0'0,"0"1"0"0"0,0-1 0 0 0,0 1 0 0 0,0-1 0 0 0,-1 1 0 0 0,1-1 0 0 0,0 0 0 0 0,1 1 0 0 0,-1-1 0 0 0,0 1 1 0 0,0-1-1 0 0,0 1 0 0 0,0-1 0 0 0,0 1 0 0 0,0-1 0 0 0,1 0 0 0 0,-1 1 0 0 0,0-1 0 0 0,0 1 0 0 0,1 0 0 0 0,-1-1 1 0 0,0 1-1 0 0,1-1 0 0 0,-1 1 0 0 0,1-1 0 0 0,-1 1 0 0 0,0 0 0 0 0,1-1 0 0 0,-1 1 0 0 0,1 0 0 0 0,-1-1 0 0 0,1 1 1 0 0,-1 0-1 0 0,1 0 0 0 0,-1-1 0 0 0,1 1 0 0 0,0 0 0 0 0,-1 0 0 0 0,1 0 0 0 0,-1 0 0 0 0,1 0 0 0 0,-1 0 0 0 0,1 0 1 0 0,-1 0-1 0 0,1 0 0 0 0,0 0 0 0 0,1 1 30 0 0,-1-1 0 0 0,1 1 0 0 0,-1-1 0 0 0,0 1 0 0 0,0 0 0 0 0,1 0 0 0 0,-1 0 1 0 0,0 0-1 0 0,0 0 0 0 0,0 0 0 0 0,0 0 0 0 0,0 0 0 0 0,0 0 0 0 0,0 0 0 0 0,0 0 0 0 0,0 1 0 0 0,-1-1 0 0 0,2 2 0 0 0,3 18 373 0 0,0-1-1 0 0,-1 1 0 0 0,-1 0 1 0 0,-2 0-1 0 0,0 0 0 0 0,-2 30 1 0 0,1-17-157 0 0,-7 105-118 0 0,3-86-1115 0 0,3 0 0 0 0,5 72 0 0 0,-1-103-489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03.8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4 270 13363 0 0,'-1'-2'97'0'0,"0"0"0"0"0,1 1 0 0 0,0-1 1 0 0,-1 0-1 0 0,1 0 0 0 0,0 0 0 0 0,0 0 0 0 0,0 0 1 0 0,0 1-1 0 0,0-1 0 0 0,0 0 0 0 0,0 0 0 0 0,1 0 1 0 0,-1 0-1 0 0,1 0 0 0 0,-1 1 0 0 0,1-1 0 0 0,1-2 0 0 0,22-31 659 0 0,-9 15-470 0 0,-1-1-442 0 0,1 1 0 0 0,0 1-1 0 0,2 0 1 0 0,28-25-1 0 0,-39 38 37 0 0,0 1-1 0 0,1 0 1 0 0,0 0-1 0 0,0 0 1 0 0,0 1-1 0 0,1 0 1 0 0,-1 0-1 0 0,1 1 1 0 0,0 0-1 0 0,0 1 1 0 0,0-1-1 0 0,1 2 1 0 0,-1-1-1 0 0,0 1 1 0 0,1 0-1 0 0,-1 1 1 0 0,12 0-1 0 0,-5 3-4657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0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5 120 13827 0 0,'-4'2'948'0'0,"8"-5"-1494"0"0,21-13-3276 0 0,39-19-2476 0 0,-37 25 5342 0 0,0 1 1 0 0,47-9-1 0 0,-39 10 999 0 0,34-12 0 0 0,-62 17-43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04.1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0 6449 0 0,'-10'22'-129'0'0,"-18"41"2637"0"0,26-59-2091 0 0,1-1 0 0 0,0 1 0 0 0,0 0 0 0 0,0 0 1 0 0,0 0-1 0 0,1 0 0 0 0,0 0 0 0 0,-1 0 0 0 0,1 1 0 0 0,1-1 0 0 0,-1 0 0 0 0,1 0 0 0 0,0 4 0 0 0,0-7-291 0 0,0 0 0 0 0,0 0 0 0 0,-1 0-1 0 0,1 0 1 0 0,0 0 0 0 0,0-1 0 0 0,0 1 0 0 0,0 0 0 0 0,0 0-1 0 0,0-1 1 0 0,0 1 0 0 0,0 0 0 0 0,0-1 0 0 0,0 1-1 0 0,1-1 1 0 0,-1 0 0 0 0,0 1 0 0 0,0-1 0 0 0,0 0 0 0 0,1 0-1 0 0,-1 0 1 0 0,0 0 0 0 0,0 0 0 0 0,1 0 0 0 0,-1 0-1 0 0,0 0 1 0 0,0 0 0 0 0,0 0 0 0 0,1-1 0 0 0,-1 1 0 0 0,0-1-1 0 0,0 1 1 0 0,2-2 0 0 0,48-20 221 0 0,-42 17-342 0 0,57-27-1345 0 0,-43 22 163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04.4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37 17508 0 0,'0'-1'41'0'0,"0"0"-1"0"0,-1 0 1 0 0,1 0 0 0 0,0 0 0 0 0,-1 0 0 0 0,1 0-1 0 0,0 0 1 0 0,0 0 0 0 0,0 0 0 0 0,0 0-1 0 0,0 0 1 0 0,0 0 0 0 0,0 0 0 0 0,0 0 0 0 0,1 0-1 0 0,-1 0 1 0 0,0 0 0 0 0,0 0 0 0 0,1 1 0 0 0,-1-1-1 0 0,1 0 1 0 0,-1 0 0 0 0,1 0 0 0 0,-1 0 0 0 0,1 0-1 0 0,0 1 1 0 0,-1-1 0 0 0,1 0 0 0 0,0 0 0 0 0,-1 1-1 0 0,1-1 1 0 0,1 0 0 0 0,1 0 39 0 0,-1-1 0 0 0,1 2 0 0 0,0-1-1 0 0,-1 0 1 0 0,1 0 0 0 0,0 1 0 0 0,0-1 0 0 0,0 1 0 0 0,-1 0 0 0 0,1 0-1 0 0,4 0 1 0 0,-6 1-80 0 0,0-1 1 0 0,1 0-1 0 0,-1 1 0 0 0,0-1 0 0 0,1 1 0 0 0,-1 0 1 0 0,0-1-1 0 0,1 1 0 0 0,-1 0 0 0 0,0-1 1 0 0,0 1-1 0 0,0 0 0 0 0,0 0 0 0 0,0 0 0 0 0,0 0 1 0 0,0 0-1 0 0,0 1 0 0 0,0-1 0 0 0,-1 0 0 0 0,1 0 1 0 0,0 0-1 0 0,-1 1 0 0 0,1-1 0 0 0,-1 0 0 0 0,1 1 1 0 0,-1-1-1 0 0,1 1 0 0 0,-1 1 0 0 0,4 44 36 0 0,-4-39-22 0 0,18 291 989 0 0,4-172-4173 0 0,-18-106-3297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04.6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76 12899 0 0,'-2'-2'95'0'0,"1"0"0"0"0,0 0 0 0 0,-1 0-1 0 0,1 0 1 0 0,0 0 0 0 0,0 0 0 0 0,1-1 0 0 0,-1 1 0 0 0,0 0 0 0 0,1 0 0 0 0,-1-1 0 0 0,1-3 0 0 0,0 5-53 0 0,1-1 1 0 0,0 1 0 0 0,0 0-1 0 0,-1-1 1 0 0,1 1-1 0 0,0 0 1 0 0,0 0-1 0 0,0 0 1 0 0,1 0 0 0 0,-1 0-1 0 0,0 0 1 0 0,0 0-1 0 0,0 0 1 0 0,1 0 0 0 0,-1 1-1 0 0,1-1 1 0 0,-1 0-1 0 0,0 1 1 0 0,1-1 0 0 0,2 1-1 0 0,9-5 59 0 0,0 0-1 0 0,0 2 1 0 0,1-1-1 0 0,-1 2 1 0 0,1 0-1 0 0,-1 1 1 0 0,1 0 0 0 0,0 1-1 0 0,19 2 1 0 0,-26-1-84 0 0,0 0 1 0 0,0 1 0 0 0,0-1 0 0 0,0 2 0 0 0,0-1 0 0 0,-1 1 0 0 0,1 0 0 0 0,-1 0 0 0 0,0 1-1 0 0,0 0 1 0 0,0 0 0 0 0,0 1 0 0 0,-1-1 0 0 0,1 1 0 0 0,-1 0 0 0 0,-1 0 0 0 0,1 1-1 0 0,-1 0 1 0 0,7 11 0 0 0,-4-2 115 0 0,0 1-1 0 0,-2-1 1 0 0,1 1-1 0 0,-2 1 1 0 0,0-1-1 0 0,-1 1 1 0 0,-1-1-1 0 0,-1 1 1 0 0,0 0-1 0 0,-1 0 1 0 0,0 0-1 0 0,-2-1 1 0 0,0 1-1 0 0,-1 0 1 0 0,-5 16-1 0 0,0-3 229 0 0,-2-1-1 0 0,0 1 0 0 0,-2-2 0 0 0,-2 1 1 0 0,0-2-1 0 0,-2 0 0 0 0,-24 32 1 0 0,0-15-125 0 0,17-27-132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06.8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116 61 2761 0 0,'-24'-41'3070'0'0,"5"24"-613"0"0,19 16-2357 0 0,-1 1 0 0 0,1 0 0 0 0,-1-1 0 0 0,0 1 0 0 0,1 0 0 0 0,-1 0 0 0 0,1 0 0 0 0,-1 0 0 0 0,0 0 0 0 0,1-1 0 0 0,-1 1 0 0 0,1 0-1 0 0,-1 0 1 0 0,0 1 0 0 0,1-1 0 0 0,-1 0 0 0 0,0 0 0 0 0,1 0 0 0 0,-1 0 0 0 0,1 0 0 0 0,-1 1 0 0 0,1-1 0 0 0,-1 0 0 0 0,0 0 0 0 0,1 1 0 0 0,-1-1 0 0 0,1 1 0 0 0,-1-1-1 0 0,0 1 1 0 0,-1 3 167 0 0,1 0 0 0 0,-1 0-1 0 0,1 0 1 0 0,-1 0 0 0 0,1 1-1 0 0,0-1 1 0 0,1 0-1 0 0,-1 1 1 0 0,1-1 0 0 0,0 0-1 0 0,0 1 1 0 0,0-1-1 0 0,1 0 1 0 0,1 7 0 0 0,-1 3 145 0 0,-18 823 2228 0 0,1-524-2134 0 0,9-198-853 0 0,2-37-988 0 0,2 1 1 0 0,11 100 0 0 0,-4-151-4062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07.2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83 120 8754 0 0,'-4'-1'62'0'0,"-39"-6"1193"0"0,42 6-1217 0 0,-1 1 0 0 0,1 0-1 0 0,-1 0 1 0 0,1 0-1 0 0,-1 0 1 0 0,1 0-1 0 0,-1 0 1 0 0,1 0-1 0 0,-1 0 1 0 0,1 1 0 0 0,-1-1-1 0 0,1 1 1 0 0,-1-1-1 0 0,1 1 1 0 0,-1 0-1 0 0,1-1 1 0 0,0 1-1 0 0,-1 0 1 0 0,1 0 0 0 0,0 0-1 0 0,0 0 1 0 0,0 0-1 0 0,0 0 1 0 0,-2 2-1 0 0,5-2-27 0 0,0-1 0 0 0,0 1 1 0 0,0 0-1 0 0,-1-1 0 0 0,1 1 0 0 0,0-1 0 0 0,0 0 0 0 0,0 1 0 0 0,0-1 0 0 0,0 0 0 0 0,0 0 0 0 0,0 0 0 0 0,3-1 0 0 0,-3 1 1 0 0,83-5 1213 0 0,0-3-1 0 0,122-28 1 0 0,20-4 995 0 0,214 1-1729 0 0,-373 39-3197 0 0,-39 1-2774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07.9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23 13363 0 0,'-1'-1'58'0'0,"1"1"-1"0"0,0-1 1 0 0,0 1 0 0 0,0-1 0 0 0,0 0 0 0 0,0 1-1 0 0,0-1 1 0 0,0 0 0 0 0,0 1 0 0 0,0-1 0 0 0,0 1-1 0 0,1-1 1 0 0,-1 0 0 0 0,0 1 0 0 0,0-1 0 0 0,0 1-1 0 0,1-1 1 0 0,-1 1 0 0 0,0-1 0 0 0,1 0-1 0 0,-1 1 1 0 0,0-1 0 0 0,1 1 0 0 0,-1 0 0 0 0,1-1-1 0 0,-1 1 1 0 0,1-1 0 0 0,-1 1 0 0 0,1 0 0 0 0,-1-1-1 0 0,1 1 1 0 0,-1 0 0 0 0,1-1 0 0 0,0 1 0 0 0,0 0-1 0 0,0-1 26 0 0,0 1 0 0 0,1-1-1 0 0,-1 1 1 0 0,0-1 0 0 0,1 1-1 0 0,-1 0 1 0 0,1-1 0 0 0,-1 1-1 0 0,0 0 1 0 0,1 0 0 0 0,-1 0 0 0 0,1 0-1 0 0,-1 0 1 0 0,0 0 0 0 0,1 1-1 0 0,-1-1 1 0 0,3 1 0 0 0,6 6-83 0 0,0 1 0 0 0,0 0 0 0 0,0 0 0 0 0,-1 1 0 0 0,0 1 0 0 0,-1-1 0 0 0,11 17 0 0 0,9 9 0 0 0,1-1-26 0 0,25 29-1030 0 0,2-1 1 0 0,2-3 0 0 0,68 51-1 0 0,-103-93-4394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08.1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505 6 14747 0 0,'0'-1'91'0'0,"-1"1"-1"0"0,1-1 1 0 0,-1 1-1 0 0,1-1 1 0 0,-1 1-1 0 0,1-1 1 0 0,-1 1 0 0 0,0 0-1 0 0,1 0 1 0 0,-1-1-1 0 0,0 1 1 0 0,1 0-1 0 0,-1 0 1 0 0,0-1-1 0 0,1 1 1 0 0,-1 0 0 0 0,0 0-1 0 0,0 0 1 0 0,1 0-1 0 0,-1 0 1 0 0,0 0-1 0 0,1 0 1 0 0,-1 1-1 0 0,0-1 1 0 0,1 0 0 0 0,-2 0-1 0 0,-23 13 285 0 0,-21 27-1252 0 0,45-38 901 0 0,-51 51-576 0 0,3 2 0 0 0,2 3 0 0 0,2 1 0 0 0,4 3 0 0 0,-57 108 0 0 0,42-56-622 0 0,29-62-3228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08.5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60 14283 0 0,'0'-3'123'0'0,"-1"0"-1"0"0,1 0 1 0 0,0 0-1 0 0,0 0 0 0 0,0-1 1 0 0,1 1-1 0 0,-1 0 1 0 0,1 0-1 0 0,0 0 1 0 0,-1 0-1 0 0,1 1 1 0 0,2-4-1 0 0,-2 4-97 0 0,0 1-1 0 0,0 0 0 0 0,0-1 1 0 0,1 1-1 0 0,-1 0 0 0 0,1 0 1 0 0,-1 0-1 0 0,0 0 1 0 0,1 0-1 0 0,0 0 0 0 0,-1 0 1 0 0,1 1-1 0 0,0-1 0 0 0,-1 1 1 0 0,1-1-1 0 0,0 1 0 0 0,-1-1 1 0 0,1 1-1 0 0,0 0 0 0 0,0 0 1 0 0,0 0-1 0 0,3 0 1 0 0,-4 0-6 0 0,0 1 0 0 0,1-1 0 0 0,-1 0 0 0 0,1 1 0 0 0,-1-1 0 0 0,0 1 0 0 0,1 0 0 0 0,-1-1 0 0 0,0 1 0 0 0,1 0 0 0 0,-1 0 0 0 0,0-1 0 0 0,0 1 0 0 0,0 0 0 0 0,0 0 0 0 0,0 0 0 0 0,0 1 0 0 0,0-1 0 0 0,0 0 0 0 0,0 0 0 0 0,-1 0 0 0 0,1 1 0 0 0,0-1 1 0 0,-1 0-1 0 0,1 1 0 0 0,-1-1 0 0 0,0 1 0 0 0,1-1 0 0 0,-1 3 0 0 0,6 45 638 0 0,-6-46-620 0 0,0 395 1454 0 0,1-300-3177 0 0,-1-48-4618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08.9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55 199 12899 0 0,'-54'3'1400'0'0,"321"-56"-2335"0"0,365-57 5767 0 0,-340 77-3831 0 0,-167 28-6440 0 0,-66 5-477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10.4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726 14 3681 0 0,'-1'-1'43'0'0,"0"-1"1"0"0,0 1-1 0 0,0 0 0 0 0,0 0 1 0 0,0 1-1 0 0,-1-1 0 0 0,1 0 1 0 0,0 0-1 0 0,0 0 0 0 0,0 1 1 0 0,-1-1-1 0 0,1 1 1 0 0,0-1-1 0 0,-1 1 0 0 0,1-1 1 0 0,0 1-1 0 0,-1 0 0 0 0,1-1 1 0 0,-1 1-1 0 0,1 0 0 0 0,-1 0 1 0 0,1 0-1 0 0,0 0 1 0 0,-1 1-1 0 0,1-1 0 0 0,-1 0 1 0 0,1 1-1 0 0,0-1 0 0 0,-1 0 1 0 0,-1 2-1 0 0,-40 17 475 0 0,26-7-68 0 0,0 1 0 0 0,1 1 1 0 0,0 0-1 0 0,1 1 1 0 0,-21 27-1 0 0,4-5-45 0 0,-188 232-473 0 0,92-105 112 0 0,117-151 38 0 0,2 0-20 0 0,-1-1 0 0 0,0 0 0 0 0,-1-1 0 0 0,0 0 0 0 0,-1-1 0 0 0,0 0 0 0 0,0 0 0 0 0,-16 7 0 0 0,28-16-157 0 0,-1-1 0 0 0,1 1 0 0 0,-1-1-1 0 0,0 1 1 0 0,1-1 0 0 0,-1 0 0 0 0,0 1 0 0 0,1-1 0 0 0,-1 0-1 0 0,0 0 1 0 0,0 1 0 0 0,1-1 0 0 0,-1 0 0 0 0,0 0 0 0 0,0 0-1 0 0,1 0 1 0 0,-1 0 0 0 0,0 0 0 0 0,0 0 0 0 0,1 0 0 0 0,-1-1 0 0 0,0 1-1 0 0,-1 0 1 0 0,8-14-1636 0 0,22-17 690 0 0,33-19 48 0 0,-42 34 993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10.9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266 37 456 0 0,'-6'-1'162'0'0,"0"1"-1"0"0,0-1 1 0 0,-1 1-1 0 0,1 0 1 0 0,0 1-1 0 0,0-1 1 0 0,0 1-1 0 0,0 0 1 0 0,0 1 0 0 0,-10 3-1 0 0,-60 30 1710 0 0,60-28-998 0 0,0 2-334 0 0,1-1 739 0 0,-1-1 0 0 0,0 0 1 0 0,-18 5-1 0 0,41-22 781 0 0,8-3-1808 0 0,14-4 142 0 0,0 1 1 0 0,2 2-1 0 0,-1 1 0 0 0,45-13 1 0 0,-57 20-40 0 0,22-6 129 0 0,-38 11-402 0 0,0 1-1 0 0,0-1 1 0 0,0 1-1 0 0,0 0 0 0 0,0 0 1 0 0,0 0-1 0 0,0 0 1 0 0,0 0-1 0 0,0 0 1 0 0,0 0-1 0 0,0 1 1 0 0,0-1-1 0 0,0 1 0 0 0,0 0 1 0 0,2 0-1 0 0,-2 1 73 0 0,-1 0 0 0 0,1 0 0 0 0,-1 0-1 0 0,1 0 1 0 0,-1 0 0 0 0,0 0 0 0 0,0 0 0 0 0,0 0-1 0 0,0 0 1 0 0,-1 1 0 0 0,1-1 0 0 0,-1 0 0 0 0,1 1-1 0 0,-1-1 1 0 0,0 0 0 0 0,1 1 0 0 0,-2 2 0 0 0,0 42 525 0 0,-20 62-3072 0 0,17-84-4165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12.1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2761 0 0,'1'0'149'0'0,"0"0"0"0"0,-1 0 0 0 0,1 0 0 0 0,0 0 0 0 0,-1 0 0 0 0,1 0 0 0 0,0 0 0 0 0,-1 0 0 0 0,1 0 1 0 0,-1 0-1 0 0,1 1 0 0 0,0-1 0 0 0,-1 0 0 0 0,1 0 0 0 0,-1 1 0 0 0,1-1 0 0 0,0 0 0 0 0,-1 1 0 0 0,1-1 1 0 0,-1 0-1 0 0,1 1 0 0 0,-1-1 0 0 0,0 1 0 0 0,1-1 0 0 0,-1 1 0 0 0,1-1 0 0 0,-1 1 0 0 0,1 0 0 0 0,12 15 2058 0 0,7 23-1488 0 0,-1 0-1 0 0,-2 1 0 0 0,-2 0 0 0 0,16 68 1 0 0,17 174-479 0 0,-34-133-1252 0 0,-13-116-3329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12.6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 84 2761 0 0,'3'-3'149'0'0,"-1"-1"0"0"0,1 0 0 0 0,0 1 0 0 0,0-1 0 0 0,0 1 0 0 0,0 0 0 0 0,1 0 0 0 0,-1 0 0 0 0,1 1 0 0 0,0-1 0 0 0,0 1 0 0 0,0 0 0 0 0,0 0 0 0 0,0 0 0 0 0,6-1 0 0 0,9-3 702 0 0,0 1 1 0 0,23-3 0 0 0,-24 5-277 0 0,-12 2-359 0 0,23-5 1096 0 0,58-2-1 0 0,-80 7-1229 0 0,0 1 0 0 0,-1 0-1 0 0,1 1 1 0 0,0-1-1 0 0,0 1 1 0 0,-1 1 0 0 0,1-1-1 0 0,0 1 1 0 0,-1 1 0 0 0,0-1-1 0 0,1 1 1 0 0,-1 0-1 0 0,0 0 1 0 0,9 7 0 0 0,-14-9-89 0 0,0 0 1 0 0,-1-1-1 0 0,1 1 0 0 0,0 0 1 0 0,-1-1-1 0 0,1 1 1 0 0,-1 0-1 0 0,1 0 1 0 0,-1 0-1 0 0,1-1 1 0 0,-1 1-1 0 0,1 0 0 0 0,-1 0 1 0 0,0 0-1 0 0,0 0 1 0 0,1 0-1 0 0,-1 0 1 0 0,0 0-1 0 0,0 0 1 0 0,0 0-1 0 0,0 0 1 0 0,0 0-1 0 0,0 0 0 0 0,0-1 1 0 0,-1 3-1 0 0,0-1-24 0 0,0 0 0 0 0,0 0 0 0 0,0 0 0 0 0,0 0 0 0 0,0 0 0 0 0,-1 0 1 0 0,1 0-1 0 0,-1-1 0 0 0,1 1 0 0 0,-3 2 0 0 0,-3 1-134 0 0,0 1 0 0 0,-1-1-1 0 0,0 0 1 0 0,-12 5 0 0 0,-45 15 250 0 0,-94 24-1 0 0,36-13 134 0 0,71-22-620 0 0,19-5-2871 0 0,19-6-48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12.9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1 456 0 0,'-16'1'7382'0'0,"18"4"-7026"0"0,4 9 305 0 0,1-1 1 0 0,0 1 0 0 0,17 22 0 0 0,-15-23-305 0 0,0 0 0 0 0,-1 1 0 0 0,-1 0 0 0 0,11 26 1 0 0,9 61-481 0 0,-14-34-4107 0 0,-8-43 661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13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73 2304 0 0,'5'-6'157'0'0,"0"1"-1"0"0,1 0 0 0 0,-1 0 1 0 0,1 0-1 0 0,0 0 0 0 0,0 1 0 0 0,1 0 1 0 0,-1 0-1 0 0,1 1 0 0 0,0 0 0 0 0,0 0 1 0 0,14-4-1 0 0,-8 3 139 0 0,-1 1 0 0 0,1 1 0 0 0,0 0 0 0 0,0 0 0 0 0,1 2 0 0 0,21 0 0 0 0,-29 1-102 0 0,-1 0 0 0 0,1 0 0 0 0,-1 0 0 0 0,0 1 0 0 0,1-1 0 0 0,-1 1 0 0 0,0 1 0 0 0,0-1 0 0 0,0 1 0 0 0,-1 0 0 0 0,1 0 0 0 0,0 0 0 0 0,-1 1 0 0 0,8 7 0 0 0,-7-4-70 0 0,0-1 0 0 0,0 1 0 0 0,-1 0 0 0 0,1 1 1 0 0,-2-1-1 0 0,1 1 0 0 0,-1-1 0 0 0,0 1 0 0 0,2 11 0 0 0,-2-5-54 0 0,0 1 0 0 0,-2-1 0 0 0,1 1 1 0 0,-2-1-1 0 0,0 1 0 0 0,-1-1 0 0 0,0 1 0 0 0,-1 0 1 0 0,-1-1-1 0 0,0 0 0 0 0,-6 18 0 0 0,4-22 2 0 0,0-1 0 0 0,0 1 0 0 0,-1-1 0 0 0,0 0 0 0 0,-1 0 0 0 0,0-1 0 0 0,0 0 0 0 0,-1 0 0 0 0,0-1 0 0 0,0 0 0 0 0,-1 0 0 0 0,0-1 0 0 0,-16 9 0 0 0,-3-1-147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37.3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 5065 0 0,'8'-11'6894'0'0,"-7"11"-6708"0"0,-1 0 0 0 0,1 0 0 0 0,-1 0 1 0 0,0 0-1 0 0,1 0 0 0 0,0 0 1 0 0,15 22 1905 0 0,-9-9-1808 0 0,-2 0-1 0 0,1 0 0 0 0,-2 0 0 0 0,0 1 0 0 0,4 21 1 0 0,5 75 478 0 0,-10-68-471 0 0,23 248 777 0 0,45 352-678 0 0,-41-323 1697 0 0,-29-312-2456 0 0,0 0 0 0 0,0 0 0 0 0,0 0 0 0 0,1 0 0 0 0,-1-1 0 0 0,2 1 0 0 0,3 9 0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37.9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190 198 4609 0 0,'-32'10'1400'0'0,"-1"-1"-1"0"0,0-1 1 0 0,-55 5 0 0 0,89-14-1378 0 0,-1 1 0 0 0,0 0 0 0 0,0 0 0 0 0,0 0 0 0 0,0 0 0 0 0,0 0 0 0 0,0 0 0 0 0,0 0 0 0 0,0 0 0 0 0,0-1 0 0 0,0 1 0 0 0,0 0 0 0 0,0 0 0 0 0,0 0 0 0 0,0 0 0 0 0,0 0 0 0 0,0 0 0 0 0,0 0 0 0 0,0-1 0 0 0,0 1 1 0 0,0 0-1 0 0,0 0 0 0 0,0 0 0 0 0,0 0 0 0 0,0 0 0 0 0,-1 0 0 0 0,1 0 0 0 0,0 0 0 0 0,0 0 0 0 0,0-1 0 0 0,0 1 0 0 0,0 0 0 0 0,0 0 0 0 0,0 0 0 0 0,0 0 0 0 0,0 0 0 0 0,0 0 0 0 0,-1 0 0 0 0,1 0 0 0 0,0 0 0 0 0,0 0 1 0 0,0 0-1 0 0,0 0 0 0 0,0 0 0 0 0,0 0 0 0 0,0 0 0 0 0,0 0 0 0 0,-1 0 0 0 0,1 0 0 0 0,0 0 0 0 0,0 0 0 0 0,0 0 0 0 0,0 0 0 0 0,0 0 0 0 0,0 0 0 0 0,0 0 0 0 0,0 0 0 0 0,-1 0 0 0 0,1 0 0 0 0,0 0 0 0 0,0 0 1 0 0,0 0-1 0 0,0 0 0 0 0,0 0 0 0 0,11-9 460 0 0,18-8 2 0 0,15 0 440 0 0,1 2 1 0 0,0 2 0 0 0,1 1-1 0 0,67-7 1 0 0,41-10 224 0 0,-45 1-1004 0 0,-13 3 193 0 0,128-18 1 0 0,-194 40-294 0 0,0 0 1 0 0,0 2 0 0 0,0 2 0 0 0,-1 0-1 0 0,1 2 1 0 0,0 2 0 0 0,-1 0-1 0 0,51 17 1 0 0,-79-22-44 0 0,1 1-71 0 0,-1-1 0 0 0,1 0 1 0 0,0 1-1 0 0,-1-1 1 0 0,1 1-1 0 0,-1 0 1 0 0,1 0-1 0 0,-1-1 1 0 0,1 1-1 0 0,-1 0 0 0 0,1 0 1 0 0,-1 0-1 0 0,0 0 1 0 0,0 0-1 0 0,1 1 1 0 0,-1-1-1 0 0,0 0 1 0 0,0 1-1 0 0,0-1 1 0 0,0 1-1 0 0,-1-1 0 0 0,1 1 1 0 0,0-1-1 0 0,0 3 1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38.7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36 1840 0 0,'-3'4'14788'0'0,"4"-2"-14613"0"0,0 3 20 0 0,0 0 1 0 0,-1-1-1 0 0,1 1 0 0 0,-1 0 0 0 0,0 0 0 0 0,0 0 0 0 0,-1 7 0 0 0,-2-19-2340 0 0,5 1 2016 0 0,0 0-1 0 0,0 0 1 0 0,1 1-1 0 0,0-1 1 0 0,0 0-1 0 0,0 1 1 0 0,0 0-1 0 0,1 0 0 0 0,5-6 1 0 0,-3 4 104 0 0,-6 6-26 0 0,11-10 2889 0 0,-4 16-465 0 0,-4-1-3156 0 0,-3-4 784 0 0,0 0 1 0 0,0 0-1 0 0,0 0 0 0 0,0 0 0 0 0,0 1 0 0 0,1-1 1 0 0,-1 0-1 0 0,0 0 0 0 0,0 0 0 0 0,0 0 0 0 0,0 0 1 0 0,0 0-1 0 0,0 1 0 0 0,0-1 0 0 0,0 0 1 0 0,0 0-1 0 0,0 0 0 0 0,1 0 0 0 0,-1 1 0 0 0,0-1 1 0 0,0 0-1 0 0,0 0 0 0 0,0 0 0 0 0,0 0 0 0 0,0 1 1 0 0,0-1-1 0 0,0 0 0 0 0,0 0 0 0 0,-1 0 0 0 0,1 0 1 0 0,0 1-1 0 0,0-1 0 0 0,0 0 0 0 0,0 0 1 0 0,0 0-1 0 0,0 0 0 0 0,0 0 0 0 0,0 1 0 0 0,0-1 1 0 0,0 0-1 0 0,-1 0 0 0 0,1 0 0 0 0,0 0 0 0 0,0 0 1 0 0,0 0-1 0 0,0 1 0 0 0,0-1 0 0 0,0 0 0 0 0,-1 0 1 0 0,1 0-1 0 0,0 0 0 0 0,-4 3-12 0 0,4-3-84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39.1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56 944 0 0,'0'0'79'0'0,"-1"-1"-1"0"0,1 1 1 0 0,-1-1-1 0 0,0 1 1 0 0,1-1-1 0 0,-1 0 1 0 0,1 1-1 0 0,-1-1 1 0 0,1 0-1 0 0,-1 1 1 0 0,1-1-1 0 0,0 0 1 0 0,-1 0-1 0 0,1 1 1 0 0,0-1-1 0 0,0 0 0 0 0,0 0 1 0 0,-1 0-1 0 0,1 0 1 0 0,0 1-1 0 0,0-1 1 0 0,0 0-1 0 0,0 0 1 0 0,0 0-1 0 0,1 0 1 0 0,-1 1-1 0 0,0-1 1 0 0,0 0-1 0 0,0 0 1 0 0,1 0-1 0 0,-1 1 1 0 0,0-1-1 0 0,1 0 1 0 0,-1 0-1 0 0,1 1 1 0 0,-1-1-1 0 0,1 0 1 0 0,-1 1-1 0 0,1-1 1 0 0,0 1-1 0 0,-1-1 1 0 0,1 1-1 0 0,0-1 1 0 0,-1 1-1 0 0,2-2 1 0 0,1 1 201 0 0,-1 0 0 0 0,0 0 0 0 0,1-1 0 0 0,-1 1 0 0 0,0 1 0 0 0,1-1 0 0 0,-1 0 0 0 0,1 1 0 0 0,0-1 0 0 0,-1 1 0 0 0,1 0 0 0 0,-1-1 0 0 0,5 2 0 0 0,17 1 216 0 0,0 0 0 0 0,0-2-1 0 0,0 0 1 0 0,0-2 0 0 0,25-5 0 0 0,34-1-1148 0 0,-71 7 80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39.5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2761 0 0,'-5'6'2960'0'0,"5"-6"-2664"0"0,0 1 0 0 0,-1 0 0 0 0,1 0 0 0 0,0-1 0 0 0,0 1 0 0 0,0 0 0 0 0,0 0 0 0 0,-1-1 0 0 0,1 1 0 0 0,0 0 0 0 0,0 0 0 0 0,1-1 0 0 0,-1 2 0 0 0,1 10 1553 0 0,0-10-2598 0 0,10 64 2544 0 0,-7-49-1033 0 0,-1 0 0 0 0,0 19 0 0 0,-9 219 3303 0 0,-1 7-3340 0 0,49 331-421 0 0,-42-573-573 0 0,1 1 0 0 0,2-1-1 0 0,0 0 1 0 0,9 33-1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40.3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4 101 2304 0 0,'-4'-3'4894'0'0,"24"-5"-3934"0"0,34-5-740 0 0,125 6 1080 0 0,-53 4-412 0 0,48-9 178 0 0,180-7-287 0 0,-324 19-839 0 0,68-4 186 0 0,-89 3-209 0 0,0-1 0 0 0,0 1-1 0 0,-1-1 1 0 0,1-1 0 0 0,-1 0 0 0 0,0 0 0 0 0,1 0 0 0 0,10-8 0 0 0,-19 9-972 0 0,-1 1 527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41.1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64 134 3225 0 0,'-26'6'1385'0'0,"26"-6"-1341"0"0,0 0 0 0 0,1 0 0 0 0,-1 0-1 0 0,1 0 1 0 0,-1 0 0 0 0,0 0 0 0 0,1 0 0 0 0,-1 1 0 0 0,0-1-1 0 0,1 0 1 0 0,-1 0 0 0 0,0 0 0 0 0,0 0 0 0 0,1 1-1 0 0,-1-1 1 0 0,0 0 0 0 0,1 0 0 0 0,-1 0 0 0 0,0 1 0 0 0,0-1-1 0 0,1 0 1 0 0,-1 0 0 0 0,0 1 0 0 0,0-1 0 0 0,0 0-1 0 0,1 1 1 0 0,-1-1 0 0 0,0 0 0 0 0,0 1 0 0 0,0-1 0 0 0,0 0-1 0 0,0 1 1 0 0,0-1 0 0 0,0 0 0 0 0,0 1 0 0 0,0-1-1 0 0,0 0 1 0 0,0 1 0 0 0,0-1 0 0 0,0 0 0 0 0,0 1 0 0 0,0-1-1 0 0,0 1 1 0 0,0-1 0 0 0,0 0 0 0 0,0 1 0 0 0,0-1-1 0 0,-1 0 1 0 0,1 0 0 0 0,0 1 0 0 0,0-1 0 0 0,0 0 0 0 0,-1 1-1 0 0,1-1 1 0 0,0 0 0 0 0,0 0 0 0 0,-1 1 0 0 0,1-1-1 0 0,0 0 1 0 0,-1 0 0 0 0,1 0 0 0 0,0 1 0 0 0,0-1 0 0 0,-1 0-1 0 0,1 0 1 0 0,0 0 0 0 0,-1 0 0 0 0,0 0 0 0 0,5 2 201 0 0,0-1-1 0 0,-1 0 1 0 0,1 0 0 0 0,0 0 0 0 0,0 0 0 0 0,0-1 0 0 0,-1 1 0 0 0,1-1 0 0 0,0 0-1 0 0,0 0 1 0 0,0-1 0 0 0,0 1 0 0 0,0-1 0 0 0,-1 0 0 0 0,1 0 0 0 0,0 0 0 0 0,-1 0-1 0 0,1-1 1 0 0,0 1 0 0 0,-1-1 0 0 0,0 0 0 0 0,4-3 0 0 0,-5 4-216 0 0,-1 0 0 0 0,1 0 0 0 0,-1-1 0 0 0,1 1 0 0 0,-1 0 1 0 0,0-1-1 0 0,0 0 0 0 0,1 1 0 0 0,-1-1 0 0 0,0 1 0 0 0,0-1 0 0 0,-1 0 0 0 0,1 0 1 0 0,0 0-1 0 0,-1 1 0 0 0,1-1 0 0 0,-1 0 0 0 0,1 0 0 0 0,-1 0 0 0 0,0 0 0 0 0,0 0 1 0 0,0 0-1 0 0,0 0 0 0 0,0 0 0 0 0,0 0 0 0 0,-1 0 0 0 0,1 0 0 0 0,-1 1 0 0 0,1-1 1 0 0,-1 0-1 0 0,0 0 0 0 0,0 0 0 0 0,1 1 0 0 0,-1-1 0 0 0,0 0 0 0 0,-1 1 0 0 0,1-1 1 0 0,0 1-1 0 0,0-1 0 0 0,-1 1 0 0 0,1 0 0 0 0,-1-1 0 0 0,1 1 0 0 0,-3-1 0 0 0,2 0 9 0 0,0 0 0 0 0,0 0 0 0 0,0 0 0 0 0,0 0 0 0 0,0 1 0 0 0,-1-1 0 0 0,1 1-1 0 0,-1-1 1 0 0,1 1 0 0 0,-1 0 0 0 0,1 0 0 0 0,-1 0 0 0 0,0 0 0 0 0,1 1 0 0 0,-1-1-1 0 0,0 1 1 0 0,0 0 0 0 0,1 0 0 0 0,-1 0 0 0 0,0 0 0 0 0,0 0 0 0 0,0 0 0 0 0,1 1-1 0 0,-5 0 1 0 0,4 1 13 0 0,-1 0-1 0 0,1 0 1 0 0,-1 0-1 0 0,1 1 1 0 0,0-1-1 0 0,0 1 1 0 0,0 0-1 0 0,0 0 1 0 0,1 0 0 0 0,-1 0-1 0 0,1 1 1 0 0,0-1-1 0 0,-1 1 1 0 0,2-1-1 0 0,-1 1 1 0 0,-1 4-1 0 0,0-3-58 0 0,1 0-1 0 0,1 0 0 0 0,-1 0 1 0 0,1 1-1 0 0,0-1 1 0 0,0 0-1 0 0,1 1 0 0 0,-1-1 1 0 0,1 0-1 0 0,0 1 0 0 0,1-1 1 0 0,1 10-1 0 0,-1-13 2 0 0,-1 0-1 0 0,1 0 1 0 0,0 0-1 0 0,0 0 1 0 0,0 0-1 0 0,0 0 1 0 0,0 0-1 0 0,1-1 1 0 0,-1 1-1 0 0,1-1 1 0 0,-1 1-1 0 0,1-1 0 0 0,-1 1 1 0 0,1-1-1 0 0,0 0 1 0 0,-1 0-1 0 0,1 0 1 0 0,0 0-1 0 0,0 0 1 0 0,0 0-1 0 0,0 0 1 0 0,0-1-1 0 0,0 1 1 0 0,0-1-1 0 0,0 1 1 0 0,0-1-1 0 0,0 0 1 0 0,1 0-1 0 0,-1 0 1 0 0,0 0-1 0 0,0 0 1 0 0,0 0-1 0 0,0-1 0 0 0,0 1 1 0 0,3-2-1 0 0,0 1 26 0 0,1 0-1 0 0,-1 0 0 0 0,0-1 1 0 0,0 0-1 0 0,0 0 1 0 0,-1 0-1 0 0,1-1 0 0 0,-1 1 1 0 0,1-1-1 0 0,-1 0 0 0 0,0-1 1 0 0,0 1-1 0 0,0-1 0 0 0,0 0 1 0 0,-1 0-1 0 0,1 0 0 0 0,-1 0 1 0 0,0 0-1 0 0,0-1 0 0 0,-1 1 1 0 0,1-1-1 0 0,-1 0 0 0 0,0 0 1 0 0,2-10-1 0 0,-3 11 31 0 0,0-1 1 0 0,0 1-1 0 0,-1 0 0 0 0,0-1 0 0 0,0 1 0 0 0,0-1 1 0 0,-1 1-1 0 0,1-1 0 0 0,-1 1 0 0 0,0 0 1 0 0,0-1-1 0 0,-1 1 0 0 0,1 0 0 0 0,-1 0 0 0 0,0 0 1 0 0,0 0-1 0 0,0 0 0 0 0,-1 0 0 0 0,1 1 1 0 0,-1-1-1 0 0,0 1 0 0 0,0-1 0 0 0,0 1 0 0 0,0 0 1 0 0,-1 1-1 0 0,1-1 0 0 0,-1 0 0 0 0,0 1 1 0 0,-7-4-1 0 0,10 5-23 0 0,-1 1 0 0 0,1-1 0 0 0,-1 0 1 0 0,1 1-1 0 0,0-1 0 0 0,-1 1 0 0 0,1-1 0 0 0,-1 1 1 0 0,1 0-1 0 0,-1-1 0 0 0,1 1 0 0 0,-1 0 1 0 0,1 0-1 0 0,-1 0 0 0 0,0 0 0 0 0,1 1 0 0 0,-1-1 1 0 0,-1 1-1 0 0,2-1-11 0 0,0 1-1 0 0,0-1 1 0 0,1 1 0 0 0,-1 0 0 0 0,0-1 0 0 0,0 1 0 0 0,1 0-1 0 0,-1-1 1 0 0,1 1 0 0 0,-1 0 0 0 0,1 0 0 0 0,-1-1-1 0 0,1 1 1 0 0,-1 0 0 0 0,1 0 0 0 0,0 0 0 0 0,-1 0-1 0 0,1 0 1 0 0,0 0 0 0 0,0 0 0 0 0,0 0 0 0 0,0 1-1 0 0,-1 0-15 0 0,1 0 0 0 0,1 1 0 0 0,-1-1 0 0 0,0 1-1 0 0,1-1 1 0 0,-1 1 0 0 0,1-1 0 0 0,0 0 0 0 0,-1 1-1 0 0,1-1 1 0 0,0 0 0 0 0,1 0 0 0 0,-1 0 0 0 0,0 1-1 0 0,1-1 1 0 0,-1-1 0 0 0,1 1 0 0 0,-1 0 0 0 0,1 0-1 0 0,0 0 1 0 0,4 2 0 0 0,28 6 2 0 0,-17-12 0 0 0,-17 2 0 0 0,1 0 0 0 0,-1 0 0 0 0,0-1 0 0 0,1 1 0 0 0,-1 0 0 0 0,0 0 0 0 0,1-1 0 0 0,-1 1 0 0 0,0 0 0 0 0,0-1 0 0 0,1 1 0 0 0,-1-1 0 0 0,0 1 0 0 0,0 0 0 0 0,1-1 0 0 0,-1 1 0 0 0,0-1 0 0 0,0 1 0 0 0,0 0 0 0 0,0-1 0 0 0,0 1 0 0 0,0-1 0 0 0,0 1 0 0 0,0-1 0 0 0,0 1 0 0 0,0 0 0 0 0,0-1 0 0 0,0 1 0 0 0,0-1 0 0 0,0 1 0 0 0,0-1 0 0 0,-1 0 0 0 0,1 1-14 0 0,0-1 1 0 0,0 0-1 0 0,0 1 0 0 0,0-1 1 0 0,-1 1-1 0 0,1-1 1 0 0,0 0-1 0 0,-1 1 0 0 0,1-1 1 0 0,0 1-1 0 0,-1-1 1 0 0,1 1-1 0 0,-1-1 0 0 0,1 1 1 0 0,-1-1-1 0 0,1 1 0 0 0,-1-1 1 0 0,1 1-1 0 0,-1 0 1 0 0,0-1-1 0 0,1 1 0 0 0,-1 0 1 0 0,1-1-1 0 0,-1 1 0 0 0,0 0 1 0 0,1 0-1 0 0,-1 0 1 0 0,0 0-1 0 0,1 0 0 0 0,-1-1 1 0 0,0 1-1 0 0,1 0 0 0 0,-1 1 1 0 0,0-1-1 0 0,1 0 1 0 0,-2 0-1 0 0,-12 10-3203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41.8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63 104 3681 0 0,'-25'-31'1528'0'0,"23"30"-1176"0"0,0-1 0 0 0,0 0 0 0 0,0 1 0 0 0,0-1-1 0 0,0 1 1 0 0,0 0 0 0 0,0 0 0 0 0,0 0 0 0 0,0 0-1 0 0,-1 0 1 0 0,1 0 0 0 0,0 1 0 0 0,-1-1-1 0 0,-2 0 1 0 0,4 2-234 0 0,1 0 0 0 0,0 0 0 0 0,-1-1 0 0 0,1 1 1 0 0,0 0-1 0 0,0 0 0 0 0,-1 0 0 0 0,1 0 0 0 0,0 0 0 0 0,0-1 0 0 0,0 1 0 0 0,0 0 0 0 0,0 0 0 0 0,0 0 0 0 0,0 0 0 0 0,0 0 0 0 0,1 0 0 0 0,-1-1 0 0 0,0 1 0 0 0,1 0 0 0 0,-1 0 0 0 0,1 1 1 0 0,6 23-150 0 0,-6-22 45 0 0,1 1 0 0 0,-1 0-1 0 0,1-1 1 0 0,0 1 0 0 0,0-1 0 0 0,0 0 0 0 0,0 1 0 0 0,1-1 0 0 0,-1 0 0 0 0,1-1 0 0 0,0 1-1 0 0,0 0 1 0 0,0-1 0 0 0,0 1 0 0 0,0-1 0 0 0,1 0 0 0 0,-1 0 0 0 0,5 2 0 0 0,-5-4-19 0 0,0 1 0 0 0,1 0 1 0 0,-1-1-1 0 0,0 1 0 0 0,1-1 0 0 0,-1 0 1 0 0,0 0-1 0 0,0 0 0 0 0,1-1 1 0 0,-1 1-1 0 0,0-1 0 0 0,1 0 1 0 0,-1 0-1 0 0,0 0 0 0 0,0 0 1 0 0,0 0-1 0 0,0-1 0 0 0,0 1 1 0 0,0-1-1 0 0,-1 0 0 0 0,1 0 1 0 0,3-3-1 0 0,-4 3 3 0 0,0 0 0 0 0,1-1 0 0 0,-1 1 0 0 0,0-1 0 0 0,-1 1 0 0 0,1-1 0 0 0,0 0 0 0 0,-1 0 0 0 0,1 0 0 0 0,-1 1 0 0 0,0-2 0 0 0,0 1 0 0 0,0 0 0 0 0,-1 0 0 0 0,1 0 0 0 0,-1 0 0 0 0,1 0 0 0 0,-1-1 0 0 0,0 1 0 0 0,0 0 0 0 0,-1 0 0 0 0,1 0 0 0 0,0 0 0 0 0,-1-1 0 0 0,0 1 0 0 0,0 0 0 0 0,-2-4 0 0 0,2 3 15 0 0,-1 1 0 0 0,1 0 0 0 0,-1 0 0 0 0,0 0 1 0 0,1 0-1 0 0,-2 0 0 0 0,1 0 0 0 0,0 1 0 0 0,0-1 0 0 0,-1 1 0 0 0,0-1 0 0 0,1 1 1 0 0,-1 0-1 0 0,0 0 0 0 0,0 0 0 0 0,0 0 0 0 0,0 1 0 0 0,0-1 0 0 0,-1 1 0 0 0,1 0 1 0 0,0 0-1 0 0,-1 0 0 0 0,1 0 0 0 0,-1 1 0 0 0,-3-1 0 0 0,6 1-2 0 0,0 0 0 0 0,0-1 0 0 0,0 1 0 0 0,1 0 0 0 0,-1 0 0 0 0,0 0 0 0 0,0 0 0 0 0,0 0 0 0 0,0 0 0 0 0,1 0 0 0 0,-1 1 0 0 0,0-1-1 0 0,0 0 1 0 0,0 0 0 0 0,1 1 0 0 0,-1-1 0 0 0,0 0 0 0 0,0 1 0 0 0,1-1 0 0 0,-1 1 0 0 0,0-1 0 0 0,1 1 0 0 0,-1-1 0 0 0,0 1 0 0 0,1-1 0 0 0,-1 1 0 0 0,1 0 0 0 0,-1-1-1 0 0,1 1 1 0 0,-1 0 0 0 0,1-1 0 0 0,-1 1 0 0 0,1 0 0 0 0,0 0 0 0 0,0 0 0 0 0,-1-1 0 0 0,1 1 0 0 0,0 0 0 0 0,0 0 0 0 0,0 0 0 0 0,0 0 0 0 0,0-1 0 0 0,0 1 0 0 0,0 0-1 0 0,0 0 1 0 0,0 0 0 0 0,0 0 0 0 0,0-1 0 0 0,0 1 0 0 0,1 1 0 0 0,0 1-4 0 0,0-1-1 0 0,1 1 0 0 0,-1-1 1 0 0,0 1-1 0 0,1-1 1 0 0,-1 0-1 0 0,1 0 1 0 0,0 0-1 0 0,0 0 1 0 0,-1 0-1 0 0,1 0 1 0 0,1 0-1 0 0,-1-1 1 0 0,4 3-1 0 0,0-2 1 0 0,-1 0 0 0 0,1-1 1 0 0,-1 1-1 0 0,1-1 0 0 0,0-1 0 0 0,0 1 0 0 0,-1-1 0 0 0,1 0 0 0 0,7-1 1 0 0,-11 1 2 0 0,0 0 0 0 0,0 0 0 0 0,0-1 0 0 0,0 1 0 0 0,0 0 0 0 0,0-1 1 0 0,0 1-1 0 0,0-1 0 0 0,0 0 0 0 0,0 0 0 0 0,-1 0 0 0 0,1 0 0 0 0,0 0 0 0 0,0 0 1 0 0,-1 0-1 0 0,1 0 0 0 0,-1-1 0 0 0,1 1 0 0 0,-1-1 0 0 0,1 1 0 0 0,-1-1 1 0 0,0 1-1 0 0,0-1 0 0 0,0 0 0 0 0,0 0 0 0 0,0 1 0 0 0,0-1 0 0 0,1-3 0 0 0,-2 4 11 0 0,0 0 0 0 0,0 0 0 0 0,0 0-1 0 0,0 0 1 0 0,0 0 0 0 0,0 0-1 0 0,0 0 1 0 0,0 0 0 0 0,0 0-1 0 0,0 0 1 0 0,-1 0 0 0 0,1 1-1 0 0,0-1 1 0 0,-1 0 0 0 0,1 0-1 0 0,0 0 1 0 0,-1 0 0 0 0,0 0-1 0 0,1 1 1 0 0,-1-1 0 0 0,1 0 0 0 0,-1 1-1 0 0,0-1 1 0 0,1 0 0 0 0,-1 1-1 0 0,-1-2 1 0 0,0 1 7 0 0,0 0-1 0 0,-1 0 1 0 0,1 0 0 0 0,-1 1 0 0 0,1-1 0 0 0,-1 0-1 0 0,1 1 1 0 0,-1 0 0 0 0,-4-1 0 0 0,-1 1-83 0 0,-1 1-1 0 0,1 0 1 0 0,0 0 0 0 0,0 0 0 0 0,-10 4 0 0 0,-5 8-2583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42.5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80 523 456 0 0,'-5'8'322'0'0,"-1"-1"0"0"0,0 1 0 0 0,0-1 0 0 0,-1-1 0 0 0,0 1 0 0 0,0-1 0 0 0,-1 0 0 0 0,0-1 0 0 0,-12 3 4051 0 0,36-34-2666 0 0,270-378 3254 0 0,-157 252-4857 0 0,-128 152-104 0 0,-1 0 0 0 0,0 0 0 0 0,0 0 0 0 0,0 0 0 0 0,1 0 0 0 0,-1 0 0 0 0,0 0 0 0 0,0 0 0 0 0,0-1 0 0 0,1 1 0 0 0,-1 0 0 0 0,0 0 0 0 0,0 0 0 0 0,0 0 0 0 0,0 0 0 0 0,1-1 1 0 0,-1 1-1 0 0,0 0 0 0 0,0 0 0 0 0,0 0 0 0 0,0-1 0 0 0,0 1 0 0 0,0 0 0 0 0,1 0 0 0 0,-1-1 0 0 0,0 1 0 0 0,0 0 0 0 0,0 0 0 0 0,0 0 0 0 0,0-1 0 0 0,0 1 0 0 0,0 0 0 0 0,0 0 0 0 0,0-1 0 0 0,0 1 0 0 0,0 0 0 0 0,0 0 0 0 0,0-1 0 0 0,-1 1 0 0 0,1 0 0 0 0,0 0 0 0 0,0 0 0 0 0,0-1 0 0 0,0 1 0 0 0,0 0 0 0 0,0 0 0 0 0,-1-1 0 0 0,-9 5-92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43.7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73 172 2617 0 0,'-2'-1'29'0'0,"1"1"0"0"0,-1-1 0 0 0,1 0 1 0 0,-1 1-1 0 0,1-1 0 0 0,-1 0 1 0 0,1 0-1 0 0,0 0 0 0 0,-1 0 0 0 0,1 0 1 0 0,0 0-1 0 0,0-1 0 0 0,0 1 1 0 0,0 0-1 0 0,0-1 0 0 0,0 1 0 0 0,0 0 1 0 0,1-1-1 0 0,-1 1 0 0 0,0-1 0 0 0,0-2 1 0 0,-13-36 364 0 0,14 39-384 0 0,-1-3 173 0 0,-10-25-402 0 0,11 29 250 0 0,0-1 0 0 0,0 1 1 0 0,0-1-1 0 0,0 1 0 0 0,-1 0 1 0 0,1-1-1 0 0,0 1 0 0 0,-1-1 1 0 0,1 1-1 0 0,0-1 0 0 0,-1 1 1 0 0,1 0-1 0 0,0-1 0 0 0,-1 1 1 0 0,1 0-1 0 0,0-1 0 0 0,-1 1 1 0 0,1 0-1 0 0,-1 0 0 0 0,1-1 1 0 0,-1 1-1 0 0,1 0 0 0 0,-1 0 1 0 0,1 0-1 0 0,-1 0 1 0 0,1 0-1 0 0,-1 0 0 0 0,1 0 1 0 0,-1-1-1 0 0,1 1 0 0 0,-1 1 1 0 0,1-1-1 0 0,-1 0 0 0 0,1 0 1 0 0,-1 0-1 0 0,1 0 0 0 0,-1 0 1 0 0,1 0-1 0 0,-1 1 0 0 0,1-1 1 0 0,-1 0-1 0 0,1 0 0 0 0,-1 1 1 0 0,1-1-1 0 0,0 0 0 0 0,-1 0 1 0 0,1 1-1 0 0,0-1 0 0 0,-1 1 1 0 0,29-14 3187 0 0,-8 5-2613 0 0,3-1-146 0 0,-1 1 1 0 0,1 1-1 0 0,0 1 1 0 0,1 1 0 0 0,0 0-1 0 0,-1 2 1 0 0,33 0-1 0 0,171 14 80 0 0,-179-7-534 0 0,-44-3-74 0 0,33 3 226 0 0,-35-4-231 0 0,0 1 0 0 0,0-1 1 0 0,0 0-1 0 0,0 1 0 0 0,-1 0 1 0 0,1-1-1 0 0,0 1 0 0 0,0 0 0 0 0,0 0 1 0 0,0 0-1 0 0,-1 0 0 0 0,1 1 0 0 0,2 1 1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44.1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46 2761 0 0,'6'-9'-3'0'0,"12"-13"2100"0"0,0 8 4441 0 0,-17 14-6364 0 0,-1 0-1 0 0,0 1 1 0 0,1-1-1 0 0,-1 1 1 0 0,0-1-1 0 0,1 0 1 0 0,-1 1-1 0 0,0-1 1 0 0,1 1-1 0 0,-1-1 1 0 0,0 1 0 0 0,0-1-1 0 0,0 1 1 0 0,1 0-1 0 0,-1-1 1 0 0,0 1-1 0 0,0-1 1 0 0,0 1-1 0 0,0-1 1 0 0,0 1-1 0 0,0-1 1 0 0,0 1-1 0 0,0 0 1 0 0,0-1 0 0 0,0 1-1 0 0,0-1 1 0 0,-1 2-1 0 0,-1 21 512 0 0,2-21-418 0 0,-3 40 220 0 0,1 0 1 0 0,9 81 0 0 0,24 84-535 0 0,1 2 131 0 0,-9 506 733 0 0,-23-695-692 0 0,1-13-90 0 0,-4 33 421 0 0,3-38-488 0 0,0 0-1 0 0,-1 0 1 0 0,1 1-1 0 0,-1-2 1 0 0,0 1 0 0 0,0 0-1 0 0,1 0 1 0 0,-1 0-1 0 0,-1 0 1 0 0,1 0-1 0 0,0-1 1 0 0,0 1-1 0 0,0 0 1 0 0,-1-1-1 0 0,1 1 1 0 0,-3 1 0 0 0,-1 0-606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45.4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30 1840 0 0,'-5'1'536'0'0,"1"1"-1"0"0,0-1 1 0 0,-1 0-1 0 0,1 0 1 0 0,0 0-1 0 0,-1 0 1 0 0,0-1-1 0 0,1 0 0 0 0,-8 0 1 0 0,41-14 2951 0 0,-3 7-2836 0 0,0 1 0 0 0,1 2-1 0 0,-1 0 1 0 0,1 2 0 0 0,0 1 0 0 0,50 5-1 0 0,163 34 93 0 0,-173-25-816 0 0,-14-2-985 0 0,55 19 0 0 0,-98-27-202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45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 4145 0 0,'9'-2'2571'0'0,"0"4"1267"0"0,4 6-3183 0 0,0 1-1 0 0,0 0 1 0 0,-1 0-1 0 0,-1 1 1 0 0,1 1-1 0 0,-2 0 1 0 0,1 0 0 0 0,12 19-1 0 0,69 116 427 0 0,-70-108-1003 0 0,-14-23-491 0 0,0-1 0 0 0,2 0 0 0 0,-1-1 0 0 0,2 0 0 0 0,22 22 0 0 0,-15-21-5087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45.9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190 124 2304 0 0,'8'-22'140'0'0,"9"-30"1039"0"0,-16 49-872 0 0,0 0 0 0 0,0 0 0 0 0,-1-1 0 0 0,1 1 0 0 0,-1-1 1 0 0,0 1-1 0 0,0-1 0 0 0,0 1 0 0 0,-1 0 0 0 0,1-1 0 0 0,-2-4 0 0 0,2 7-184 0 0,-1 1-1 0 0,1 0 0 0 0,0-1 1 0 0,-1 1-1 0 0,1 0 0 0 0,0 0 1 0 0,-1-1-1 0 0,1 1 0 0 0,-1 0 1 0 0,1 0-1 0 0,0 0 0 0 0,-1-1 1 0 0,1 1-1 0 0,-1 0 0 0 0,1 0 1 0 0,-1 0-1 0 0,1 0 1 0 0,-1 0-1 0 0,1 0 0 0 0,-1 0 1 0 0,1 0-1 0 0,0 0 0 0 0,-1 0 1 0 0,1 0-1 0 0,-1 0 0 0 0,1 0 1 0 0,-1 1-1 0 0,1-1 0 0 0,-1 0 1 0 0,1 0-1 0 0,0 0 0 0 0,-1 1 1 0 0,1-1-1 0 0,-1 0 0 0 0,1 1 1 0 0,0-1-1 0 0,-1 0 1 0 0,1 0-1 0 0,-1 2 0 0 0,-16 12 1789 0 0,16-13-1802 0 0,-16 17 526 0 0,1 0 0 0 0,1 2 0 0 0,1 0 0 0 0,-15 28 0 0 0,-9 13-512 0 0,25-43-1175 0 0,-19 39 1 0 0,25-42-4540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47.0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2375 1 4145 0 0,'-12'7'7983'0'0,"11"-6"-7664"0"0,-3 20 2387 0 0,9 30-3243 0 0,-3-39 1636 0 0,22 250 1524 0 0,14 110-389 0 0,-20-218-1473 0 0,-4 221-1 0 0,-15-334-760 0 0,-10 50-1 0 0,3-30 12 0 0,8-59-8 0 0,-1 0-1 0 0,1 0 0 0 0,0 0 1 0 0,0 0-1 0 0,0 0 0 0 0,0 0 1 0 0,0 0-1 0 0,1 0 0 0 0,-1 0 1 0 0,1 0-1 0 0,-1 0 0 0 0,1 0 1 0 0,0 0-1 0 0,-1 0 0 0 0,1 0 0 0 0,0-1 1 0 0,0 1-1 0 0,0 0 0 0 0,1-1 1 0 0,-1 1-1 0 0,0-1 0 0 0,3 3 1 0 0,-7-6 1 0 0,0 0 0 0 0,0 0 1 0 0,0 0-1 0 0,1 1 1 0 0,-2-1-1 0 0,1 1 0 0 0,0 0 1 0 0,0 0-1 0 0,0 0 0 0 0,-1 0 1 0 0,1 0-1 0 0,0 1 0 0 0,-6-1 1 0 0,-56 3 101 0 0,20-1-65 0 0,-17-7-41 0 0,42 4 0 0 0,-1 0 0 0 0,0 1 0 0 0,0 1 0 0 0,-26 3 0 0 0,-79 19-644 0 0,-85 12-1973 0 0,173-31 2181 0 0,0-1 1 0 0,0-2-1 0 0,-63-7 0 0 0,42 1 213 0 0,0 2-1 0 0,-1 3 1 0 0,-77 9 0 0 0,-175-4-215 0 0,-2-26-1393 0 0,267 18 1611 0 0,-177-1 351 0 0,2 1 594 0 0,189 3-694 0 0,24 1 53 0 0,0 0 0 0 0,1 0 0 0 0,-1-1 1 0 0,1 0-1 0 0,-1 0 0 0 0,0-1 0 0 0,-13-5 0 0 0,22 6-40 0 0,0 0-1 0 0,0 0 1 0 0,0 1 0 0 0,1-1-1 0 0,-1 0 1 0 0,0 1-1 0 0,1-1 1 0 0,-1 0-1 0 0,1 0 1 0 0,-1 1 0 0 0,1-1-1 0 0,-1 1 1 0 0,1-1-1 0 0,-1 0 1 0 0,1 1-1 0 0,-1-1 1 0 0,1 1 0 0 0,0 0-1 0 0,-1-1 1 0 0,1 1-1 0 0,0-1 1 0 0,0 1-1 0 0,24-18-2960 0 0,-9 7-4066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47.6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62 2761 0 0,'-1'0'137'0'0,"-1"0"1"0"0,1 0 0 0 0,0 0 0 0 0,-1 0 0 0 0,1 0-1 0 0,0 0 1 0 0,-1-1 0 0 0,1 1 0 0 0,0 0-1 0 0,-1-1 1 0 0,1 1 0 0 0,0-1 0 0 0,0 0 0 0 0,-2 0-1 0 0,3 0-8 0 0,-1 1 0 0 0,1 0 0 0 0,0-1 0 0 0,0 1 0 0 0,-1-1 0 0 0,1 1 0 0 0,0 0 0 0 0,0-1 0 0 0,-1 1 0 0 0,1-1 0 0 0,0 1 0 0 0,0-1 0 0 0,0 1 0 0 0,0-1 0 0 0,0 1 0 0 0,0 0 0 0 0,0-1 0 0 0,0 1 0 0 0,0-1 0 0 0,0 1 0 0 0,0-1 0 0 0,0 1 0 0 0,0-1 0 0 0,0 1 0 0 0,0-1-1 0 0,1 0 1 0 0,0-1 42 0 0,0 1-1 0 0,0-1 0 0 0,0 0 0 0 0,0 1 0 0 0,0-1 1 0 0,1 1-1 0 0,-1 0 0 0 0,0-1 0 0 0,1 1 0 0 0,-1 0 1 0 0,1 0-1 0 0,0 0 0 0 0,-1 0 0 0 0,1 0 0 0 0,0 0 1 0 0,0 0-1 0 0,3 0 0 0 0,14-4 469 0 0,0 2 0 0 0,0 0 0 0 0,0 1 0 0 0,31 1 1 0 0,80 13-376 0 0,0-2-270 0 0,-67-11 54 0 0,0-2 0 0 0,87-17 0 0 0,-146 19-48 0 0,29-3-290 0 0,-27 8-303 0 0,-17 9-510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49.9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197 280 3105 0 0,'-14'5'55'0'0,"1"1"0"0"0,1 0 1 0 0,-18 12-1 0 0,18-10 196 0 0,0-1 0 0 0,0 0 0 0 0,-19 7 0 0 0,27-13 29 0 0,1 1 0 0 0,0 1 0 0 0,-1-1 0 0 0,1 0 0 0 0,0 1 0 0 0,1 0-1 0 0,-1-1 1 0 0,0 1 0 0 0,1 0 0 0 0,-1 1 0 0 0,1-1 0 0 0,0 0 0 0 0,0 1-1 0 0,-2 5 1 0 0,1-2 99 0 0,0 0-1 0 0,0-1 0 0 0,1 1 0 0 0,0 0 1 0 0,0 0-1 0 0,1 0 0 0 0,-1 10 0 0 0,16-43 1157 0 0,-6 5-1205 0 0,2 1 0 0 0,0-1 0 0 0,1 2 0 0 0,1-1 0 0 0,26-31 0 0 0,-6 17-401 0 0,60-52 0 0 0,-28 25 50 0 0,-59 55-58 0 0,0 1 0 0 0,0-1 0 0 0,-1 0 0 0 0,0 0 0 0 0,0-1 0 0 0,-1 1-1 0 0,0-1 1 0 0,0 0 0 0 0,4-12 0 0 0,-7 18 60 0 0,0 1 1 0 0,1-1-1 0 0,-1 0 0 0 0,0 1 0 0 0,0-1 1 0 0,0 1-1 0 0,0-1 0 0 0,0 0 0 0 0,1 1 1 0 0,-1-1-1 0 0,0 0 0 0 0,0 1 0 0 0,0-1 1 0 0,-1 0-1 0 0,1 1 0 0 0,0-1 0 0 0,0 0 1 0 0,0 1-1 0 0,0-1 0 0 0,-1 0 1 0 0,1 1-1 0 0,-1-2 0 0 0,-11 11-1220 0 0,12-8 1046 0 0,-15 6-560 0 0,14-5 748 0 0,0-1 0 0 0,0 0 0 0 0,0-1 0 0 0,0 1 0 0 0,0 0 0 0 0,-1 0 0 0 0,1 0 0 0 0,0-1 0 0 0,-1 1 0 0 0,1-1 0 0 0,-1 1 0 0 0,-1 0 0 0 0,-18 2 66 0 0,0 2 0 0 0,0 0 0 0 0,-27 12 0 0 0,23-8 30 0 0,-35 7 1 0 0,59-15-74 0 0,0-1 0 0 0,0 0-1 0 0,0 0 1 0 0,0 0 0 0 0,0 1-1 0 0,0-1 1 0 0,0 0 0 0 0,0 0-1 0 0,0 0 1 0 0,0-1 0 0 0,0 1-1 0 0,0 0 1 0 0,0 0 0 0 0,0 0-1 0 0,0-1 1 0 0,0 1 0 0 0,0-1-1 0 0,0 1 1 0 0,0-1 0 0 0,0 1-1 0 0,1-1 1 0 0,-1 1 0 0 0,0-1 0 0 0,0 0-1 0 0,0 1 1 0 0,1-1 0 0 0,-1 0-1 0 0,0 0 1 0 0,1 1 0 0 0,-1-1-1 0 0,1 0 1 0 0,-1 0 0 0 0,1 0-1 0 0,-1-1 1 0 0,0-2 107 0 0,0-1 0 0 0,0 1 1 0 0,0 0-1 0 0,1-1 0 0 0,0 1 0 0 0,0-6 1 0 0,0 9-60 0 0,4 2-114 0 0,9 0 42 0 0,1-1 0 0 0,-1-1 0 0 0,0 1 1 0 0,1-2-1 0 0,-1 0 0 0 0,0-1 0 0 0,0 0 0 0 0,15-6 1 0 0,28-6-8 0 0,-36 10 63 0 0,15-1 6 0 0,-29 12 1067 0 0,-4 0-1089 0 0,2 15 324 0 0,-2-18-106 0 0,3 5 1206 0 0,19 223-1053 0 0,-24-213-799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50.4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253 2 1840 0 0,'-3'-1'4145'0'0,"-8"21"-3112"0"0,2-5-587 0 0,-1 8-300 0 0,0-1 0 0 0,-2 0 0 0 0,0-1 0 0 0,-1 0 0 0 0,-1-1 0 0 0,-1 0 0 0 0,-1-1 0 0 0,-21 19 0 0 0,11-16 68 0 0,17-15-136 0 0,1 0 0 0 0,-1 1 0 0 0,1 0 0 0 0,1 0 0 0 0,-1 1 0 0 0,-7 12 0 0 0,15-11-2049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51.2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81 2649 0 0,'2'-1'330'0'0,"0"0"0"0"0,1 0 1 0 0,-1 0-1 0 0,0 1 1 0 0,0-1-1 0 0,1 1 1 0 0,-1-1-1 0 0,0 1 1 0 0,1-1-1 0 0,-1 1 1 0 0,1 0-1 0 0,2 1 0 0 0,0-1-304 0 0,0-1 0 0 0,0 1-1 0 0,0-1 1 0 0,0 1 0 0 0,0-2-1 0 0,0 1 1 0 0,6-3 0 0 0,16-9 265 0 0,0 0 0 0 0,1 2 1 0 0,0 1-1 0 0,1 1 1 0 0,68-1 6575 0 0,-97 14-6690 0 0,0 4-123 0 0,0-1 0 0 0,0 0 0 0 0,-1 0 0 0 0,0 0 0 0 0,-3 9 0 0 0,2-8-45 0 0,0 0 0 0 0,1-1-1 0 0,0 1 1 0 0,0 0-1 0 0,1 0 1 0 0,1 13-1 0 0,0-14-14 0 0,1-1 0 0 0,-1 1 0 0 0,2-1 0 0 0,-1 0 0 0 0,1 1-1 0 0,0-1 1 0 0,0 0 0 0 0,0-1 0 0 0,1 1 0 0 0,0-1 0 0 0,0 1 0 0 0,9 7-1 0 0,-11-10 33 0 0,0 0 0 0 0,0 0 0 0 0,0 0 0 0 0,-1 0-1 0 0,1 1 1 0 0,-1-1 0 0 0,0 1 0 0 0,0-1 0 0 0,0 1 0 0 0,0 0-1 0 0,0-1 1 0 0,-1 1 0 0 0,0 0 0 0 0,0-1 0 0 0,0 1-1 0 0,-1 6 1 0 0,1-5-814 0 0,0 1 0 0 0,0 0 0 0 0,0 0 0 0 0,1-1 0 0 0,0 1 0 0 0,2 5 0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53.6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38 1840 0 0,'2'-4'634'0'0,"1"0"1"0"0,0 0-1 0 0,0 0 0 0 0,0 1 0 0 0,1-1 0 0 0,-1 1 0 0 0,1 0 0 0 0,4-3 0 0 0,-7 6-503 0 0,-1 0 0 0 0,1-1 0 0 0,0 1-1 0 0,-1 0 1 0 0,1-1 0 0 0,-1 1 0 0 0,1 0-1 0 0,0 0 1 0 0,-1 0 0 0 0,1 0 0 0 0,0 0-1 0 0,-1 0 1 0 0,1 0 0 0 0,0 0 0 0 0,-1 0-1 0 0,1 0 1 0 0,0 0 0 0 0,-1 0 0 0 0,1 0-1 0 0,0 0 1 0 0,-1 1 0 0 0,1-1 0 0 0,-1 0-1 0 0,2 1 1 0 0,-1 0-43 0 0,0 0 0 0 0,0 1 0 0 0,0-1 0 0 0,0 0 0 0 0,0 0 0 0 0,-1 1-1 0 0,1-1 1 0 0,0 1 0 0 0,-1-1 0 0 0,1 1 0 0 0,-1-1 0 0 0,0 1 0 0 0,1-1 0 0 0,-1 1 0 0 0,0 2 0 0 0,2 30 431 0 0,-1 0 0 0 0,-2 1 1 0 0,-6 36-1 0 0,4-43-432 0 0,0 0 1 0 0,2 0-1 0 0,1 0 1 0 0,1 0-1 0 0,7 42 1 0 0,-7-67-71 0 0,0 1 0 0 0,0-1 0 0 0,0 0 0 0 0,0 0 0 0 0,1 0 0 0 0,-1 0 0 0 0,1 0 0 0 0,0 0 0 0 0,0 0 0 0 0,0 0 0 0 0,0-1 0 0 0,0 1 0 0 0,1-1 0 0 0,-1 1 0 0 0,1-1 0 0 0,-1 0 0 0 0,5 2 0 0 0,-2-1 53 0 0,0-1 1 0 0,0 0 0 0 0,1 0-1 0 0,-1 0 1 0 0,0-1 0 0 0,1 0-1 0 0,-1 0 1 0 0,1 0-1 0 0,9-1 1 0 0,9-1 97 0 0,-1-2 1 0 0,0 0-1 0 0,0-1 0 0 0,23-8 1 0 0,-35 9-231 0 0,22-6-1164 0 0,35-15-1 0 0,-47 15-3943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53.9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0 4609 0 0,'-6'8'8096'0'0,"6"-7"-7888"0"0,-2 25 1758 0 0,3 30-1923 0 0,2-22-65 0 0,13 59 1 0 0,1-41-2450 0 0,-12-37-2095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54.1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1 163 2304 0 0,'1'-7'255'0'0,"1"0"0"0"0,0 0 0 0 0,1 0-1 0 0,-1 0 1 0 0,1 0 0 0 0,1 1-1 0 0,-1-1 1 0 0,1 1 0 0 0,0 0 0 0 0,1 0-1 0 0,8-9 1 0 0,-1 3 877 0 0,1-1-1 0 0,0 1 1 0 0,25-16-1 0 0,-21 19-758 0 0,-17 9-399 0 0,1 0 1 0 0,-1 0 0 0 0,1 0 0 0 0,-1 0-1 0 0,1 0 1 0 0,-1 0 0 0 0,1 0-1 0 0,-1 0 1 0 0,1 0 0 0 0,-1 0-1 0 0,1 0 1 0 0,-1 0 0 0 0,1 0-1 0 0,-1 0 1 0 0,1 0 0 0 0,-1 0 0 0 0,0 1-1 0 0,1-1 1 0 0,-1 0 0 0 0,1 0-1 0 0,-1 1 1 0 0,1-1 0 0 0,-1 0-1 0 0,0 0 1 0 0,1 1 0 0 0,-1-1-1 0 0,0 1 1 0 0,1-1 0 0 0,-1 0 0 0 0,0 1-1 0 0,0-1 1 0 0,1 1 0 0 0,-1-1-1 0 0,0 1 1 0 0,2 5-27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54.2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 2232 0 0,'5'-6'201'0'0,"-4"1"-201"0"0,1 3 0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54.4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87 2304 0 0,'85'-48'4540'0'0,"-30"12"-4435"0"0,-49 33-610 0 0,-5 7 182 0 0,-2-1 323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54.7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6449 0 0,'-1'1'294'0'0,"1"0"0"0"0,0 0 0 0 0,0 0 0 0 0,0 0 0 0 0,0 0 0 0 0,0 0 0 0 0,0 0 0 0 0,0 0 0 0 0,0 0 0 0 0,0 0 0 0 0,0 0 0 0 0,1 0 0 0 0,-1 0 0 0 0,0 0 0 0 0,1 0 0 0 0,-1 0 0 0 0,1 0 0 0 0,-1-1 0 0 0,1 1 0 0 0,-1 0 0 0 0,1 0 0 0 0,0 0 0 0 0,0 0 0 0 0,7 16 756 0 0,2 12-671 0 0,-2 1 0 0 0,5 39-1 0 0,-8-38-975 0 0,18 59-1 0 0,-16-72-143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55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96 3225 0 0,'-1'-1'142'0'0,"0"-1"1"0"0,1 1-1 0 0,-1 0 1 0 0,0 0 0 0 0,1-1-1 0 0,-1 1 1 0 0,1-1-1 0 0,-1 1 1 0 0,1 0 0 0 0,0-1-1 0 0,0 1 1 0 0,0-1-1 0 0,-1 1 1 0 0,1-1 0 0 0,1 1-1 0 0,-1-1 1 0 0,0 1-1 0 0,0-1 1 0 0,0 1 0 0 0,1-1-1 0 0,0-1 1 0 0,0 0 120 0 0,1 1 0 0 0,-1-1 0 0 0,1 0-1 0 0,0 1 1 0 0,0-1 0 0 0,0 1 0 0 0,0 0 0 0 0,0 0 0 0 0,5-4 0 0 0,0 1 173 0 0,-1 1 0 0 0,1 0-1 0 0,0 0 1 0 0,0 1 0 0 0,0 0 0 0 0,0 0 0 0 0,13-3-1 0 0,-14 5-348 0 0,0 1 1 0 0,-1-1-1 0 0,1 1 0 0 0,0 0 0 0 0,0 0 0 0 0,-1 0 0 0 0,1 1 0 0 0,0 0 1 0 0,0 0-1 0 0,-1 0 0 0 0,1 1 0 0 0,-1 0 0 0 0,1 0 0 0 0,-1 1 0 0 0,0-1 0 0 0,0 1 1 0 0,0 0-1 0 0,0 0 0 0 0,-1 1 0 0 0,1-1 0 0 0,-1 1 0 0 0,0 0 0 0 0,5 6 1 0 0,-4-4-185 0 0,-1 0 1 0 0,0 1-1 0 0,-1-1 1 0 0,0 1 0 0 0,0-1-1 0 0,0 1 1 0 0,0 0 0 0 0,-1 0-1 0 0,-1 0 1 0 0,1 0-1 0 0,-1 1 1 0 0,0-1 0 0 0,-1 0-1 0 0,1 1 1 0 0,-1-1 0 0 0,-1 0-1 0 0,0 1 1 0 0,-1 7-1 0 0,0-9 33 0 0,1 0-1 0 0,-1-1 1 0 0,0 0-1 0 0,0 1 1 0 0,-1-1-1 0 0,0 0 1 0 0,0 0-1 0 0,0 0 1 0 0,0 0-1 0 0,-1-1 1 0 0,1 1-1 0 0,-1-1 1 0 0,-1 0-1 0 0,1 0 1 0 0,0 0-1 0 0,-1-1 1 0 0,0 1-1 0 0,0-1 1 0 0,0-1-1 0 0,-6 4 1 0 0,7-5-214 0 0,0 1 0 0 0,-1-1 1 0 0,1 0-1 0 0,-1 0 0 0 0,1-1 1 0 0,-1 1-1 0 0,1-1 0 0 0,-1 0 1 0 0,1 0-1 0 0,-7-1 0 0 0,1-2-728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55.6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46 2761 0 0,'7'-7'497'0'0,"-2"2"460"0"0,0 0 0 0 0,0 1-1 0 0,0-1 1 0 0,0 1 0 0 0,13-7-1 0 0,-16 10-877 0 0,-1 0 0 0 0,1 1 0 0 0,0-1 0 0 0,0 1 0 0 0,0-1 0 0 0,0 1 0 0 0,0 0 0 0 0,0 0 0 0 0,0 0 0 0 0,0 0 0 0 0,0 0 0 0 0,0 0 0 0 0,0 0 0 0 0,0 1 0 0 0,0-1 0 0 0,0 1 0 0 0,0 0 0 0 0,-1-1 0 0 0,1 1 0 0 0,0 0 0 0 0,0 0 0 0 0,-1 0 0 0 0,1 0 0 0 0,2 3 0 0 0,10 1-3856 0 0,-11-5 2630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55.8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44 2761 0 0,'4'-1'218'0'0,"-1"0"0"0"0,0 0 0 0 0,-1-1 0 0 0,1 1-1 0 0,0-1 1 0 0,0 1 0 0 0,0-1 0 0 0,-1 0 0 0 0,4-3 0 0 0,8-5 471 0 0,5 0-1661 0 0,-14 5 860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7:56.1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65 920 0 0,'1'-2'228'0'0,"0"0"-1"0"0,0 0 1 0 0,0 0-1 0 0,0 0 1 0 0,0 0 0 0 0,0 1-1 0 0,0-1 1 0 0,1 0-1 0 0,-1 1 1 0 0,0-1 0 0 0,1 1-1 0 0,0-1 1 0 0,-1 1-1 0 0,1 0 1 0 0,3-3-1 0 0,31-15 4821 0 0,-8 11-2199 0 0,-3 2-3499 0 0,-18 3-52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37.1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80 3681 0 0,'-1'-19'1313'0'0,"0"14"-590"0"0,0 0 0 0 0,1 0 0 0 0,0 0 0 0 0,0-1 1 0 0,0 1-1 0 0,1 0 0 0 0,-1 0 0 0 0,1 0 0 0 0,3-9 0 0 0,-3 14-632 0 0,-1 0 0 0 0,0-1-1 0 0,1 1 1 0 0,-1 0 0 0 0,1 0 0 0 0,-1 1-1 0 0,0-1 1 0 0,1 0 0 0 0,-1 0 0 0 0,1 0-1 0 0,-1 0 1 0 0,0 0 0 0 0,1 0-1 0 0,-1 0 1 0 0,1 1 0 0 0,-1-1 0 0 0,0 0-1 0 0,1 0 1 0 0,-1 1 0 0 0,0-1 0 0 0,1 0-1 0 0,-1 0 1 0 0,0 1 0 0 0,0-1 0 0 0,1 0-1 0 0,-1 1 1 0 0,0-1 0 0 0,0 0-1 0 0,0 1 1 0 0,1-1 0 0 0,-1 0 0 0 0,0 1-1 0 0,0-1 1 0 0,0 1 0 0 0,0-1 0 0 0,0 1-1 0 0,9 16 745 0 0,21 67 1050 0 0,32 144 1 0 0,4 15-2995 0 0,-49-201-598 0 0,-3-17-3136 0 0,-2-8-564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37.4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8754 0 0,'-1'1'55'0'0,"1"-1"0"0"0,0 1 0 0 0,-1 0 0 0 0,1 0 0 0 0,0 0 0 0 0,0 0 0 0 0,-1-1 1 0 0,1 1-1 0 0,0 0 0 0 0,0 0 0 0 0,0 0 0 0 0,0 0 0 0 0,0 0 0 0 0,0-1 0 0 0,0 1 0 0 0,0 0 0 0 0,1 0 0 0 0,-1 0 0 0 0,0 0 0 0 0,0 0 1 0 0,1-1-1 0 0,-1 1 0 0 0,1 0 0 0 0,-1 0 0 0 0,0-1 0 0 0,2 2 0 0 0,15 29-186 0 0,-14-25-316 0 0,9 12-2534 0 0,-12-18 2960 0 0,1 1 1 0 0,-1-1 0 0 0,1 1-1 0 0,-1-1 1 0 0,1 1 0 0 0,-1-1 0 0 0,1 1-1 0 0,-1-1 1 0 0,1 0 0 0 0,-1 1 0 0 0,1-1-1 0 0,-1 0 1 0 0,1 0 0 0 0,-1 1-1 0 0,1-1 1 0 0,0 0 0 0 0,-1 0 0 0 0,1 0-1 0 0,0 0 1 0 0,-1 0 0 0 0,1 1-1 0 0,0-1 1 0 0,-1 0 0 0 0,1-1 0 0 0,-1 1-1 0 0,1 0 1 0 0,0 0 0 0 0,-1 0 0 0 0,2 0-1 0 0,4-4 21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37.8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0 105 6449 0 0,'48'-36'7323'0'0,"39"-13"-7673"0"0,-70 40-179 0 0,-5 3-952 0 0,-2 1-2753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38.2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0 456 0 0,'-1'1'99'0'0,"0"-1"-1"0"0,0 1 0 0 0,1-1 1 0 0,-1 1-1 0 0,1 0 1 0 0,-1-1-1 0 0,0 1 0 0 0,1 0 1 0 0,-1-1-1 0 0,1 1 1 0 0,0 0-1 0 0,-1 0 0 0 0,1-1 1 0 0,0 1-1 0 0,-1 0 1 0 0,1 0-1 0 0,0 0 0 0 0,0 0 1 0 0,0-1-1 0 0,-1 1 1 0 0,1 0-1 0 0,0 0 0 0 0,0 0 1 0 0,0 0-1 0 0,1 0 1 0 0,-1-1-1 0 0,0 1 0 0 0,0 0 1 0 0,0 0-1 0 0,1 0 1 0 0,-1 0-1 0 0,0-1 1 0 0,1 1-1 0 0,-1 0 0 0 0,1 0 1 0 0,-1-1-1 0 0,0 1 1 0 0,1 0-1 0 0,0-1 0 0 0,-1 1 1 0 0,1 0-1 0 0,-1-1 1 0 0,1 1-1 0 0,0-1 0 0 0,0 1 1 0 0,-1-1-1 0 0,1 1 1 0 0,0-1-1 0 0,0 0 0 0 0,-1 1 1 0 0,1-1-1 0 0,0 0 1 0 0,0 0-1 0 0,1 1 0 0 0,8 2 708 0 0,0 1 0 0 0,0-2 0 0 0,17 4 0 0 0,-17-5-264 0 0,25 6 907 0 0,39 9 940 0 0,-68-15-2221 0 0,0 1 0 0 0,-1 1 0 0 0,1-1 0 0 0,-1 1 0 0 0,0 0 0 0 0,0 0 0 0 0,0 0 1 0 0,0 1-1 0 0,9 7 0 0 0,-13-9-156 0 0,0-1 0 0 0,0 1 1 0 0,0 0-1 0 0,0-1 0 0 0,0 1 0 0 0,0 0 1 0 0,0 0-1 0 0,-1-1 0 0 0,1 1 1 0 0,-1 0-1 0 0,1 0 0 0 0,-1 0 1 0 0,0 0-1 0 0,1 0 0 0 0,-1 0 1 0 0,0 0-1 0 0,-1 3 0 0 0,1 0-1 0 0,-1 0 0 0 0,-1 0-1 0 0,1 0 1 0 0,-1 0 0 0 0,0 0 0 0 0,-3 6-1 0 0,-4 5 38 0 0,0-1-1 0 0,-20 25 0 0 0,-60 70-1823 0 0,76-93-3237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43.5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85 6913 0 0,'-2'-2'104'0'0,"1"1"0"0"0,0-1 0 0 0,-1 0 0 0 0,1 0-1 0 0,0 1 1 0 0,0-1 0 0 0,0 0 0 0 0,1 0-1 0 0,-1 0 1 0 0,0 0 0 0 0,1 0 0 0 0,-1 0 0 0 0,1 0-1 0 0,-1-1 1 0 0,1 1 0 0 0,0 0 0 0 0,0 0-1 0 0,0 0 1 0 0,0 0 0 0 0,1 0 0 0 0,-1 0-1 0 0,1 0 1 0 0,-1 0 0 0 0,1 0 0 0 0,-1 0 0 0 0,3-3-1 0 0,-2 3 219 0 0,0-1-1 0 0,0 1 1 0 0,0 0 0 0 0,1 0-1 0 0,-1 1 1 0 0,1-1-1 0 0,0 0 1 0 0,-1 0-1 0 0,1 1 1 0 0,0-1 0 0 0,0 1-1 0 0,0 0 1 0 0,0-1-1 0 0,0 1 1 0 0,4-1 0 0 0,-5 2-193 0 0,1-1 0 0 0,-1 1 1 0 0,1 0-1 0 0,-1 0 0 0 0,0 0 1 0 0,1 0-1 0 0,-1 1 1 0 0,0-1-1 0 0,1 0 0 0 0,-1 1 1 0 0,1-1-1 0 0,-1 0 0 0 0,0 1 1 0 0,0 0-1 0 0,1-1 1 0 0,-1 1-1 0 0,0 0 0 0 0,0 0 1 0 0,0-1-1 0 0,0 1 0 0 0,0 0 1 0 0,0 0-1 0 0,0 0 1 0 0,0 0-1 0 0,0 1 0 0 0,0-1 1 0 0,0 0-1 0 0,-1 0 0 0 0,1 0 1 0 0,-1 1-1 0 0,2 1 1 0 0,16 41 961 0 0,24 125 73 0 0,6 21-2802 0 0,-26-124-4380 0 0,-10-35 148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44.0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446 71 5065 0 0,'-6'-3'176'0'0,"-1"0"0"0"0,0 0 0 0 0,0 1 0 0 0,0-1 1 0 0,0 2-1 0 0,0-1 0 0 0,0 1 0 0 0,-1 0 0 0 0,1 0 0 0 0,0 1 0 0 0,-1 0 0 0 0,1 0 0 0 0,0 1 0 0 0,-1 0 0 0 0,1 0 0 0 0,0 1 1 0 0,-10 3-1 0 0,8-2 63 0 0,0 0 0 0 0,1 0 0 0 0,-1 1 1 0 0,0 1-1 0 0,1-1 0 0 0,0 2 0 0 0,0-1 0 0 0,1 1 1 0 0,-1 0-1 0 0,1 0 0 0 0,1 1 0 0 0,-1 0 1 0 0,-6 9-1 0 0,-2 10 70 0 0,0 0-1 0 0,2 1 1 0 0,1 0 0 0 0,-14 47 0 0 0,-21 122 194 0 0,38-155-406 0 0,0-2-32 0 0,-30 171 148 0 0,36-182-225 0 0,1 0 1 0 0,1 0-1 0 0,1 0 0 0 0,2 0 1 0 0,7 41-1 0 0,-7-59 2 0 0,0-1 0 0 0,1 0 0 0 0,0 0-1 0 0,1 0 1 0 0,0 0 0 0 0,0-1 0 0 0,1 0-1 0 0,0 1 1 0 0,0-2 0 0 0,1 1 0 0 0,0-1-1 0 0,1 1 1 0 0,11 8 0 0 0,-6-6-139 0 0,0-2 0 0 0,1 0 1 0 0,0 0-1 0 0,1-1 0 0 0,0-1 0 0 0,0-1 0 0 0,27 8 1 0 0,26 2-562 0 0,113 10 1 0 0,-109-17 631 0 0,6 2 219 0 0,154-1 0 0 0,-206-10-70 0 0,-1-2-1 0 0,0 0 1 0 0,0-1 0 0 0,0-1 0 0 0,0-2 0 0 0,-1 0-1 0 0,0-1 1 0 0,0-1 0 0 0,-1-2 0 0 0,33-20 0 0 0,-36 17 32 0 0,0 0 1 0 0,-1-2 0 0 0,-1 0 0 0 0,0-1-1 0 0,-2-1 1 0 0,0 0 0 0 0,0-1 0 0 0,-2 0-1 0 0,-1-1 1 0 0,0-1 0 0 0,-1 0-1 0 0,-1-1 1 0 0,-2 0 0 0 0,0 0 0 0 0,-1-1-1 0 0,-1 0 1 0 0,-1 0 0 0 0,2-29 0 0 0,0-13 495 0 0,-3 0 1 0 0,-6-86-1 0 0,-2 105-192 0 0,-1 0 1 0 0,-3 1-1 0 0,-1-1 0 0 0,-17-45 0 0 0,21 77-290 0 0,-1 0-1 0 0,0 0 1 0 0,-1 1 0 0 0,-1 0-1 0 0,0 0 1 0 0,0 1 0 0 0,-2 0 0 0 0,1 0-1 0 0,-1 1 1 0 0,-1 0 0 0 0,0 1 0 0 0,-1 0-1 0 0,0 1 1 0 0,-14-9 0 0 0,14 12-319 0 0,-1-1 1 0 0,0 1-1 0 0,0 1 0 0 0,0 0 1 0 0,0 1-1 0 0,-1 1 0 0 0,0 0 1 0 0,0 0-1 0 0,-22 0 0 0 0,-7 4-6198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48.9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70 95 456 0 0,'1'-4'243'0'0,"-1"1"1"0"0,1-1-1 0 0,0 1 0 0 0,0-1 0 0 0,1 1 0 0 0,-1 0 1 0 0,1-1-1 0 0,0 1 0 0 0,3-5 0 0 0,10-23 1817 0 0,-17 7 2250 0 0,2 24-4205 0 0,0 0 0 0 0,0 0 0 0 0,-1 0 0 0 0,1 0 0 0 0,0 0 0 0 0,0 0 1 0 0,-1 0-1 0 0,1 0 0 0 0,-1 0 0 0 0,-1 0 171 0 0,0 1 1 0 0,-1 0-1 0 0,1 0 1 0 0,0 0-1 0 0,-1 0 1 0 0,1 0-1 0 0,0 1 1 0 0,0-1-1 0 0,0 1 1 0 0,0 0-1 0 0,-3 2 1 0 0,0 1-165 0 0,1 1 0 0 0,0-1 0 0 0,0 1 0 0 0,0 0 0 0 0,0 0 0 0 0,1 0 0 0 0,0 0 0 0 0,0 1 0 0 0,-2 8 0 0 0,-15 62-97 0 0,20-76-14 0 0,-2 9-13 0 0,0 0 1 0 0,0 1-1 0 0,1-1 0 0 0,1 0 1 0 0,0 0-1 0 0,1 17 0 0 0,0-24 9 0 0,-1-1 0 0 0,1 1 0 0 0,0 0-1 0 0,0 0 1 0 0,0-1 0 0 0,0 1 0 0 0,0 0-1 0 0,1-1 1 0 0,-1 1 0 0 0,1-1 0 0 0,0 0-1 0 0,-1 1 1 0 0,1-1 0 0 0,0 0 0 0 0,1 0-1 0 0,-1 0 1 0 0,0 0 0 0 0,0-1 0 0 0,1 1-1 0 0,-1 0 1 0 0,1-1 0 0 0,-1 0 0 0 0,1 0-1 0 0,0 0 1 0 0,-1 0 0 0 0,1 0 0 0 0,0 0-1 0 0,3 0 1 0 0,4 0 33 0 0,0 0-1 0 0,0-1 1 0 0,17-2-1 0 0,-21 1 28 0 0,0 0 0 0 0,0 1 0 0 0,0 0 0 0 0,0 0 0 0 0,0 0 0 0 0,0 0 0 0 0,0 1 0 0 0,0 0 0 0 0,0 0 0 0 0,0 1 0 0 0,0 0 0 0 0,0 0 0 0 0,8 4 0 0 0,-13-5-45 0 0,0 1-1 0 0,0-1 1 0 0,0 0-1 0 0,0 1 1 0 0,-1-1 0 0 0,1 0-1 0 0,0 1 1 0 0,0-1-1 0 0,-1 1 1 0 0,1 0-1 0 0,-1-1 1 0 0,0 1-1 0 0,1-1 1 0 0,-1 1-1 0 0,0 0 1 0 0,0-1 0 0 0,0 1-1 0 0,0-1 1 0 0,0 1-1 0 0,0 0 1 0 0,0-1-1 0 0,-1 1 1 0 0,1 0-1 0 0,-1-1 1 0 0,1 1-1 0 0,-1-1 1 0 0,0 1 0 0 0,1-1-1 0 0,-1 1 1 0 0,0-1-1 0 0,0 0 1 0 0,-1 2-1 0 0,-3 6 61 0 0,-1 0 0 0 0,-1 0 0 0 0,-9 11-1 0 0,-69 58 268 0 0,18-18-1494 0 0,69-56 215 0 0,10-1-880 0 0,10-3-749 0 0,4-10 2558 0 0,-11 0-42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49.5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53 1824 0 0,'-1'0'134'0'0,"0"-3"34"0"0,0 1 1 0 0,0 0-1 0 0,0-1 1 0 0,1 1 0 0 0,-1-1-1 0 0,0 0 1 0 0,1 1-1 0 0,0-1 1 0 0,0 0-1 0 0,0-23 11319 0 0,-3 50-9486 0 0,2 33-1743 0 0,4-46-238 0 0,-1-1-1 0 0,1 1 1 0 0,1-1-1 0 0,-1 0 1 0 0,2-1 0 0 0,-1 1-1 0 0,2-1 1 0 0,-1 1-1 0 0,1-2 1 0 0,0 1 0 0 0,1-1-1 0 0,15 16 1 0 0,-18-22-77 0 0,-1 1 0 0 0,0 0 0 0 0,1-1 0 0 0,0 1 0 0 0,0-1 0 0 0,-1 0 0 0 0,1 0 0 0 0,1-1 0 0 0,-1 1 0 0 0,0-1 0 0 0,0 0 0 0 0,0 0 0 0 0,1 0 0 0 0,-1-1 0 0 0,0 1 0 0 0,1-1 0 0 0,-1 0 0 0 0,1 0 0 0 0,-1-1 0 0 0,0 1 0 0 0,1-1 0 0 0,-1 0 0 0 0,0 0 0 0 0,0-1 0 0 0,0 1 0 0 0,0-1 0 0 0,0 0 0 0 0,0 0 0 0 0,0 0 0 0 0,0 0 0 0 0,-1-1 0 0 0,1 0 0 0 0,5-5 0 0 0,-5 5-76 0 0,-1-1-1 0 0,1 0 1 0 0,-1 0-1 0 0,0 0 1 0 0,0 0-1 0 0,0-1 1 0 0,-1 1-1 0 0,0-1 1 0 0,0 0-1 0 0,0 0 1 0 0,0 1-1 0 0,0-1 1 0 0,-1 0-1 0 0,0 0 1 0 0,0-1 0 0 0,-1 1-1 0 0,1 0 1 0 0,-1 0-1 0 0,-1-8 1 0 0,4-24 331 0 0,-3 36-180 0 0,0 1 1 0 0,0-1 0 0 0,1 1-1 0 0,-1 0 1 0 0,0-1 0 0 0,1 1-1 0 0,-1-1 1 0 0,0 1-1 0 0,0 0 1 0 0,1-1 0 0 0,-1 1-1 0 0,1 0 1 0 0,-1-1 0 0 0,0 1-1 0 0,1 0 1 0 0,-1 0-1 0 0,1-1 1 0 0,-1 1 0 0 0,1 0-1 0 0,-1 0 1 0 0,0 0-1 0 0,1 0 1 0 0,-1-1 0 0 0,1 1-1 0 0,-1 0 1 0 0,1 0 0 0 0,-1 0-1 0 0,1 0 1 0 0,-1 0-1 0 0,1 0 1 0 0,-1 0 0 0 0,1 1-1 0 0,-1-1 1 0 0,1 0 0 0 0,-1 0-1 0 0,1 0 1 0 0,-1 0-1 0 0,0 1 1 0 0,1-1 0 0 0,-1 0-1 0 0,1 0 1 0 0,-1 1-1 0 0,0-1 1 0 0,1 0 0 0 0,-1 1-1 0 0,1-1 1 0 0,31 19 588 0 0,-20-11-355 0 0,-3-4-222 0 0,0 0 0 0 0,1 0 0 0 0,-1-2 0 0 0,1 1 0 0 0,-1-1 0 0 0,1 0 0 0 0,0-1 0 0 0,0 0 0 0 0,0-1 0 0 0,0 0 0 0 0,-1 0 0 0 0,1-1 0 0 0,0-1 0 0 0,10-2 0 0 0,-20 4-31 0 0,1 0-1 0 0,0 0 0 0 0,0-1 1 0 0,-1 1-1 0 0,1 0 0 0 0,-1-1 0 0 0,1 1 1 0 0,0 0-1 0 0,-1-1 0 0 0,1 1 1 0 0,-1-1-1 0 0,1 1 0 0 0,-1-1 1 0 0,1 1-1 0 0,-1-1 0 0 0,1 1 1 0 0,-1-1-1 0 0,1 0 0 0 0,-1 1 0 0 0,0-1 1 0 0,1 0-1 0 0,-1 1 0 0 0,0-1 1 0 0,0 0-1 0 0,0 1 0 0 0,1-1 1 0 0,-1 0-1 0 0,0 0 0 0 0,0 1 1 0 0,0-1-1 0 0,0 0 0 0 0,0 1 0 0 0,0-1 1 0 0,0 0-1 0 0,-1 0 0 0 0,1 1 1 0 0,0-1-1 0 0,0 0 0 0 0,-1 1 1 0 0,1-1-1 0 0,0 0 0 0 0,0 1 1 0 0,-1-1-1 0 0,1 0 0 0 0,-2 0 1 0 0,-21-31-2029 0 0,21 30 1411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49.7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 7834 0 0,'-1'2'357'0'0,"0"0"0"0"0,0 0 0 0 0,0 0 1 0 0,0 0-1 0 0,0 0 0 0 0,1 0 0 0 0,-1 1 1 0 0,1-1-1 0 0,0 0 0 0 0,0 0 0 0 0,-1 1 1 0 0,2 3-1 0 0,2 36 1203 0 0,-2-32-1007 0 0,14 100 478 0 0,2-39-4344 0 0,-15-60-1250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49.9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2 8754 0 0,'-9'-1'776'0'0,"3"1"-616"0"0,2 0-160 0 0,-2 1 1448 0 0,4 1-1600 0 0,2-1-104 0 0,2 1-16 0 0,1-1-8 0 0,1 1-864 0 0,2 0-168 0 0,1 3-41 0 0,4 1-7 0 0,1 0 1072 0 0,-1-2 208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50.2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0 8290 0 0,'0'0'756'0'0,"-2"27"4054"0"0,4-15-4200 0 0,0 0 1 0 0,0 0-1 0 0,1 0 0 0 0,1-1 0 0 0,8 20 0 0 0,33 57-152 0 0,-19-39-258 0 0,-23-44-333 0 0,73 139 84 0 0,-38-85-5235 0 0,-23-39-183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50.3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1 192 7834 0 0,'0'-1'77'0'0,"0"0"0"0"0,0-1 0 0 0,0 1 0 0 0,0 0 0 0 0,0-1 1 0 0,0 1-1 0 0,1 0 0 0 0,-1-1 0 0 0,0 1 0 0 0,1 0 0 0 0,-1 0 0 0 0,1-1 1 0 0,-1 1-1 0 0,1 0 0 0 0,0 0 0 0 0,0 0 0 0 0,-1 0 0 0 0,1-1 0 0 0,0 1 0 0 0,0 1 1 0 0,0-1-1 0 0,1-1 0 0 0,29-27 528 0 0,-23 22-808 0 0,14-11 4 0 0,0 2-1 0 0,1 0 1 0 0,1 1-1 0 0,1 1 1 0 0,0 1-1 0 0,29-9 1 0 0,-22 8 187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51.3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183 169 4609 0 0,'-6'-1'232'0'0,"-1"1"-1"0"0,1-1 1 0 0,-1 1 0 0 0,1 1-1 0 0,-1-1 1 0 0,1 1 0 0 0,-1 0-1 0 0,1 0 1 0 0,0 1 0 0 0,-1 0-1 0 0,1 0 1 0 0,0 1 0 0 0,0-1-1 0 0,1 1 1 0 0,-1 0 0 0 0,0 1-1 0 0,1 0 1 0 0,-7 5-1 0 0,6-3-25 0 0,1 0-1 0 0,-1 0 0 0 0,1 1 0 0 0,0-1 0 0 0,0 1 0 0 0,1 0 1 0 0,0 1-1 0 0,0-1 0 0 0,1 1 0 0 0,0 0 0 0 0,0 0 0 0 0,1 0 0 0 0,-3 16 1 0 0,5-20-175 0 0,0-1 0 0 0,0 1 1 0 0,1 0-1 0 0,-1 0 1 0 0,1-1-1 0 0,-1 1 0 0 0,1 0 1 0 0,1-1-1 0 0,-1 1 1 0 0,0-1-1 0 0,1 1 0 0 0,0-1 1 0 0,-1 0-1 0 0,1 0 1 0 0,1 0-1 0 0,-1 0 0 0 0,0 0 1 0 0,1 0-1 0 0,-1 0 1 0 0,1-1-1 0 0,0 1 0 0 0,0-1 1 0 0,0 0-1 0 0,0 0 1 0 0,1 0-1 0 0,-1 0 0 0 0,7 2 1 0 0,-5-1-103 0 0,0-1-1 0 0,0 0 1 0 0,1 0 0 0 0,-1-1 0 0 0,1 1 0 0 0,-1-1 0 0 0,1 0 0 0 0,-1 0-1 0 0,1-1 1 0 0,0 0 0 0 0,-1 0 0 0 0,1 0 0 0 0,0-1 0 0 0,-1 0 0 0 0,1 0-1 0 0,-1 0 1 0 0,11-4 0 0 0,-9 1-8 0 0,0 0-1 0 0,0-1 1 0 0,-1 0 0 0 0,0 0-1 0 0,1-1 1 0 0,-2 1-1 0 0,1-1 1 0 0,-1-1 0 0 0,0 1-1 0 0,0-1 1 0 0,0 0-1 0 0,-1 0 1 0 0,0 0 0 0 0,-1 0-1 0 0,0-1 1 0 0,0 0 0 0 0,0 1-1 0 0,-1-1 1 0 0,2-16-1 0 0,-1-2 305 0 0,-1 0-1 0 0,-2 0 0 0 0,0 0 0 0 0,-2 0 0 0 0,-5-25 0 0 0,4 39-321 0 0,3 5 1279 0 0,16-3-201 0 0,1 1-1006 0 0,-16 8 41 0 0,-1 1-1 0 0,1 0 0 0 0,0 0 1 0 0,0-1-1 0 0,-1 1 1 0 0,1 0-1 0 0,0-1 1 0 0,-1 1-1 0 0,1-1 1 0 0,0 1-1 0 0,-1-1 1 0 0,1 1-1 0 0,-1-1 1 0 0,1 1-1 0 0,-1-1 1 0 0,1 1-1 0 0,-1-1 1 0 0,1 0-1 0 0,-1 1 1 0 0,0-1-1 0 0,1 0 1 0 0,-1 0-1 0 0,0 1 1 0 0,0-1-1 0 0,1 0 1 0 0,-1 0-1 0 0,0 1 1 0 0,0-2-1 0 0,-9 4 2124 0 0,-10 8-2064 0 0,19-9-32 0 0,0 0-54 0 0,0 0-90 0 0,-4-4-1054 0 0,3 2 1173 0 0,1 0 0 0 0,-1 0 0 0 0,0 1 0 0 0,0-1 0 0 0,0 0 0 0 0,1 1 0 0 0,-1-1 0 0 0,0 1 0 0 0,0-1 1 0 0,0 1-1 0 0,0-1 0 0 0,0 1 0 0 0,0 0 0 0 0,0-1 0 0 0,0 1 0 0 0,0 0 0 0 0,-2 0 0 0 0,2 0 27 0 0,0-1 0 0 0,1 1 0 0 0,-1 0-1 0 0,0-1 1 0 0,1 1 0 0 0,-1-1 0 0 0,1 1 0 0 0,-1-1-1 0 0,1 1 1 0 0,-1-1 0 0 0,1 1 0 0 0,-1-1 0 0 0,1 1-1 0 0,-1-1 1 0 0,1 0 0 0 0,-1 1 0 0 0,1-1 0 0 0,0 0-1 0 0,0 1 1 0 0,-1-1 0 0 0,1 0 0 0 0,0 1 0 0 0,0-1-1 0 0,0 0 1 0 0,-1 0 0 0 0,-2-21 2352 0 0,2 28-895 0 0,5 21-1346 0 0,0-1 1 0 0,17 51-1 0 0,3 17 43 0 0,-17-54-143 0 0,-5-19-16 0 0,1-1-1 0 0,2 1 1 0 0,0-1-1 0 0,1 0 1 0 0,16 36 0 0 0,-21-55-56 0 0,-1 0 1 0 0,0 0 0 0 0,1 0 0 0 0,-1 0 0 0 0,1 0-1 0 0,0 0 1 0 0,-1 0 0 0 0,1 0 0 0 0,0 0 0 0 0,0-1-1 0 0,-1 1 1 0 0,1 0 0 0 0,0 0 0 0 0,0-1 0 0 0,0 1-1 0 0,0 0 1 0 0,0-1 0 0 0,0 1 0 0 0,0-1 0 0 0,2 1-1 0 0,-3-1-15 0 0,1-1 0 0 0,0 1 0 0 0,-1 0 0 0 0,1-1 0 0 0,-1 1 0 0 0,1-1-1 0 0,-1 1 1 0 0,1 0 0 0 0,-1-1 0 0 0,1 0 0 0 0,-1 1 0 0 0,1-1 0 0 0,-1 1-1 0 0,0-1 1 0 0,1 1 0 0 0,-1-1 0 0 0,0 0 0 0 0,1 1 0 0 0,-1-1 0 0 0,0 0-1 0 0,0 1 1 0 0,0-1 0 0 0,0-1 0 0 0,7-57-1489 0 0,-7 48 1354 0 0,1 1 148 0 0,1-1 0 0 0,-1 1 0 0 0,2-1 0 0 0,0 1 0 0 0,0 0 0 0 0,1 0 0 0 0,0 0 0 0 0,0 1 0 0 0,1-1 0 0 0,8-11 0 0 0,-11 18 49 0 0,0 1 1 0 0,0-1-1 0 0,1 0 1 0 0,-1 1-1 0 0,1 0 1 0 0,-1-1 0 0 0,1 1-1 0 0,0 0 1 0 0,0 0-1 0 0,-1 1 1 0 0,1-1-1 0 0,1 1 1 0 0,-1-1-1 0 0,0 1 1 0 0,0 0 0 0 0,0 0-1 0 0,1 0 1 0 0,-1 1-1 0 0,1-1 1 0 0,-1 1-1 0 0,0 0 1 0 0,1 0-1 0 0,-1 0 1 0 0,1 0-1 0 0,-1 1 1 0 0,0-1 0 0 0,1 1-1 0 0,-1 0 1 0 0,0 0-1 0 0,1 0 1 0 0,-1 0-1 0 0,0 1 1 0 0,0-1-1 0 0,0 1 1 0 0,3 2-1 0 0,7 5 137 0 0,0 1-1 0 0,-1 0 1 0 0,0 0-1 0 0,20 23 0 0 0,-22-21-733 0 0,1 0 0 0 0,0-2 0 0 0,0 1-1 0 0,1-1 1 0 0,20 12 0 0 0,-10-11-5557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51.7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165 12 5529 0 0,'-20'-4'2549'0'0,"14"2"-1547"0"0,0 0-1 0 0,-1 1 1 0 0,0 0-1 0 0,1 0 1 0 0,-11 1-1 0 0,15 0-806 0 0,0 1-1 0 0,-1-1 1 0 0,1 1-1 0 0,0-1 0 0 0,-1 1 1 0 0,1 0-1 0 0,0 0 0 0 0,0 0 1 0 0,0 0-1 0 0,0 0 0 0 0,0 1 1 0 0,0-1-1 0 0,0 1 0 0 0,0-1 1 0 0,1 1-1 0 0,-1 0 0 0 0,1-1 1 0 0,-1 1-1 0 0,-1 4 1 0 0,-5 6 20 0 0,1 1 0 0 0,0 0 0 0 0,1 0 1 0 0,1 0-1 0 0,0 1 0 0 0,1 0 0 0 0,0 0 1 0 0,1 0-1 0 0,1 1 0 0 0,0-1 1 0 0,0 20-1 0 0,2-29-213 0 0,0 1 0 0 0,0-1 0 0 0,1 0 0 0 0,0 0 0 0 0,0 0 0 0 0,0 0 0 0 0,0 0 0 0 0,1 0 0 0 0,0 0 0 0 0,0 0 0 0 0,0-1 0 0 0,1 1 0 0 0,-1-1 0 0 0,1 1 0 0 0,0-1 0 0 0,0 0 0 0 0,1 0-1 0 0,-1 0 1 0 0,1 0 0 0 0,0-1 0 0 0,0 0 0 0 0,0 0 0 0 0,0 0 0 0 0,1 0 0 0 0,-1 0 0 0 0,1-1 0 0 0,0 0 0 0 0,-1 0 0 0 0,1 0 0 0 0,0-1 0 0 0,0 1 0 0 0,0-1 0 0 0,1-1 0 0 0,6 2 0 0 0,-2-2-73 0 0,-1 0 0 0 0,1-1-1 0 0,-1 0 1 0 0,0 0 0 0 0,0-1 0 0 0,1 0-1 0 0,-1 0 1 0 0,-1-1 0 0 0,1 0 0 0 0,0-1-1 0 0,-1 0 1 0 0,1 0 0 0 0,-1-1 0 0 0,0 0-1 0 0,14-12 1 0 0,-18 13 25 0 0,0 1 0 0 0,-1 0-1 0 0,1-1 1 0 0,-1 0 0 0 0,1 0 0 0 0,-1 0 0 0 0,0 0-1 0 0,-1-1 1 0 0,1 1 0 0 0,-1-1 0 0 0,0 1 0 0 0,0-1-1 0 0,0 0 1 0 0,-1 0 0 0 0,1 0 0 0 0,-1 0 0 0 0,-1 0-1 0 0,1 0 1 0 0,-1 0 0 0 0,1 0 0 0 0,-2-1-1 0 0,1 1 1 0 0,0 0 0 0 0,-1 0 0 0 0,0 0 0 0 0,0 0-1 0 0,-1 0 1 0 0,1 0 0 0 0,-1 0 0 0 0,-3-5 0 0 0,2 5 40 0 0,0 1 1 0 0,0 0-1 0 0,0 0 1 0 0,0 0-1 0 0,-1 0 1 0 0,1 0-1 0 0,-1 1 1 0 0,0-1-1 0 0,0 1 1 0 0,-1 0-1 0 0,1 1 1 0 0,-1-1-1 0 0,1 1 1 0 0,-1 0-1 0 0,0 0 1 0 0,0 0-1 0 0,-5-1 1 0 0,-40-5-1364 0 0,2 10-3510 0 0,25 1-172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52.9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 3225 0 0,'-2'2'246'0'0,"-1"0"1"0"0,1 1 0 0 0,0-1 0 0 0,0 1-1 0 0,0 0 1 0 0,1 0 0 0 0,-1 0 0 0 0,1-1-1 0 0,-1 1 1 0 0,1 1 0 0 0,0-1-1 0 0,0 0 1 0 0,0 0 0 0 0,1 0 0 0 0,-1 0-1 0 0,1 1 1 0 0,0 3 0 0 0,0 57 1761 0 0,1-52-1771 0 0,1 0 1 0 0,0 0-1 0 0,1 0 0 0 0,0 0 1 0 0,1 0-1 0 0,0 0 0 0 0,1-1 0 0 0,0 0 1 0 0,1 0-1 0 0,0 0 0 0 0,1-1 1 0 0,13 17-1 0 0,-14-20-137 0 0,0-1 1 0 0,1-1 0 0 0,-1 1-1 0 0,1-1 1 0 0,0 0-1 0 0,0-1 1 0 0,1 0-1 0 0,-1 0 1 0 0,1 0-1 0 0,0-1 1 0 0,0 0-1 0 0,0-1 1 0 0,0 0 0 0 0,0 0-1 0 0,1-1 1 0 0,-1 0-1 0 0,1 0 1 0 0,-1-1-1 0 0,13-1 1 0 0,-14 0-37 0 0,1 0 1 0 0,-1-1-1 0 0,1 0 1 0 0,-1-1-1 0 0,0 0 1 0 0,0 0-1 0 0,0 0 1 0 0,-1-1-1 0 0,1 0 1 0 0,-1 0-1 0 0,0-1 1 0 0,0 1-1 0 0,0-1 1 0 0,-1-1-1 0 0,1 1 1 0 0,3-7-1 0 0,-6 9-55 0 0,-1 0 0 0 0,0 0 0 0 0,0 0 0 0 0,0 0 0 0 0,0 0 0 0 0,0 0 0 0 0,-1 0 1 0 0,1-1-1 0 0,-1 1 0 0 0,0-1 0 0 0,0 1 0 0 0,0-1 0 0 0,-1 1 0 0 0,1-1 0 0 0,-1 0 0 0 0,0 1 0 0 0,0-1 0 0 0,0 0 0 0 0,0 1 0 0 0,-1-1 0 0 0,1 1 0 0 0,-1-1 0 0 0,0 1 0 0 0,0-1 0 0 0,0 1 0 0 0,-1-1 0 0 0,1 1 0 0 0,-1 0 0 0 0,0 0 0 0 0,0 0 0 0 0,0 0 0 0 0,0 0 0 0 0,-1 0 0 0 0,-3-4 0 0 0,-1 1-49 0 0,0 0 1 0 0,0 1-1 0 0,-1-1 0 0 0,0 1 1 0 0,0 1-1 0 0,0-1 0 0 0,0 2 1 0 0,-1-1-1 0 0,1 1 1 0 0,-1 0-1 0 0,-16-3 0 0 0,8 4-483 0 0,0 1 1 0 0,1 0-1 0 0,-1 2 0 0 0,0 0 0 0 0,-26 4 0 0 0,25-2-315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53.2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2761 0 0,'0'0'206'0'0,"0"1"266"0"0,21 26 6345 0 0,-10-9-4959 0 0,0 1 1 0 0,9 23 0 0 0,9 41 271 0 0,9 92-1605 0 0,-36-164-424 0 0,-1-4-568 0 0,11 46 1350 0 0,-12-50-1623 0 0,1 0 0 0 0,1 0 1 0 0,-1-1-1 0 0,0 1 0 0 0,1 0 1 0 0,-1 0-1 0 0,1-1 0 0 0,2 3 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53.4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42 2304 0 0,'5'-5'589'0'0,"0"0"0"0"0,0 1 0 0 0,1 0 0 0 0,-1 0-1 0 0,1 0 1 0 0,0 1 0 0 0,1 0 0 0 0,8-4-1 0 0,-14 7-502 0 0,1-1-1 0 0,-1 1 0 0 0,1-1 1 0 0,-1 1-1 0 0,1 0 0 0 0,-1 0 1 0 0,0 0-1 0 0,1-1 0 0 0,-1 1 1 0 0,1 1-1 0 0,-1-1 0 0 0,1 0 0 0 0,-1 0 1 0 0,1 0-1 0 0,-1 1 0 0 0,1-1 1 0 0,-1 1-1 0 0,0-1 0 0 0,1 1 1 0 0,-1 0-1 0 0,0-1 0 0 0,0 1 1 0 0,1 0-1 0 0,-1 0 0 0 0,0 0 1 0 0,0 0-1 0 0,0 0 0 0 0,0 0 0 0 0,0 0 1 0 0,0 0-1 0 0,0 1 0 0 0,-1-1 1 0 0,1 0-1 0 0,0 0 0 0 0,-1 1 1 0 0,1-1-1 0 0,-1 1 0 0 0,1-1 1 0 0,-1 0-1 0 0,1 1 0 0 0,-1-1 0 0 0,0 1 1 0 0,0-1-1 0 0,0 3 0 0 0,1 7 88 0 0,0 0-1 0 0,-1 0 0 0 0,-1 0 0 0 0,0 0 0 0 0,0 0 0 0 0,-5 18 0 0 0,-1-2-2466 0 0,-17 37 0 0 0,20-52-1188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54.1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0 317 2304 0 0,'121'-47'7433'0'0,"-103"39"-6640"0"0,0-1 0 0 0,-1-1 0 0 0,0-1 1 0 0,23-18-1 0 0,-29 18-436 0 0,1 0 1 0 0,16-21 0 0 0,-26 30-297 0 0,1-1 0 0 0,-1-1 1 0 0,0 1-1 0 0,0 0 1 0 0,0-1-1 0 0,-1 1 0 0 0,1-1 1 0 0,-1 1-1 0 0,1-1 1 0 0,-1 1-1 0 0,-1-1 0 0 0,1 0 1 0 0,0 0-1 0 0,-1 0 1 0 0,0 1-1 0 0,0-9 0 0 0,-1 11-42 0 0,1-1 0 0 0,-1 0 0 0 0,0 1 0 0 0,0-1 0 0 0,0 1 0 0 0,0-1 0 0 0,0 1 0 0 0,0-1 0 0 0,0 1 0 0 0,-1 0 0 0 0,1 0 0 0 0,0-1 0 0 0,-1 1 0 0 0,1 0 0 0 0,-1 0 0 0 0,1 0 0 0 0,-1 1 0 0 0,0-1 0 0 0,1 0 0 0 0,-1 0 0 0 0,0 1 0 0 0,0-1 0 0 0,1 1 0 0 0,-1 0 0 0 0,0-1 0 0 0,0 1 0 0 0,0 0 0 0 0,1 0 0 0 0,-1 0 0 0 0,0 0 0 0 0,0 1 0 0 0,0-1 0 0 0,-1 1 0 0 0,0-1-113 0 0,0 0-1 0 0,1 1 1 0 0,-1-1-1 0 0,0 1 1 0 0,1 0-1 0 0,-1-1 1 0 0,0 1-1 0 0,1 0 1 0 0,-1 1-1 0 0,1-1 1 0 0,0 0-1 0 0,-1 1 1 0 0,1-1-1 0 0,0 1 0 0 0,0 0 1 0 0,0 0-1 0 0,0 0 1 0 0,0 0-1 0 0,0 0 1 0 0,1 0-1 0 0,-3 4 1 0 0,3-3 26 0 0,1 0 0 0 0,0 0 0 0 0,-1 1 0 0 0,1-1 0 0 0,1 0 1 0 0,-1 0-1 0 0,0 0 0 0 0,1 0 0 0 0,0 0 0 0 0,-1 0 0 0 0,1 0 1 0 0,1 0-1 0 0,-1 0 0 0 0,0 0 0 0 0,1-1 0 0 0,1 5 0 0 0,35 46 711 0 0,-26-37-355 0 0,-11-15-264 0 0,5 7 55 0 0,-1 0 0 0 0,2-1 0 0 0,-1 0 0 0 0,1 0 0 0 0,10 8 0 0 0,-15-14-89 0 0,-1 0 0 0 0,0 0 0 0 0,1 0 0 0 0,-1 0 0 0 0,1 0 0 0 0,-1-1 0 0 0,1 1 0 0 0,0 0 0 0 0,-1-1 0 0 0,1 0 0 0 0,0 1 0 0 0,-1-1 0 0 0,1 0 0 0 0,0 0 0 0 0,-1 0-1 0 0,1 0 1 0 0,0 0 0 0 0,-1 0 0 0 0,1 0 0 0 0,0-1 0 0 0,-1 1 0 0 0,1-1 0 0 0,-1 1 0 0 0,1-1 0 0 0,0 0 0 0 0,-1 1 0 0 0,1-1 0 0 0,-1 0 0 0 0,0 0 0 0 0,1 0 0 0 0,-1 0 0 0 0,0 0-1 0 0,0 0 1 0 0,1-1 0 0 0,-1 1 0 0 0,0 0 0 0 0,0-1 0 0 0,0 1 0 0 0,0-2 0 0 0,4-5-109 0 0,-1 0-1 0 0,0 0 1 0 0,0 0-1 0 0,-1 0 1 0 0,0-1-1 0 0,-1 1 1 0 0,2-14 0 0 0,-2 14 67 0 0,-1 0 1 0 0,1 0 0 0 0,1 1 0 0 0,-1-1 0 0 0,1 0-1 0 0,1 1 1 0 0,-1 0 0 0 0,7-10 0 0 0,-9 16 118 0 0,-1 1-1 0 0,0-1 1 0 0,0 1 0 0 0,1 0 0 0 0,-1-1 0 0 0,0 1 0 0 0,1-1 0 0 0,-1 1-1 0 0,1 0 1 0 0,-1 0 0 0 0,0-1 0 0 0,1 1 0 0 0,-1 0 0 0 0,1 0 0 0 0,-1-1-1 0 0,1 1 1 0 0,-1 0 0 0 0,0 0 0 0 0,1 0 0 0 0,-1 0 0 0 0,1 0 0 0 0,-1 0 0 0 0,1 0-1 0 0,-1 0 1 0 0,1 0 0 0 0,-1 0 0 0 0,1 0 0 0 0,-1 0 0 0 0,1 0 0 0 0,-1 0-1 0 0,1 0 1 0 0,0 1 0 0 0,11 13 1152 0 0,6 29-401 0 0,-17-38-724 0 0,8 20 142 0 0,-6-13-218 0 0,0-1 0 0 0,2 0 1 0 0,-1-1-1 0 0,9 15 1 0 0,-12-25-36 0 0,-1 0 1 0 0,1-1-1 0 0,0 1 0 0 0,-1 0 1 0 0,1-1-1 0 0,-1 1 1 0 0,1 0-1 0 0,0-1 1 0 0,-1 1-1 0 0,1-1 0 0 0,-1 1 1 0 0,1-1-1 0 0,-1 1 1 0 0,0-1-1 0 0,1 1 0 0 0,-1-1 1 0 0,0 0-1 0 0,1 1 1 0 0,-1-1-1 0 0,0 1 1 0 0,1-1-1 0 0,-1 0 0 0 0,0 1 1 0 0,0-2-1 0 0,13-25-298 0 0,-12 23 261 0 0,11-22-175 0 0,1-5 104 0 0,21-34 0 0 0,-30 57 156 0 0,1 1 1 0 0,0 0-1 0 0,1 0 1 0 0,-1 0-1 0 0,1 1 1 0 0,1-1-1 0 0,-1 1 1 0 0,1 1-1 0 0,12-9 1 0 0,-18 13-5 0 0,0 1 0 0 0,1-1 1 0 0,-1 0-1 0 0,1 0 0 0 0,-1 1 1 0 0,1-1-1 0 0,-1 1 1 0 0,1-1-1 0 0,-1 1 0 0 0,1 0 1 0 0,-1-1-1 0 0,1 1 1 0 0,0 0-1 0 0,-1 0 0 0 0,1 0 1 0 0,-1 0-1 0 0,1 0 1 0 0,-1 1-1 0 0,1-1 0 0 0,0 0 1 0 0,-1 1-1 0 0,1-1 1 0 0,-1 1-1 0 0,1 0 0 0 0,-1-1 1 0 0,0 1-1 0 0,1 0 0 0 0,-1 0 1 0 0,0 0-1 0 0,1 0 1 0 0,-1 0-1 0 0,0 0 0 0 0,0 0 1 0 0,0 0-1 0 0,0 1 1 0 0,0-1-1 0 0,1 2 0 0 0,3 7 305 0 0,0 0 0 0 0,0 0 1 0 0,-1 0-1 0 0,5 19 0 0 0,7 16 227 0 0,-12-37-909 0 0,1-1 0 0 0,1 0 0 0 0,-1 0 0 0 0,1 0 0 0 0,0-1 0 0 0,10 9 0 0 0,0-3-544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56.2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37 110 5529 0 0,'0'0'71'0'0,"0"0"-1"0"0,0 0 1 0 0,-1 0 0 0 0,1-1-1 0 0,0 1 1 0 0,0 0-1 0 0,-1 0 1 0 0,1 0 0 0 0,0 0-1 0 0,0 0 1 0 0,0 0-1 0 0,-1 0 1 0 0,1 0 0 0 0,0 0-1 0 0,0 0 1 0 0,-1 0-1 0 0,1 0 1 0 0,0 0 0 0 0,0 0-1 0 0,-1 0 1 0 0,1 0-1 0 0,0 0 1 0 0,0 0 0 0 0,-1 0-1 0 0,1 0 1 0 0,0 0-1 0 0,0 0 1 0 0,-1 0 0 0 0,1 0-1 0 0,0 1 1 0 0,0-1-1 0 0,0 0 1 0 0,-1 0 0 0 0,1 0-1 0 0,0 0 1 0 0,0 1-1 0 0,0-1 1 0 0,0 0 0 0 0,-1 1-1 0 0,0 11 1690 0 0,8 16-1072 0 0,-5-24-595 0 0,0 0-1 0 0,0 0 1 0 0,0 0-1 0 0,1 0 1 0 0,-1 0-1 0 0,1 0 1 0 0,0 0 0 0 0,0-1-1 0 0,1 0 1 0 0,-1 1-1 0 0,4 2 1 0 0,-5-6-77 0 0,-1 1 1 0 0,0 0 0 0 0,0-1-1 0 0,1 1 1 0 0,-1-1 0 0 0,0 1-1 0 0,1-1 1 0 0,-1 0 0 0 0,1 1-1 0 0,-1-1 1 0 0,0 0 0 0 0,1 0-1 0 0,-1 0 1 0 0,1 0 0 0 0,-1 0-1 0 0,1 0 1 0 0,-1-1 0 0 0,0 1-1 0 0,1 0 1 0 0,-1-1 0 0 0,0 1-1 0 0,1-1 1 0 0,-1 1 0 0 0,0-1-1 0 0,1 0 1 0 0,-1 1 0 0 0,0-1-1 0 0,0 0 1 0 0,0 0-1 0 0,0 0 1 0 0,0 0 0 0 0,0 0-1 0 0,0 0 1 0 0,0 0 0 0 0,0-1-1 0 0,0 1 1 0 0,-1 0 0 0 0,1 0-1 0 0,0-1 1 0 0,0-1 0 0 0,1 0 27 0 0,0 0 0 0 0,-1 0 0 0 0,1 0 0 0 0,-1-1-1 0 0,1 1 1 0 0,-1 0 0 0 0,0-1 0 0 0,-1 1 0 0 0,1-1 0 0 0,0 1 0 0 0,-1-1 0 0 0,0 0 0 0 0,0 1 0 0 0,0-1 0 0 0,0 1 0 0 0,-1-1 0 0 0,1 1 0 0 0,-1-1 0 0 0,0 1 0 0 0,0-1 0 0 0,0 1 0 0 0,0 0 0 0 0,-1-1 0 0 0,1 1 0 0 0,-1 0 0 0 0,0 0 0 0 0,0 0 0 0 0,0 0 0 0 0,0 0 0 0 0,-1 1-1 0 0,1-1 1 0 0,-1 1 0 0 0,0-1 0 0 0,1 1 0 0 0,-1 0 0 0 0,0 0 0 0 0,0 0 0 0 0,-1 1 0 0 0,1-1 0 0 0,0 1 0 0 0,0-1 0 0 0,-1 1 0 0 0,1 0 0 0 0,-1 0 0 0 0,1 1 0 0 0,-1-1 0 0 0,1 1 0 0 0,-1 0 0 0 0,0 0 0 0 0,1 0 0 0 0,-1 0 0 0 0,1 0 0 0 0,-1 1 0 0 0,-5 1 0 0 0,8-2 12 0 0,-1 1 0 0 0,1-1 0 0 0,-1 0 0 0 0,1 1 0 0 0,-1-1 0 0 0,1 1 0 0 0,0-1 1 0 0,-1 1-1 0 0,1 0 0 0 0,0 0 0 0 0,-1-1 0 0 0,1 1 0 0 0,0 0 0 0 0,0 0 1 0 0,0 0-1 0 0,0 0 0 0 0,0 1 0 0 0,0-1 0 0 0,-1 2 0 0 0,1-2-23 0 0,1 0-1 0 0,0 0 1 0 0,0 0-1 0 0,0 0 1 0 0,0 0-1 0 0,0 0 0 0 0,0 0 1 0 0,0 0-1 0 0,0 0 1 0 0,1 0-1 0 0,-1 0 1 0 0,0 0-1 0 0,1 0 1 0 0,-1 0-1 0 0,0 0 1 0 0,1 0-1 0 0,-1 0 1 0 0,1 0-1 0 0,0 0 1 0 0,-1 0-1 0 0,2 0 1 0 0,1 3-20 0 0,1 0 0 0 0,0 0 0 0 0,0-1 0 0 0,0 0 0 0 0,1 0 0 0 0,-1 0 0 0 0,1 0 0 0 0,0 0 0 0 0,7 2 0 0 0,-9-4 4 0 0,0-1 0 0 0,0 1 1 0 0,0-1-1 0 0,0 1 0 0 0,0-1 1 0 0,0 0-1 0 0,0 0 0 0 0,0 0 1 0 0,0-1-1 0 0,0 1 0 0 0,0-1 1 0 0,0 1-1 0 0,-1-1 0 0 0,1 0 1 0 0,0 0-1 0 0,0 0 1 0 0,0-1-1 0 0,-1 1 0 0 0,1-1 1 0 0,-1 1-1 0 0,1-1 0 0 0,-1 0 1 0 0,0 0-1 0 0,1 0 0 0 0,-1 0 1 0 0,0-1-1 0 0,-1 1 0 0 0,1 0 1 0 0,0-1-1 0 0,0 1 0 0 0,-1-1 1 0 0,2-3-1 0 0,-2 4-16 0 0,0-1-1 0 0,0 1 1 0 0,0-1 0 0 0,0 1 0 0 0,0-1-1 0 0,0 0 1 0 0,-1 1 0 0 0,0-1-1 0 0,1 0 1 0 0,-1 0 0 0 0,0 1 0 0 0,0-1-1 0 0,0 0 1 0 0,-1 0 0 0 0,1 1-1 0 0,-1-1 1 0 0,1 0 0 0 0,-1 1 0 0 0,0-1-1 0 0,0 0 1 0 0,0 1 0 0 0,0-1-1 0 0,-1 1 1 0 0,1 0 0 0 0,-1-1 0 0 0,1 1-1 0 0,-1 0 1 0 0,0 0 0 0 0,0 0 0 0 0,0 0-1 0 0,0 0 1 0 0,0 0 0 0 0,0 1-1 0 0,-4-3 1 0 0,4 4-77 0 0,1-1 1 0 0,-1 0-1 0 0,0 1 1 0 0,0-1-1 0 0,1 1 0 0 0,-1 0 1 0 0,0-1-1 0 0,0 1 1 0 0,0 0-1 0 0,0 0 0 0 0,0 0 1 0 0,1 0-1 0 0,-1 1 0 0 0,0-1 1 0 0,0 0-1 0 0,0 1 1 0 0,1 0-1 0 0,-1-1 0 0 0,0 1 1 0 0,0 0-1 0 0,1 0 1 0 0,-1 0-1 0 0,1 0 0 0 0,-1 0 1 0 0,1 0-1 0 0,-1 0 0 0 0,1 0 1 0 0,0 1-1 0 0,-1-1 1 0 0,1 1-1 0 0,0-1 0 0 0,0 1 1 0 0,0-1-1 0 0,0 1 1 0 0,0-1-1 0 0,1 1 0 0 0,-1 0 1 0 0,0 0-1 0 0,0 2 0 0 0,-2 9-5258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57.3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41 4609 0 0,'-10'-5'1712'0'0,"-8"-6"60"0"0,17 11-1694 0 0,1 0-1 0 0,0-1 0 0 0,-1 1 1 0 0,1 0-1 0 0,0 0 0 0 0,-1 0 1 0 0,1-1-1 0 0,0 1 0 0 0,0 0 1 0 0,0-1-1 0 0,-1 1 1 0 0,1 0-1 0 0,0 0 0 0 0,0-1 1 0 0,0 1-1 0 0,0 0 0 0 0,-1-1 1 0 0,1 1-1 0 0,0 0 0 0 0,0-1 1 0 0,0 1-1 0 0,0 0 1 0 0,0-1-1 0 0,0 1 0 0 0,0 0 1 0 0,0-1-1 0 0,0 1 0 0 0,0-1 1 0 0,0 1-1 0 0,0 0 0 0 0,0-1 1 0 0,0 1-1 0 0,0 0 1 0 0,1-1-1 0 0,-1 1 0 0 0,0 0 1 0 0,0-1-1 0 0,0 1 0 0 0,0 0 1 0 0,1 0-1 0 0,-1-1 0 0 0,1 1 1 0 0,-1 0-10 0 0,0 0-1 0 0,1 0 1 0 0,-1 0 0 0 0,1 0 0 0 0,-1 0 0 0 0,1 0 0 0 0,-1 0 0 0 0,1 0 0 0 0,-1 0-1 0 0,1 0 1 0 0,-1 1 0 0 0,1-1 0 0 0,-1 0 0 0 0,0 0 0 0 0,1 1 0 0 0,-1-1-1 0 0,1 0 1 0 0,-1 0 0 0 0,0 1 0 0 0,1-1 0 0 0,-1 1 0 0 0,0-1 0 0 0,1 0-1 0 0,-1 1 1 0 0,0-1 0 0 0,0 1 0 0 0,1-1 0 0 0,-1 0 0 0 0,0 1 0 0 0,0-1-1 0 0,0 1 1 0 0,9 15 434 0 0,-9-16-525 0 0,34 50 888 0 0,3-1 0 0 0,1-2 0 0 0,86 81 0 0 0,-41-45-279 0 0,-78-77-584 0 0,8 7 52 0 0,0 0-1 0 0,26 20 1 0 0,-36-31-44 0 0,0 0-1 0 0,0 1 1 0 0,1-1 0 0 0,-1-1 0 0 0,0 1-1 0 0,1 0 1 0 0,-1-1 0 0 0,1 0 0 0 0,-1 0-1 0 0,1 0 1 0 0,0 0 0 0 0,-1 0 0 0 0,1-1 0 0 0,0 0-1 0 0,0 0 1 0 0,-1 0 0 0 0,1 0 0 0 0,0 0-1 0 0,0-1 1 0 0,4-1 0 0 0,-7 2 47 0 0,0-1 0 0 0,0 0 0 0 0,0 1 0 0 0,0-1 0 0 0,0 0-1 0 0,0 0 1 0 0,0 0 0 0 0,0 0 0 0 0,0 0 0 0 0,0 0 0 0 0,-1 0 0 0 0,1 0 0 0 0,0-1 0 0 0,-1 1 0 0 0,1 0 0 0 0,-1 0 0 0 0,1 0-1 0 0,-1-1 1 0 0,1 1 0 0 0,-1 0 0 0 0,0-1 0 0 0,0 1 0 0 0,0 0 0 0 0,0-1 0 0 0,0 1 0 0 0,0 0 0 0 0,0-1 0 0 0,0 1 0 0 0,0 0-1 0 0,-1-3 1 0 0,-14-47 688 0 0,9 36-607 0 0,-1-11-273 0 0,-37-139 939 0 0,32 80-2290 0 0,11 65-214 0 0,1 1 1 0 0,3-26-1 0 0,-1 33-388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57.6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41 3225 0 0,'-4'-4'2393'0'0,"4"4"-2267"0"0,-1 0 0 0 0,1 0 0 0 0,0-1 0 0 0,0 1 0 0 0,0 0 0 0 0,0-1 0 0 0,0 1 0 0 0,0 0 0 0 0,0-1 0 0 0,0 1 0 0 0,0 0 0 0 0,0-1 0 0 0,0 1 0 0 0,0 0 0 0 0,0-1-1 0 0,0 0 1 0 0,10-10 2812 0 0,20-5-903 0 0,-24 15-1550 0 0,1 0 0 0 0,0 0-1 0 0,0 0 1 0 0,0 1 0 0 0,0 0 0 0 0,-1 0-1 0 0,1 1 1 0 0,0 0 0 0 0,0 0-1 0 0,0 1 1 0 0,-1 0 0 0 0,1 0 0 0 0,-1 0-1 0 0,0 1 1 0 0,10 5 0 0 0,7 6-52 0 0,-1 1 1 0 0,36 31-1 0 0,-1-2-283 0 0,-6-6-261 0 0,-23-16-873 0 0,47 27 1 0 0,-74-48 802 0 0,0-1-1 0 0,0 1 0 0 0,0-1 1 0 0,-1 0-1 0 0,1 1 0 0 0,0-1 1 0 0,0 0-1 0 0,0 0 0 0 0,0 1 1 0 0,0-1-1 0 0,0 0 0 0 0,0 0 1 0 0,0 0-1 0 0,0 0 0 0 0,-1 0 1 0 0,1 0-1 0 0,0-1 0 0 0,0 1 1 0 0,0 0-1 0 0,0 0 0 0 0,0-1 1 0 0,0 1-1 0 0,-1 0 0 0 0,1-1 1 0 0,0 1-1 0 0,0-1 0 0 0,1 0 1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58.0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189 18 2288 0 0,'0'-1'21'0'0,"0"1"-1"0"0,0-1 0 0 0,0 0 1 0 0,0 0-1 0 0,0 1 0 0 0,0-1 1 0 0,1 0-1 0 0,-1 0 0 0 0,0 1 1 0 0,0-1-1 0 0,1 0 0 0 0,-1 1 1 0 0,0-1-1 0 0,1 0 0 0 0,-1 1 1 0 0,1-1-1 0 0,-1 0 0 0 0,0 1 1 0 0,1-1-1 0 0,0 1 0 0 0,0-2 1 0 0,0 2 180 0 0,0 0 0 0 0,0-1 0 0 0,0 1 0 0 0,0 0 0 0 0,0 0 0 0 0,0 0 1 0 0,0 0-1 0 0,0 0 0 0 0,0 0 0 0 0,0 0 0 0 0,0 0 0 0 0,0 0 0 0 0,0 0 0 0 0,0 0 0 0 0,0 1 0 0 0,-1-1 1 0 0,1 0-1 0 0,0 1 0 0 0,0-1 0 0 0,0 1 0 0 0,0-1 0 0 0,0 1 0 0 0,0-1 0 0 0,-1 1 0 0 0,1-1 0 0 0,0 1 1 0 0,-1 0-1 0 0,1-1 0 0 0,0 1 0 0 0,-1 0 0 0 0,1 0 0 0 0,-1 0 0 0 0,1 0 0 0 0,-1-1 0 0 0,1 2 0 0 0,0 2 118 0 0,0 0 0 0 0,0 0 0 0 0,-1 0 0 0 0,1 0 0 0 0,-1 0 0 0 0,0 0 0 0 0,-1 1 0 0 0,1-1 0 0 0,-1 0 0 0 0,1 0 0 0 0,-1 0 0 0 0,0 0 0 0 0,-1-1 0 0 0,1 1 0 0 0,-1 0 0 0 0,-2 5 0 0 0,-6 7 747 0 0,0 0 1 0 0,-18 21-1 0 0,-8 12-156 0 0,-49 115-75 0 0,41-51-3320 0 0,41-100-877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58.3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75 3681 0 0,'7'-8'6309'0'0,"20"-5"-6432"0"0,1 1 0 0 0,0 1 0 0 0,1 1 0 0 0,47-8 0 0 0,-60 16-706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58.6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1 109 5529 0 0,'3'-5'179'0'0,"0"0"0"0"0,1 0 1 0 0,0 0-1 0 0,0 1 0 0 0,0 0 0 0 0,0 0 0 0 0,1 0 0 0 0,7-5 1 0 0,42-23 1224 0 0,-41 26-1614 0 0,1 1 1 0 0,-1 0-1 0 0,1 1 0 0 0,-1 1 1 0 0,1 0-1 0 0,0 0 0 0 0,0 2 1 0 0,1 0-1 0 0,20 1 0 0 0,-15 0 210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48:59.9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0 200 6913 0 0,'4'-10'213'0'0,"0"0"0"0"0,-1-1-1 0 0,0 0 1 0 0,0 1 0 0 0,1-22-1 0 0,-3 18-931 0 0,2-1-1 0 0,5-21 1 0 0,18-3-1215 0 0,-20 28 1934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04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91 344 6449 0 0,'-90'-85'7906'0'0,"135"117"-6486"0"0,-13 1-1258 0 0,-2 2 0 0 0,-1 1 0 0 0,42 72 0 0 0,-59-90-112 0 0,137 244 1016 0 0,-51-82-546 0 0,-82-154-453 0 0,0 0 1 0 0,2-2 0 0 0,37 41-1 0 0,-46-56-31 0 0,1 0-1 0 0,0 0 0 0 0,0 0 0 0 0,1-2 1 0 0,1 1-1 0 0,-1-1 0 0 0,1-1 1 0 0,0 0-1 0 0,0-1 0 0 0,26 7 0 0 0,-34-11 7 0 0,-1 0 0 0 0,1 0-1 0 0,0-1 1 0 0,0 1 0 0 0,0-1 0 0 0,0 0-1 0 0,0 0 1 0 0,0-1 0 0 0,0 1 0 0 0,0-1-1 0 0,0 0 1 0 0,0 0 0 0 0,0 0-1 0 0,0 0 1 0 0,0-1 0 0 0,-1 0 0 0 0,1 1-1 0 0,-1-1 1 0 0,1-1 0 0 0,-1 1-1 0 0,0 0 1 0 0,0-1 0 0 0,0 0 0 0 0,0 1-1 0 0,0-1 1 0 0,-1-1 0 0 0,1 1 0 0 0,-1 0-1 0 0,0 0 1 0 0,0-1 0 0 0,0 1-1 0 0,0-1 1 0 0,2-7 0 0 0,3-10 204 0 0,-1-1 1 0 0,-1 0-1 0 0,0 0 1 0 0,1-40-1 0 0,-4 49-164 0 0,7-154 500 0 0,-14-183 1 0 0,2-79-5041 0 0,5 409 2068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05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2304 0 0,'8'-21'1248'0'0,"-1"1"-1"0"0,5-31 1 0 0,-8 13 2859 0 0,-10 100 982 0 0,0-1-4610 0 0,-1 87 318 0 0,0-26-500 0 0,10 144 0 0 0,-2-253-483 0 0,0 0 0 0 0,1 1 1 0 0,0-1-1 0 0,1 0 0 0 0,1 0 0 0 0,8 19 1 0 0,-6-23-761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05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47 6449 0 0,'-1'-2'131'0'0,"0"1"0"0"0,1-1-1 0 0,-1 1 1 0 0,1-1-1 0 0,0 1 1 0 0,-1-1 0 0 0,1 0-1 0 0,0 1 1 0 0,0-1-1 0 0,0 0 1 0 0,0 1 0 0 0,0-1-1 0 0,0 1 1 0 0,0-1 0 0 0,0 0-1 0 0,1 1 1 0 0,-1-1-1 0 0,1 1 1 0 0,-1-1 0 0 0,1 1-1 0 0,0-1 1 0 0,0 1-1 0 0,-1-1 1 0 0,2-1 0 0 0,0 3 18 0 0,-1-1 0 0 0,1 0 0 0 0,-1 1 0 0 0,1-1 0 0 0,-1 0 0 0 0,1 1 0 0 0,0 0 0 0 0,-1-1 0 0 0,1 1 0 0 0,0 0 0 0 0,-1 0 0 0 0,1 0 0 0 0,0 0 0 0 0,-1 0 0 0 0,1 0 0 0 0,-1 0 0 0 0,1 1 0 0 0,0-1 0 0 0,-1 1 0 0 0,1-1 0 0 0,-1 1 0 0 0,1 0 0 0 0,-1-1 0 0 0,3 2 0 0 0,6 4 80 0 0,0 0-1 0 0,0 1 0 0 0,-1 0 1 0 0,0 0-1 0 0,0 1 0 0 0,0 0 1 0 0,-1 1-1 0 0,-1 0 1 0 0,1 0-1 0 0,-1 1 0 0 0,7 13 1 0 0,8 16 270 0 0,25 64-1 0 0,-14-20-333 0 0,30 65-2311 0 0,-52-128 832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05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10138 0 0,'67'-33'407'0'0,"98"-25"-7227"0"0,-131 46 6240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05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24 3225 0 0,'-10'-24'8521'0'0,"19"35"-6904"0"0,-1 2-1033 0 0,-1 1 0 0 0,0 0 0 0 0,0 0 0 0 0,-2 0 0 0 0,0 1 0 0 0,6 29 1 0 0,5 94 1205 0 0,-14-107-1815 0 0,1 1 0 0 0,1-1 0 0 0,1 0 0 0 0,15 45 0 0 0,-17-69-208 0 0,0-1 0 0 0,0 1 0 0 0,0-1-1 0 0,8 11 1 0 0,3-3-3418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06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10 114 3681 0 0,'-1'-2'181'0'0,"0"1"0"0"0,0-1 1 0 0,0 0-1 0 0,0 0 0 0 0,0 0 1 0 0,0 0-1 0 0,0 0 0 0 0,1 0 0 0 0,-1 0 1 0 0,1 0-1 0 0,0 0 0 0 0,-1 0 1 0 0,1-1-1 0 0,0 1 0 0 0,0 0 1 0 0,1 0-1 0 0,-1 0 0 0 0,0 0 0 0 0,1 0 1 0 0,-1 0-1 0 0,1 0 0 0 0,-1 0 1 0 0,1 0-1 0 0,0 0 0 0 0,0 0 0 0 0,0 0 1 0 0,0 0-1 0 0,0 0 0 0 0,1 1 1 0 0,-1-1-1 0 0,0 0 0 0 0,1 1 1 0 0,-1-1-1 0 0,4-1 0 0 0,0-2 233 0 0,1 1 1 0 0,-1-1-1 0 0,1 1 0 0 0,0 1 0 0 0,0-1 0 0 0,0 1 1 0 0,1 0-1 0 0,-1 1 0 0 0,1-1 0 0 0,-1 1 0 0 0,1 0 1 0 0,13-1-1 0 0,-17 2-357 0 0,0 1 1 0 0,1 0-1 0 0,-1 0 1 0 0,0 0-1 0 0,0 0 1 0 0,0 0-1 0 0,0 1 1 0 0,0-1-1 0 0,0 1 1 0 0,0 0 0 0 0,0 0-1 0 0,0 0 1 0 0,-1 0-1 0 0,1 0 1 0 0,0 1-1 0 0,0-1 1 0 0,-1 1-1 0 0,1 0 1 0 0,-1 0-1 0 0,0 0 1 0 0,1 0-1 0 0,-1 0 1 0 0,0 0-1 0 0,0 1 1 0 0,0-1-1 0 0,-1 1 1 0 0,1-1 0 0 0,-1 1-1 0 0,1 0 1 0 0,-1 0-1 0 0,1 3 1 0 0,2 8-116 0 0,-2 0 0 0 0,1 0 1 0 0,-2 0-1 0 0,0 1 0 0 0,-1-1 1 0 0,-2 25-1 0 0,0-26 60 0 0,1 1-1 0 0,1 0 0 0 0,0-1 1 0 0,1 1-1 0 0,1-1 1 0 0,0 1-1 0 0,6 20 1 0 0,-7-32-7 0 0,0 0-1 0 0,0 0 1 0 0,0 0 0 0 0,1 0 0 0 0,-1 0 0 0 0,0 0 0 0 0,1 0 0 0 0,0 0 0 0 0,-1 0 0 0 0,1-1 0 0 0,0 1 0 0 0,0-1 0 0 0,0 1-1 0 0,0-1 1 0 0,0 0 0 0 0,0 0 0 0 0,0 0 0 0 0,0 0 0 0 0,1 0 0 0 0,-1 0 0 0 0,0-1 0 0 0,1 1 0 0 0,-1-1 0 0 0,0 1 0 0 0,5-1 0 0 0,6 0-223 0 0,0 0 1 0 0,0-2-1 0 0,24-4 1 0 0,1 0-132 0 0,-32 6 329 0 0,-1 0 0 0 0,0 0 0 0 0,1 0 0 0 0,-1 1 0 0 0,0-1 0 0 0,0 1 0 0 0,1 0 0 0 0,-1 1 0 0 0,0-1 0 0 0,0 1 1 0 0,0 0-1 0 0,-1 1 0 0 0,1-1 0 0 0,0 1 0 0 0,6 5 0 0 0,-8-6 83 0 0,-1 1 1 0 0,1 0 0 0 0,-1-1-1 0 0,0 1 1 0 0,0 0 0 0 0,0 0-1 0 0,0 1 1 0 0,-1-1 0 0 0,1 0-1 0 0,-1 1 1 0 0,0-1 0 0 0,0 0-1 0 0,0 1 1 0 0,0 0 0 0 0,0-1-1 0 0,-1 1 1 0 0,0-1 0 0 0,0 1-1 0 0,0 0 1 0 0,0-1-1 0 0,0 1 1 0 0,-1 0 0 0 0,-1 5-1 0 0,-3 9 102 0 0,-1 1-1 0 0,0-1 0 0 0,-2 0 1 0 0,0-1-1 0 0,-21 33 0 0 0,16-32-6265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06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14747 0 0,'7'4'3200'0'0,"18"5"-3978"0"0,-21-7 212 0 0,0 1-1 0 0,1 0 1 0 0,-1 0-1 0 0,0 0 1 0 0,0 1-1 0 0,-1-1 1 0 0,1 1-1 0 0,-1 0 1 0 0,0 0-1 0 0,0 0 1 0 0,0 0-1 0 0,0 1 1 0 0,2 4-1 0 0,0 3-681 0 0,1 0 0 0 0,-2 0 0 0 0,6 21 0 0 0,-5-7 1075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06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0 107 10594 0 0,'3'-2'472'0'0,"0"-1"96"0"0,1-1-455 0 0,1-1-113 0 0,-1 2 0 0 0,1 1 0 0 0,1-3 256 0 0,5-2 32 0 0,9-4 8 0 0,3-3 0 0 0,4-1 40 0 0,-4 0 8 0 0,0 5 0 0 0,5 4-2761 0 0,-8 1-551 0 0,-6 5-105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07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1 304 11058 0 0,'34'42'2453'0'0,"23"48"375"0"0,46 102 1 0 0,35 58-1986 0 0,-124-227-748 0 0,52 71-101 0 0,-59-85 63 0 0,1 0 0 0 0,0-1 0 0 0,0 0 0 0 0,1 0 0 0 0,0-1 0 0 0,0 0 0 0 0,17 8 0 0 0,-25-14-22 0 0,0-1 0 0 0,0 1 0 0 0,0-1-1 0 0,0 0 1 0 0,0 1 0 0 0,0-1 0 0 0,0 0 0 0 0,0 0-1 0 0,0 1 1 0 0,0-1 0 0 0,0 0 0 0 0,0 0-1 0 0,0 0 1 0 0,0-1 0 0 0,0 1 0 0 0,0 0-1 0 0,0 0 1 0 0,0 0 0 0 0,0-1 0 0 0,0 1-1 0 0,0-1 1 0 0,0 1 0 0 0,0-1 0 0 0,0 1 0 0 0,-1-1-1 0 0,1 1 1 0 0,0-1 0 0 0,0 0 0 0 0,0 1-1 0 0,-1-1 1 0 0,1 0 0 0 0,0 0 0 0 0,-1 1-1 0 0,1-1 1 0 0,-1 0 0 0 0,1 0 0 0 0,-1 0 0 0 0,1 0-1 0 0,-1 0 1 0 0,1-2 0 0 0,2-5 94 0 0,0-1 0 0 0,-1 1 0 0 0,3-18 0 0 0,-4 17-86 0 0,15-101 247 0 0,1-134 1 0 0,-16-113-1162 0 0,-2 264 230 0 0,-1-68-2120 0 0,1 135 1180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07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0 10594 0 0,'10'8'4700'0'0,"-8"9"-4323"0"0,0-1 1 0 0,-1 0-1 0 0,-1 0 1 0 0,-1 1-1 0 0,0-1 1 0 0,-1 0-1 0 0,-5 20 0 0 0,1 2-54 0 0,1-5-359 0 0,-10 104-758 0 0,13-99-32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07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90 7370 0 0,'0'-4'207'0'0,"1"0"1"0"0,-1 0-1 0 0,1 0 1 0 0,0-1-1 0 0,0 1 1 0 0,0 0 0 0 0,1 0-1 0 0,-1 0 1 0 0,1 1-1 0 0,0-1 1 0 0,0 0-1 0 0,0 1 1 0 0,1-1-1 0 0,-1 1 1 0 0,6-5 0 0 0,-6 6 75 0 0,0-1-1 0 0,1 1 1 0 0,-1 0 0 0 0,1 1 0 0 0,-1-1 0 0 0,1 0 0 0 0,0 1 0 0 0,0-1 0 0 0,-1 1 0 0 0,1 0 0 0 0,0 0 0 0 0,0 0 0 0 0,0 0 0 0 0,1 1 0 0 0,-1-1 0 0 0,0 1 0 0 0,0 0 0 0 0,0 0 0 0 0,0 0 0 0 0,0 0 0 0 0,6 2 0 0 0,-4-1-21 0 0,0 1 1 0 0,0 1 0 0 0,0-1 0 0 0,-1 1-1 0 0,1 0 1 0 0,-1 0 0 0 0,0 0-1 0 0,1 1 1 0 0,-2-1 0 0 0,1 1 0 0 0,0 0-1 0 0,-1 0 1 0 0,6 9 0 0 0,4 7 249 0 0,17 36 0 0 0,-14-21-444 0 0,-1 1-1 0 0,17 68 1 0 0,-24-65-2202 0 0,5 43 0 0 0,-10-49-4369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07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14 153 6913 0 0,'-1'-1'180'0'0,"0"1"-1"0"0,0-1 0 0 0,0 0 1 0 0,1 1-1 0 0,-1-1 0 0 0,0 0 0 0 0,0 1 1 0 0,1-1-1 0 0,-1 0 0 0 0,0 0 1 0 0,1 0-1 0 0,-1 0 0 0 0,1 0 0 0 0,-1 0 1 0 0,1 1-1 0 0,-1-1 0 0 0,1 0 0 0 0,0 0 1 0 0,-1 0-1 0 0,1 0 0 0 0,0-1 1 0 0,0 1-1 0 0,0 0 0 0 0,0 0 0 0 0,0 0 1 0 0,0 0-1 0 0,0-2 0 0 0,1 0 98 0 0,0-1-1 0 0,1 1 1 0 0,-1 0 0 0 0,0 0-1 0 0,1 0 1 0 0,0 0-1 0 0,0 0 1 0 0,4-5-1 0 0,2-2-170 0 0,1 1-1 0 0,0 0 0 0 0,0 0 0 0 0,13-8 1 0 0,-13 12-191 0 0,0 0 0 0 0,0 0 1 0 0,0 1-1 0 0,0 0 0 0 0,0 1 1 0 0,1 0-1 0 0,0 1 1 0 0,10-2-1 0 0,3 0 85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07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8754 0 0,'3'-1'776'0'0,"1"-1"-616"0"0,0 1-160 0 0,1-1 0 0 0,-1 1 128 0 0,4-2-8 0 0,5-1 0 0 0,9-4 0 0 0,9-1 728 0 0,6-1 145 0 0,0 0 31 0 0,0-1 8 0 0,1 4-1352 0 0,-1 1-280 0 0,-3 2-48 0 0,0 1-16 0 0,0 1 560 0 0,-1 1 104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08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12 221 5065 0 0,'-1'-3'379'0'0,"-1"0"1"0"0,1 0-1 0 0,0 0 0 0 0,0 0 0 0 0,0 0 1 0 0,0 0-1 0 0,0 0 0 0 0,1 0 0 0 0,-1-3 1 0 0,0 2 1003 0 0,1 0 1 0 0,0 0 0 0 0,0 0-1 0 0,0 0 1 0 0,1 1 0 0 0,-1-1-1 0 0,2-4 1 0 0,-2 7-1303 0 0,0 1 0 0 0,0 0 0 0 0,0-1 0 0 0,1 1 0 0 0,-1-1 0 0 0,0 1 0 0 0,0 0 0 0 0,0-1 0 0 0,1 1 1 0 0,-1 0-1 0 0,0-1 0 0 0,1 1 0 0 0,-1 0 0 0 0,0-1 0 0 0,1 1 0 0 0,-1 0 0 0 0,0-1 0 0 0,1 1 0 0 0,-1 0 0 0 0,0 0 0 0 0,1 0 0 0 0,-1-1 0 0 0,1 1 0 0 0,-1 0 0 0 0,0 0 1 0 0,1 0-1 0 0,-1 0 0 0 0,1 0 0 0 0,-1 0 0 0 0,1 0 0 0 0,0 0 0 0 0,15 7 577 0 0,10 16-612 0 0,-18-12 227 0 0,-13-18 128 0 0,-14-22-163 0 0,13 24-194 0 0,4 8-36 0 0,6 21-58 0 0,13 33-57 0 0,13 24 68 0 0,3-1 0 0 0,4-1 1 0 0,83 128-1 0 0,-87-157 23 0 0,98 165-149 0 0,-133-222 163 0 0,1 0 0 0 0,0 0 0 0 0,0 0 0 0 0,1 0 0 0 0,1-12 0 0 0,-1 1 3 0 0,19-501-577 0 0,-14 430 452 0 0,-2 54-204 0 0,0-20-1518 0 0,17-93 0 0 0,-15 126 325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09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0 10594 0 0,'-2'2'180'0'0,"0"-1"0"0"0,1 1-1 0 0,-1 0 1 0 0,1-1 0 0 0,0 1-1 0 0,0 0 1 0 0,0 0 0 0 0,-1 0 0 0 0,2 0-1 0 0,-1 0 1 0 0,0 0 0 0 0,0 0-1 0 0,1 0 1 0 0,-1 0 0 0 0,1 0-1 0 0,-1 0 1 0 0,1 0 0 0 0,0 1-1 0 0,0-1 1 0 0,0 0 0 0 0,0 0 0 0 0,0 0-1 0 0,1 1 1 0 0,-1-1 0 0 0,2 3-1 0 0,2 12 927 0 0,0 0-1 0 0,10 21 0 0 0,-7-17-604 0 0,54 193 178 0 0,-54-184-1837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09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0 6497 0 0,'-15'7'750'0'0,"1"1"0"0"0,1 0 0 0 0,-1 1 0 0 0,1 0 0 0 0,0 1 0 0 0,-16 21 3040 0 0,30-31-3745 0 0,11-1 1220 0 0,12-8-409 0 0,-22 9-810 0 0,21-12 766 0 0,1 1 0 0 0,26-8 0 0 0,-41 16-692 0 0,0 1 0 0 0,0 0 0 0 0,0 1 0 0 0,0 0 0 0 0,1 0 0 0 0,-1 1 0 0 0,0 0 0 0 0,1 1 0 0 0,12 2 0 0 0,-15-2-74 0 0,0 1 0 0 0,0 0 0 0 0,0 0-1 0 0,0 0 1 0 0,0 1 0 0 0,0 0 0 0 0,-1 0 0 0 0,0 1 0 0 0,0 0-1 0 0,10 7 1 0 0,-13-8-59 0 0,0 1-1 0 0,-1-1 0 0 0,1 0 1 0 0,-1 1-1 0 0,1 0 1 0 0,-1-1-1 0 0,0 1 0 0 0,0 0 1 0 0,-1 0-1 0 0,1 0 1 0 0,-1 1-1 0 0,0-1 0 0 0,0 0 1 0 0,0 0-1 0 0,-1 1 1 0 0,0-1-1 0 0,1 0 0 0 0,-2 1 1 0 0,1 4-1 0 0,-3 7-150 0 0,0 0 0 0 0,0-1-1 0 0,-2 1 1 0 0,0-1 0 0 0,-1 0 0 0 0,0-1-1 0 0,-16 27 1 0 0,-16 40-317 0 0,38-81 494 0 0,0 1 0 0 0,-1 0-1 0 0,1 0 1 0 0,0-1 0 0 0,0 1 0 0 0,0 0-1 0 0,0 0 1 0 0,0-1 0 0 0,0 1 0 0 0,0 0 0 0 0,0-1-1 0 0,0 1 1 0 0,0 0 0 0 0,1 0 0 0 0,-1-1-1 0 0,0 1 1 0 0,0 0 0 0 0,1-1 0 0 0,-1 1-1 0 0,0 0 1 0 0,1-1 0 0 0,-1 1 0 0 0,1 0-1 0 0,-1-1 1 0 0,1 1 0 0 0,-1-1 0 0 0,1 1 0 0 0,-1-1-1 0 0,1 1 1 0 0,-1-1 0 0 0,1 0 0 0 0,0 1-1 0 0,-1-1 1 0 0,1 0 0 0 0,0 1 0 0 0,-1-1-1 0 0,1 0 1 0 0,0 0 0 0 0,-1 1 0 0 0,1-1 0 0 0,0 0-1 0 0,0 0 1 0 0,-1 0 0 0 0,2 0 0 0 0,43 1 355 0 0,-31-1-359 0 0,-7 0 22 0 0,0 1 0 0 0,0-1-1 0 0,-1 2 1 0 0,1-1 0 0 0,-1 1-1 0 0,1 0 1 0 0,-1 0 0 0 0,0 0-1 0 0,1 1 1 0 0,7 5-1 0 0,-12-6-22 0 0,0-1 0 0 0,-1 0 0 0 0,1 1 0 0 0,-1-1 0 0 0,1 1 0 0 0,-1 0 0 0 0,0-1 0 0 0,1 1 0 0 0,-1 0 0 0 0,0 0 0 0 0,0 0 0 0 0,-1 0 0 0 0,1 0 0 0 0,0 0 0 0 0,-1 0-1 0 0,1 0 1 0 0,-1 0 0 0 0,1 0 0 0 0,-1 0 0 0 0,0 0 0 0 0,0 0 0 0 0,0 1 0 0 0,0-1 0 0 0,0 0 0 0 0,-1 0 0 0 0,1 0 0 0 0,-1 0 0 0 0,1 0 0 0 0,-1 0 0 0 0,0 0-1 0 0,0 0 1 0 0,0 0 0 0 0,0 0 0 0 0,0 0 0 0 0,0-1 0 0 0,-2 4 0 0 0,-6 6-35 0 0,0 0-1 0 0,-1 0 1 0 0,1-1-1 0 0,-2 0 1 0 0,0-1 0 0 0,-13 9-1 0 0,3-1-1171 0 0,-6 5-5710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15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42 297 10594 0 0,'-4'-2'312'0'0,"0"-1"-1"0"0,1 1 1 0 0,-1-1 0 0 0,0 0-1 0 0,1 0 1 0 0,0 0-1 0 0,-1 0 1 0 0,1-1 0 0 0,-3-3-1 0 0,6 6-240 0 0,-1 0 0 0 0,1 1-1 0 0,-1-1 1 0 0,1 0 0 0 0,0 0 0 0 0,-1 0-1 0 0,1 1 1 0 0,0-1 0 0 0,0 0 0 0 0,-1 0-1 0 0,1 0 1 0 0,0 0 0 0 0,0 0 0 0 0,0 0-1 0 0,0 1 1 0 0,0-1 0 0 0,0 0 0 0 0,0 0 0 0 0,1 0-1 0 0,-1-1 1 0 0,1 1-14 0 0,0 0-1 0 0,-1 0 1 0 0,1 0-1 0 0,0 0 1 0 0,0 0-1 0 0,0 0 1 0 0,0 1 0 0 0,0-1-1 0 0,0 0 1 0 0,0 1-1 0 0,0-1 1 0 0,0 1-1 0 0,1-1 1 0 0,-1 1 0 0 0,0-1-1 0 0,0 1 1 0 0,0 0-1 0 0,1-1 1 0 0,0 1-1 0 0,2 0 17 0 0,0 0-1 0 0,0 0 0 0 0,0 0 0 0 0,0 0 0 0 0,0 1 0 0 0,-1 0 0 0 0,1 0 0 0 0,0 0 0 0 0,0 0 0 0 0,-1 0 0 0 0,1 1 0 0 0,-1 0 0 0 0,1-1 0 0 0,-1 1 0 0 0,0 0 0 0 0,0 1 0 0 0,5 3 0 0 0,7 7 99 0 0,0 1 0 0 0,14 18 0 0 0,-14-16-24 0 0,28 31 121 0 0,1 3-106 0 0,2-3-1 0 0,2-1 1 0 0,96 69 0 0 0,-108-92-118 0 0,-5-1-63 0 0,2-2 1 0 0,43 20 0 0 0,-74-39 20 0 0,-1-1 0 0 0,0 1 0 0 0,0 0 0 0 0,1-1 0 0 0,-1 0-1 0 0,0 1 1 0 0,1-1 0 0 0,-1 0 0 0 0,0 1 0 0 0,1-1 0 0 0,-1 0 0 0 0,1 0 0 0 0,-1 0 0 0 0,0 0-1 0 0,1 0 1 0 0,-1-1 0 0 0,1 1 0 0 0,-1 0 0 0 0,0-1 0 0 0,1 1 0 0 0,-1-1 0 0 0,0 1 0 0 0,0-1-1 0 0,3-1 1 0 0,-3 1 33 0 0,0-1 0 0 0,0 0 0 0 0,1 1-1 0 0,-1-1 1 0 0,0 0 0 0 0,-1 0 0 0 0,1 1-1 0 0,0-1 1 0 0,0 0 0 0 0,-1 0 0 0 0,1 0-1 0 0,-1 0 1 0 0,0 0 0 0 0,1-4 0 0 0,-1-6 212 0 0,0 0 0 0 0,-1 0 0 0 0,0 1 0 0 0,-5-20 0 0 0,-79-240 1194 0 0,53 181-2762 0 0,-30-139 0 0 0,54 188-5835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15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20 1840 0 0,'-12'-19'6900'0'0,"19"36"-459"0"0,16 66-5052 0 0,15 93 1 0 0,-23-94-2295 0 0,35 108 0 0 0,-39-167 234 0 0,-5-14-585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15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96 6449 0 0,'1'-6'367'0'0,"0"0"0"0"0,0 0 0 0 0,1 0-1 0 0,-1 0 1 0 0,1 0 0 0 0,1 1 0 0 0,-1-1 0 0 0,1 0-1 0 0,0 1 1 0 0,7-9 0 0 0,-9 12-164 0 0,1 0 1 0 0,-1 0-1 0 0,1 0 1 0 0,0 1-1 0 0,-1-1 1 0 0,1 1-1 0 0,0-1 1 0 0,0 1-1 0 0,0 0 1 0 0,0 0-1 0 0,1 0 1 0 0,-1 0-1 0 0,0 0 1 0 0,0 0-1 0 0,1 1 1 0 0,-1-1-1 0 0,0 1 0 0 0,1-1 1 0 0,-1 1-1 0 0,0 0 1 0 0,1 0-1 0 0,-1 0 1 0 0,1 0-1 0 0,-1 0 1 0 0,0 1-1 0 0,1-1 1 0 0,-1 1-1 0 0,0 0 1 0 0,1-1-1 0 0,2 3 1 0 0,22 11 265 0 0,-1 2 0 0 0,0 1 0 0 0,43 37 1 0 0,-39-30-575 0 0,-13-9-1313 0 0,0 0 0 0 0,27 33 0 0 0,-27-27-3930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15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0 250 3225 0 0,'0'-2'288'0'0,"0"-1"-288"0"0,2 0 0 0 0,1 0 0 0 0,-2 0 368 0 0,2 0 16 0 0,0 0 8 0 0,5-5 0 0 0,0-5 800 0 0,7-5 161 0 0,1-2 31 0 0,2-4 8 0 0,-2 0-528 0 0,2 1-95 0 0,1 1-33 0 0,9-3-2881 0 0,-1-1-583 0 0,-5 0-121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16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10 151 10594 0 0,'-1'0'64'0'0,"1"0"0"0"0,0 0-1 0 0,0 0 1 0 0,0 1 0 0 0,0-1-1 0 0,-1 0 1 0 0,1 0-1 0 0,0 0 1 0 0,0 0 0 0 0,0 0-1 0 0,-1 0 1 0 0,1 0 0 0 0,0 0-1 0 0,0 0 1 0 0,-1 0 0 0 0,1 0-1 0 0,0 0 1 0 0,0 0 0 0 0,0 0-1 0 0,-1 0 1 0 0,1 0 0 0 0,0 0-1 0 0,0 0 1 0 0,-1 0 0 0 0,1 0-1 0 0,0 0 1 0 0,0 0 0 0 0,0 0-1 0 0,-1 0 1 0 0,1 0-1 0 0,0 0 1 0 0,0-1 0 0 0,0 1-1 0 0,-1 0 1 0 0,1 0 0 0 0,0 0-1 0 0,0 0 1 0 0,0 0 0 0 0,0-1-1 0 0,0 1 1 0 0,-1 0 0 0 0,1 0-1 0 0,0 0 1 0 0,0-1 0 0 0,0 1-1 0 0,0 0 1 0 0,0 0 0 0 0,0 0-1 0 0,0-1 1 0 0,0 1 0 0 0,5-15 564 0 0,15-15-826 0 0,-9 17 605 0 0,37-42-3446 0 0,-44 51 2743 0 0,0 1 0 0 0,1-1 0 0 0,-1 1 0 0 0,0 0 0 0 0,1 0 1 0 0,0 0-1 0 0,0 1 0 0 0,0-1 0 0 0,0 1 0 0 0,9-2 0 0 0,-4 4 282 0 0,-3 4 14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16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1 198 10594 0 0,'0'0'17'0'0,"0"0"0"0"0,0 0 0 0 0,0 0-1 0 0,0 0 1 0 0,0 0 0 0 0,0 0 0 0 0,1 0-1 0 0,-1-1 1 0 0,0 1 0 0 0,0 0 0 0 0,0 0-1 0 0,0 0 1 0 0,0 0 0 0 0,0 0 0 0 0,0 0-1 0 0,1 0 1 0 0,-1 0 0 0 0,0 0 0 0 0,0 0 0 0 0,0 0-1 0 0,0 0 1 0 0,0 0 0 0 0,0 0 0 0 0,0 0-1 0 0,1 1 1 0 0,-1-1 0 0 0,0 0 0 0 0,0 0-1 0 0,0 0 1 0 0,0 0 0 0 0,0 0 0 0 0,0 0-1 0 0,0 0 1 0 0,0 0 0 0 0,0 0 0 0 0,0 0 0 0 0,1 0-1 0 0,-1 0 1 0 0,0 1 0 0 0,0-1 0 0 0,0 0-1 0 0,0 0 1 0 0,0 0 0 0 0,0 0 0 0 0,0 0-1 0 0,0 0 1 0 0,0 0 0 0 0,0 0 0 0 0,0 1-1 0 0,0-1 1 0 0,0 0 0 0 0,0 0 0 0 0,0 0-1 0 0,0 0 1 0 0,0 0 0 0 0,0 0 0 0 0,0 0 0 0 0,0 1-1 0 0,0-1 1 0 0,0 0 0 0 0,0 0 0 0 0,0 0-1 0 0,0 0 1 0 0,0 0 0 0 0,13-11 118 0 0,14-17 294 0 0,4-11 1099 0 0,-21 25-1777 0 0,0 1 1 0 0,0 1-1 0 0,1-1 0 0 0,1 2 1 0 0,0 0-1 0 0,0 0 1 0 0,1 1-1 0 0,15-8 0 0 0,-9 8 233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16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16 14283 0 0,'-13'-8'976'0'0,"1"0"605"0"0,16 17 978 0 0,26 33-2001 0 0,-2 0 0 0 0,-2 2 1 0 0,23 54-1 0 0,-21-42-363 0 0,8 16-160 0 0,71 128-2450 0 0,-84-164-4621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17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17 231 6913 0 0,'-3'-6'268'0'0,"1"1"0"0"0,0-1-1 0 0,0 0 1 0 0,0 1 0 0 0,0-1-1 0 0,1 0 1 0 0,0 0-1 0 0,0 0 1 0 0,1 0 0 0 0,0 0-1 0 0,0 0 1 0 0,0 0-1 0 0,0 0 1 0 0,1 0 0 0 0,0 0-1 0 0,1 0 1 0 0,-1 0 0 0 0,1 0-1 0 0,0 1 1 0 0,1-1-1 0 0,4-8 1 0 0,-4 8 19 0 0,0-1-1 0 0,1 1 1 0 0,0 0 0 0 0,0 0-1 0 0,0 0 1 0 0,1 1 0 0 0,0-1-1 0 0,0 1 1 0 0,0 0 0 0 0,1 1-1 0 0,0-1 1 0 0,0 1 0 0 0,0 0-1 0 0,0 0 1 0 0,0 1 0 0 0,1 0-1 0 0,12-4 1 0 0,-14 6-235 0 0,-1 1 1 0 0,1-1-1 0 0,0 1 0 0 0,-1 0 0 0 0,1 1 0 0 0,0-1 1 0 0,0 1-1 0 0,-1 0 0 0 0,1 0 0 0 0,-1 0 0 0 0,1 1 1 0 0,-1-1-1 0 0,0 1 0 0 0,1 0 0 0 0,-1 0 0 0 0,0 1 1 0 0,0 0-1 0 0,0-1 0 0 0,-1 1 0 0 0,1 0 0 0 0,-1 1 1 0 0,1-1-1 0 0,-1 1 0 0 0,0-1 0 0 0,0 1 0 0 0,3 6 1 0 0,4 7-4 0 0,0 1 1 0 0,-1 1 0 0 0,0-1-1 0 0,9 35 1 0 0,-8-13-218 0 0,-1 1-1 0 0,5 60 1 0 0,5 33-713 0 0,-18-131 868 0 0,0 1-1 0 0,0-1 0 0 0,0 1 1 0 0,0-1-1 0 0,0 1 0 0 0,1-1 0 0 0,0 1 1 0 0,-1-1-1 0 0,1 0 0 0 0,0 0 1 0 0,1 0-1 0 0,-1 0 0 0 0,5 5 1 0 0,-5-8 77 0 0,-1 1 0 0 0,1 0 0 0 0,0 0 0 0 0,-1-1 0 0 0,1 1 0 0 0,0-1 0 0 0,-1 0 0 0 0,1 1 0 0 0,0-1 1 0 0,0 0-1 0 0,-1 0 0 0 0,1 0 0 0 0,0 0 0 0 0,0 0 0 0 0,-1-1 0 0 0,1 1 0 0 0,0-1 0 0 0,-1 1 0 0 0,1-1 0 0 0,0 1 0 0 0,-1-1 1 0 0,1 0-1 0 0,-1 0 0 0 0,1 1 0 0 0,-1-1 0 0 0,1 0 0 0 0,-1-1 0 0 0,0 1 0 0 0,1 0 0 0 0,1-3 0 0 0,15-13 559 0 0,-1-1-1 0 0,16-21 1 0 0,-1 1-1790 0 0,2 4-4676 0 0,-16 20-561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17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7 375 8754 0 0,'0'0'42'0'0,"0"0"1"0"0,-1 0 0 0 0,1 0-1 0 0,0 0 1 0 0,0 0-1 0 0,0 0 1 0 0,-1 0-1 0 0,1 0 1 0 0,0 0-1 0 0,0 0 1 0 0,-1 0-1 0 0,1 0 1 0 0,0 0 0 0 0,0 0-1 0 0,0 0 1 0 0,-1 0-1 0 0,1 0 1 0 0,0 0-1 0 0,0 1 1 0 0,0-1-1 0 0,-1 0 1 0 0,1 0 0 0 0,0 0-1 0 0,0 0 1 0 0,0 0-1 0 0,0 1 1 0 0,0-1-1 0 0,-1 0 1 0 0,1 0-1 0 0,0 0 1 0 0,0 0-1 0 0,0 1 1 0 0,0-1 0 0 0,0 0-1 0 0,0 0 1 0 0,0 0-1 0 0,0 1 1 0 0,0-1-1 0 0,-1 0 1 0 0,1 0-1 0 0,0 0 1 0 0,0 1 0 0 0,0-1-1 0 0,0 0 1 0 0,0 0-1 0 0,0 0 1 0 0,0 1-1 0 0,0-1 1 0 0,1 0-1 0 0,-1 1 1 0 0,3 19 1710 0 0,12 21 85 0 0,-7-24-1631 0 0,2-1 1 0 0,-1-1-1 0 0,2 0 0 0 0,0 0 1 0 0,1-1-1 0 0,0 0 0 0 0,1-1 0 0 0,1-1 1 0 0,24 18-1 0 0,-6-8-33 0 0,0-1 0 0 0,2-2 0 0 0,55 24 0 0 0,-88-43-174 0 0,5 3 51 0 0,1-1 0 0 0,-1 1 1 0 0,1-1-1 0 0,0 0 0 0 0,12 1 1 0 0,-18-3-33 0 0,0 0-1 0 0,0 0 1 0 0,-1 0 0 0 0,1 0 0 0 0,0 0 0 0 0,0 0-1 0 0,0-1 1 0 0,0 1 0 0 0,0 0 0 0 0,-1 0 0 0 0,1-1 0 0 0,0 1-1 0 0,0 0 1 0 0,-1-1 0 0 0,1 1 0 0 0,0-1 0 0 0,0 1-1 0 0,-1-1 1 0 0,1 0 0 0 0,-1 1 0 0 0,2-2 0 0 0,-2 1 20 0 0,1-1 1 0 0,0 1-1 0 0,-1-1 1 0 0,1 1-1 0 0,-1-1 1 0 0,0 0-1 0 0,0 1 1 0 0,1-1-1 0 0,-1 0 0 0 0,0 1 1 0 0,0-1-1 0 0,0 1 1 0 0,-1-1-1 0 0,1 0 1 0 0,-1-2-1 0 0,-55-200 2429 0 0,5 22-576 0 0,41 139-2386 0 0,2-1 0 0 0,1 0 0 0 0,0-89-1 0 0,11 95-7058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18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89 353 6449 0 0,'-14'1'-115'0'0,"7"-1"811"0"0,-1 1 1 0 0,1-1-1 0 0,0 1 0 0 0,0 1 0 0 0,0-1 0 0 0,-9 4 0 0 0,15-4-534 0 0,0-1-1 0 0,0 1 0 0 0,0 0 1 0 0,0-1-1 0 0,0 1 0 0 0,0 0 0 0 0,0-1 1 0 0,0 1-1 0 0,1 0 0 0 0,-1 0 1 0 0,0 0-1 0 0,0 0 0 0 0,1 0 1 0 0,-1-1-1 0 0,1 1 0 0 0,-1 1 0 0 0,1-1 1 0 0,-1 2-1 0 0,1-1-62 0 0,-1-1 0 0 0,1 1 0 0 0,0 0 0 0 0,1 0-1 0 0,-1 0 1 0 0,0 0 0 0 0,0 0 0 0 0,1 0 0 0 0,-1 0 0 0 0,1 0 0 0 0,0 0 0 0 0,0 0 0 0 0,0-1-1 0 0,1 4 1 0 0,6 7 161 0 0,0-1 0 0 0,0 1 0 0 0,1-1-1 0 0,0-1 1 0 0,19 17 0 0 0,61 42 110 0 0,-62-49-244 0 0,7 6-34 0 0,159 109 273 0 0,-163-117-325 0 0,1-1-1 0 0,0-2 1 0 0,0-1 0 0 0,60 18-1 0 0,-84-30-15 0 0,0-1 1 0 0,0 1-1 0 0,0-1 0 0 0,0 0 0 0 0,0-1 0 0 0,0 0 0 0 0,0 0 0 0 0,1 0 1 0 0,-1-1-1 0 0,0 0 0 0 0,0 0 0 0 0,0-1 0 0 0,7-3 0 0 0,-9 3 24 0 0,-1 0 1 0 0,0 0-1 0 0,0-1 0 0 0,0 0 0 0 0,-1 0 0 0 0,1 0 0 0 0,-1 0 0 0 0,1-1 0 0 0,-1 1 0 0 0,0-1 0 0 0,-1 0 1 0 0,1 0-1 0 0,-1 0 0 0 0,1 0 0 0 0,-1 0 0 0 0,0-1 0 0 0,-1 1 0 0 0,1-1 0 0 0,-1 1 0 0 0,2-10 1 0 0,0-6 108 0 0,-1 1 0 0 0,-1-1 1 0 0,-1 0-1 0 0,0 0 1 0 0,-2 0-1 0 0,0 1 1 0 0,-5-22-1 0 0,-43-137 416 0 0,36 136-542 0 0,-36-106 62 0 0,-12-38-4863 0 0,56 164-1516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19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15 10138 0 0,'-1'0'110'0'0,"1"-1"-1"0"0,0 1 1 0 0,0-1-1 0 0,0 1 1 0 0,0 0-1 0 0,-1-1 0 0 0,1 1 1 0 0,0-1-1 0 0,0 1 1 0 0,0 0-1 0 0,0-1 1 0 0,0 1-1 0 0,0-1 1 0 0,0 1-1 0 0,0-1 1 0 0,0 1-1 0 0,0 0 1 0 0,0-1-1 0 0,1 1 1 0 0,-1-1-1 0 0,0 1 1 0 0,0 0-1 0 0,0-1 1 0 0,0 1-1 0 0,1-1 1 0 0,-1 1-1 0 0,0 0 0 0 0,0-1 1 0 0,1 1-1 0 0,-1 0-17 0 0,1-1-1 0 0,-1 1 0 0 0,1 0 0 0 0,-1 0 0 0 0,1-1 0 0 0,-1 1 1 0 0,1 0-1 0 0,-1 0 0 0 0,1 0 0 0 0,-1 0 0 0 0,1 0 0 0 0,-1 0 0 0 0,1 0 1 0 0,-1 0-1 0 0,1 0 0 0 0,0 0 0 0 0,-1 0 0 0 0,1 0 0 0 0,-1 0 1 0 0,1 0-1 0 0,-1 0 0 0 0,1 1 0 0 0,-1-1 0 0 0,1 0 0 0 0,-1 0 0 0 0,1 1 1 0 0,-1-1-1 0 0,0 0 0 0 0,1 1 0 0 0,-1-1 0 0 0,1 0 0 0 0,-1 1 1 0 0,0-1-1 0 0,1 1 0 0 0,-1-1 0 0 0,0 0 0 0 0,1 2 0 0 0,34 38 954 0 0,59 86 0 0 0,-34-42-5759 0 0,-54-76 3415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19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61 177 4609 0 0,'-3'-1'156'0'0,"1"0"0"0"0,-1 1 0 0 0,0-1 0 0 0,1 0 1 0 0,-1-1-1 0 0,1 1 0 0 0,0 0 0 0 0,-1-1 0 0 0,1 1 0 0 0,0-1 0 0 0,0 0 0 0 0,0 0 0 0 0,0 0 0 0 0,0 0 1 0 0,0 0-1 0 0,0 0 0 0 0,1 0 0 0 0,-3-5 0 0 0,2 4 215 0 0,0 0 0 0 0,0 0 0 0 0,0 0 0 0 0,1-1 0 0 0,-1 1 0 0 0,1 0-1 0 0,0-1 1 0 0,0 1 0 0 0,0-1 0 0 0,1 0 0 0 0,-1 1 0 0 0,1-1 0 0 0,0 1 0 0 0,0-5 0 0 0,1 3-182 0 0,1 0 0 0 0,0 0-1 0 0,0 0 1 0 0,0 0 0 0 0,1 1 0 0 0,0-1 0 0 0,0 1 0 0 0,0 0-1 0 0,0 0 1 0 0,0 0 0 0 0,1 0 0 0 0,0 0 0 0 0,0 1 0 0 0,0 0 0 0 0,0-1-1 0 0,1 2 1 0 0,4-4 0 0 0,-6 4-161 0 0,0 1 0 0 0,0-1-1 0 0,1 1 1 0 0,-1 0 0 0 0,0 0 0 0 0,1 0 0 0 0,-1 0 0 0 0,0 1-1 0 0,1-1 1 0 0,-1 1 0 0 0,1 0 0 0 0,-1 0 0 0 0,1 0-1 0 0,-1 0 1 0 0,0 1 0 0 0,1-1 0 0 0,-1 1 0 0 0,1 0 0 0 0,-1 0-1 0 0,0 0 1 0 0,0 0 0 0 0,0 1 0 0 0,0 0 0 0 0,0-1-1 0 0,0 1 1 0 0,4 3 0 0 0,-2 0-62 0 0,0 0 0 0 0,-1 0 0 0 0,1 1 0 0 0,-1-1 0 0 0,0 1 0 0 0,0 0 0 0 0,-1 0 0 0 0,0 1 0 0 0,0-1 0 0 0,-1 1 0 0 0,1-1 1 0 0,1 11-1 0 0,0 8-66 0 0,0 0 1 0 0,0 29 0 0 0,2 11 59 0 0,-6-63 38 0 0,0-1 0 0 0,0 1-1 0 0,1-1 1 0 0,-1 0 0 0 0,0 1-1 0 0,1-1 1 0 0,-1 1 0 0 0,1-1 0 0 0,-1 0-1 0 0,1 0 1 0 0,0 1 0 0 0,0-1-1 0 0,0 0 1 0 0,-1 0 0 0 0,3 2-1 0 0,-2-2-32 0 0,0-1 0 0 0,0 0-1 0 0,-1 1 1 0 0,1-1-1 0 0,0 0 1 0 0,0 1-1 0 0,0-1 1 0 0,-1 0 0 0 0,1 0-1 0 0,0 0 1 0 0,0 0-1 0 0,0 0 1 0 0,0 0-1 0 0,0 0 1 0 0,-1 0 0 0 0,1 0-1 0 0,0 0 1 0 0,0-1-1 0 0,0 1 1 0 0,1 0-1 0 0,5-4-297 0 0,0 0-1 0 0,-1 0 1 0 0,1 0 0 0 0,-1-1-1 0 0,7-6 1 0 0,20-12 27 0 0,-27 21 339 0 0,0 0 1 0 0,0 0-1 0 0,1 0 0 0 0,-1 1 1 0 0,1 0-1 0 0,-1 0 1 0 0,1 1-1 0 0,-1-1 1 0 0,1 2-1 0 0,-1-1 0 0 0,1 1 1 0 0,-1 0-1 0 0,10 2 1 0 0,-12-1 53 0 0,0-1 1 0 0,0 1 0 0 0,0 0 0 0 0,0 0 0 0 0,-1 0-1 0 0,1 1 1 0 0,-1-1 0 0 0,0 1 0 0 0,0 0 0 0 0,0 0-1 0 0,0 0 1 0 0,0 0 0 0 0,-1 1 0 0 0,1-1-1 0 0,-1 1 1 0 0,0 0 0 0 0,0-1 0 0 0,0 1 0 0 0,0 0-1 0 0,-1 0 1 0 0,2 7 0 0 0,-1 1 167 0 0,0 0 0 0 0,-1 0 1 0 0,0 1-1 0 0,-1-1 0 0 0,-1 0 0 0 0,0 0 0 0 0,0 0 1 0 0,-7 23-1 0 0,5-21-779 0 0,-2-1 0 0 0,0 1 0 0 0,0-1 0 0 0,-8 13 0 0 0,11-22-964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19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10 132 6449 0 0,'-10'-3'8557'0'0,"10"-3"-6613"0"0,1 1-1314 0 0,1-5-514 0 0,1 1 0 0 0,1-1 0 0 0,-1 1 0 0 0,10-16 0 0 0,-11 21-609 0 0,1-1-1 0 0,0 1 0 0 0,-1 0 1 0 0,2 0-1 0 0,-1 0 1 0 0,0 0-1 0 0,1 1 1 0 0,0 0-1 0 0,0-1 1 0 0,0 1-1 0 0,0 1 0 0 0,7-4 1 0 0,-1 1-3993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20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0 228 7834 0 0,'0'3'832'0'0,"2"-3"-832"0"0,-1-2 0 0 0,2 1 992 0 0,-2-2 176 0 0,2-3 33 0 0,5-3 7 0 0,2-6-504 0 0,3-4-104 0 0,2-6-24 0 0,0 0 0 0 0,-2 0-720 0 0,2 0-144 0 0,-2 3-32 0 0,4 1-8 0 0,5 3 232 0 0,-3 3 96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20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 9674 0 0,'-1'0'109'0'0,"0"0"-1"0"0,-1 1 1 0 0,1-1 0 0 0,0 1-1 0 0,0-1 1 0 0,0 1 0 0 0,-1 0 0 0 0,1-1-1 0 0,0 1 1 0 0,0 0 0 0 0,0 0-1 0 0,0 0 1 0 0,0 0 0 0 0,0 0-1 0 0,1 0 1 0 0,-1 0 0 0 0,0 0-1 0 0,0 0 1 0 0,1 0 0 0 0,-1 1-1 0 0,1-1 1 0 0,-1 0 0 0 0,1 0-1 0 0,-1 1 1 0 0,1-1 0 0 0,0 0 0 0 0,-1 1-1 0 0,1-1 1 0 0,0 2 0 0 0,-3 44 200 0 0,3-47-294 0 0,1 23-23 0 0,1-1-1 0 0,1 1 1 0 0,1-1 0 0 0,1 0-1 0 0,1 0 1 0 0,1-1 0 0 0,0 1-1 0 0,2-1 1 0 0,13 22 0 0 0,-7-16-49 0 0,2 0 0 0 0,1-1-1 0 0,1-1 1 0 0,1-1 0 0 0,1 0 0 0 0,25 21 0 0 0,-33-34 41 0 0,1-1 1 0 0,0 0-1 0 0,0 0 0 0 0,1-2 1 0 0,17 8-1 0 0,-25-13 77 0 0,1 1 0 0 0,0-2 0 0 0,0 1 0 0 0,0-1 0 0 0,0 0 0 0 0,0-1 0 0 0,1 0 0 0 0,-1 0 0 0 0,0-1 0 0 0,1 0 0 0 0,-1-1 0 0 0,11-1 0 0 0,-17 2-24 0 0,0-1 0 0 0,-1 1 0 0 0,1-1 0 0 0,-1 1 1 0 0,1-1-1 0 0,-1 0 0 0 0,1 1 0 0 0,-1-1 0 0 0,1 0 0 0 0,-1 0 0 0 0,0 0 1 0 0,0 0-1 0 0,1 0 0 0 0,-1 0 0 0 0,0-1 0 0 0,0 1 0 0 0,0 0 0 0 0,0-1 1 0 0,0 1-1 0 0,0-1 0 0 0,-1 1 0 0 0,1 0 0 0 0,0-1 0 0 0,-1 0 0 0 0,1 1 1 0 0,-1-1-1 0 0,0 1 0 0 0,1-1 0 0 0,-1 0 0 0 0,0 1 0 0 0,0-1 0 0 0,0 0 1 0 0,0 1-1 0 0,0-1 0 0 0,-1 1 0 0 0,1-1 0 0 0,0 0 0 0 0,-2-2 0 0 0,-1-7 160 0 0,0 0-1 0 0,-1 0 0 0 0,-1 0 0 0 0,-7-13 0 0 0,7 15-73 0 0,-15-30 211 0 0,-2 1-1 0 0,-1 1 0 0 0,-2 1 1 0 0,-1 1-1 0 0,-2 1 0 0 0,-2 2 0 0 0,-1 1 1 0 0,-1 1-1 0 0,-65-46 0 0 0,60 49-3059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21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5 380 13827 0 0,'-1'1'-10'0'0,"0"0"0"0"0,1 1 1 0 0,-1-1-1 0 0,1 1 0 0 0,0-1 1 0 0,-1 1-1 0 0,1-1 0 0 0,0 1 0 0 0,0-1 1 0 0,0 1-1 0 0,0-1 0 0 0,0 1 0 0 0,0-1 1 0 0,0 1-1 0 0,0-1 0 0 0,1 1 1 0 0,-1-1-1 0 0,1 1 0 0 0,-1-1 0 0 0,1 0 1 0 0,-1 1-1 0 0,1-1 0 0 0,1 2 0 0 0,18 32 827 0 0,-7-17-458 0 0,1-1 1 0 0,1 0-1 0 0,0-1 1 0 0,1-1-1 0 0,27 20 0 0 0,-35-29-302 0 0,0 0-1 0 0,0 0 0 0 0,1-1 0 0 0,-1-1 1 0 0,1 0-1 0 0,0 0 0 0 0,1 0 1 0 0,-1-1-1 0 0,1-1 0 0 0,-1 0 0 0 0,1 0 1 0 0,0-1-1 0 0,0 0 0 0 0,17 0 0 0 0,-25-2-3 0 0,1 1-1 0 0,0 0 0 0 0,-1-1 1 0 0,1 0-1 0 0,-1 1 0 0 0,1-1 0 0 0,-1 0 1 0 0,0 0-1 0 0,1-1 0 0 0,-1 1 1 0 0,0 0-1 0 0,1-1 0 0 0,-1 1 1 0 0,0-1-1 0 0,0 0 0 0 0,-1 0 0 0 0,1 0 1 0 0,2-3-1 0 0,-2 2 50 0 0,0-1-1 0 0,0 0 1 0 0,0 1 0 0 0,-1-1-1 0 0,0 0 1 0 0,0 0 0 0 0,0 0-1 0 0,0 0 1 0 0,0 0 0 0 0,-1-7-1 0 0,0-5 192 0 0,-1 0-1 0 0,-1 1 0 0 0,-1 0 1 0 0,0-1-1 0 0,-5-14 1 0 0,-112-280 1686 0 0,82 222-1798 0 0,23 49-117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24.9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0 626 6449 0 0,'1'-1'86'0'0,"-1"1"0"0"0,0-1 0 0 0,0 0 0 0 0,1 0 0 0 0,-1 0 0 0 0,0 0 0 0 0,1 0 0 0 0,-1 1 0 0 0,1-1 0 0 0,-1 0 0 0 0,1 0 0 0 0,0 1 0 0 0,-1-1 0 0 0,1 0 0 0 0,0 1 0 0 0,-1-1 0 0 0,1 0 0 0 0,0 1 0 0 0,0-1 0 0 0,-1 1 0 0 0,1 0-1 0 0,0-1 1 0 0,0 1 0 0 0,0 0 0 0 0,0-1 0 0 0,0 1 0 0 0,0 0 0 0 0,0 0 0 0 0,-1 0 0 0 0,1 0 0 0 0,0 0 0 0 0,0 0 0 0 0,0 0 0 0 0,0 0 0 0 0,0 0 0 0 0,0 0 0 0 0,0 0 0 0 0,0 1 0 0 0,1-1 0 0 0,37 11 1798 0 0,12 18-217 0 0,-1 2-1 0 0,66 55 1 0 0,59 37 425 0 0,-174-122-2075 0 0,14 7 224 0 0,0 0-1 0 0,29 11 1 0 0,-42-17-218 0 0,1-1 0 0 0,0 0 0 0 0,0 0 0 0 0,0-1 0 0 0,0 1 0 0 0,0-1-1 0 0,0 1 1 0 0,0-1 0 0 0,0 0 0 0 0,0 0 0 0 0,0 0 0 0 0,0 0 0 0 0,0-1 0 0 0,0 1-1 0 0,0-1 1 0 0,0 0 0 0 0,0 0 0 0 0,0 0 0 0 0,0 0 0 0 0,-1 0 0 0 0,1-1 0 0 0,0 1-1 0 0,3-3 1 0 0,-5 1 43 0 0,1 1 0 0 0,-1 0 1 0 0,1-1-1 0 0,-1 1 0 0 0,0-1 0 0 0,0 1 0 0 0,0-1 0 0 0,0 0 0 0 0,0 1 0 0 0,-1-1 0 0 0,1 0 0 0 0,-1 0 0 0 0,0 1 0 0 0,0-1 0 0 0,0 0 0 0 0,0-4 0 0 0,-9-49 508 0 0,7 46-468 0 0,-20-78 473 0 0,-5 2 1 0 0,-55-125-1 0 0,42 116-836 0 0,-40-142 1 0 0,78 230 41 0 0,0-1 0 0 0,1 0 0 0 0,-1 0 0 0 0,1 0 0 0 0,1 0 0 0 0,0 0 0 0 0,1-10 1 0 0,2 4-1139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25.3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71 93 10138 0 0,'-6'-26'1304'0'0,"5"21"-849"0"0,1 1 0 0 0,-1-1 0 0 0,0 0-1 0 0,0 1 1 0 0,-1-1 0 0 0,1 1 0 0 0,-1 0-1 0 0,0-1 1 0 0,0 1 0 0 0,-1 0 0 0 0,1 0 0 0 0,-1 0-1 0 0,-4-5 1 0 0,6 9-385 0 0,0 0 0 0 0,1 0 0 0 0,-1 0 1 0 0,0 0-1 0 0,1 0 0 0 0,-1 0 0 0 0,0 0 0 0 0,1 0 0 0 0,-1 0 0 0 0,0 0 0 0 0,1 1 0 0 0,-1-1 0 0 0,0 0 0 0 0,1 0 1 0 0,-1 1-1 0 0,0-1 0 0 0,1 0 0 0 0,-1 1 0 0 0,1-1 0 0 0,-1 1 0 0 0,1-1 0 0 0,-1 1 0 0 0,1-1 0 0 0,-1 1 1 0 0,1-1-1 0 0,0 1 0 0 0,-1-1 0 0 0,1 1 0 0 0,0 0 0 0 0,-1-1 0 0 0,1 1 0 0 0,0 0 0 0 0,0-1 0 0 0,-1 1 1 0 0,1 0-1 0 0,0-1 0 0 0,0 2 0 0 0,-9 28 399 0 0,5-9-426 0 0,2 0-1 0 0,0 1 1 0 0,2-1 0 0 0,0 1 0 0 0,1 0-1 0 0,1-1 1 0 0,1 1 0 0 0,1-1 0 0 0,1 0-1 0 0,1 0 1 0 0,1-1 0 0 0,1 0 0 0 0,0 0 0 0 0,22 35-1 0 0,-24-46-28 0 0,1 0-1 0 0,0-1 1 0 0,1 1-1 0 0,0-2 1 0 0,0 1 0 0 0,0-1-1 0 0,1 0 1 0 0,1-1-1 0 0,-1 0 1 0 0,1-1-1 0 0,0 1 1 0 0,19 6-1 0 0,-22-10-25 0 0,-1 0 0 0 0,1-1 0 0 0,0 1 0 0 0,0-1 0 0 0,-1-1 0 0 0,1 1 0 0 0,0-1-1 0 0,0 0 1 0 0,0-1 0 0 0,0 1 0 0 0,0-1 0 0 0,-1-1 0 0 0,1 1 0 0 0,0-1-1 0 0,-1-1 1 0 0,1 1 0 0 0,-1-1 0 0 0,0 0 0 0 0,0 0 0 0 0,0-1 0 0 0,11-8 0 0 0,-13 8-181 0 0,1-1 0 0 0,-1 0 0 0 0,0 0 1 0 0,0 0-1 0 0,5-9 0 0 0,4-9-931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26.7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40 113 6913 0 0,'-3'0'336'0'0,"1"1"-1"0"0,0-1 0 0 0,-1 0 0 0 0,1 0 0 0 0,0 0 0 0 0,0-1 0 0 0,-1 1 0 0 0,1-1 0 0 0,0 1 0 0 0,0-1 0 0 0,-1 1 0 0 0,1-1 0 0 0,0 0 0 0 0,0 0 0 0 0,-2-2 0 0 0,4 2-206 0 0,-1 0 0 0 0,1-1 0 0 0,0 1 0 0 0,0 0 0 0 0,0-1 0 0 0,0 1 0 0 0,0-1 0 0 0,0 1 0 0 0,0 0 0 0 0,0-1 0 0 0,1 1-1 0 0,-1 0 1 0 0,0 0 0 0 0,1-1 0 0 0,-1 1 0 0 0,1 0 0 0 0,-1 0 0 0 0,1-1 0 0 0,0 1 0 0 0,0 0 0 0 0,-1 0 0 0 0,1 0 0 0 0,0 0 0 0 0,2-1 0 0 0,7-13-642 0 0,0 1 0 0 0,15-14 0 0 0,-10 13-4564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26.9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2 230 11058 0 0,'0'-2'72'0'0,"-1"0"-1"0"0,1 0 1 0 0,0 0-1 0 0,0 0 0 0 0,0 0 1 0 0,0 0-1 0 0,0-1 1 0 0,0 1-1 0 0,1 0 0 0 0,-1 0 1 0 0,0 0-1 0 0,1 0 1 0 0,0 0-1 0 0,0 0 1 0 0,0 0-1 0 0,-1 0 0 0 0,2 0 1 0 0,-1 0-1 0 0,0 0 1 0 0,3-2-1 0 0,35-38 182 0 0,-27 30-63 0 0,2-2-41 0 0,1 1-1 0 0,0 0 0 0 0,1 1 1 0 0,31-18-1 0 0,-24 18-1370 0 0,39-15-1 0 0,-33 17 919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27.6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266 5 13363 0 0,'0'0'33'0'0,"0"0"1"0"0,0 0 0 0 0,0 0-1 0 0,0 0 1 0 0,0-1-1 0 0,0 1 1 0 0,0 0 0 0 0,0 0-1 0 0,0 0 1 0 0,0 0-1 0 0,0-1 1 0 0,0 1-1 0 0,0 0 1 0 0,0 0 0 0 0,0 0-1 0 0,0 0 1 0 0,0 0-1 0 0,0-1 1 0 0,0 1 0 0 0,0 0-1 0 0,0 0 1 0 0,1 0-1 0 0,-1 0 1 0 0,0 0-1 0 0,0-1 1 0 0,0 1 0 0 0,0 0-1 0 0,0 0 1 0 0,0 0-1 0 0,0 0 1 0 0,1 0 0 0 0,-1 0-1 0 0,0 0 1 0 0,0 0-1 0 0,0 0 1 0 0,0 0-1 0 0,1 0 1 0 0,-1 0 0 0 0,0 0-1 0 0,0 0 1 0 0,0-1-1 0 0,0 1 1 0 0,0 0 0 0 0,1 0-1 0 0,-1 1 1 0 0,0-1-1 0 0,0 0 1 0 0,0 0-1 0 0,0 0 1 0 0,1 0 0 0 0,-1 0-1 0 0,0 0 1 0 0,0 0-1 0 0,12 8 763 0 0,9 15-583 0 0,-15-11-231 0 0,-1 0 1 0 0,0 0-1 0 0,-1 1 1 0 0,0 0 0 0 0,-1 0-1 0 0,0 0 1 0 0,-1 0-1 0 0,0 15 1 0 0,-2 108 322 0 0,0-130-283 0 0,0-4-14 0 0,-1 35-333 0 0,-2 1 0 0 0,-12 55 0 0 0,14-85 201 0 0,-1 1-1 0 0,0-1 1 0 0,-1 0 0 0 0,0 0 0 0 0,0 0 0 0 0,-1 0-1 0 0,0-1 1 0 0,0 1 0 0 0,-1-1 0 0 0,0 0 0 0 0,0 0-1 0 0,-1 0 1 0 0,1-1 0 0 0,-2 0 0 0 0,1 0 0 0 0,-1-1-1 0 0,-8 6 1 0 0,12-9 125 0 0,-1 0-1 0 0,1-1 0 0 0,-1 0 1 0 0,1 1-1 0 0,-1-1 1 0 0,1-1-1 0 0,-1 1 0 0 0,1 0 1 0 0,-1-1-1 0 0,0 0 0 0 0,1 0 1 0 0,-1 0-1 0 0,0 0 1 0 0,1-1-1 0 0,-1 1 0 0 0,0-1 1 0 0,-3-1-1 0 0,0-1 142 0 0,1 0 0 0 0,-1 0 0 0 0,1 0 0 0 0,0-1 0 0 0,0 0-1 0 0,1 0 1 0 0,-1 0 0 0 0,-7-9 0 0 0,1 0 143 0 0,0-1 1 0 0,1-1-1 0 0,0 0 0 0 0,2 0 0 0 0,0-1 1 0 0,-9-20-1 0 0,14 26-322 0 0,0 1 0 0 0,1 0 1 0 0,1-1-1 0 0,0 0 0 0 0,0 0 0 0 0,1 0 0 0 0,0 1 1 0 0,0-1-1 0 0,1 0 0 0 0,2-12 0 0 0,-2 19 44 0 0,1 0 0 0 0,-1 0 0 0 0,1 0 0 0 0,0 1 0 0 0,0-1 0 0 0,0 0 0 0 0,0 0 0 0 0,1 1 0 0 0,-1-1 0 0 0,1 1-1 0 0,-1-1 1 0 0,1 1 0 0 0,0-1 0 0 0,0 1 0 0 0,0 0 0 0 0,0 0 0 0 0,1 0 0 0 0,-1 0 0 0 0,0 1 0 0 0,1-1 0 0 0,0 1 0 0 0,-1-1 0 0 0,1 1 0 0 0,0 0-1 0 0,-1 0 1 0 0,1 0 0 0 0,0 0 0 0 0,0 0 0 0 0,0 1 0 0 0,0-1 0 0 0,0 1 0 0 0,0 0 0 0 0,0 0 0 0 0,0 0 0 0 0,0 0 0 0 0,0 1 0 0 0,5 0-1 0 0,5 2 142 0 0,0 0-1 0 0,1 0 0 0 0,-1 1 0 0 0,-1 1 0 0 0,1 0 0 0 0,-1 1 0 0 0,0 0 0 0 0,0 1 0 0 0,0 1 1 0 0,15 12-1 0 0,-8-4 107 0 0,0 1 0 0 0,-2 1 1 0 0,0 0-1 0 0,27 39 0 0 0,-28-32-165 0 0,-2 0 0 0 0,-1 1 0 0 0,-1 1 0 0 0,-1 0 0 0 0,-1 1 1 0 0,-1 0-1 0 0,-2 1 0 0 0,-1 0 0 0 0,-1 0 0 0 0,-1 0 0 0 0,-1 43 0 0 0,-4-38-890 0 0,-1-1 1 0 0,-1-1-1 0 0,-9 37 1 0 0,8-51-5438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27.9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1 293 11058 0 0,'0'0'49'0'0,"0"0"-1"0"0,0-1 1 0 0,0 1-1 0 0,0 0 0 0 0,0 0 1 0 0,0 0-1 0 0,0 0 1 0 0,0-1-1 0 0,0 1 0 0 0,0 0 1 0 0,0 0-1 0 0,0 0 1 0 0,1-1 338 0 0,-1 1-339 0 0,0 0 1 0 0,0 0-1 0 0,0 0 0 0 0,0 0 1 0 0,0 0-1 0 0,1 0 1 0 0,-1-1-1 0 0,0 1 0 0 0,0 0 1 0 0,0 0-1 0 0,0 0 1 0 0,0 0-1 0 0,1 0 0 0 0,-1 0 1 0 0,0 0-1 0 0,0 0 1 0 0,0 0-1 0 0,0 0 0 0 0,0 0 1 0 0,1 0-1 0 0,-1 0 1 0 0,0 0-1 0 0,0 0 0 0 0,0 1 1 0 0,0-1-1 0 0,0 0 1 0 0,1 0-1 0 0,-1 0 0 0 0,0 0 243 0 0,0 0-243 0 0,1 1 1 0 0,-1-1-1 0 0,0 0 0 0 0,0 0 1 0 0,19 9 777 0 0,18 14-393 0 0,27 23 1210 0 0,78 52 291 0 0,-118-84-1650 0 0,1 0 1 0 0,0-2-1 0 0,54 19 0 0 0,-78-31-241 0 0,0 0-1 0 0,0 1 0 0 0,0-1 0 0 0,0 0 1 0 0,0 0-1 0 0,0 1 0 0 0,0-1 1 0 0,0 0-1 0 0,0 0 0 0 0,0 0 1 0 0,0 0-1 0 0,-1-1 0 0 0,1 1 0 0 0,0 0 1 0 0,0 0-1 0 0,0 0 0 0 0,1-1 1 0 0,-1 0-11 0 0,-1 1-1 0 0,0 0 1 0 0,1-1 0 0 0,-1 1 0 0 0,1-1 0 0 0,-1 1 0 0 0,0-1 0 0 0,0 1 0 0 0,1-1 0 0 0,-1 1 0 0 0,0-1 0 0 0,0 1 0 0 0,0-1 0 0 0,1 1 0 0 0,-1-1 0 0 0,0 1-1 0 0,0-1 1 0 0,0 1 0 0 0,0-1 0 0 0,0 0 0 0 0,0 1 0 0 0,0-1 0 0 0,-12-38 971 0 0,6 23-923 0 0,-20-77 336 0 0,5-1 0 0 0,-12-120-1 0 0,26 144-636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42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45 17052 0 0,'-22'-44'1944'0'0,"37"97"-2038"0"0,-2 0 0 0 0,12 110 0 0 0,-8 123-331 0 0,-13-177 357 0 0,7 152 109 0 0,44 608 2870 0 0,-37-635-2618 0 0,-17-195-1084 0 0,-2-1 0 0 0,-2 0 0 0 0,-1 0 1 0 0,-11 41-1 0 0,8-50-5631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42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38 456 0 0,'-48'-38'432'0'0,"59"46"1025"0"0,1 0 1 0 0,0-1-1 0 0,0-1 0 0 0,1 0 0 0 0,22 7 0 0 0,-14-7-947 0 0,1-1 0 0 0,43 5 0 0 0,-1-7-1233 0 0,95-8 0 0 0,-135 4 1322 0 0,126-9-406 0 0,198-7-213 0 0,-242 16-214 0 0,138 18-1 0 0,-44 15-152 0 0,-111-16 79 0 0,1-3-1 0 0,165 2 1 0 0,-82-28 1376 0 0,-95 6 1366 0 0,154 4 0 0 0,-226 3-2350 0 0,1 1 0 0 0,-1-1 0 0 0,0 2-1 0 0,0-1 1 0 0,0 1 0 0 0,0 0 0 0 0,0 0 0 0 0,0 0 0 0 0,-1 1 0 0 0,1 0 0 0 0,8 6 0 0 0,-12-7-69 0 0,1 0 1 0 0,-1 0-1 0 0,0 1 1 0 0,0-1-1 0 0,-1 1 1 0 0,1 0-1 0 0,0-1 0 0 0,-1 1 1 0 0,1 0-1 0 0,-1 0 1 0 0,0 0-1 0 0,0 0 1 0 0,0 0-1 0 0,-1 0 1 0 0,1 0-1 0 0,-1 0 1 0 0,0 1-1 0 0,1-1 1 0 0,-1 0-1 0 0,-1 0 1 0 0,1 0-1 0 0,0 0 1 0 0,-1 0-1 0 0,-1 6 0 0 0,-6 21 536 0 0,-2-1 0 0 0,-19 42 0 0 0,16-43-88 0 0,1 1-1 0 0,-13 52 0 0 0,12 8-203 0 0,3-1 1 0 0,2 106-1 0 0,5-90-276 0 0,11 458 1041 0 0,3-453-898 0 0,4-1 0 0 0,5-1 1 0 0,38 120-1 0 0,-30-153 117 0 0,48 94 1 0 0,-45-106-41 0 0,-3 1 0 0 0,24 83 0 0 0,-51-142-203 0 0,4 10 0 0 0,-2 0 0 0 0,0 0 0 0 0,0 1 0 0 0,0 26 0 0 0,-3-37 0 0 0,0-1 0 0 0,0 0 0 0 0,-1 0 0 0 0,1 0 0 0 0,-1 0 0 0 0,0 0 0 0 0,0 0 0 0 0,0 0 0 0 0,0 0 0 0 0,0 0 0 0 0,0 0 0 0 0,-1 0 0 0 0,0-1 0 0 0,1 1 0 0 0,-1-1 0 0 0,0 1 0 0 0,0-1 0 0 0,-1 0 0 0 0,1 1 0 0 0,0-1 0 0 0,-1 0 0 0 0,1-1 0 0 0,-1 1 0 0 0,0 0 0 0 0,1-1 0 0 0,-1 1 0 0 0,0-1 0 0 0,-5 2 0 0 0,-5 0 8 0 0,-1 0 1 0 0,1-1-1 0 0,-1 0 1 0 0,1-1-1 0 0,-1 0 1 0 0,-16-2-1 0 0,-85-13 93 0 0,38 3-69 0 0,-3 6-1 0 0,-1 3 0 0 0,-137 14 0 0 0,-157 45-107 0 0,342-51 62 0 0,-310 32-343 0 0,-3-26 338 0 0,-55 4 697 0 0,95-10-98 0 0,223-6-474 0 0,65 1-217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44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1 212 9674 0 0,'1'-12'1175'0'0,"1"0"-1"0"0,0 1 1 0 0,1-1 0 0 0,5-12-1 0 0,-8 24-1146 0 0,0 0-1 0 0,0-1 0 0 0,0 1 0 0 0,0 0 0 0 0,0 0 0 0 0,0 0 1 0 0,1 0-1 0 0,-1 0 0 0 0,0 0 0 0 0,0 0 0 0 0,0 0 1 0 0,0 0-1 0 0,0 0 0 0 0,0 0 0 0 0,0 0 0 0 0,0 0 1 0 0,0 0-1 0 0,0 0 0 0 0,0 0 0 0 0,1 0 0 0 0,-1 0 1 0 0,0 0-1 0 0,0-1 0 0 0,0 1 0 0 0,0 0 0 0 0,0 0 1 0 0,0 0-1 0 0,0 0 0 0 0,0 0 0 0 0,0 1 0 0 0,0-1 1 0 0,1 0-1 0 0,-1 0 0 0 0,0 0 0 0 0,0 0 0 0 0,0 0 0 0 0,0 0 1 0 0,0 0-1 0 0,0 0 0 0 0,0 0 0 0 0,0 0 0 0 0,0 0 1 0 0,0 0-1 0 0,0 0 0 0 0,0 0 0 0 0,1 0 0 0 0,-1 0 1 0 0,0 0-1 0 0,0 0 0 0 0,0 0 0 0 0,0 1 0 0 0,0-1 1 0 0,0 0-1 0 0,0 0 0 0 0,0 0 0 0 0,0 0 0 0 0,0 0 1 0 0,0 0-1 0 0,0 0 0 0 0,0 0 0 0 0,0 0 0 0 0,0 0 1 0 0,0 1-1 0 0,0-1 0 0 0,0 0 0 0 0,0 0 0 0 0,0 0 1 0 0,0 0-1 0 0,5 13 564 0 0,2 14-234 0 0,20 160 239 0 0,-4-15-644 0 0,-15-132-190 0 0,-2-17-296 0 0,-2 1 1 0 0,-1-1-1 0 0,1 42 1 0 0,-4-64 470 0 0,0-1 0 0 0,1 1 1 0 0,-1-1-1 0 0,0 1 1 0 0,0 0-1 0 0,0-1 1 0 0,0 1-1 0 0,-1-1 0 0 0,1 1 1 0 0,0 0-1 0 0,0-1 1 0 0,0 1-1 0 0,0-1 0 0 0,-1 1 1 0 0,1-1-1 0 0,0 1 1 0 0,0-1-1 0 0,-1 1 1 0 0,1-1-1 0 0,0 1 0 0 0,-1-1 1 0 0,1 0-1 0 0,-1 1 1 0 0,1-1-1 0 0,0 1 1 0 0,-1-1-1 0 0,1 0 0 0 0,-1 1 1 0 0,0-1-1 0 0,-13-8-990 0 0,-10-24-16 0 0,17 17 358 0 0,1-1 0 0 0,0 0-1 0 0,1 0 1 0 0,1 0 0 0 0,0-1 0 0 0,-2-32-1 0 0,4-106-1456 0 0,4 103 1939 0 0,6-129 970 0 0,8 60 4788 0 0,-16 120-5389 0 0,0 0 0 0 0,1 0 0 0 0,-1 0 0 0 0,0 1 0 0 0,0-1-1 0 0,0 0 1 0 0,1 0 0 0 0,-1 0 0 0 0,0 0 0 0 0,1 0-1 0 0,-1 1 1 0 0,1-1 0 0 0,-1 0 0 0 0,1 0 0 0 0,-1 1-1 0 0,1-1 1 0 0,-1 0 0 0 0,1 1 0 0 0,0-1 0 0 0,-1 0 0 0 0,1 1-1 0 0,0-1 1 0 0,0 1 0 0 0,-1-1 0 0 0,1 1 0 0 0,0 0-1 0 0,0-1 1 0 0,0 1 0 0 0,0 0 0 0 0,-1 0 0 0 0,1-1-1 0 0,0 1 1 0 0,0 0 0 0 0,0 0 0 0 0,0 0 0 0 0,0 0 0 0 0,0 0-1 0 0,0 0 1 0 0,0 0 0 0 0,-1 0 0 0 0,1 1 0 0 0,0-1-1 0 0,0 0 1 0 0,0 0 0 0 0,0 1 0 0 0,0-1 0 0 0,-1 1-1 0 0,2 0 1 0 0,3 1-43 0 0,-1 1 0 0 0,0-1 0 0 0,0 1 0 0 0,0 0 0 0 0,0 0-1 0 0,0 1 1 0 0,5 5 0 0 0,11 20-104 0 0,-2 1 1 0 0,0 2-1 0 0,-2-1 0 0 0,23 66 0 0 0,1 2-23 0 0,-26-67 22 0 0,-8-16-3 0 0,1 0 1 0 0,1 0-1 0 0,0 0 0 0 0,1-1 1 0 0,21 27-1 0 0,-29-42 10 0 0,-1 1 1 0 0,0-1-1 0 0,1 0 0 0 0,-1 1 1 0 0,0-1-1 0 0,1 0 0 0 0,-1 1 1 0 0,1-1-1 0 0,-1 0 0 0 0,0 0 1 0 0,1 1-1 0 0,-1-1 0 0 0,1 0 1 0 0,-1 0-1 0 0,1 0 0 0 0,-1 0 1 0 0,1 0-1 0 0,-1 0 0 0 0,0 1 1 0 0,1-1-1 0 0,-1 0 0 0 0,1 0 1 0 0,-1 0-1 0 0,1-1 0 0 0,-1 1 1 0 0,1 0-1 0 0,-1 0 1 0 0,1 0-1 0 0,-1 0 0 0 0,1-1 1 0 0,10-12-48 0 0,1-23-39 0 0,-11 35 85 0 0,30-158 333 0 0,-23 104-167 0 0,3 1 0 0 0,2 0 1 0 0,24-60-1 0 0,-36 112-120 0 0,-1 0 0 0 0,1 0 0 0 0,0 0 0 0 0,0 0 0 0 0,0 0 0 0 0,0 0 0 0 0,0 0 0 0 0,0 1 0 0 0,0-1 0 0 0,1 0 0 0 0,-1 1 0 0 0,1-1-1 0 0,-1 1 1 0 0,1 0 0 0 0,-1-1 0 0 0,1 1 0 0 0,0 0 0 0 0,0 0 0 0 0,0 0 0 0 0,0 0 0 0 0,0 0 0 0 0,0 1 0 0 0,0-1 0 0 0,0 0 0 0 0,0 1 0 0 0,0 0 0 0 0,0-1 0 0 0,0 1 0 0 0,0 0 0 0 0,0 0 0 0 0,3 0 0 0 0,-2 1 5 0 0,0 1 1 0 0,1-1-1 0 0,-1 0 0 0 0,0 1 1 0 0,0-1-1 0 0,0 1 0 0 0,0 0 1 0 0,0 0-1 0 0,0 0 0 0 0,-1 1 1 0 0,1-1-1 0 0,-1 1 0 0 0,1-1 1 0 0,-1 1-1 0 0,0 0 0 0 0,0 0 1 0 0,0 0-1 0 0,1 4 0 0 0,10 22-8 0 0,-2 0-1 0 0,-1 0 0 0 0,11 58 1 0 0,-12-47-1605 0 0,20 58 0 0 0,-13-61-5398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44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2761 0 0,'0'-2'180'0'0,"0"1"1"0"0,1-1 0 0 0,-1 1-1 0 0,0-1 1 0 0,1 1 0 0 0,0 0 0 0 0,-1-1-1 0 0,1 1 1 0 0,0 0 0 0 0,0-1-1 0 0,0 1 1 0 0,-1 0 0 0 0,1 0 0 0 0,1 0-1 0 0,-1-1 1 0 0,0 1 0 0 0,0 0-1 0 0,0 1 1 0 0,2-2 0 0 0,-2 2-37 0 0,-1-1 0 0 0,1 1 0 0 0,0 0 0 0 0,-1 0 0 0 0,1 0 0 0 0,0 0 0 0 0,0 0 0 0 0,-1 0 1 0 0,1 0-1 0 0,0 0 0 0 0,-1 0 0 0 0,1 0 0 0 0,0 0 0 0 0,-1 0 0 0 0,1 1 0 0 0,0-1 0 0 0,-1 0 0 0 0,1 0 0 0 0,0 1 1 0 0,-1-1-1 0 0,1 0 0 0 0,0 1 0 0 0,-1-1 0 0 0,1 1 0 0 0,-1-1 0 0 0,1 1 0 0 0,-1-1 0 0 0,1 1 0 0 0,-1-1 0 0 0,1 1 1 0 0,-1 0-1 0 0,0-1 0 0 0,1 1 0 0 0,-1-1 0 0 0,0 1 0 0 0,0 0 0 0 0,1-1 0 0 0,-1 1 0 0 0,0 0 0 0 0,0 0 0 0 0,0-1 1 0 0,0 2-1 0 0,5 21 775 0 0,-1 1 0 0 0,-1-1 1 0 0,-2 1-1 0 0,0-1 0 0 0,-1 1 0 0 0,-4 26 1 0 0,0 6-198 0 0,2-5-397 0 0,2-1 0 0 0,2 0 1 0 0,3 0-1 0 0,17 82 0 0 0,-29-193-671 0 0,0-102 1 0 0,11 101 138 0 0,3 1 0 0 0,3 0 0 0 0,22-79 0 0 0,-31 118 2043 0 0,0 32-1153 0 0,24 144-718 0 0,-9-68-145 0 0,-9-25-4 0 0,-5-37 32 0 0,1 0 0 0 0,1-1 0 0 0,1 1 0 0 0,1-1 0 0 0,1 0 0 0 0,11 25 0 0 0,-18-47 125 0 0,1 0 0 0 0,-1 0 0 0 0,0-1 0 0 0,0 1 0 0 0,1 0 0 0 0,-1-1 0 0 0,0 1-1 0 0,1 0 1 0 0,-1-1 0 0 0,1 1 0 0 0,-1 0 0 0 0,1-1 0 0 0,-1 1 0 0 0,1-1 0 0 0,0 1 0 0 0,-1-1 0 0 0,1 1 0 0 0,0-1 0 0 0,-1 1-1 0 0,1-1 1 0 0,0 0 0 0 0,-1 1 0 0 0,1-1 0 0 0,0 0 0 0 0,0 0 0 0 0,-1 1 0 0 0,1-1 0 0 0,0 0 0 0 0,0 0 0 0 0,0 0 0 0 0,1 0-1 0 0,-1-1-8 0 0,1 0-1 0 0,-1 0 0 0 0,0 0 1 0 0,0 0-1 0 0,1 0 0 0 0,-1 0 1 0 0,0-1-1 0 0,0 1 0 0 0,0 0 1 0 0,0-1-1 0 0,-1 1 0 0 0,1 0 1 0 0,0-1-1 0 0,0-1 0 0 0,5-11 1 0 0,-1-1 0 0 0,4-19 0 0 0,-8 32 85 0 0,18-104 388 0 0,-12 65-159 0 0,1 1-1 0 0,16-49 0 0 0,-24 86-234 0 0,1 0 0 0 0,0 1 0 0 0,0-1 0 0 0,1 0 0 0 0,-1 1 0 0 0,1-1 0 0 0,-1 1 0 0 0,1-1 0 0 0,0 1 0 0 0,-1 0 0 0 0,1-1 0 0 0,1 1 0 0 0,-1 0 0 0 0,0 0 0 0 0,0 0 0 0 0,1 1 0 0 0,-1-1 0 0 0,1 1 0 0 0,2-2 0 0 0,-3 3-5 0 0,1 0 0 0 0,-1-1 0 0 0,0 1 1 0 0,0 1-1 0 0,0-1 0 0 0,0 0 0 0 0,0 1 0 0 0,0-1 0 0 0,1 1 0 0 0,-1-1 0 0 0,0 1 0 0 0,0 0 0 0 0,0 0 1 0 0,-1 0-1 0 0,1 0 0 0 0,0 0 0 0 0,0 0 0 0 0,-1 1 0 0 0,1-1 0 0 0,0 0 0 0 0,-1 1 0 0 0,1 0 0 0 0,-1-1 0 0 0,0 1 1 0 0,0 0-1 0 0,2 2 0 0 0,8 14 105 0 0,0-1-1 0 0,-2 2 1 0 0,0-1 0 0 0,10 31-1 0 0,-12-27-94 0 0,2-1 0 0 0,1 1 0 0 0,15 24 0 0 0,17 9-1800 0 0,-16-26-6027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51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67 176 2304 0 0,'-26'-139'3921'0'0,"27"106"7218"0"0,-2 31-10782 0 0,-25 0 597 0 0,24 6-1468 0 0,-11 12-235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53.0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3611 1 5065 0 0,'-15'0'2217'0'0,"-2"0"4119"0"0,22 9-5932 0 0,-1 0 0 0 0,1 1 0 0 0,-2-1 1 0 0,1 1-1 0 0,-1 0 0 0 0,-1-1 0 0 0,1 1 1 0 0,0 15-1 0 0,1 84 381 0 0,-4-102-729 0 0,-10 475 1619 0 0,10-462-1609 0 0,0 1 0 0 0,-2 0 0 0 0,0-1 0 0 0,-1 0 0 0 0,-1 1 0 0 0,-1-1 0 0 0,-1-1 0 0 0,0 1 0 0 0,-2-1 0 0 0,0 0-1 0 0,-1 0 1 0 0,-1-1 0 0 0,0-1 0 0 0,-2 0 0 0 0,-24 29 0 0 0,-30 24 139 0 0,-3-4 1 0 0,-3-2-1 0 0,-3-4 0 0 0,-2-3 0 0 0,-3-3 0 0 0,-2-4 1 0 0,-140 63-1 0 0,69-44-165 0 0,-142 56 111 0 0,150-74-120 0 0,-97 31 1 0 0,173-61-27 0 0,-108 16 0 0 0,106-29-5 0 0,-142-3 0 0 0,-72-26 0 0 0,231 15 34 0 0,1-2 0 0 0,-80-23 0 0 0,109 23-24 0 0,0-1 0 0 0,1-1 0 0 0,0-1 0 0 0,0 0 0 0 0,1-2 0 0 0,1-1 1 0 0,-32-26-1 0 0,27 14-140 0 0,-45-56 1 0 0,48 54 71 0 0,-51-50 0 0 0,64 70 71 0 0,-1 1-1 0 0,0 0 1 0 0,0 0 0 0 0,-1 1 0 0 0,0 1 0 0 0,0 0-1 0 0,-1 0 1 0 0,1 1 0 0 0,-1 1 0 0 0,0 0 0 0 0,0 1-1 0 0,0 0 1 0 0,0 1 0 0 0,-14 1 0 0 0,3 8-5074 0 0,26-4 4652 0 0,-1-3 179 0 0,0 0 0 0 0,0 1 0 0 0,0-1 0 0 0,0 0 0 0 0,0 1 0 0 0,-1-1 0 0 0,1 0-1 0 0,-1 1 1 0 0,1-1 0 0 0,-1 1 0 0 0,1-1 0 0 0,-1 1 0 0 0,0-1 0 0 0,0 1 0 0 0,1-1 0 0 0,-1 1 0 0 0,0-1-1 0 0,-1 1 1 0 0,1-1 0 0 0,0 1 0 0 0,0-1 0 0 0,-1 1 0 0 0,1-1 0 0 0,0 1 0 0 0,-1-1 0 0 0,0 1 0 0 0,1-1-1 0 0,-1 0 1 0 0,0 1 0 0 0,-1 0 0 0 0,-21 43 2211 0 0,22-42-1848 0 0,0 0 1 0 0,0 0 0 0 0,0-1 0 0 0,1 1-1 0 0,-1 0 1 0 0,1 0 0 0 0,-1 0 0 0 0,1 0 0 0 0,0 0-1 0 0,0 0 1 0 0,0-1 0 0 0,1 1 0 0 0,-1 0-1 0 0,1 0 1 0 0,0 4 0 0 0,0-6-42 0 0,1 1 1 0 0,-1-1-1 0 0,0 1 1 0 0,0-1-1 0 0,1 0 0 0 0,-1 1 1 0 0,1-1-1 0 0,-1 0 0 0 0,1 0 1 0 0,0 0-1 0 0,-1 0 0 0 0,1 0 1 0 0,0-1-1 0 0,-1 1 1 0 0,1 0-1 0 0,0-1 0 0 0,0 1 1 0 0,0-1-1 0 0,0 0 0 0 0,0 0 1 0 0,-1 0-1 0 0,1 1 1 0 0,0-2-1 0 0,0 1 0 0 0,0 0 1 0 0,0 0-1 0 0,0-1 0 0 0,0 1 1 0 0,-1-1-1 0 0,1 1 1 0 0,0-1-1 0 0,2-1 0 0 0,-1 1-11 0 0,0 0 1 0 0,0 0-1 0 0,0-1 0 0 0,0 1 0 0 0,-1-1 0 0 0,1 1 0 0 0,-1-1 1 0 0,1 0-1 0 0,-1 0 0 0 0,0 0 0 0 0,1 0 0 0 0,-1 0 1 0 0,0-1-1 0 0,0 1 0 0 0,-1-1 0 0 0,1 1 0 0 0,0-1 0 0 0,-1 0 1 0 0,2-4-1 0 0,-3 3-46 0 0,0-1 0 0 0,0 0 0 0 0,-1 1 0 0 0,0-1 0 0 0,1 1 0 0 0,-2-1 0 0 0,1 1 0 0 0,0-1 0 0 0,-1 1 0 0 0,0 0 0 0 0,0 0 0 0 0,0 0 0 0 0,-1 0 0 0 0,1 0 0 0 0,-1 0 0 0 0,0 1 0 0 0,0-1 0 0 0,0 1 0 0 0,-4-4 0 0 0,-3-2 74 0 0,0 1 0 0 0,0-1 0 0 0,-1 1 0 0 0,0 1 0 0 0,-17-9-1 0 0,23 13-98 0 0,-1 1 0 0 0,0-1 0 0 0,0 1 0 0 0,0 0 0 0 0,0 0 0 0 0,0 1 0 0 0,0 0 0 0 0,-7 0 0 0 0,10 1-9 0 0,1 0 0 0 0,0 0 0 0 0,0 0 0 0 0,0 1 0 0 0,-1-1-1 0 0,1 1 1 0 0,0 0 0 0 0,0 0 0 0 0,0 0 0 0 0,0 0 0 0 0,0 0 0 0 0,0 0-1 0 0,0 0 1 0 0,1 1 0 0 0,-1-1 0 0 0,0 0 0 0 0,1 1 0 0 0,-1 0-1 0 0,1-1 1 0 0,-1 1 0 0 0,1 0 0 0 0,0 0 0 0 0,0 0 0 0 0,0 0-1 0 0,-2 3 1 0 0,-1 4-75 0 0,1 0 0 0 0,0 1-1 0 0,1-1 1 0 0,0 0-1 0 0,0 1 1 0 0,1-1 0 0 0,0 1-1 0 0,0-1 1 0 0,1 1 0 0 0,2 15-1 0 0,-1-22 54 0 0,-1 0-1 0 0,0 0 1 0 0,1-1 0 0 0,-1 1-1 0 0,1 0 1 0 0,0-1 0 0 0,0 1-1 0 0,0-1 1 0 0,0 1 0 0 0,1-1-1 0 0,-1 1 1 0 0,0-1 0 0 0,1 0-1 0 0,0 1 1 0 0,0-1 0 0 0,-1 0-1 0 0,1 0 1 0 0,1 0-1 0 0,-1-1 1 0 0,0 1 0 0 0,0 0-1 0 0,1-1 1 0 0,-1 1 0 0 0,0-1-1 0 0,1 0 1 0 0,0 0 0 0 0,-1 0-1 0 0,1 0 1 0 0,0-1 0 0 0,-1 1-1 0 0,1 0 1 0 0,0-1-1 0 0,0 0 1 0 0,-1 0 0 0 0,1 0-1 0 0,0 0 1 0 0,0 0 0 0 0,-1-1-1 0 0,6 0 1 0 0,-4 0 62 0 0,0 0-1 0 0,-1 0 1 0 0,1 0-1 0 0,0 0 1 0 0,-1-1 0 0 0,1 0-1 0 0,-1 1 1 0 0,0-1-1 0 0,1-1 1 0 0,-1 1 0 0 0,0 0-1 0 0,0-1 1 0 0,-1 1-1 0 0,1-1 1 0 0,0 0 0 0 0,-1 0-1 0 0,1 0 1 0 0,-1 0-1 0 0,0 0 1 0 0,0-1 0 0 0,-1 1-1 0 0,1-1 1 0 0,-1 1-1 0 0,1-1 1 0 0,-1 0 0 0 0,0 1-1 0 0,0-1 1 0 0,-1 0 0 0 0,1 0-1 0 0,-1 0 1 0 0,0 0-1 0 0,0 1 1 0 0,0-1 0 0 0,-1-5-1 0 0,0 5-10 0 0,1 0-1 0 0,-1 0 1 0 0,0 1-1 0 0,0-1 0 0 0,0 0 1 0 0,-1 1-1 0 0,1-1 1 0 0,-1 1-1 0 0,0-1 1 0 0,0 1-1 0 0,0 0 1 0 0,0 0-1 0 0,-1 0 1 0 0,1 0-1 0 0,-1 0 1 0 0,0 1-1 0 0,1-1 1 0 0,-1 1-1 0 0,-1-1 0 0 0,1 1 1 0 0,0 0-1 0 0,0 1 1 0 0,-1-1-1 0 0,1 0 1 0 0,-1 1-1 0 0,1 0 1 0 0,-1 0-1 0 0,0 0 1 0 0,0 0-1 0 0,1 0 1 0 0,-1 1-1 0 0,0 0 1 0 0,0 0-1 0 0,-6 0 1 0 0,3 1-23 0 0,1 0 1 0 0,0 1-1 0 0,-1 0 1 0 0,1 0 0 0 0,0 0-1 0 0,0 1 1 0 0,0 0 0 0 0,0 0-1 0 0,1 0 1 0 0,-1 1-1 0 0,1 0 1 0 0,-6 5 0 0 0,8-6-23 0 0,-1 0 1 0 0,1 0 0 0 0,1 0-1 0 0,-1 0 1 0 0,0 0 0 0 0,1 1-1 0 0,-1 0 1 0 0,1-1-1 0 0,0 1 1 0 0,1 0 0 0 0,-1 0-1 0 0,0 0 1 0 0,1 0 0 0 0,0 0-1 0 0,0 0 1 0 0,0 1 0 0 0,1-1-1 0 0,0 0 1 0 0,0 8-1 0 0,0-11 14 0 0,0-1-1 0 0,0 1 1 0 0,1 0-1 0 0,-1 0 0 0 0,1 0 1 0 0,-1-1-1 0 0,1 1 1 0 0,-1 0-1 0 0,1 0 0 0 0,-1-1 1 0 0,1 1-1 0 0,-1 0 1 0 0,1-1-1 0 0,0 1 0 0 0,0-1 1 0 0,-1 1-1 0 0,1-1 1 0 0,0 1-1 0 0,0-1 0 0 0,0 1 1 0 0,-1-1-1 0 0,1 0 0 0 0,0 0 1 0 0,0 1-1 0 0,0-1 1 0 0,0 0-1 0 0,0 0 0 0 0,0 0 1 0 0,-1 0-1 0 0,1 0 1 0 0,0 0-1 0 0,0 0 0 0 0,0 0 1 0 0,0 0-1 0 0,0 0 1 0 0,0-1-1 0 0,0 1 0 0 0,-1 0 1 0 0,1-1-1 0 0,0 1 1 0 0,1-1-1 0 0,38-16 95 0 0,-29 10 1 0 0,0 0 0 0 0,0 0 0 0 0,15-15 0 0 0,-22 19-52 0 0,-1-1-1 0 0,1 0 0 0 0,0 1 0 0 0,-1-2 0 0 0,0 1 1 0 0,0 0-1 0 0,0-1 0 0 0,-1 1 0 0 0,1-1 0 0 0,-1 0 0 0 0,3-9 1 0 0,-5 13-40 0 0,0 0 1 0 0,0 0-1 0 0,0 0 1 0 0,-1 0-1 0 0,1 0 1 0 0,0 0-1 0 0,0 0 1 0 0,0 0 0 0 0,-1 0-1 0 0,1 1 1 0 0,-1-1-1 0 0,1 0 1 0 0,0 0-1 0 0,-1 0 1 0 0,0 0-1 0 0,1 0 1 0 0,-1 1-1 0 0,1-1 1 0 0,-1 0-1 0 0,0 0 1 0 0,0 1 0 0 0,1-1-1 0 0,-1 1 1 0 0,0-1-1 0 0,0 1 1 0 0,0-1-1 0 0,0 1 1 0 0,0-1-1 0 0,0 1 1 0 0,0 0-1 0 0,0-1 1 0 0,0 1-1 0 0,0 0 1 0 0,0 0 0 0 0,0 0-1 0 0,0 0 1 0 0,0 0-1 0 0,0 0 1 0 0,0 0-1 0 0,0 0 1 0 0,-1 0-1 0 0,-4 0 26 0 0,0 0-1 0 0,0 1 0 0 0,-1-1 1 0 0,1 1-1 0 0,-8 2 0 0 0,6 0-4 0 0,1 0 0 0 0,-1 1 0 0 0,1 0 0 0 0,0 0-1 0 0,0 0 1 0 0,1 1 0 0 0,-1 0 0 0 0,-8 8-1 0 0,13-11-93 0 0,-1 0 0 0 0,1 0 0 0 0,1 0-1 0 0,-1 1 1 0 0,0-1 0 0 0,0 0 0 0 0,1 1-1 0 0,-1-1 1 0 0,1 1 0 0 0,0-1 0 0 0,0 1 0 0 0,0 0-1 0 0,0 0 1 0 0,0-1 0 0 0,1 1 0 0 0,-1 0-1 0 0,1 0 1 0 0,0 0 0 0 0,0-1 0 0 0,0 1-1 0 0,0 0 1 0 0,0 0 0 0 0,1 0 0 0 0,-1 0-1 0 0,1-1 1 0 0,0 1 0 0 0,1 4 0 0 0,12 14-7236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6:01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80 122 4633 0 0,'-1'-2'51'0'0,"0"-1"0"0"0,0 1-1 0 0,-1 0 1 0 0,1 0 0 0 0,0-1 0 0 0,-1 1 0 0 0,0 0-1 0 0,1 0 1 0 0,-1 0 0 0 0,-3-1 0 0 0,-1-4-101 0 0,4 4-212 0 0,-21-14 5586 0 0,22 33-2311 0 0,9 28-2453 0 0,-8-42-540 0 0,1 0-1 0 0,0 0 1 0 0,-1 0-1 0 0,1 0 1 0 0,0 0 0 0 0,0 0-1 0 0,0 0 1 0 0,1-1-1 0 0,-1 1 1 0 0,0 0-1 0 0,1-1 1 0 0,-1 1-1 0 0,1-1 1 0 0,-1 1 0 0 0,1-1-1 0 0,0 0 1 0 0,-1 1-1 0 0,1-1 1 0 0,0 0-1 0 0,0 0 1 0 0,0 0-1 0 0,3 0 1 0 0,-4-1-8 0 0,0 0 0 0 0,0 0 1 0 0,-1-1-1 0 0,1 1 0 0 0,0 0 0 0 0,0-1 1 0 0,-1 1-1 0 0,1 0 0 0 0,0-1 0 0 0,-1 1 0 0 0,1-1 1 0 0,0 1-1 0 0,-1-1 0 0 0,1 0 0 0 0,-1 1 1 0 0,1-1-1 0 0,-1 1 0 0 0,1-1 0 0 0,-1 0 0 0 0,1 0 1 0 0,-1 1-1 0 0,0-1 0 0 0,1 0 0 0 0,-1 0 0 0 0,0 1 1 0 0,0-1-1 0 0,1 0 0 0 0,-1 0 0 0 0,0 0 1 0 0,0 1-1 0 0,0-1 0 0 0,0 0 0 0 0,0 0 0 0 0,0 0 1 0 0,0 0-1 0 0,-1-1 0 0 0,-2-33 512 0 0,1 27-444 0 0,-1 0-1 0 0,0 0 1 0 0,-1 1-1 0 0,0-1 0 0 0,0 1 1 0 0,-1 0-1 0 0,1 0 1 0 0,-2 0-1 0 0,1 0 1 0 0,-1 1-1 0 0,0 0 1 0 0,0 0-1 0 0,-11-8 0 0 0,17 14-89 0 0,-1 0 0 0 0,1 0 0 0 0,0 0 0 0 0,0 0 0 0 0,0 0-1 0 0,-1 0 1 0 0,1 0 0 0 0,0 0 0 0 0,0 0 0 0 0,0 0-1 0 0,-1 0 1 0 0,1 0 0 0 0,0 0 0 0 0,0 0 0 0 0,0 0-1 0 0,-1 0 1 0 0,1 0 0 0 0,0 0 0 0 0,0 0 0 0 0,0 0 0 0 0,-1 0-1 0 0,1 0 1 0 0,0 0 0 0 0,0 0 0 0 0,0 0 0 0 0,0 1-1 0 0,-1-1 1 0 0,1 0 0 0 0,0 0 0 0 0,0 0 0 0 0,0 0-1 0 0,0 0 1 0 0,0 0 0 0 0,-1 1 0 0 0,1-1 0 0 0,0 0 0 0 0,0 0-1 0 0,0 0 1 0 0,0 1 0 0 0,0-1 0 0 0,0 0 0 0 0,0 0-1 0 0,0 0 1 0 0,0 0 0 0 0,0 1 0 0 0,0-1 0 0 0,0 0-1 0 0,0 0 1 0 0,0 1 0 0 0,0-1 0 0 0,0 0 0 0 0,1 20-348 0 0,8 19-219 0 0,-6-31 6 0 0,1 0 1 0 0,0 0-1 0 0,0 0 0 0 0,1-1 0 0 0,-1 1 0 0 0,2-1 1 0 0,-1 0-1 0 0,1-1 0 0 0,13 13 0 0 0,-5 4-3035 0 0,-14-22 3571 0 0,0 0 0 0 0,1 0 1 0 0,-1 0-1 0 0,0 0 1 0 0,1 0-1 0 0,-1 0 1 0 0,0 0-1 0 0,0 0 1 0 0,0 0-1 0 0,0 0 1 0 0,0 0-1 0 0,0 0 0 0 0,0 0 1 0 0,0-1-1 0 0,0 1 1 0 0,0 0-1 0 0,-1 0 1 0 0,1 0-1 0 0,0 0 1 0 0,-1 0-1 0 0,1 0 1 0 0,0 0-1 0 0,-1 0 1 0 0,0 1-1 0 0,-5 1 35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6:01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85 133 3193 0 0,'-23'-50'859'0'0,"3"8"1852"0"0,-5 2 10601 0 0,25 40-13176 0 0,-17 8 409 0 0,23 8-377 0 0,4 54-294 0 0,-2 2-1 0 0,-3 128 1 0 0,-4-71 29 0 0,1-39 83 0 0,12 274-117 0 0,29-3 40 0 0,-40-347 199 0 0,1 1-1 0 0,1-1 0 0 0,0 0 0 0 0,1 0 0 0 0,0 0 1 0 0,1-1-1 0 0,0 0 0 0 0,1 0 0 0 0,1-1 1 0 0,0 0-1 0 0,1-1 0 0 0,0 0 0 0 0,0 0 0 0 0,21 15 1 0 0,-4-11 29 0 0,-22-13-140 0 0,1 1 0 0 0,-1 0 0 0 0,0 0 0 0 0,0 0 1 0 0,5 5-1 0 0,-24 14-109 0 0,5-7-6551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6:02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177 163 2304 0 0,'-7'-13'1019'0'0,"-2"0"0"0"0,0 0-1 0 0,-20-22 1 0 0,26 32-640 0 0,0 0 0 0 0,0 0 0 0 0,0 0 0 0 0,0 0 0 0 0,-1 1 0 0 0,1-1 0 0 0,-1 1 0 0 0,0 0 0 0 0,1 0 0 0 0,-1 1 0 0 0,0-1 0 0 0,0 1 0 0 0,0-1 0 0 0,0 1 0 0 0,-1 1 0 0 0,1-1 0 0 0,0 0 0 0 0,0 1 0 0 0,-6 0 0 0 0,8 0-228 0 0,1 1 0 0 0,-1-1-1 0 0,0 1 1 0 0,0-1 0 0 0,0 1 0 0 0,1 0-1 0 0,-1 0 1 0 0,0 0 0 0 0,0 0 0 0 0,1 0-1 0 0,-1 0 1 0 0,1 0 0 0 0,-1 0 0 0 0,1 1-1 0 0,0-1 1 0 0,-1 0 0 0 0,1 1 0 0 0,0-1-1 0 0,-1 4 1 0 0,0-2-28 0 0,0 1 0 0 0,1-1 0 0 0,0 1 1 0 0,-1 0-1 0 0,2 0 0 0 0,-1 0 0 0 0,0 0 0 0 0,1 0 0 0 0,0 4 0 0 0,0 0-89 0 0,0 0 0 0 0,1-1 0 0 0,0 1 0 0 0,0-1-1 0 0,1 1 1 0 0,0-1 0 0 0,0 0 0 0 0,1 0 0 0 0,5 11 0 0 0,-4-11 13 0 0,1 0-1 0 0,0-1 1 0 0,0 1-1 0 0,1-1 1 0 0,0 0 0 0 0,0-1-1 0 0,0 0 1 0 0,1 0-1 0 0,-1 0 1 0 0,1-1 0 0 0,11 6-1 0 0,-16-9-23 0 0,1 0-1 0 0,0 0 1 0 0,0 0-1 0 0,0 0 1 0 0,-1-1-1 0 0,1 1 1 0 0,0-1-1 0 0,0 0 0 0 0,0 0 1 0 0,0 0-1 0 0,0 0 1 0 0,0 0-1 0 0,0-1 1 0 0,0 1-1 0 0,0-1 1 0 0,0 0-1 0 0,-1 0 1 0 0,1 0-1 0 0,0 0 1 0 0,0 0-1 0 0,-1-1 1 0 0,1 1-1 0 0,-1-1 0 0 0,1 1 1 0 0,-1-1-1 0 0,0 0 1 0 0,0 0-1 0 0,0 0 1 0 0,0-1-1 0 0,0 1 1 0 0,0 0-1 0 0,0-1 1 0 0,-1 1-1 0 0,2-4 1 0 0,2-4-7 0 0,0 1 0 0 0,-1-1 0 0 0,0 0 0 0 0,-1 0 0 0 0,0 0 0 0 0,-1 0 1 0 0,0 0-1 0 0,0-1 0 0 0,-1-12 0 0 0,0 16-13 0 0,-1 0 0 0 0,-1 0-1 0 0,1 0 1 0 0,-1 0 0 0 0,0 0 0 0 0,-1 0-1 0 0,1 0 1 0 0,-1 0 0 0 0,-1 0 0 0 0,1 1-1 0 0,-1-1 1 0 0,0 1 0 0 0,-1 0 0 0 0,-6-9-1 0 0,8 13 11 0 0,1 0-1 0 0,0 1 0 0 0,-1-1 0 0 0,1 1 0 0 0,-1-1 1 0 0,0 1-1 0 0,1 0 0 0 0,-1 0 0 0 0,0 0 1 0 0,0 0-1 0 0,0 0 0 0 0,0 0 0 0 0,0 0 1 0 0,0 1-1 0 0,0-1 0 0 0,0 1 0 0 0,0-1 0 0 0,0 1 1 0 0,0 0-1 0 0,0 0 0 0 0,0 0 0 0 0,0 0 1 0 0,-1 0-1 0 0,1 0 0 0 0,0 1 0 0 0,0-1 1 0 0,0 1-1 0 0,0-1 0 0 0,0 1 0 0 0,0 0 0 0 0,0 0 1 0 0,0 0-1 0 0,1 0 0 0 0,-1 0 0 0 0,0 0 1 0 0,0 0-1 0 0,1 1 0 0 0,-1-1 0 0 0,1 1 1 0 0,-1-1-1 0 0,-1 3 0 0 0,-3 3-38 0 0,0-1 0 0 0,1 1 0 0 0,0 1 0 0 0,0-1-1 0 0,0 1 1 0 0,1 0 0 0 0,0 0 0 0 0,-4 13 0 0 0,7-17-9 0 0,0-1 1 0 0,0 1-1 0 0,0 0 0 0 0,0 0 1 0 0,1 0-1 0 0,0-1 0 0 0,0 1 0 0 0,0 0 1 0 0,0 0-1 0 0,0 0 0 0 0,1 0 1 0 0,0 0-1 0 0,-1-1 0 0 0,2 1 1 0 0,-1 0-1 0 0,0 0 0 0 0,4 6 1 0 0,-3-8 10 0 0,0 1 0 0 0,0-1 0 0 0,0 0 0 0 0,1 0 0 0 0,-1 0 0 0 0,0-1 0 0 0,1 1 0 0 0,-1 0 0 0 0,1-1 0 0 0,0 0 0 0 0,-1 1 0 0 0,1-1 0 0 0,0 0 0 0 0,0-1 1 0 0,0 1-1 0 0,0 0 0 0 0,0-1 0 0 0,0 1 0 0 0,0-1 0 0 0,0 0 0 0 0,0 0 0 0 0,0 0 0 0 0,5-2 0 0 0,-1 1 92 0 0,0 0 0 0 0,-1-1 0 0 0,1 0 0 0 0,-1-1 0 0 0,1 1 0 0 0,-1-1 0 0 0,10-6 0 0 0,-15 8-52 0 0,0 1-1 0 0,1-1 1 0 0,-1 0 0 0 0,0 1-1 0 0,0-1 1 0 0,1 0 0 0 0,-1 0-1 0 0,0 0 1 0 0,0 0-1 0 0,0 0 1 0 0,0 0 0 0 0,0-1-1 0 0,0 1 1 0 0,0 0 0 0 0,-1 0-1 0 0,1-1 1 0 0,0 1-1 0 0,-1 0 1 0 0,1-1 0 0 0,-1 1-1 0 0,1-1 1 0 0,-1 1 0 0 0,0-1-1 0 0,0 1 1 0 0,1 0-1 0 0,-1-1 1 0 0,0 1 0 0 0,0-1-1 0 0,-1 1 1 0 0,1-1 0 0 0,0 1-1 0 0,0-1 1 0 0,-1 1-1 0 0,1-1 1 0 0,-1 1 0 0 0,1-1-1 0 0,-1 1 1 0 0,0 0-1 0 0,1-1 1 0 0,-1 1 0 0 0,-1-1-1 0 0,-1-1 12 0 0,1 1 0 0 0,-1 0 0 0 0,0 0 0 0 0,0 0 0 0 0,-1 0 0 0 0,1 0 0 0 0,0 1-1 0 0,0 0 1 0 0,-1-1 0 0 0,1 1 0 0 0,-1 0 0 0 0,1 1 0 0 0,-1-1 0 0 0,0 1 0 0 0,1-1 0 0 0,-1 1-1 0 0,0 0 1 0 0,1 1 0 0 0,-1-1 0 0 0,1 1 0 0 0,-1-1 0 0 0,1 1 0 0 0,-1 0 0 0 0,1 0 0 0 0,-1 0-1 0 0,1 1 1 0 0,0-1 0 0 0,-1 1 0 0 0,1 0 0 0 0,-4 3 0 0 0,-8 13-389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03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119 329 3681 0 0,'-66'-185'5058'0'0,"13"42"2743"0"0,118 360-5138 0 0,41 113-1954 0 0,-88-285-690 0 0,2 0-1 0 0,3-2 1 0 0,1 0-1 0 0,1-2 0 0 0,33 40 1 0 0,-51-72-15 0 0,1-1 0 0 0,0 0 0 0 0,0 0 0 0 0,1-1 0 0 0,0 0 0 0 0,0 0 0 0 0,1-1 0 0 0,-1 0 0 0 0,1-1 0 0 0,18 7 0 0 0,-24-10 26 0 0,1-1 0 0 0,0 1 1 0 0,1-1-1 0 0,-1 0 0 0 0,0-1 0 0 0,0 1 0 0 0,0-1 1 0 0,0 0-1 0 0,0-1 0 0 0,1 1 0 0 0,-1-1 1 0 0,0 0-1 0 0,0 0 0 0 0,0 0 0 0 0,0-1 0 0 0,0 0 1 0 0,-1 0-1 0 0,1 0 0 0 0,0 0 0 0 0,-1-1 0 0 0,0 0 1 0 0,1 0-1 0 0,-1 0 0 0 0,0-1 0 0 0,4-4 0 0 0,0-2 68 0 0,0 0 1 0 0,0-1-1 0 0,-1 0 0 0 0,0-1 0 0 0,-1 0 0 0 0,-1 0 0 0 0,0 0 0 0 0,0 0 0 0 0,-1-1 0 0 0,-1 0 0 0 0,4-24 0 0 0,-2-12 209 0 0,0-87 1 0 0,-5 127-283 0 0,-1-86-78 0 0,6-160-2739 0 0,-3 234-4405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03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39 8290 0 0,'-3'-10'-581'0'0,"-15"-18"8167"0"0,17 28-7503 0 0,-6 16 2615 0 0,-2 19-1976 0 0,2 1 1 0 0,2-1-1 0 0,1 1 1 0 0,2 61-1 0 0,20 146-2180 0 0,-15-220 1155 0 0,0 11-924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03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0 177 6913 0 0,'5'-17'283'0'0,"0"0"0"0"0,0 0-1 0 0,9-17 1 0 0,-10 28 240 0 0,0-1 1 0 0,0 1-1 0 0,1-1 1 0 0,-1 1-1 0 0,1 1 0 0 0,6-7 1 0 0,-5 7 19 0 0,0 0 0 0 0,-1 0 0 0 0,1 1 0 0 0,1 0 0 0 0,-1 0 0 0 0,1 0 1 0 0,13-5-1 0 0,-18 9-412 0 0,1-1 1 0 0,-1 0 0 0 0,0 1 0 0 0,1 0 0 0 0,-1 0 0 0 0,0-1-1 0 0,1 1 1 0 0,-1 0 0 0 0,0 1 0 0 0,1-1 0 0 0,-1 0-1 0 0,0 1 1 0 0,1-1 0 0 0,-1 1 0 0 0,0 0 0 0 0,0 0-1 0 0,1 0 1 0 0,-1 0 0 0 0,0 0 0 0 0,0 0 0 0 0,0 1-1 0 0,0-1 1 0 0,0 1 0 0 0,-1-1 0 0 0,1 1 0 0 0,0 0 0 0 0,-1 0-1 0 0,1-1 1 0 0,1 4 0 0 0,4 7 63 0 0,1 1 1 0 0,-2 0-1 0 0,0 0 1 0 0,0 0-1 0 0,-2 1 1 0 0,1 0-1 0 0,2 15 1 0 0,12 106-1208 0 0,-15-94-227 0 0,1 4-5734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04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6 280 10594 0 0,'-1'-3'46'0'0,"0"1"0"0"0,1 0 0 0 0,-1 0 0 0 0,0 0 1 0 0,0-1-1 0 0,1 1 0 0 0,0 0 0 0 0,-1-1 0 0 0,1 1 0 0 0,0-1 0 0 0,0 1 0 0 0,0 0 0 0 0,1-1 0 0 0,-1 1 0 0 0,0-1 0 0 0,1 1 0 0 0,0 0 0 0 0,-1 0 0 0 0,1-1 0 0 0,0 1 0 0 0,0 0 0 0 0,0 0 0 0 0,1 0 1 0 0,-1 0-1 0 0,0 0 0 0 0,2-2 0 0 0,6-5-24 0 0,-1 0 0 0 0,1 0 0 0 0,19-14-1 0 0,-17 14 195 0 0,10-7-164 0 0,1 1-1 0 0,1 1 0 0 0,0 0 1 0 0,1 2-1 0 0,29-11 0 0 0,-1 5-238 0 0,81-17 0 0 0,-87 24 187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04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9 2304 0 0,'-1'-1'216'0'0,"0"0"-1"0"0,-1 0 0 0 0,1 1 1 0 0,0-1-1 0 0,-1 0 0 0 0,1 0 0 0 0,-1 1 1 0 0,1-1-1 0 0,-1 1 0 0 0,1-1 1 0 0,-1 1-1 0 0,0 0 0 0 0,1 0 1 0 0,-1 0-1 0 0,1 0 0 0 0,-1 0 0 0 0,0 0 1 0 0,1 0-1 0 0,-1 0 0 0 0,1 0 1 0 0,-1 1-1 0 0,-2 0 0 0 0,1 1 201 0 0,-1-1-1 0 0,0 1 0 0 0,0 1 1 0 0,1-1-1 0 0,-1 0 1 0 0,1 1-1 0 0,0 0 1 0 0,-5 4-1 0 0,-2 4 513 0 0,1 0-1 0 0,1 1 1 0 0,-1 0-1 0 0,-7 17 1 0 0,10-18-530 0 0,1 2 0 0 0,0-1 0 0 0,1 0 1 0 0,1 1-1 0 0,0 0 0 0 0,0 0 0 0 0,1 0 1 0 0,1 0-1 0 0,0 0 0 0 0,1 0 0 0 0,0 1 1 0 0,1-1-1 0 0,3 16 0 0 0,-2-22-390 0 0,0 1 1 0 0,0-1-1 0 0,0 0 1 0 0,1 1-1 0 0,0-1 1 0 0,1 0-1 0 0,-1-1 0 0 0,1 1 1 0 0,0 0-1 0 0,1-1 1 0 0,0 0-1 0 0,0 0 0 0 0,0-1 1 0 0,1 1-1 0 0,-1-1 1 0 0,1 0-1 0 0,1-1 0 0 0,-1 0 1 0 0,1 0-1 0 0,-1 0 1 0 0,1 0-1 0 0,0-1 1 0 0,14 4-1 0 0,7-1-862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04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10594 0 0,'6'-6'263'0'0,"36"-35"554"0"0,-38 37-779 0 0,1 0 1 0 0,-1 0-1 0 0,1 1 1 0 0,0 0-1 0 0,0 0 1 0 0,0 0-1 0 0,1 0 1 0 0,-1 1-1 0 0,8-2 1 0 0,-2 3-39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0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1 138 10594 0 0,'3'-1'472'0'0,"-1"-1"96"0"0,1 1-455 0 0,0-2-113 0 0,0 0 0 0 0,2 0 0 0 0,2-3-457 0 0,5-3-119 0 0,9-7-16 0 0,5-5-8 0 0,5-1 600 0 0,-3 1 0 0 0,-1 5 72 0 0,-5 3 24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05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14 266 10138 0 0,'-2'-1'268'0'0,"1"0"0"0"0,0 0 0 0 0,0 0-1 0 0,-1 0 1 0 0,1 0 0 0 0,0 0 0 0 0,0-1-1 0 0,0 1 1 0 0,0-1 0 0 0,1 1 0 0 0,-1-1 0 0 0,2-7 3872 0 0,-1 9-4090 0 0,14 15 609 0 0,25 45-170 0 0,41 87-1 0 0,14 23 564 0 0,-78-146-950 0 0,0-1 0 0 0,2 0 0 0 0,1-1 0 0 0,36 33 0 0 0,-51-51-87 0 0,2 1 0 0 0,-1-1 0 0 0,0 0 0 0 0,1-1 0 0 0,0 1 0 0 0,0-1 0 0 0,0-1 0 0 0,0 1 0 0 0,0-1 0 0 0,1 0 0 0 0,7 2 0 0 0,-11-4-5 0 0,0 0 0 0 0,0 0 0 0 0,0 0 0 0 0,0 0 0 0 0,0-1 0 0 0,0 1 0 0 0,0-1 0 0 0,-1 0 0 0 0,1 0 0 0 0,0 0 0 0 0,0 0 0 0 0,0 0 0 0 0,-1-1-1 0 0,1 1 1 0 0,-1-1 0 0 0,1 1 0 0 0,-1-1 0 0 0,0 0 0 0 0,0 0 0 0 0,1 0 0 0 0,-1-1 0 0 0,-1 1 0 0 0,1 0 0 0 0,0-1 0 0 0,0 1 0 0 0,1-5 0 0 0,6-10 128 0 0,-1 0 1 0 0,-1 0-1 0 0,-1 0 1 0 0,-1-1-1 0 0,0 0 1 0 0,3-24 0 0 0,6-117 238 0 0,-10 93-420 0 0,0 15-213 0 0,11-113-346 0 0,-11 137-475 0 0,1-1-1 0 0,1 1 1 0 0,18-45-1 0 0,-12 48-782 0 0,-1 8-18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05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 3225 0 0,'2'30'5537'0'0,"-18"140"468"0"0,7-90-4999 0 0,1 108 1 0 0,12-153-3276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05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1 190 456 0 0,'4'-45'251'0'0,"-2"38"468"0"0,0-1 0 0 0,1 1 0 0 0,0 0-1 0 0,0 0 1 0 0,1 0 0 0 0,0 0 0 0 0,0 1 0 0 0,0-1-1 0 0,1 1 1 0 0,9-9 0 0 0,-9 9-147 0 0,1 0 0 0 0,-1 0 1 0 0,1 1-1 0 0,1 0 0 0 0,-1 0 0 0 0,1 1 1 0 0,0-1-1 0 0,0 1 0 0 0,0 1 0 0 0,13-5 1 0 0,-16 7-388 0 0,0 0 0 0 0,0 0 0 0 0,0 1-1 0 0,0-1 1 0 0,0 1 0 0 0,0 0 0 0 0,-1 0 0 0 0,1 1 0 0 0,0-1 0 0 0,0 1 0 0 0,0 0 0 0 0,0 0 0 0 0,0 0 0 0 0,-1 1 0 0 0,1-1-1 0 0,0 1 1 0 0,-1 0 0 0 0,1 0 0 0 0,-1 0 0 0 0,0 0 0 0 0,0 1 0 0 0,0-1 0 0 0,5 6 0 0 0,0 0-18 0 0,-1 1 0 0 0,0 0 0 0 0,-1 0 0 0 0,0 0 0 0 0,0 1 0 0 0,6 15 0 0 0,20 67-706 0 0,-10-29-1954 0 0,-9-29-3901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05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16 247 11058 0 0,'-6'-6'488'0'0,"2"2"105"0"0,1-1-473 0 0,2 2-120 0 0,-1 0 0 0 0,2 0 0 0 0,2-1 576 0 0,-1-5 96 0 0,3-4 24 0 0,2-5 0 0 0,5-3-152 0 0,1-2-32 0 0,2 0-7 0 0,3 0-1 0 0,3-1-1329 0 0,4 2-263 0 0,5-2-48 0 0,1 5-16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06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9218 0 0,'41'-11'7688'0'0,"-11"5"-6331"0"0,63-18-1449 0 0,-71 19-363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06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1 300 11522 0 0,'29'32'3613'0'0,"6"7"-1999"0"0,107 110 1715 0 0,-123-133-3089 0 0,0 0-1 0 0,0-1 1 0 0,2-1 0 0 0,0-1 0 0 0,0 0 0 0 0,28 10 0 0 0,-45-21-208 0 0,0 0 0 0 0,0-1 0 0 0,0 1 0 0 0,1-1 0 0 0,-1 0 0 0 0,0 0 0 0 0,1-1 0 0 0,-1 1 0 0 0,1-1 0 0 0,-1 0 0 0 0,1 0 0 0 0,-1 0 0 0 0,1-1 0 0 0,4-1 0 0 0,-6 1-19 0 0,-1-1 0 0 0,1 1 0 0 0,-1-1 0 0 0,1 1 0 0 0,-1-1-1 0 0,0 0 1 0 0,0 0 0 0 0,0 0 0 0 0,0-1 0 0 0,0 1 0 0 0,0 0 0 0 0,-1-1-1 0 0,1 1 1 0 0,-1-1 0 0 0,1 1 0 0 0,-1-1 0 0 0,0 0 0 0 0,0 1-1 0 0,0-1 1 0 0,-1 0 0 0 0,1 0 0 0 0,0-5 0 0 0,8-68 130 0 0,-3 0-1 0 0,-6-123 1 0 0,-1 36-6739 0 0,3 96-439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06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13 3681 0 0,'0'-1'48'0'0,"0"1"1"0"0,0-1 0 0 0,1 1-1 0 0,-1 0 1 0 0,0-1 0 0 0,0 1-1 0 0,0-1 1 0 0,0 1-1 0 0,0 0 1 0 0,-1-1 0 0 0,1 1-1 0 0,0 0 1 0 0,0-1-1 0 0,0 1 1 0 0,0-1 0 0 0,0 1-1 0 0,0 0 1 0 0,-1-1 0 0 0,1 1-1 0 0,0 0 1 0 0,0-1-1 0 0,-1 1 1 0 0,1 0 0 0 0,0-1-1 0 0,0 1 1 0 0,-1 0 0 0 0,1 0-1 0 0,0-1 1 0 0,-1 1-1 0 0,1 0 1 0 0,0 0 0 0 0,-1 0-1 0 0,1-1 1 0 0,0 1-1 0 0,-1 0 1 0 0,0 0 0 0 0,-15 7 2357 0 0,-11 17 464 0 0,20-14-2447 0 0,1-1 1 0 0,0 1-1 0 0,1 0 1 0 0,0 0 0 0 0,1 1-1 0 0,0-1 1 0 0,0 1 0 0 0,1 0-1 0 0,1 0 1 0 0,0 0-1 0 0,0 0 1 0 0,1 1 0 0 0,0-1-1 0 0,2 21 1 0 0,0-25-238 0 0,0 0-1 0 0,0-1 1 0 0,1 1 0 0 0,-1 0 0 0 0,2-1-1 0 0,-1 0 1 0 0,1 1 0 0 0,0-1 0 0 0,0 0-1 0 0,0 0 1 0 0,6 7 0 0 0,-5-9-78 0 0,0 0 1 0 0,-1-1 0 0 0,1 1-1 0 0,1-1 1 0 0,-1 0 0 0 0,0 0-1 0 0,1 0 1 0 0,-1-1 0 0 0,1 1-1 0 0,0-1 1 0 0,0 0 0 0 0,0-1-1 0 0,0 1 1 0 0,0-1 0 0 0,0 0-1 0 0,6 1 1 0 0,3-2-82 0 0,0 0 1 0 0,0 0 0 0 0,0-1-1 0 0,-1-1 1 0 0,1 0-1 0 0,-1-1 1 0 0,1 0 0 0 0,-1-1-1 0 0,20-9 1 0 0,29-17-5804 0 0,-21 7-964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07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1 123 11979 0 0,'4'-3'1064'0'0,"1"0"-848"0"0,-1 2-216 0 0,-1-2 0 0 0,0 1 72 0 0,3-2-72 0 0,4-5 80 0 0,8-4-80 0 0,6-4-824 0 0,1 0-209 0 0,-2 0-47 0 0,-2 4-8 0 0,0 1 848 0 0,-7 3 168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07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0 189 11979 0 0,'0'2'1280'0'0,"2"-2"-1280"0"0,-1 0 0 0 0,2 0 312 0 0,3-2 16 0 0,3 1 8 0 0,6-5 0 0 0,7-3-112 0 0,5-6-32 0 0,1-3 0 0 0,1-2 0 0 0,2-4-1344 0 0,0-1-280 0 0,2 0-49 0 0,1 1-15 0 0,1 2 1240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09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3 13827 0 0,'0'0'103'0'0,"-1"-1"0"0"0,1 1 0 0 0,-1 0 1 0 0,0-1-1 0 0,0 1 0 0 0,1 0 0 0 0,-1 0 0 0 0,0 0 0 0 0,1-1 0 0 0,-1 1 1 0 0,0 0-1 0 0,0 0 0 0 0,1 0 0 0 0,-1 0 0 0 0,0 0 0 0 0,0 0 1 0 0,1 0-1 0 0,-1 0 0 0 0,0 1 0 0 0,1-1 0 0 0,-1 0 0 0 0,0 0 0 0 0,0 1 1 0 0,1-1-1 0 0,-1 0 0 0 0,0 1 0 0 0,1-1 0 0 0,-1 1 0 0 0,1-1 1 0 0,-1 1-1 0 0,1-1 0 0 0,-1 1 0 0 0,1-1 0 0 0,-1 1 0 0 0,1-1 0 0 0,-1 1 1 0 0,0 0-1 0 0,1 2 51 0 0,0 0 0 0 0,0 0 0 0 0,0 0 0 0 0,1 0 0 0 0,-1 0 0 0 0,1 0 0 0 0,0-1 0 0 0,1 4-1 0 0,-2-3-93 0 0,109 498 619 0 0,-90-353-3361 0 0,-8-82-3617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09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4 206 5985 0 0,'-1'-4'117'0'0,"0"-1"-1"0"0,0 1 1 0 0,1-1-1 0 0,0 1 0 0 0,0-1 1 0 0,0 1-1 0 0,0-1 1 0 0,1 1-1 0 0,0-1 0 0 0,-1 1 1 0 0,2 0-1 0 0,-1-1 1 0 0,0 1-1 0 0,1 0 1 0 0,0 0-1 0 0,0 0 0 0 0,0 0 1 0 0,1 0-1 0 0,2-3 1 0 0,9-12 1004 0 0,0 1 0 0 0,22-22 0 0 0,-34 38-987 0 0,2-2 143 0 0,0 0 1 0 0,0 0 0 0 0,1 0 0 0 0,0 1 0 0 0,-1 0 0 0 0,1-1 0 0 0,0 2 0 0 0,11-5 0 0 0,-15 6-233 0 0,1 1 0 0 0,0-1 0 0 0,-1 1 1 0 0,1 0-1 0 0,0-1 0 0 0,-1 1 0 0 0,1 0 0 0 0,0 0 0 0 0,0 0 0 0 0,-1 1 0 0 0,1-1 1 0 0,0 0-1 0 0,-1 1 0 0 0,1-1 0 0 0,0 1 0 0 0,-1-1 0 0 0,1 1 0 0 0,-1 0 0 0 0,1 0 1 0 0,-1 0-1 0 0,1 0 0 0 0,-1 0 0 0 0,0 0 0 0 0,1 0 0 0 0,-1 0 0 0 0,0 0 0 0 0,0 1 1 0 0,0-1-1 0 0,0 0 0 0 0,0 1 0 0 0,0-1 0 0 0,0 1 0 0 0,0-1 0 0 0,0 3 0 0 0,3 6-5 0 0,0 0-1 0 0,-1 0 0 0 0,-1 0 0 0 0,1 0 0 0 0,-2 1 1 0 0,1-1-1 0 0,-1 1 0 0 0,-1-1 0 0 0,0 1 0 0 0,-1-1 1 0 0,-1 13-1 0 0,-5 20 123 0 0,-18 57 0 0 0,15-63-8 0 0,-10 32 368 0 0,11-42 156 0 0,1 1 1 0 0,1 0 0 0 0,-5 45-1 0 0,12-71-604 0 0,0-1 0 0 0,0 0-1 0 0,0 1 1 0 0,0-1 0 0 0,0 1 0 0 0,0-1-1 0 0,0 0 1 0 0,0 1 0 0 0,0-1 0 0 0,1 0-1 0 0,-1 1 1 0 0,1-1 0 0 0,-1 0 0 0 0,1 1-1 0 0,-1-1 1 0 0,1 0 0 0 0,0 0 0 0 0,0 0-1 0 0,1 2 1 0 0,-1-2-38 0 0,0-1 0 0 0,0 1 0 0 0,0-1 0 0 0,0 1 0 0 0,0-1 0 0 0,0 0 1 0 0,0 0-1 0 0,0 1 0 0 0,0-1 0 0 0,1 0 0 0 0,-1 0 0 0 0,0 0 0 0 0,0 0 0 0 0,0 0 0 0 0,0-1 0 0 0,0 1 0 0 0,0 0 0 0 0,0 0 0 0 0,2-1 1 0 0,6-3-32 0 0,0 0 1 0 0,0-1-1 0 0,0 0 1 0 0,11-9 0 0 0,-9 7-152 0 0,9-5-1024 0 0,0 0 1 0 0,1 1-1 0 0,33-11 0 0 0,-25 13-5304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09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 5529 0 0,'23'-10'4425'0'0,"29"-6"-1147"0"0,1 3-1 0 0,55-7 0 0 0,112 0-3696 0 0,-189 18-6545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11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523 1 11979 0 0,'1'0'90'0'0,"1"1"1"0"0,-1 0 0 0 0,0-1 0 0 0,-1 1 0 0 0,1 0 0 0 0,0 0 0 0 0,0 0 0 0 0,0 0 0 0 0,0 0 0 0 0,-1 0 0 0 0,1 0 0 0 0,-1 0-1 0 0,1 0 1 0 0,0 0 0 0 0,-1 1 0 0 0,0-1 0 0 0,1 0 0 0 0,-1 0 0 0 0,0 0 0 0 0,0 1 0 0 0,1-1 0 0 0,-1 0 0 0 0,0 0 0 0 0,0 2-1 0 0,2 35 506 0 0,-2-37-550 0 0,0 12-9 0 0,0 0 0 0 0,-1 0 0 0 0,-1 1 0 0 0,0-1 0 0 0,-1 0 0 0 0,0 0 0 0 0,-1-1 0 0 0,-1 1 0 0 0,0-1 0 0 0,0 0 0 0 0,-1 0 0 0 0,-1 0 1 0 0,0-1-1 0 0,-1 0 0 0 0,0 0 0 0 0,0-1 0 0 0,-1 0 0 0 0,-11 9 0 0 0,8-9-8 0 0,-1 0-1 0 0,0 0 1 0 0,-1-2 0 0 0,0 1-1 0 0,0-2 1 0 0,-1 0 0 0 0,0-1 0 0 0,0 0-1 0 0,0-1 1 0 0,-1-1 0 0 0,1 0-1 0 0,-1-1 1 0 0,0-1 0 0 0,-28 0-1 0 0,32-2-5 0 0,0 0-1 0 0,0-1 1 0 0,1 0-1 0 0,-1-1 1 0 0,0-1-1 0 0,1 0 1 0 0,-1 0-1 0 0,-15-8 0 0 0,22 8-8 0 0,0 1-1 0 0,1-1 1 0 0,0 0-1 0 0,0 0 1 0 0,0 0-1 0 0,0 0 1 0 0,0-1-1 0 0,1 0 1 0 0,-1 1-1 0 0,1-1 1 0 0,0-1-1 0 0,0 1 1 0 0,0 0-1 0 0,1-1 1 0 0,0 1-1 0 0,0-1 1 0 0,0 0-1 0 0,0 0 1 0 0,1 0-1 0 0,-1 1 1 0 0,1-2-1 0 0,0-4 1 0 0,1-2 55 0 0,0-1 0 0 0,0 1 0 0 0,1 0 0 0 0,1-1 0 0 0,0 1 0 0 0,1 0 0 0 0,0 0 1 0 0,1 0-1 0 0,0 0 0 0 0,1 1 0 0 0,0 0 0 0 0,1 0 0 0 0,7-11 0 0 0,-9 16-27 0 0,0 0 0 0 0,0 0 0 0 0,1 0 1 0 0,0 0-1 0 0,0 1 0 0 0,0 0 0 0 0,1 0 0 0 0,-1 0 0 0 0,1 1 0 0 0,0 0 0 0 0,0 0 0 0 0,1 0 0 0 0,-1 1 0 0 0,1 0 0 0 0,0 0 0 0 0,0 1 0 0 0,0 0 0 0 0,0 0 0 0 0,0 0 0 0 0,1 1 0 0 0,-1 0 0 0 0,0 1 0 0 0,10 0 0 0 0,-10 1 28 0 0,-1 0-1 0 0,1 1 1 0 0,-1 0-1 0 0,0 1 1 0 0,0-1 0 0 0,0 1-1 0 0,0 0 1 0 0,0 1 0 0 0,-1-1-1 0 0,1 1 1 0 0,-1 0-1 0 0,0 1 1 0 0,0-1 0 0 0,-1 1-1 0 0,1 0 1 0 0,-1 0-1 0 0,0 1 1 0 0,5 7 0 0 0,4 9 99 0 0,-1 1 1 0 0,-1-1-1 0 0,12 36 0 0 0,-13-29-102 0 0,-2 2 0 0 0,-1-1-1 0 0,-1 1 1 0 0,-2 0-1 0 0,1 34 1 0 0,-10 155-1111 0 0,2-159 228 0 0,1-19-356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11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0 241 4609 0 0,'12'-12'1406'0'0,"0"1"0"0"0,1 0-1 0 0,0 1 1 0 0,0 0 0 0 0,24-13 0 0 0,4-2-1062 0 0,21-21 481 0 0,43-27-2029 0 0,-100 70 1082 0 0,1 0 0 0 0,-1 0-1 0 0,1 1 1 0 0,0 0-1 0 0,11-3 1 0 0,-9 3 122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11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1 131 8290 0 0,'3'-2'736'0'0,"0"1"-584"0"0,1-2-152 0 0,-1 0 0 0 0,2-2 0 0 0,1-1 0 0 0,5-4 0 0 0,7-5 0 0 0,6-5-440 0 0,2-1-40 0 0,2 3 0 0 0,-3 5-8 0 0,-1 6 360 0 0,-2 1 128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11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4 153 6449 0 0,'-1'-5'362'0'0,"0"0"-1"0"0,1 1 0 0 0,-1-1 0 0 0,1 0 1 0 0,0 0-1 0 0,0 1 0 0 0,1-1 0 0 0,-1 0 0 0 0,1 1 1 0 0,0-1-1 0 0,0 1 0 0 0,0-1 0 0 0,1 1 1 0 0,0-1-1 0 0,0 1 0 0 0,0 0 0 0 0,0 0 1 0 0,1 0-1 0 0,5-7 0 0 0,-5 6 18 0 0,1 0 0 0 0,0 1 0 0 0,0 0 0 0 0,0 0 0 0 0,1 0 0 0 0,-1 0 0 0 0,1 1 0 0 0,0-1 1 0 0,0 1-1 0 0,0 1 0 0 0,1-1 0 0 0,-1 1 0 0 0,1 0 0 0 0,-1 0 0 0 0,11-2 0 0 0,-14 4-327 0 0,-1-1 0 0 0,1 1 1 0 0,0 0-1 0 0,-1 0 0 0 0,1 1 0 0 0,-1-1 1 0 0,1 0-1 0 0,-1 0 0 0 0,1 1 1 0 0,-1-1-1 0 0,1 1 0 0 0,-1-1 0 0 0,1 1 1 0 0,-1-1-1 0 0,0 1 0 0 0,1 0 0 0 0,-1 0 1 0 0,0 0-1 0 0,0 0 0 0 0,1 0 0 0 0,-1 0 1 0 0,1 2-1 0 0,0 0-28 0 0,0 0-1 0 0,0 0 1 0 0,-1 0 0 0 0,1 0 0 0 0,-1 1-1 0 0,1-1 1 0 0,-1 0 0 0 0,-1 1 0 0 0,2 4-1 0 0,0 8-68 0 0,-1-1 0 0 0,-1 0 0 0 0,-2 22 0 0 0,-5 16 12 0 0,-3-1-1 0 0,-2 0 1 0 0,-2 0 0 0 0,-26 60 0 0 0,36-101 52 0 0,4-10-17 0 0,-4 9 163 0 0,1 0-1 0 0,0 1 1 0 0,-2 15-1 0 0,5-24-139 0 0,-1-1-1 0 0,1 0 1 0 0,0 1-1 0 0,0-1 1 0 0,0 1-1 0 0,1-1 1 0 0,-1 1-1 0 0,0-1 1 0 0,0 1-1 0 0,1-1 1 0 0,-1 1-1 0 0,1-1 1 0 0,-1 0-1 0 0,1 1 1 0 0,1 1-1 0 0,-1-3-18 0 0,-1 1 1 0 0,1 0-1 0 0,0-1 1 0 0,0 1-1 0 0,0-1 1 0 0,0 0-1 0 0,0 1 0 0 0,0-1 1 0 0,0 0-1 0 0,0 0 1 0 0,0 1-1 0 0,-1-1 1 0 0,1 0-1 0 0,0 0 1 0 0,0 0-1 0 0,0 0 0 0 0,0 0 1 0 0,0 0-1 0 0,0 0 1 0 0,0-1-1 0 0,0 1 1 0 0,0 0-1 0 0,0 0 0 0 0,0-1 1 0 0,0 1-1 0 0,1-1 1 0 0,22-10-508 0 0,42-24 0 0 0,8-4-579 0 0,14 6-923 0 0,-42 20 607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12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1 3225 0 0,'-8'2'3351'0'0,"25"3"1234"0"0,-1 1-2766 0 0,-13-5-1565 0 0,0 1 1 0 0,-1 0-1 0 0,1 0 1 0 0,-1 1-1 0 0,0-1 0 0 0,0 0 1 0 0,1 1-1 0 0,-2-1 1 0 0,1 1-1 0 0,0 0 0 0 0,0 0 1 0 0,-1 0-1 0 0,0-1 1 0 0,1 1-1 0 0,-1 1 0 0 0,0-1 1 0 0,0 0-1 0 0,-1 0 0 0 0,1 0 1 0 0,-1 0-1 0 0,0 1 1 0 0,1-1-1 0 0,-1 0 0 0 0,-1 4 1 0 0,0 1-106 0 0,0-1-1 0 0,0 0 1 0 0,0 0 0 0 0,-1 0 0 0 0,0 0 0 0 0,-1 0 0 0 0,0 0 0 0 0,0-1 0 0 0,-5 10-1 0 0,-2-3-20 0 0,-1 0-1 0 0,0-1 0 0 0,0 0 0 0 0,-1 0 1 0 0,0-2-1 0 0,-1 1 0 0 0,-1-2 0 0 0,-20 12 1 0 0,16-11-457 0 0,0 0 1 0 0,-1-2-1 0 0,0 0 1 0 0,-1-1 0 0 0,0-1-1 0 0,-27 4 1 0 0,17-7-6768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12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0 405 11058 0 0,'9'5'808'0'0,"0"0"-1"0"0,0 0 1 0 0,-1 1-1 0 0,0 0 1 0 0,0 0-1 0 0,0 0 1 0 0,11 15-1 0 0,61 70 1006 0 0,-61-67-1120 0 0,7 8-449 0 0,36 39 7 0 0,-55-64-246 0 0,0 0-1 0 0,1 0 1 0 0,0-1 0 0 0,0-1-1 0 0,0 1 1 0 0,1-1 0 0 0,10 4-1 0 0,-17-8 12 0 0,0 0-1 0 0,1 0 1 0 0,-1-1-1 0 0,0 1 1 0 0,1-1-1 0 0,-1 1 1 0 0,0-1-1 0 0,1 0 1 0 0,-1 0-1 0 0,0 0 1 0 0,1 0-1 0 0,-1-1 1 0 0,0 1-1 0 0,1-1 1 0 0,-1 1-1 0 0,0-1 1 0 0,0 0-1 0 0,0 0 1 0 0,1 0-1 0 0,-1 0 1 0 0,0 0-1 0 0,0 0 1 0 0,0-1-1 0 0,-1 1 0 0 0,1-1 1 0 0,0 1-1 0 0,0-1 1 0 0,-1 0-1 0 0,1 1 1 0 0,-1-1-1 0 0,3-4 1 0 0,2-5 145 0 0,1 0 0 0 0,-2-1 0 0 0,0 0 0 0 0,6-19 0 0 0,-7 20-53 0 0,26-89 610 0 0,21-137 0 0 0,-29 125-2411 0 0,3 2-3534 0 0,-7 46-1860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14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1144 12899 0 0,'-9'-2'456'0'0,"-26"-11"464"0"0,32 11-817 0 0,0 0-1 0 0,0-1 1 0 0,0 1 0 0 0,0-1-1 0 0,1 0 1 0 0,-1 0-1 0 0,1 0 1 0 0,-1 0 0 0 0,1 0-1 0 0,0 0 1 0 0,-2-5-1 0 0,4 7-77 0 0,-1-1-1 0 0,1 1 0 0 0,0 0 1 0 0,-1-1-1 0 0,1 1 0 0 0,0 0 1 0 0,0-1-1 0 0,0 1 0 0 0,0-1 1 0 0,0 1-1 0 0,0 0 0 0 0,0-1 1 0 0,0 1-1 0 0,1-1 0 0 0,-1 1 1 0 0,0 0-1 0 0,1-1 0 0 0,-1 1 1 0 0,1 0-1 0 0,0 0 0 0 0,-1-1 1 0 0,1 1-1 0 0,0 0 0 0 0,0 0 1 0 0,0 0-1 0 0,0 0 0 0 0,0 0 1 0 0,0 0-1 0 0,0 0 0 0 0,0 0 1 0 0,0 1-1 0 0,0-1 0 0 0,1 0 1 0 0,-1 0-1 0 0,1 0 0 0 0,18-7-16 0 0,0 0-1 0 0,1 2 1 0 0,-1 0 0 0 0,1 1-1 0 0,31-3 1 0 0,-16 2-16 0 0,1270-168-643 0 0,-599 90 1200 0 0,1144-122 1120 0 0,-1314 167-1516 0 0,686-59 159 0 0,-9-9-782 0 0,-239 22-51 0 0,-406 27-1005 0 0,-5-35-1264 0 0,-498 78 2479 0 0,126-22 855 0 0,-171 35-11 0 0,-1 0 1 0 0,0 2-1 0 0,1 0 1 0 0,-1 1-1 0 0,0 1 0 0 0,0 1 1 0 0,27 8-1 0 0,-38-8-294 0 0,-1 0-1 0 0,1 1 1 0 0,-1-1-1 0 0,0 2 1 0 0,0-1-1 0 0,0 1 1 0 0,-1 1-1 0 0,0-1 1 0 0,0 1 0 0 0,0 0-1 0 0,6 9 1 0 0,-5-5-107 0 0,0 1 1 0 0,-1 0 0 0 0,0 0 0 0 0,-1 1-1 0 0,0 0 1 0 0,8 24 0 0 0,-5 1-140 0 0,-1-1-1 0 0,-2 2 1 0 0,-2-1 0 0 0,1 55 0 0 0,-2 137-461 0 0,21 331-165 0 0,127 241 1080 0 0,-106-605 143 0 0,7 82 198 0 0,-43-206-562 0 0,-1 139 1 0 0,-10-178-214 0 0,0-1 0 0 0,-2 1 0 0 0,-2-1 0 0 0,-1 0 0 0 0,-19 54 0 0 0,20-69-14 0 0,-2-1 1 0 0,0 0 0 0 0,-1 0 0 0 0,0 0-1 0 0,-1-1 1 0 0,-1 0 0 0 0,-1-1 0 0 0,0-1 0 0 0,-1 1-1 0 0,0-2 1 0 0,-27 20 0 0 0,14-16 4 0 0,0-1-1 0 0,-1-2 1 0 0,0 0 0 0 0,-1-2 0 0 0,-1-1 0 0 0,1-2-1 0 0,-2 0 1 0 0,1-2 0 0 0,-40 3 0 0 0,-34-2 17 0 0,-142-9 0 0 0,157 0-26 0 0,-1870 17 807 0 0,1536-5-756 0 0,-543 33 46 0 0,0 27-64 0 0,623-44-46 0 0,-306 11 86 0 0,-660-48-1 0 0,771-27 721 0 0,288 19-1923 0 0,0 3-4966 0 0,100 8-1366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14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32 21661 0 0,'-7'-8'355'0'0,"-21"-16"1595"0"0,35 47-2024 0 0,39 106-1154 0 0,-6 2 0 0 0,28 166 0 0 0,18 279 1472 0 0,10 255-491 0 0,-33-259-267 0 0,12 76-86 0 0,-40-332 473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27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12 566 10594 0 0,'-10'-31'1347'0'0,"10"30"-1178"0"0,0-1 0 0 0,-1 1 0 0 0,1 0 0 0 0,0-1 1 0 0,-1 1-1 0 0,1 0 0 0 0,0-1 0 0 0,0 1 0 0 0,0 0 1 0 0,0-1-1 0 0,0 1 0 0 0,0 0 0 0 0,1-1 0 0 0,-1 1 1 0 0,0 0-1 0 0,1-1 0 0 0,-1 1 0 0 0,1 0 0 0 0,1-3 1 0 0,-1 5-27 0 0,1-1 0 0 0,0 1 0 0 0,0-1 0 0 0,-1 1 0 0 0,1 0 0 0 0,0-1 0 0 0,-1 1 0 0 0,1 0 1 0 0,-1 0-1 0 0,1 0 0 0 0,-1 0 0 0 0,1 0 0 0 0,-1 1 0 0 0,0-1 0 0 0,1 0 0 0 0,-1 1 0 0 0,2 2 0 0 0,0-1 72 0 0,86 100 1325 0 0,112 165 0 0 0,-140-182-1433 0 0,-28-39-66 0 0,-2-2 36 0 0,2 0 0 0 0,63 64 0 0 0,-90-104-24 0 0,-1 0 1 0 0,0-1 0 0 0,1 1-1 0 0,0-1 1 0 0,0-1-1 0 0,0 1 1 0 0,1-1-1 0 0,-1 0 1 0 0,1-1-1 0 0,13 4 1 0 0,-17-5-16 0 0,0-1 0 0 0,1 1 0 0 0,-1-1 0 0 0,1 0 0 0 0,-1 0 1 0 0,1-1-1 0 0,-1 1 0 0 0,0-1 0 0 0,1 0 0 0 0,-1 0 0 0 0,0 0 0 0 0,0 0 0 0 0,0 0 0 0 0,1-1 1 0 0,-1 1-1 0 0,-1-1 0 0 0,1 0 0 0 0,0 0 0 0 0,0 0 0 0 0,-1 0 0 0 0,1-1 0 0 0,-1 1 0 0 0,1-1 0 0 0,2-4 1 0 0,4-6 31 0 0,0-1 1 0 0,-1-1-1 0 0,-1 0 1 0 0,0 0-1 0 0,-1 0 1 0 0,-1-1-1 0 0,7-31 1 0 0,11-119 296 0 0,-21 154-337 0 0,10-358 519 0 0,-5 83-1956 0 0,13 97-4763 0 0,-7 122-1165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27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17972 0 0,'7'8'375'0'0,"-1"1"-1"0"0,0-1 1 0 0,0 1 0 0 0,-1 1 0 0 0,0-1 0 0 0,-1 1-1 0 0,0-1 1 0 0,5 21 0 0 0,19 98 584 0 0,-21-86-860 0 0,3 9-51 0 0,95 444-1417 0 0,-97-465-700 0 0,-2-3-4893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28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46 11058 0 0,'-38'25'1110'0'0,"25"-16"-290"0"0,-1 0 0 0 0,1 0-1 0 0,-1-2 1 0 0,-1 0 0 0 0,-22 8-1 0 0,65-48-53 0 0,-14 21-757 0 0,1 1 1 0 0,1 0 0 0 0,0 1-1 0 0,0 0 1 0 0,18-7 0 0 0,-24 13-4 0 0,-1 0 1 0 0,0 1-1 0 0,1 0 1 0 0,-1 1 0 0 0,1-1-1 0 0,0 2 1 0 0,0 0 0 0 0,0 0-1 0 0,0 0 1 0 0,0 2 0 0 0,12 0-1 0 0,-20 0-6 0 0,1-1 0 0 0,-1 1-1 0 0,0-1 1 0 0,1 1 0 0 0,-1 0-1 0 0,0 0 1 0 0,1 0 0 0 0,-1 0-1 0 0,0 1 1 0 0,0-1 0 0 0,0 1-1 0 0,0-1 1 0 0,0 1 0 0 0,0-1-1 0 0,-1 1 1 0 0,1 0 0 0 0,0 0-1 0 0,-1 0 1 0 0,2 2 0 0 0,-1 0-27 0 0,-1 0 1 0 0,1 0-1 0 0,-1 1 1 0 0,0-1-1 0 0,0 0 1 0 0,0 0-1 0 0,0 1 1 0 0,-1-1 0 0 0,0 0-1 0 0,0 6 1 0 0,-2 9-158 0 0,0 0 0 0 0,-2 1 1 0 0,-11 34-1 0 0,12-43 127 0 0,2-9 49 0 0,1-1 0 0 0,-1 1 1 0 0,1-1-1 0 0,-1 1 0 0 0,1-1 1 0 0,0 1-1 0 0,0-1 0 0 0,0 1 1 0 0,0 0-1 0 0,0-1 0 0 0,0 1 1 0 0,0-1-1 0 0,1 1 0 0 0,-1-1 1 0 0,0 1-1 0 0,2 1 0 0 0,-2-2-4 0 0,1 0-1 0 0,-1-1 1 0 0,1 1 0 0 0,0 0-1 0 0,-1-1 1 0 0,1 1 0 0 0,0-1-1 0 0,-1 1 1 0 0,1-1-1 0 0,0 1 1 0 0,0-1 0 0 0,0 1-1 0 0,0-1 1 0 0,-1 0 0 0 0,1 1-1 0 0,0-1 1 0 0,0 0-1 0 0,0 0 1 0 0,0 0 0 0 0,1 0-1 0 0,6 0-35 0 0,0-1-1 0 0,0 0 0 0 0,0 0 0 0 0,0-1 1 0 0,9-3-1 0 0,6-1 286 0 0,-9 4-133 0 0,1 1 0 0 0,-1 0 0 0 0,0 0 0 0 0,1 1 0 0 0,-1 1 0 0 0,0 1 0 0 0,23 4 0 0 0,-31-4-56 0 0,1-1 0 0 0,-1 1 1 0 0,0 0-1 0 0,-1 1 0 0 0,1-1 1 0 0,0 1-1 0 0,-1 0 0 0 0,1 1 1 0 0,-1-1-1 0 0,0 1 0 0 0,0 0 0 0 0,-1 0 1 0 0,1 1-1 0 0,-1-1 0 0 0,0 1 1 0 0,0 0-1 0 0,0 0 0 0 0,-1 0 1 0 0,6 11-1 0 0,-8-11 42 0 0,0 0 0 0 0,0-1-1 0 0,-1 1 1 0 0,1 0 0 0 0,-1 0 0 0 0,0 0 0 0 0,-1 0-1 0 0,1 0 1 0 0,-1 0 0 0 0,0 0 0 0 0,0-1 0 0 0,0 1 0 0 0,-1 0-1 0 0,1-1 1 0 0,-1 1 0 0 0,-1-1 0 0 0,1 1 0 0 0,0-1 0 0 0,-6 6-1 0 0,-6 10-172 0 0,-1 0 1 0 0,-26 26-1 0 0,36-42-77 0 0,-64 61-5125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28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 8754 0 0,'-3'-4'3570'0'0,"2"21"632"0"0,10 11-3055 0 0,2-1 0 0 0,0 0 0 0 0,2 0-1 0 0,28 44 1 0 0,22 46-383 0 0,-38-60-500 0 0,26 94 0 0 0,-43-121-624 0 0,5 48-1 0 0,-11-55-1052 0 0,-2-1 0 0 0,-2 43 0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28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2 112 5065 0 0,'0'-2'58'0'0,"-1"0"1"0"0,1 0-1 0 0,0 0 0 0 0,0 0 1 0 0,0 0-1 0 0,0 0 1 0 0,0 0-1 0 0,1 0 0 0 0,-1 0 1 0 0,0 0-1 0 0,1 0 0 0 0,0 1 1 0 0,-1-1-1 0 0,1 0 0 0 0,0 0 1 0 0,0 0-1 0 0,0 1 0 0 0,0-1 1 0 0,1 0-1 0 0,-1 1 0 0 0,0-1 1 0 0,0 1-1 0 0,1-1 1 0 0,-1 1-1 0 0,1 0 0 0 0,0 0 1 0 0,2-2-1 0 0,7-5 713 0 0,0 1-1 0 0,21-11 1 0 0,-30 18-700 0 0,7-5 352 0 0,1 1 1 0 0,0 0-1 0 0,0 0 1 0 0,0 1-1 0 0,0 1 1 0 0,0 0-1 0 0,1 0 1 0 0,-1 1-1 0 0,1 0 1 0 0,-1 1-1 0 0,1 0 1 0 0,-1 1-1 0 0,1 0 0 0 0,-1 0 1 0 0,1 1-1 0 0,-1 1 1 0 0,0 0-1 0 0,18 7 1 0 0,-18-5-275 0 0,0 1 0 0 0,-1 0 0 0 0,1 0 1 0 0,-1 1-1 0 0,0 0 0 0 0,-1 1 0 0 0,0-1 1 0 0,0 2-1 0 0,-1-1 0 0 0,0 1 0 0 0,0 0 0 0 0,-1 1 1 0 0,0 0-1 0 0,-1-1 0 0 0,0 2 0 0 0,0-1 0 0 0,4 16 1 0 0,-4-8-63 0 0,-1 1 0 0 0,-1-1 0 0 0,0 0 0 0 0,-2 1 0 0 0,0 0 1 0 0,-1-1-1 0 0,-1 1 0 0 0,0-1 0 0 0,-1 1 0 0 0,-2-1 0 0 0,0 1 1 0 0,0-1-1 0 0,-2-1 0 0 0,-8 19 0 0 0,8-21-344 0 0,-2-1-1 0 0,0 0 1 0 0,0-1-1 0 0,-1 0 1 0 0,-1 0-1 0 0,-11 11 1 0 0,0-4-6683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29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82 10594 0 0,'0'0'41'0'0,"0"1"-1"0"0,0-1 1 0 0,0 1 0 0 0,0-1-1 0 0,0 0 1 0 0,0 1-1 0 0,0-1 1 0 0,1 1-1 0 0,-1-1 1 0 0,0 0 0 0 0,0 1-1 0 0,0-1 1 0 0,0 1-1 0 0,1-1 1 0 0,-1 0-1 0 0,0 1 1 0 0,0-1 0 0 0,1 0-1 0 0,-1 1 1 0 0,0-1-1 0 0,0 0 1 0 0,1 1-1 0 0,-1-1 1 0 0,0 0 0 0 0,1 0-1 0 0,-1 1 1 0 0,0-1-1 0 0,1 0 1 0 0,-1 0-1 0 0,1 0 1 0 0,-1 0 0 0 0,1 1-1 0 0,17-3 1602 0 0,17-14 259 0 0,-34 15-1919 0 0,43-28 1071 0 0,-37 23-1925 0 0,1 0 0 0 0,1 1 0 0 0,-1-1 0 0 0,1 1 0 0 0,0 1 1 0 0,14-5-1 0 0,-10 6 282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29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86 10138 0 0,'-5'5'896'0'0,"4"-4"-712"0"0,1 1-184 0 0,0-1 0 0 0,1-1 545 0 0,1 0 63 0 0,-1 0 24 0 0,4-1 0 0 0,1 1 280 0 0,4-3 56 0 0,2-2 17 0 0,0-2-1 0 0,2-2-984 0 0,6-3-160 0 0,-1-3-56 0 0,3-1-8 0 0,3 1 224 0 0,-3 4-80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29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74 11058 0 0,'2'-3'256'0'0,"0"0"0"0"0,1 1-1 0 0,-1-1 1 0 0,1 0 0 0 0,-1 1 0 0 0,1 0-1 0 0,0 0 1 0 0,0-1 0 0 0,0 1-1 0 0,0 1 1 0 0,6-4 0 0 0,-3 2-27 0 0,3-3-9 0 0,0 1-1 0 0,0 1 0 0 0,0-1 1 0 0,1 1-1 0 0,0 1 0 0 0,-1 0 1 0 0,1 0-1 0 0,1 1 1 0 0,-1 0-1 0 0,0 1 0 0 0,15 0 1 0 0,-18 1-162 0 0,-1 1 0 0 0,1 0 0 0 0,0 0 0 0 0,0 1 0 0 0,0 0 0 0 0,-1 0 0 0 0,1 1 0 0 0,-1 0 0 0 0,1 0 0 0 0,-1 0 0 0 0,0 1 0 0 0,-1-1 0 0 0,1 2 0 0 0,0-1 0 0 0,-1 1 0 0 0,0-1 0 0 0,0 1 0 0 0,4 7 0 0 0,1 1-29 0 0,-2 0 0 0 0,0 1 0 0 0,0 0 0 0 0,-2 1 0 0 0,0 0 0 0 0,0 0 0 0 0,-1 0 0 0 0,-1 0 0 0 0,-1 1 1 0 0,0-1-1 0 0,1 28 0 0 0,-2 13 68 0 0,-10 109-1 0 0,2-98-21 0 0,-7 112 145 0 0,13-140-448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30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19812 0 0,'-13'21'880'0'0,"7"-11"177"0"0,0 0-841 0 0,3-2-216 0 0,1-4 0 0 0,2-1 0 0 0,0 2 88 0 0,2 0-24 0 0,1 3-64 0 0,-3-4 96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29.4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0 521 7370 0 0,'35'20'8596'0'0,"33"34"-8105"0"0,-42-33 533 0 0,339 254 1609 0 0,-343-258-2628 0 0,-15-11 113 0 0,-1-1 0 0 0,2 1 1 0 0,-1-2-1 0 0,1 1 0 0 0,8 3 0 0 0,-16-7-87 0 0,1-1-1 0 0,-1 0 0 0 0,0 0 0 0 0,1 0 0 0 0,-1 0 0 0 0,0 0 1 0 0,0 0-1 0 0,1 1 0 0 0,-1-1 0 0 0,0 0 0 0 0,1 0 0 0 0,-1 0 1 0 0,0 0-1 0 0,0 0 0 0 0,1 0 0 0 0,-1 0 0 0 0,0-1 0 0 0,1 1 1 0 0,-1 0-1 0 0,0 0 0 0 0,1 0 0 0 0,-1 0 0 0 0,0 0 0 0 0,0 0 1 0 0,1 0-1 0 0,-1-1 0 0 0,0 1 0 0 0,0 0 0 0 0,1 0 0 0 0,-1 0 1 0 0,0-1-1 0 0,0 1 0 0 0,0 0 0 0 0,1 0 0 0 0,-1 0 0 0 0,0-1 1 0 0,0 1-1 0 0,0-1 0 0 0,1-15 486 0 0,-10-21-262 0 0,9 35-208 0 0,-61-181 738 0 0,-22-78-605 0 0,75 230-620 0 0,-8-27 704 0 0,-10-75 1 0 0,24 111-890 0 0,1-1 0 0 0,2-29 1 0 0,0 37-698 0 0,1 0 0 0 0,1 0 0 0 0,0 1 0 0 0,7-21 0 0 0,2 9-5301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30.0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19 6449 0 0,'-13'-19'15740'0'0,"10"19"-15484"0"0,2 0-268 0 0,0 0-1 0 0,0 1 1 0 0,0-1 0 0 0,0 0 0 0 0,1 0-1 0 0,-1 0 1 0 0,0 1 0 0 0,0-1 0 0 0,0 0 0 0 0,1 1-1 0 0,-1-1 1 0 0,0 1 0 0 0,0-1 0 0 0,1 1-1 0 0,-1-1 1 0 0,0 1 0 0 0,1 0 0 0 0,-1-1 0 0 0,0 1-1 0 0,1 0 1 0 0,-1-1 0 0 0,1 1 0 0 0,-1 0-1 0 0,1 0 1 0 0,0-1 0 0 0,-1 1 0 0 0,1 0 0 0 0,0 0-1 0 0,-1 0 1 0 0,1 0 0 0 0,0 0 0 0 0,0-1-1 0 0,0 1 1 0 0,0 0 0 0 0,0 2 0 0 0,0 0-37 0 0,0 0 0 0 0,0 0 0 0 0,0 0 0 0 0,1 0 0 0 0,-1 0 0 0 0,1-1 0 0 0,0 1 1 0 0,1 4-1 0 0,227 398 1877 0 0,-212-379-2157 0 0,41 48-1 0 0,-18-38-3947 0 0,-34-31 2720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30.2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1 111 2761 0 0,'2'-5'406'0'0,"0"-1"-1"0"0,1 1 1 0 0,-1 0 0 0 0,1 0 0 0 0,1 0 0 0 0,-1 0 0 0 0,1 1 0 0 0,-1-1 0 0 0,1 1 0 0 0,1 0 0 0 0,-1 0 0 0 0,1 0 0 0 0,-1 1 0 0 0,1 0 0 0 0,8-4 0 0 0,-3 1 443 0 0,0 1 1 0 0,0 0 0 0 0,1 1-1 0 0,0 0 1 0 0,0 0 0 0 0,22-3-1 0 0,-28 6-693 0 0,1 1 0 0 0,-1 0 0 0 0,1-1 0 0 0,-1 2 0 0 0,1-1 0 0 0,-1 1 0 0 0,0 0 1 0 0,1 0-1 0 0,-1 0 0 0 0,0 1 0 0 0,0-1 0 0 0,0 1 0 0 0,0 1 0 0 0,0-1 0 0 0,0 1 0 0 0,7 5 0 0 0,-7-4-17 0 0,-1 0 1 0 0,0 1-1 0 0,0 0 1 0 0,0-1-1 0 0,-1 2 1 0 0,1-1-1 0 0,-1 0 1 0 0,-1 1-1 0 0,1-1 1 0 0,-1 1-1 0 0,0 0 1 0 0,0-1-1 0 0,0 1 1 0 0,1 11-1 0 0,0 10-261 0 0,0 0 0 0 0,-2 1-1 0 0,-4 48 1 0 0,-19 83-1778 0 0,15-118 1102 0 0,4-19-5273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30.5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54 3225 0 0,'-43'42'12754'0'0,"60"-55"-13550"0"0,8-11-1409 0 0,-19 18 2076 0 0,1-1 0 0 0,0 1 1 0 0,0 0-1 0 0,1 0 0 0 0,0 1 0 0 0,0 0 0 0 0,0 0 0 0 0,11-4 1 0 0,-4 5 128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5:30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0 178 10594 0 0,'8'-23'-3'0'0,"20"-37"0"0"0,-24 52-396 0 0,1 0 0 0 0,-1 0 0 0 0,2 0 0 0 0,-1 0 0 0 0,1 1 0 0 0,0 0 0 0 0,1 1 1 0 0,0-1-1 0 0,0 1 0 0 0,14-9 0 0 0,-9 8 280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52.3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144 321 10138 0 0,'-10'-26'1042'0'0,"-14"-47"0"0"0,19 52-83 0 0,-1 0 0 0 0,-2 0 0 0 0,-17-35 0 0 0,25 55-876 0 0,-1-1 0 0 0,0 1 1 0 0,1 0-1 0 0,-1-1 0 0 0,0 1 0 0 0,0 0 1 0 0,0 0-1 0 0,0-1 0 0 0,0 1 0 0 0,0 0 0 0 0,0 0 1 0 0,0 0-1 0 0,0 0 0 0 0,0 1 0 0 0,-1-1 0 0 0,1 0 1 0 0,0 0-1 0 0,-1 1 0 0 0,1-1 0 0 0,0 1 0 0 0,-1-1 1 0 0,-1 0-1 0 0,2 2-29 0 0,0-1 0 0 0,0 1 1 0 0,0-1-1 0 0,0 1 0 0 0,0-1 1 0 0,0 1-1 0 0,0-1 0 0 0,0 1 1 0 0,0 0-1 0 0,0 0 0 0 0,0 0 1 0 0,0-1-1 0 0,1 1 0 0 0,-1 0 1 0 0,0 0-1 0 0,1 0 0 0 0,-1 0 0 0 0,0 0 1 0 0,1 0-1 0 0,0 1 0 0 0,-1 0 1 0 0,-3 8 106 0 0,1 1-1 0 0,0 0 1 0 0,0 0 0 0 0,-1 16 0 0 0,1 14-271 0 0,1 1 1 0 0,3-1-1 0 0,0 1 0 0 0,3-1 0 0 0,2 0 1 0 0,1 0-1 0 0,2 0 0 0 0,2-1 0 0 0,2-1 1 0 0,19 43-1 0 0,-27-71 84 0 0,1-1-1 0 0,0 0 1 0 0,1 1-1 0 0,0-2 1 0 0,0 1-1 0 0,1-1 1 0 0,0 0-1 0 0,1-1 1 0 0,0 0-1 0 0,16 11 1 0 0,-17-14 42 0 0,0-1 0 0 0,0 0 0 0 0,0 0-1 0 0,1-1 1 0 0,-1 0 0 0 0,1-1 0 0 0,0 0 0 0 0,0 0 0 0 0,0-1-1 0 0,0 0 1 0 0,0 0 0 0 0,0-1 0 0 0,0-1 0 0 0,15-1 0 0 0,-12 0 61 0 0,0-1 1 0 0,0 0-1 0 0,-1 0 1 0 0,1-1-1 0 0,-1-1 1 0 0,0 0-1 0 0,0 0 1 0 0,-1-1 0 0 0,1-1-1 0 0,-2 0 1 0 0,1 0-1 0 0,-1 0 1 0 0,0-2-1 0 0,0 1 1 0 0,-1-1-1 0 0,0 0 1 0 0,0-1-1 0 0,-1 1 1 0 0,-1-1 0 0 0,0-1-1 0 0,0 0 1 0 0,4-12-1 0 0,-4 8-14 0 0,0-1-1 0 0,-2 0 0 0 0,0 0 1 0 0,0-1-1 0 0,-2 1 1 0 0,0-1-1 0 0,-1 0 0 0 0,0 1 1 0 0,-2-1-1 0 0,0 0 1 0 0,-1 0-1 0 0,0 1 0 0 0,-1-1 1 0 0,-1 1-1 0 0,-10-26 1 0 0,-5 1-235 0 0,-1 1 0 0 0,-1 0-1 0 0,-3 2 1 0 0,-1 1 0 0 0,-2 0 0 0 0,-35-36 0 0 0,46 54-1748 0 0,4 2-4790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7:52.6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1 385 10594 0 0,'0'0'819'0'0,"19"12"-61"0"0,78 60 2740 0 0,-67-47-2481 0 0,2-1 0 0 0,1-2 0 0 0,51 26 1 0 0,-82-47-958 0 0,0 1 0 0 0,1-1 0 0 0,0 0 0 0 0,-1 0 1 0 0,1 0-1 0 0,-1-1 0 0 0,1 1 0 0 0,0-1 1 0 0,0 1-1 0 0,-1-1 0 0 0,1 0 0 0 0,0 0 0 0 0,0 0 1 0 0,-1 0-1 0 0,1 0 0 0 0,0-1 0 0 0,0 1 0 0 0,-1-1 1 0 0,1 0-1 0 0,3-1 0 0 0,-5 0 10 0 0,1 1 0 0 0,0-1 1 0 0,-1 0-1 0 0,0 0 0 0 0,1 1 0 0 0,-1-1 0 0 0,0 0 0 0 0,0 0 0 0 0,0-1 1 0 0,0 1-1 0 0,0 0 0 0 0,-1 0 0 0 0,1 0 0 0 0,-1 0 0 0 0,1-1 0 0 0,-1 1 0 0 0,0 0 1 0 0,0-1-1 0 0,0 1 0 0 0,0 0 0 0 0,0 0 0 0 0,0-1 0 0 0,-1 1 0 0 0,-1-4 1 0 0,-9-45 681 0 0,-2 0 0 0 0,-36-85 0 0 0,-10-35-283 0 0,56 162-586 0 0,0 0-1 0 0,2 0 0 0 0,-1-1 0 0 0,1 1 0 0 0,0 0 1 0 0,1-1-1 0 0,0 1 0 0 0,2-15 0 0 0,6-4-298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9:13.7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92 173 9218 0 0,'-43'-54'2891'0'0,"43"54"-2843"0"0,-1 0 0 0 0,1-1 0 0 0,-1 1 0 0 0,1 0 0 0 0,-1 0 0 0 0,0 0 0 0 0,1 0 0 0 0,-1 0 0 0 0,1 0 0 0 0,-1 0 0 0 0,1 0 0 0 0,-1 0 0 0 0,1 0 0 0 0,-1 0 0 0 0,1 0 0 0 0,-1 0 0 0 0,1 0-1 0 0,-1 0 1 0 0,1 0 0 0 0,-1 1 0 0 0,1-1 0 0 0,-1 0 0 0 0,1 0 0 0 0,-1 1 0 0 0,1-1 0 0 0,-1 0 0 0 0,1 1 0 0 0,-1-1 0 0 0,1 0 0 0 0,0 1 0 0 0,-1-1 0 0 0,1 1 0 0 0,0-1 0 0 0,-1 1 0 0 0,1-1 0 0 0,0 1 0 0 0,0-1 0 0 0,0 1 0 0 0,-1-1 0 0 0,1 1-1 0 0,0-1 1 0 0,0 1 0 0 0,0-1 0 0 0,0 1 0 0 0,0 0 0 0 0,-10 29 401 0 0,10-28-346 0 0,-6 24-7 0 0,0 0 0 0 0,3 0 0 0 0,0 1 0 0 0,1-1 0 0 0,2 1 0 0 0,0 0 0 0 0,8 45 0 0 0,-6-60-45 0 0,1 1 0 0 0,0-1-1 0 0,1 0 1 0 0,0 0 0 0 0,1 0-1 0 0,0-1 1 0 0,1 1 0 0 0,0-1-1 0 0,1-1 1 0 0,0 1 0 0 0,1-1-1 0 0,0 0 1 0 0,0-1 0 0 0,1 0-1 0 0,1 0 1 0 0,-1-1 0 0 0,1 0 0 0 0,15 8-1 0 0,-21-14-30 0 0,0 1-1 0 0,0-1 0 0 0,1 0 1 0 0,-1 0-1 0 0,1-1 1 0 0,-1 1-1 0 0,1-1 0 0 0,-1 0 1 0 0,1-1-1 0 0,0 1 1 0 0,0-1-1 0 0,-1 0 0 0 0,1 0 1 0 0,0 0-1 0 0,0 0 1 0 0,-1-1-1 0 0,1 0 0 0 0,0 0 1 0 0,-1 0-1 0 0,1-1 1 0 0,-1 0-1 0 0,1 1 0 0 0,-1-1 1 0 0,0-1-1 0 0,6-3 1 0 0,-5 2 86 0 0,0-1 1 0 0,0 0 0 0 0,0 0 0 0 0,0 0-1 0 0,-1-1 1 0 0,0 0 0 0 0,0 1 0 0 0,0-1-1 0 0,-1-1 1 0 0,0 1 0 0 0,0 0 0 0 0,-1-1-1 0 0,1 0 1 0 0,-1 1 0 0 0,-1-1 0 0 0,2-12-1 0 0,-1-14 167 0 0,-2 0 0 0 0,-2 0-1 0 0,-1 0 1 0 0,-1 0 0 0 0,-2 1-1 0 0,-14-47 1 0 0,13 55-257 0 0,-2 0-1 0 0,0 1 1 0 0,-16-28 0 0 0,18 39-23 0 0,0 1 0 0 0,0 0 0 0 0,-1 0 0 0 0,-1 0 0 0 0,0 1 1 0 0,-1 0-1 0 0,-17-14 0 0 0,24 23-154 0 0,1-1 1 0 0,0 1-1 0 0,0-1 1 0 0,-1 1-1 0 0,1 0 1 0 0,-1 0-1 0 0,1 0 1 0 0,-1 1-1 0 0,1-1 0 0 0,-1 0 1 0 0,0 1-1 0 0,1 0 1 0 0,-1 0-1 0 0,0-1 1 0 0,-4 2-1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1:59:14.5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49 130 4609 0 0,'-2'-1'159'0'0,"1"1"0"0"0,-1-1 0 0 0,0 0 0 0 0,0 0 0 0 0,1 1 0 0 0,-1-1 0 0 0,0 1 0 0 0,0-1 0 0 0,0 1 0 0 0,0 0 0 0 0,0 0 0 0 0,0 0 0 0 0,0 0 0 0 0,-2 0 0 0 0,3 1-87 0 0,0-1 0 0 0,0 0 0 0 0,0 1-1 0 0,0-1 1 0 0,1 1 0 0 0,-1-1 0 0 0,0 1 0 0 0,0-1 0 0 0,0 1-1 0 0,1 0 1 0 0,-1-1 0 0 0,0 1 0 0 0,1 0 0 0 0,-1 0 0 0 0,1-1-1 0 0,-1 1 1 0 0,1 0 0 0 0,-1 0 0 0 0,1 0 0 0 0,-1 1-1 0 0,0 1-1 0 0,0 1 0 0 0,1-1-1 0 0,-1 1 1 0 0,1-1-1 0 0,0 1 1 0 0,0-1-1 0 0,0 1 1 0 0,1-1 0 0 0,-1 1-1 0 0,1-1 1 0 0,-1 1-1 0 0,1-1 1 0 0,1 0-1 0 0,0 4 1 0 0,7 11 139 0 0,0 0 0 0 0,1-1 0 0 0,1 0 0 0 0,1-1 0 0 0,0 0 0 0 0,24 22 0 0 0,-13-15 9 0 0,2-2 0 0 0,0 0-1 0 0,36 21 1 0 0,-59-40-186 0 0,1 0 0 0 0,1 0 0 0 0,-1 0 0 0 0,0-1 1 0 0,0 0-1 0 0,0 1 0 0 0,1-1 0 0 0,-1 0 0 0 0,1-1 0 0 0,-1 1 0 0 0,1 0 1 0 0,-1-1-1 0 0,6 0 0 0 0,-8 0 38 0 0,1-1 0 0 0,-1 1 0 0 0,1-1 1 0 0,-1 0-1 0 0,0 1 0 0 0,1-1 0 0 0,-1 0 1 0 0,0 0-1 0 0,0 0 0 0 0,0 0 0 0 0,1 0 0 0 0,-1 0 1 0 0,0 0-1 0 0,0 0 0 0 0,0 0 0 0 0,-1-1 1 0 0,1 1-1 0 0,0 0 0 0 0,0 0 0 0 0,-1-1 0 0 0,1 1 1 0 0,-1-1-1 0 0,1 1 0 0 0,-1-1 0 0 0,1 1 1 0 0,-1-1-1 0 0,0 1 0 0 0,0-1 0 0 0,0 1 0 0 0,0-1 1 0 0,0 1-1 0 0,0-2 0 0 0,-1-124 2413 0 0,-1 91-3200 0 0,1 0-1 0 0,2-1 0 0 0,2 1 0 0 0,1 0 1 0 0,11-45-1 0 0,-6 52-544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21.8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21 4145 0 0,'3'-21'3269'0'0,"-2"22"-3101"0"0,1 0 1 0 0,-1-1-1 0 0,0 1 0 0 0,0 0 0 0 0,0 0 1 0 0,0-1-1 0 0,0 1 0 0 0,0 0 1 0 0,0 0-1 0 0,0 0 0 0 0,0 0 0 0 0,0 0 1 0 0,-1 1-1 0 0,1-1 0 0 0,0 0 1 0 0,-1 0-1 0 0,1 0 0 0 0,-1 1 0 0 0,1 1 1 0 0,7 30 495 0 0,-1 0 1 0 0,-2 1 0 0 0,-1 0 0 0 0,-2-1 0 0 0,-2 36-1 0 0,0-52-493 0 0,-3 175 702 0 0,-1-90-1316 0 0,18 188 0 0 0,-13-285 201 0 0,4 23-667 0 0,-5-27 750 0 0,0 0-1 0 0,0 0 1 0 0,0 0 0 0 0,1 0 0 0 0,-1 0 0 0 0,0 0 0 0 0,1 0-1 0 0,-1 0 1 0 0,1 0 0 0 0,-1-1 0 0 0,1 1 0 0 0,-1 0-1 0 0,1 0 1 0 0,0 0 0 0 0,0-1 0 0 0,-1 1 0 0 0,1 0 0 0 0,0-1-1 0 0,0 1 1 0 0,0 0 0 0 0,1 0 0 0 0,-2-1 53 0 0,1 0 1 0 0,-1-1-1 0 0,1 1 1 0 0,-1 0-1 0 0,1 0 1 0 0,-1-1-1 0 0,1 1 1 0 0,-1 0 0 0 0,1 0-1 0 0,-1-1 1 0 0,1 1-1 0 0,-1-1 1 0 0,0 1-1 0 0,1 0 1 0 0,-1-1-1 0 0,0 1 1 0 0,1-1-1 0 0,-1 1 1 0 0,0-1-1 0 0,1 1 1 0 0,-1-1-1 0 0,0 1 1 0 0,0-1-1 0 0,0 1 1 0 0,0-1-1 0 0,1 1 1 0 0,-1-1-1 0 0,0 1 1 0 0,0-1-1 0 0,0 0 1 0 0,0 0-1 0 0,0-11-2550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22.2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 10594 0 0,'1'-2'21'0'0,"0"0"0"0"0,0 1 0 0 0,0-1 0 0 0,1 1-1 0 0,-1-1 1 0 0,1 1 0 0 0,-1 0 0 0 0,1-1 0 0 0,-1 1-1 0 0,3-1 1 0 0,-3 1-12 0 0,-1 1 0 0 0,1 0 0 0 0,0 0 0 0 0,-1 0 0 0 0,1-1 0 0 0,0 1 0 0 0,-1 0 0 0 0,1 0 0 0 0,0 0 0 0 0,-1 0 0 0 0,1 0 0 0 0,0 0 0 0 0,-1 0 0 0 0,1 0 0 0 0,0 1 0 0 0,-1-1 0 0 0,1 0 0 0 0,0 0-1 0 0,-1 0 1 0 0,1 1 0 0 0,0-1 0 0 0,1 2 4 0 0,0 0 0 0 0,-1-1-1 0 0,1 1 1 0 0,0 0 0 0 0,-1 0-1 0 0,0 0 1 0 0,1 0 0 0 0,-1 0-1 0 0,0 1 1 0 0,0-1 0 0 0,0 0-1 0 0,0 0 1 0 0,-1 1 0 0 0,2 3-1 0 0,15 78 123 0 0,-10-41 136 0 0,3 0 0 0 0,23 65 0 0 0,-29-97-233 0 0,0-1 0 0 0,1 1 0 0 0,0-1 1 0 0,1 0-1 0 0,0-1 0 0 0,1 0 0 0 0,0 0 0 0 0,1 0 1 0 0,-1-1-1 0 0,1 0 0 0 0,1 0 0 0 0,0-1 0 0 0,0 0 1 0 0,19 10-1 0 0,-24-14 9 0 0,1-1 1 0 0,0 0 0 0 0,0 0 0 0 0,0 0-1 0 0,0-1 1 0 0,0 0 0 0 0,0 0 0 0 0,0 0-1 0 0,0 0 1 0 0,1-1 0 0 0,-1 0 0 0 0,0 0-1 0 0,6-1 1 0 0,-8 0 3 0 0,1 0-1 0 0,-1 0 1 0 0,0 0-1 0 0,0-1 1 0 0,-1 1-1 0 0,1-1 1 0 0,0 0 0 0 0,0 1-1 0 0,-1-1 1 0 0,1 0-1 0 0,-1-1 1 0 0,1 1-1 0 0,-1 0 1 0 0,0-1-1 0 0,0 1 1 0 0,0-1-1 0 0,-1 0 1 0 0,1 0 0 0 0,0 0-1 0 0,-1 1 1 0 0,0-1-1 0 0,2-5 1 0 0,8-30 262 0 0,12-67-1 0 0,-19 76-228 0 0,2 1-1 0 0,1 0 1 0 0,1 0-1 0 0,22-50 1 0 0,-27 73 52 0 0,0-1 1 0 0,1 1 0 0 0,0 0 0 0 0,0 0 0 0 0,0 1-1 0 0,1-1 1 0 0,0 1 0 0 0,0 0 0 0 0,0 1 0 0 0,0-1-1 0 0,0 1 1 0 0,7-4 0 0 0,-10 6-50 0 0,0 0 0 0 0,0 0 1 0 0,0 1-1 0 0,0-1 0 0 0,0 0 0 0 0,0 1 0 0 0,0-1 1 0 0,0 1-1 0 0,0 0 0 0 0,1-1 0 0 0,-1 1 0 0 0,0 0 1 0 0,0 0-1 0 0,0 1 0 0 0,0-1 0 0 0,0 0 0 0 0,0 1 1 0 0,1-1-1 0 0,-1 1 0 0 0,0 0 0 0 0,0 0 0 0 0,0-1 1 0 0,-1 1-1 0 0,1 1 0 0 0,0-1 0 0 0,0 0 0 0 0,0 0 0 0 0,-1 1 1 0 0,1-1-1 0 0,-1 1 0 0 0,1-1 0 0 0,-1 1 0 0 0,0 0 1 0 0,1-1-1 0 0,-1 1 0 0 0,0 0 0 0 0,2 4 0 0 0,6 19 128 0 0,-1 0-1 0 0,-1 1 1 0 0,-1 0-1 0 0,-1 0 0 0 0,1 37 1 0 0,1-7-89 0 0,-2-18-446 0 0,14 83 662 0 0,-1-40-6534 0 0,-4-33-657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23.2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0 516 6449 0 0,'5'4'272'0'0,"0"0"1"0"0,0 0-1 0 0,1-1 0 0 0,-1 0 0 0 0,1 0 0 0 0,0-1 0 0 0,0 1 0 0 0,10 2 0 0 0,51 8 2563 0 0,-67-13-2832 0 0,11 2 243 0 0,0-1 1 0 0,1 0-1 0 0,-1-1 0 0 0,18-2 1 0 0,-28 2-278 0 0,1 0 1 0 0,-1 0-1 0 0,1 0 0 0 0,-1 0 1 0 0,1-1-1 0 0,-1 1 1 0 0,1-1-1 0 0,-1 1 1 0 0,0-1-1 0 0,1 1 0 0 0,-1-1 1 0 0,0 0-1 0 0,1 0 1 0 0,-1 0-1 0 0,0 0 1 0 0,0 0-1 0 0,1 0 0 0 0,-1 0 1 0 0,0 0-1 0 0,0 0 1 0 0,-1 0-1 0 0,1 0 1 0 0,0-1-1 0 0,0 1 0 0 0,0 0 1 0 0,-1-1-1 0 0,1 1 1 0 0,-1-1-1 0 0,1 1 1 0 0,-1-1-1 0 0,0 1 0 0 0,1-1 1 0 0,-1 1-1 0 0,0-1 1 0 0,0 1-1 0 0,0-1 1 0 0,0 1-1 0 0,0-1 0 0 0,0 1 1 0 0,-1-1-1 0 0,1 1 1 0 0,-1-3-1 0 0,-4-12 139 0 0,-1 1 1 0 0,0 0-1 0 0,-1 0 0 0 0,-10-15 0 0 0,10 18-33 0 0,0 0 1 0 0,1 0-1 0 0,0-1 0 0 0,1 0 0 0 0,1 0 0 0 0,-6-24 0 0 0,8 20-47 0 0,1 0 0 0 0,0 0 1 0 0,2 0-1 0 0,0 0 0 0 0,0 0 0 0 0,2 1 1 0 0,0-1-1 0 0,1 1 0 0 0,1-1 0 0 0,10-24 0 0 0,-12 34 76 0 0,0 1 0 0 0,0 0-1 0 0,1-1 1 0 0,0 2-1 0 0,0-1 1 0 0,0 0 0 0 0,1 1-1 0 0,0 0 1 0 0,0 0-1 0 0,0 0 1 0 0,1 0 0 0 0,-1 1-1 0 0,1 0 1 0 0,0 0 0 0 0,0 1-1 0 0,1 0 1 0 0,-1 0-1 0 0,1 0 1 0 0,-1 1 0 0 0,1 0-1 0 0,0 0 1 0 0,0 0-1 0 0,0 1 1 0 0,0 0 0 0 0,0 1-1 0 0,0-1 1 0 0,12 2-1 0 0,-14 0-44 0 0,0 0 0 0 0,0 0 0 0 0,0 1 0 0 0,0-1-1 0 0,-1 1 1 0 0,1 0 0 0 0,-1 1 0 0 0,1-1 0 0 0,-1 1-1 0 0,0-1 1 0 0,0 1 0 0 0,0 1 0 0 0,0-1 0 0 0,-1 0 0 0 0,1 1-1 0 0,-1 0 1 0 0,0 0 0 0 0,0 0 0 0 0,0 0 0 0 0,-1 0-1 0 0,1 1 1 0 0,-1-1 0 0 0,3 9 0 0 0,3 10 62 0 0,0 1 1 0 0,-2 0-1 0 0,6 37 1 0 0,-8-35 40 0 0,1 3 91 0 0,1-1 1 0 0,2-1 0 0 0,1 1 0 0 0,16 35-1 0 0,-22-56-127 0 0,1 1 0 0 0,0-1-1 0 0,0 0 1 0 0,1 0 0 0 0,0-1-1 0 0,0 1 1 0 0,1-1 0 0 0,0 0-1 0 0,0-1 1 0 0,0 1 0 0 0,0-1-1 0 0,1-1 1 0 0,0 1 0 0 0,0-1-1 0 0,0 0 1 0 0,1 0 0 0 0,0-1-1 0 0,-1 0 1 0 0,16 3 0 0 0,-18-5-71 0 0,0-1 1 0 0,0 1-1 0 0,0-1 1 0 0,0 0-1 0 0,0-1 1 0 0,0 1-1 0 0,0-1 1 0 0,0 0-1 0 0,0 0 1 0 0,0-1-1 0 0,0 1 1 0 0,-1-1-1 0 0,1 0 1 0 0,4-3-1 0 0,6-4 36 0 0,-1-1 1 0 0,24-21-1 0 0,-30 23-362 0 0,0 1 0 0 0,0 0-1 0 0,1 0 1 0 0,0 1 0 0 0,0 0 0 0 0,1 1 0 0 0,-1 0-1 0 0,1 1 1 0 0,11-4 0 0 0,-9 7-893 0 0,-2 4-11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23.9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8290 0 0,'2'46'3505'0'0,"-2"-38"-3145"0"0,0 71 702 0 0,-1 38-757 0 0,21 178 0 0 0,-12-241-961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24.7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160 126 3225 0 0,'-6'-18'735'0'0,"0"1"-1"0"0,-11-19 1 0 0,15 32-346 0 0,-1-1 0 0 0,1 1 0 0 0,-1 0 0 0 0,0 0 0 0 0,0 0 0 0 0,-1 0 0 0 0,1 0 0 0 0,-1 1 0 0 0,0 0 0 0 0,0 0 0 0 0,0 0-1 0 0,0 0 1 0 0,-5-2 0 0 0,8 5-290 0 0,-1-1-1 0 0,1 1 1 0 0,-1 0-1 0 0,0 0 1 0 0,1 0-1 0 0,-1 0 1 0 0,0 0-1 0 0,1 0 0 0 0,-1 0 1 0 0,1 0-1 0 0,-1 1 1 0 0,0-1-1 0 0,1 1 1 0 0,-1-1-1 0 0,1 1 1 0 0,-1 0-1 0 0,1-1 1 0 0,-1 1-1 0 0,1 0 1 0 0,0 0-1 0 0,-1 0 1 0 0,1 0-1 0 0,0 0 0 0 0,0 1 1 0 0,0-1-1 0 0,0 0 1 0 0,0 0-1 0 0,0 1 1 0 0,0-1-1 0 0,0 1 1 0 0,0-1-1 0 0,1 1 1 0 0,-1-1-1 0 0,0 3 1 0 0,-3 5-33 0 0,0 0 0 0 0,0 1 0 0 0,1-1 0 0 0,-2 13 0 0 0,0 9-31 0 0,1 1 1 0 0,1 0-1 0 0,2 0 0 0 0,3 32 0 0 0,-1-44-17 0 0,2-1 0 0 0,0 1 0 0 0,1-1 0 0 0,1 0 0 0 0,0 0 0 0 0,2 0 0 0 0,14 29 0 0 0,-18-42-6 0 0,1-1-1 0 0,-1 0 0 0 0,1 0 0 0 0,0 0 1 0 0,0 0-1 0 0,1 0 0 0 0,-1-1 1 0 0,1 0-1 0 0,0 0 0 0 0,0 0 1 0 0,1 0-1 0 0,-1-1 0 0 0,1 0 1 0 0,-1 0-1 0 0,1-1 0 0 0,0 0 1 0 0,0 0-1 0 0,0 0 0 0 0,0 0 1 0 0,1-1-1 0 0,-1 0 0 0 0,0 0 1 0 0,1-1-1 0 0,-1 0 0 0 0,0 0 1 0 0,1 0-1 0 0,-1-1 0 0 0,0 0 0 0 0,0 0 1 0 0,1-1-1 0 0,-1 0 0 0 0,0 0 1 0 0,0 0-1 0 0,-1-1 0 0 0,1 0 1 0 0,0 0-1 0 0,-1 0 0 0 0,0-1 1 0 0,1 1-1 0 0,8-10 0 0 0,-4 4 132 0 0,0-1-1 0 0,-1-1 0 0 0,0 1 1 0 0,-1-1-1 0 0,0-1 0 0 0,-1 0 1 0 0,0 0-1 0 0,-1 0 0 0 0,0-1 1 0 0,-1 0-1 0 0,0 0 0 0 0,-1 0 1 0 0,2-18-1 0 0,-4 22-116 0 0,-1 1-1 0 0,-1-1 1 0 0,1 1 0 0 0,-1-1-1 0 0,-1 1 1 0 0,0-1-1 0 0,0 1 1 0 0,-1-1 0 0 0,0 1-1 0 0,0-1 1 0 0,-1 1-1 0 0,0 0 1 0 0,0 0 0 0 0,-1 1-1 0 0,0-1 1 0 0,0 1 0 0 0,-1 0-1 0 0,0 0 1 0 0,0 0-1 0 0,-1 0 1 0 0,0 1 0 0 0,-9-8-1 0 0,-9-5-1502 0 0,-1 0 0 0 0,-33-18 0 0 0,37 25 102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25.5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109 132 6913 0 0,'-3'-46'427'0'0,"3"34"380"0"0,-1 0-1 0 0,0 0 1 0 0,0-1 0 0 0,-6-16-1 0 0,7 29-742 0 0,0 0-1 0 0,0-1 1 0 0,0 1-1 0 0,0 0 1 0 0,0-1-1 0 0,0 1 1 0 0,0 0-1 0 0,0-1 1 0 0,-1 1 0 0 0,1 0-1 0 0,0-1 1 0 0,0 1-1 0 0,0 0 1 0 0,-1-1-1 0 0,1 1 1 0 0,0 0-1 0 0,0 0 1 0 0,-1 0-1 0 0,1-1 1 0 0,0 1-1 0 0,0 0 1 0 0,-1 0 0 0 0,1 0-1 0 0,0-1 1 0 0,-1 1-1 0 0,1 0 1 0 0,0 0-1 0 0,-1 0 1 0 0,1 0-1 0 0,0 0 1 0 0,-1 0-1 0 0,1 0 1 0 0,-1 0 0 0 0,-9 8 941 0 0,-6 16-387 0 0,15-23-604 0 0,-10 22-19 0 0,1 1-1 0 0,1 1 0 0 0,1 0 1 0 0,2 0-1 0 0,0 0 1 0 0,1 1-1 0 0,2 0 0 0 0,1 0 1 0 0,1 44-1 0 0,2-57 1 0 0,1 0 1 0 0,1 0-1 0 0,0-1 0 0 0,1 1 0 0 0,0-1 0 0 0,0 0 0 0 0,1 0 1 0 0,1 0-1 0 0,0-1 0 0 0,15 21 0 0 0,-17-26 14 0 0,1 1 1 0 0,0-1-1 0 0,0-1 1 0 0,1 1-1 0 0,-1-1 0 0 0,1 1 1 0 0,0-2-1 0 0,1 1 1 0 0,-1-1-1 0 0,1 0 0 0 0,0 0 1 0 0,0-1-1 0 0,0 0 1 0 0,0 0-1 0 0,1 0 0 0 0,-1-1 1 0 0,1 0-1 0 0,-1-1 1 0 0,11 1-1 0 0,-15-2-54 0 0,1-1 0 0 0,-1 1-1 0 0,0-1 1 0 0,0 0 0 0 0,0 0 0 0 0,0 0 0 0 0,0-1 0 0 0,-1 1 0 0 0,1-1-1 0 0,0 1 1 0 0,-1-1 0 0 0,1 0 0 0 0,-1 0 0 0 0,1 0 0 0 0,-1 0 0 0 0,0-1-1 0 0,0 1 1 0 0,0-1 0 0 0,0 1 0 0 0,0-1 0 0 0,-1 0 0 0 0,1 1 0 0 0,-1-1-1 0 0,0 0 1 0 0,0 0 0 0 0,0 0 0 0 0,1-5 0 0 0,0 1 24 0 0,0-1 1 0 0,0 1 0 0 0,0-1-1 0 0,-1 1 1 0 0,-1-1 0 0 0,1 0-1 0 0,-1 0 1 0 0,-1 1-1 0 0,0-1 1 0 0,-1-9 0 0 0,1 15 35 0 0,1 0 0 0 0,-1 0 1 0 0,0 0-1 0 0,0 0 1 0 0,0 1-1 0 0,0-1 1 0 0,0 0-1 0 0,0 1 0 0 0,0-1 1 0 0,-1 0-1 0 0,1 1 1 0 0,0 0-1 0 0,-1-1 0 0 0,1 1 1 0 0,-1 0-1 0 0,0 0 1 0 0,1 0-1 0 0,-1 0 1 0 0,0 0-1 0 0,0 0 0 0 0,0 0 1 0 0,0 1-1 0 0,1-1 1 0 0,-1 0-1 0 0,0 1 0 0 0,0 0 1 0 0,0 0-1 0 0,0-1 1 0 0,0 1-1 0 0,0 0 0 0 0,0 0 1 0 0,0 1-1 0 0,0-1 1 0 0,-3 1-1 0 0,-7 2-237 0 0,0 0 0 0 0,0 0-1 0 0,0 1 1 0 0,-14 7 0 0 0,21-8-136 0 0,-24 10-4288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26.9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214 9 8754 0 0,'-1'-1'159'0'0,"-1"0"0"0"0,1 0-1 0 0,-1 1 1 0 0,1-1 0 0 0,-1 0 0 0 0,1 0 0 0 0,-1 1 0 0 0,1-1-1 0 0,-1 1 1 0 0,1-1 0 0 0,-1 1 0 0 0,0 0 0 0 0,1-1 0 0 0,-1 1-1 0 0,0 0 1 0 0,0 0 0 0 0,1 0 0 0 0,-1 1 0 0 0,0-1 0 0 0,1 0-1 0 0,-1 1 1 0 0,1-1 0 0 0,-1 1 0 0 0,0-1 0 0 0,1 1 0 0 0,-1 0-1 0 0,1-1 1 0 0,-1 1 0 0 0,1 0 0 0 0,0 0 0 0 0,-2 2 0 0 0,-6 3 41 0 0,1 1 1 0 0,0 0 0 0 0,-11 12 0 0 0,19-19-190 0 0,-14 16 21 0 0,1 0-1 0 0,1 1 1 0 0,1 1 0 0 0,0 0-1 0 0,1 0 1 0 0,1 1-1 0 0,1 0 1 0 0,-7 22 0 0 0,12-29-7 0 0,-1-1 0 0 0,2 1 0 0 0,-1 0 0 0 0,2 0 0 0 0,0 0 0 0 0,0 0 1 0 0,1 0-1 0 0,0 0 0 0 0,1 0 0 0 0,1 0 0 0 0,0-1 0 0 0,0 1 0 0 0,1 0 1 0 0,1-1-1 0 0,7 18 0 0 0,-6-21 2 0 0,1 0 1 0 0,0-1-1 0 0,0 1 1 0 0,0-1-1 0 0,1 0 0 0 0,1-1 1 0 0,-1 0-1 0 0,1 0 1 0 0,0 0-1 0 0,0-1 0 0 0,1 0 1 0 0,-1-1-1 0 0,1 0 1 0 0,0 0-1 0 0,0-1 1 0 0,1 0-1 0 0,10 2 0 0 0,-10-3-68 0 0,0 0 0 0 0,0 0-1 0 0,0-1 1 0 0,0 0 0 0 0,0-1-1 0 0,0 0 1 0 0,0 0 0 0 0,0-1-1 0 0,0-1 1 0 0,0 0 0 0 0,0 0-1 0 0,0-1 1 0 0,0 0 0 0 0,-1 0-1 0 0,0-1 1 0 0,13-8 0 0 0,-20 11-21 0 0,0 0 1 0 0,0 0-1 0 0,-1 0 1 0 0,1-1-1 0 0,-1 1 1 0 0,1-1-1 0 0,-1 1 0 0 0,0-1 1 0 0,0 1-1 0 0,1-1 1 0 0,-1 0-1 0 0,0 0 1 0 0,-1 0-1 0 0,1 1 1 0 0,0-1-1 0 0,0 0 1 0 0,-1 0-1 0 0,1 0 1 0 0,-1 0-1 0 0,0 0 1 0 0,1-4-1 0 0,-2 2-15 0 0,1 1 0 0 0,-1-1 0 0 0,0 1 0 0 0,0-1 0 0 0,0 0 0 0 0,0 1 0 0 0,-1 0 0 0 0,1-1-1 0 0,-1 1 1 0 0,0 0 0 0 0,-3-4 0 0 0,-6-7-211 0 0,0 1 0 0 0,-1 0 0 0 0,-27-21-1 0 0,36 32 238 0 0,2 1 68 0 0,0 1 0 0 0,0-1-1 0 0,-1 0 1 0 0,1 0-1 0 0,0 0 1 0 0,0 0-1 0 0,0 0 1 0 0,0 0-1 0 0,0 0 1 0 0,0-1-1 0 0,1 1 1 0 0,-1 0 0 0 0,0 0-1 0 0,0-1 1 0 0,1 1-1 0 0,-1 0 1 0 0,1-1-1 0 0,-1 1 1 0 0,1-1-1 0 0,0 1 1 0 0,0 0 0 0 0,-1-1-1 0 0,1 1 1 0 0,0-1-1 0 0,0 1 1 0 0,0-1-1 0 0,1 1 1 0 0,-1-1-1 0 0,0 1 1 0 0,0-1-1 0 0,1 1 1 0 0,-1 0 0 0 0,1-1-1 0 0,0-1 1 0 0,2 0 26 0 0,-1 0 0 0 0,1 1 0 0 0,0-1 0 0 0,0 0 0 0 0,0 1 1 0 0,0 0-1 0 0,0-1 0 0 0,0 1 0 0 0,1 1 0 0 0,-1-1 0 0 0,1 0 1 0 0,4-1-1 0 0,-3 1 10 0 0,-1 1 1 0 0,1-1-1 0 0,0 1 0 0 0,0 0 1 0 0,0 0-1 0 0,0 0 1 0 0,0 1-1 0 0,0 0 0 0 0,0 0 1 0 0,0 0-1 0 0,0 0 1 0 0,0 1-1 0 0,0 0 1 0 0,0 0-1 0 0,0 0 0 0 0,0 1 1 0 0,0 0-1 0 0,-1 0 1 0 0,1 0-1 0 0,-1 0 0 0 0,1 1 1 0 0,4 3-1 0 0,-4-2 30 0 0,0 1 0 0 0,0 0-1 0 0,-1 0 1 0 0,1 1 0 0 0,-1-1-1 0 0,0 1 1 0 0,0 0 0 0 0,-1 0-1 0 0,0 0 1 0 0,0 1 0 0 0,-1-1-1 0 0,1 1 1 0 0,-1 0 0 0 0,-1-1-1 0 0,2 12 1 0 0,0 12 159 0 0,-1 0 0 0 0,-4 34 1 0 0,1-8-4739 0 0,1-34-472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27.8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10 654 2304 0 0,'-10'-25'10492'0'0,"26"17"-11205"0"0,94-41 1910 0 0,-42 20 709 0 0,128-76 0 0 0,-195 104-1908 0 0,-1 1-1 0 0,1 0 1 0 0,-1 0 0 0 0,1-1 0 0 0,-1 1 0 0 0,0-1 0 0 0,1 1 0 0 0,-1 0 0 0 0,0-1 0 0 0,1 1 0 0 0,-1-1 0 0 0,0 1 0 0 0,1-1 0 0 0,-1 1-1 0 0,0 0 1 0 0,0-1 0 0 0,1 1 0 0 0,-1-1 0 0 0,0 0 0 0 0,0 1 0 0 0,0-1 0 0 0,0 1 0 0 0,0-1 0 0 0,0 1 0 0 0,0-1 0 0 0,0 1-1 0 0,0-1 1 0 0,0 1 0 0 0,0-2 0 0 0,-12-14-152 0 0,-34-13-230 0 0,33 21 270 0 0,5 3 23 0 0,0-1-1 0 0,0 0 1 0 0,0-1 0 0 0,1 0 0 0 0,0 0 0 0 0,1 0-1 0 0,-1-1 1 0 0,1 0 0 0 0,1 0 0 0 0,0-1 0 0 0,-9-18-1 0 0,12 21 140 0 0,0 0 0 0 0,0 0-1 0 0,0 0 1 0 0,1-1 0 0 0,0 1-1 0 0,1-1 1 0 0,-1 1 0 0 0,1-1-1 0 0,0 1 1 0 0,1-1 0 0 0,0 1-1 0 0,0-1 1 0 0,0 1 0 0 0,0 0-1 0 0,1 0 1 0 0,0-1 0 0 0,1 1-1 0 0,-1 0 1 0 0,7-9-1 0 0,-3 7 1 0 0,1-1 0 0 0,0 1 0 0 0,0 0 0 0 0,1 0 0 0 0,0 1 0 0 0,0 0-1 0 0,1 0 1 0 0,0 1 0 0 0,0 1 0 0 0,18-9 0 0 0,-9 6 166 0 0,0 0-1 0 0,0 2 1 0 0,1 0 0 0 0,0 1-1 0 0,21-3 1 0 0,-36 7-182 0 0,0 1 1 0 0,-1 0-1 0 0,1 0 0 0 0,0 0 1 0 0,0 0-1 0 0,0 0 0 0 0,0 1 1 0 0,0 0-1 0 0,0 0 0 0 0,-1 0 1 0 0,1 0-1 0 0,0 0 0 0 0,-1 1 1 0 0,1 0-1 0 0,-1-1 0 0 0,1 2 1 0 0,-1-1-1 0 0,0 0 0 0 0,0 0 1 0 0,0 1-1 0 0,0 0 0 0 0,0 0 1 0 0,-1 0-1 0 0,1 0 0 0 0,-1 0 1 0 0,0 0-1 0 0,0 0 0 0 0,0 1 1 0 0,0-1-1 0 0,2 7 0 0 0,3 10 2 0 0,-1 0-1 0 0,-1 0 0 0 0,-1 0 1 0 0,3 35-1 0 0,-2-22-49 0 0,-5-28 15 0 0,4 21-34 0 0,1-1-1 0 0,10 34 0 0 0,-13-53 57 0 0,0 0 0 0 0,0-1 0 0 0,0 0 0 0 0,1 1 0 0 0,0-1 0 0 0,0 0 0 0 0,0 0 0 0 0,0 0 0 0 0,1-1 0 0 0,0 1 0 0 0,0-1 0 0 0,0 0 0 0 0,0 0 0 0 0,1-1 0 0 0,0 1 0 0 0,9 5-1 0 0,-11-8 57 0 0,0-1 0 0 0,1 1 0 0 0,-1-1 0 0 0,0 1-1 0 0,1-1 1 0 0,-1 0 0 0 0,0 0 0 0 0,1 0 0 0 0,-1-1-1 0 0,0 1 1 0 0,0-1 0 0 0,1 0 0 0 0,-1 0-1 0 0,0 0 1 0 0,0 0 0 0 0,0 0 0 0 0,0-1 0 0 0,0 1-1 0 0,3-3 1 0 0,8-6 215 0 0,1 0-1 0 0,16-16 1 0 0,-22 19-231 0 0,14-13-91 0 0,6-5 119 0 0,38-25 0 0 0,-56 43-771 0 0,-1 1 0 0 0,1 0 0 0 0,0 1 0 0 0,17-5 0 0 0,-8 5-6146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28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63 9218 0 0,'-2'-7'766'0'0,"0"-1"0"0"0,0 1 0 0 0,0-1-1 0 0,1 1 1 0 0,1-1 0 0 0,-1-10 0 0 0,2 25-141 0 0,0 0 0 0 0,1-1-1 0 0,0 1 1 0 0,5 10 0 0 0,2 9-323 0 0,27 156 942 0 0,0 1-1538 0 0,-28-153-1171 0 0,2 0-1 0 0,14 28 1 0 0,-14-37-4004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28.8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 54 10594 0 0,'-1'1'31'0'0,"0"-1"1"0"0,0 0-1 0 0,0 1 0 0 0,0-1 0 0 0,0 1 0 0 0,0-1 0 0 0,0 1 1 0 0,0 0-1 0 0,0 0 0 0 0,0-1 0 0 0,0 1 0 0 0,0 0 0 0 0,1 0 1 0 0,-1 0-1 0 0,0 0 0 0 0,1 0 0 0 0,-1 0 0 0 0,0 0 0 0 0,1 0 1 0 0,-1 0-1 0 0,1 0 0 0 0,-1 2 0 0 0,-9 31-369 0 0,8-27 694 0 0,-3 13 34 0 0,1 0-1 0 0,0 1 0 0 0,2 0 1 0 0,1-1-1 0 0,0 1 1 0 0,4 37-1 0 0,-2-49-292 0 0,0 0-1 0 0,1 0 1 0 0,0 0 0 0 0,0 0-1 0 0,1 0 1 0 0,0-1 0 0 0,1 1 0 0 0,-1-1-1 0 0,2 0 1 0 0,-1 0 0 0 0,1 0-1 0 0,1 0 1 0 0,-1-1 0 0 0,1 0-1 0 0,0 0 1 0 0,1-1 0 0 0,12 11-1 0 0,-17-16-40 0 0,0 1-1 0 0,1-1 0 0 0,-1 1 1 0 0,1-1-1 0 0,-1 0 0 0 0,1 0 1 0 0,0 0-1 0 0,-1 0 0 0 0,1-1 1 0 0,0 1-1 0 0,0-1 0 0 0,-1 1 1 0 0,1-1-1 0 0,0 0 0 0 0,0 0 1 0 0,0-1-1 0 0,0 1 0 0 0,-1 0 1 0 0,5-2-1 0 0,-3 1 9 0 0,-1-1 1 0 0,1 0-1 0 0,-1 0 1 0 0,1 0-1 0 0,-1 0 1 0 0,1-1 0 0 0,-1 1-1 0 0,0-1 1 0 0,0 0-1 0 0,-1 0 1 0 0,1 0-1 0 0,2-4 1 0 0,1-1 6 0 0,-1 0 0 0 0,0-1 0 0 0,-1 1 1 0 0,0-1-1 0 0,0 0 0 0 0,-1 0 0 0 0,0-1 0 0 0,-1 1 1 0 0,0 0-1 0 0,1-17 0 0 0,-3 5 0 0 0,-1 0 0 0 0,-1 0 1 0 0,-1 0-1 0 0,-1 0 0 0 0,-10-33 0 0 0,10 42-113 0 0,0 0 0 0 0,-1 1-1 0 0,0-1 1 0 0,-1 1 0 0 0,0 0 0 0 0,-1 1 0 0 0,0 0-1 0 0,-1 0 1 0 0,0 0 0 0 0,-18-16 0 0 0,24 24-92 0 0,0 0 1 0 0,-1 1 0 0 0,1-1 0 0 0,-1 1-1 0 0,1-1 1 0 0,-1 1 0 0 0,0 0 0 0 0,1 0-1 0 0,-1 0 1 0 0,0 0 0 0 0,0 0 0 0 0,1 1 0 0 0,-1-1-1 0 0,0 1 1 0 0,0 0 0 0 0,0 0 0 0 0,0 0-1 0 0,0 0 1 0 0,-4 1 0 0 0,2 1-451 0 0,1-1 0 0 0,-1 1 1 0 0,1 0-1 0 0,0 1 0 0 0,-1-1 0 0 0,1 1 1 0 0,0-1-1 0 0,1 1 0 0 0,-1 0 0 0 0,-5 6 1 0 0,-8 7-1945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29.2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345 0 5985 0 0,'-27'60'3576'0'0,"18"-38"-2884"0"0,0-1-1 0 0,-2 0 0 0 0,-1 0 0 0 0,-15 20 1 0 0,23-35-624 0 0,-1-1 0 0 0,0 0 0 0 0,0 0 0 0 0,-1 0 0 0 0,1 0 1 0 0,-1-1-1 0 0,0 0 0 0 0,0 0 0 0 0,-1-1 0 0 0,1 1 0 0 0,-1-1 0 0 0,1-1 1 0 0,-1 1-1 0 0,0-1 0 0 0,0-1 0 0 0,0 1 0 0 0,-13 0 0 0 0,12-1 77 0 0,0-1 1 0 0,0 0-1 0 0,0-1 0 0 0,0 0 0 0 0,0 0 0 0 0,0 0 0 0 0,0-1 0 0 0,1-1 0 0 0,-1 1 0 0 0,-8-5 0 0 0,14 6-116 0 0,-1 0 0 0 0,1 0-1 0 0,0-1 1 0 0,0 1 0 0 0,1 0-1 0 0,-1-1 1 0 0,0 0 0 0 0,0 1 0 0 0,1-1-1 0 0,-1 0 1 0 0,1 0 0 0 0,-1 0 0 0 0,1 0-1 0 0,0 0 1 0 0,0 0 0 0 0,0 0-1 0 0,0 0 1 0 0,0-1 0 0 0,0 1 0 0 0,1 0-1 0 0,-1 0 1 0 0,1-1 0 0 0,0 1-1 0 0,-1-1 1 0 0,1 1 0 0 0,0 0 0 0 0,0-1-1 0 0,1 1 1 0 0,-1 0 0 0 0,0-1 0 0 0,1 1-1 0 0,0 0 1 0 0,-1-1 0 0 0,1 1-1 0 0,0 0 1 0 0,0 0 0 0 0,2-4 0 0 0,4-5 67 0 0,0 0 0 0 0,0 1 0 0 0,1 0 0 0 0,0 0 0 0 0,0 0 0 0 0,2 1 0 0 0,-1 1 0 0 0,1-1 0 0 0,0 2 0 0 0,0-1 1 0 0,1 1-1 0 0,0 1 0 0 0,0 0 0 0 0,1 1 0 0 0,0 0 0 0 0,0 0 0 0 0,0 2 0 0 0,0-1 0 0 0,15-1 0 0 0,-22 5-19 0 0,-1-1 0 0 0,1 1-1 0 0,-1 1 1 0 0,1-1-1 0 0,-1 1 1 0 0,0-1-1 0 0,1 1 1 0 0,-1 1-1 0 0,0-1 1 0 0,1 0 0 0 0,-1 1-1 0 0,0 0 1 0 0,0 0-1 0 0,0 0 1 0 0,0 1-1 0 0,5 4 1 0 0,-4-3 4 0 0,-1 1 1 0 0,1 1-1 0 0,-1-1 1 0 0,0 0-1 0 0,0 1 0 0 0,-1 0 1 0 0,1 0-1 0 0,-1 0 0 0 0,-1 0 1 0 0,3 7-1 0 0,0 5 68 0 0,-1 1-1 0 0,0-1 1 0 0,-1 1-1 0 0,-2 0 1 0 0,1 0-1 0 0,-4 36 1 0 0,-4-12-379 0 0,-1-1-1 0 0,-2-1 1 0 0,-16 44 0 0 0,16-58-7320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39.8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0 167 5065 0 0,'0'-20'1198'0'0,"1"-1"0"0"0,4-21 0 0 0,-4 37-838 0 0,0-1 0 0 0,0 1 0 0 0,1-1-1 0 0,0 1 1 0 0,-1 0 0 0 0,2-1 0 0 0,-1 1-1 0 0,1 0 1 0 0,0 1 0 0 0,0-1 0 0 0,0 0-1 0 0,6-6 1 0 0,-8 10-275 0 0,0 0 1 0 0,0 0-1 0 0,0 0 0 0 0,0 1 0 0 0,0-1 1 0 0,0 0-1 0 0,0 1 0 0 0,0-1 0 0 0,0 0 1 0 0,0 1-1 0 0,1-1 0 0 0,-1 1 0 0 0,0 0 0 0 0,0-1 1 0 0,0 1-1 0 0,1 0 0 0 0,-1 0 0 0 0,0 0 1 0 0,1 0-1 0 0,-1 0 0 0 0,0 0 0 0 0,0 0 1 0 0,1 0-1 0 0,-1 0 0 0 0,0 1 0 0 0,0-1 1 0 0,2 1-1 0 0,-1 1 4 0 0,1-1 1 0 0,-1 1-1 0 0,0 0 1 0 0,0 0 0 0 0,0 0-1 0 0,0 0 1 0 0,0 1-1 0 0,0-1 1 0 0,-1 0-1 0 0,1 1 1 0 0,1 3 0 0 0,4 8 58 0 0,-2 0 1 0 0,0 1-1 0 0,4 20 1 0 0,6 39-94 0 0,11 43 35 0 0,-23-105-85 0 0,2 1 1 0 0,0-1-1 0 0,0 0 0 0 0,1-1 1 0 0,1 1-1 0 0,0-1 0 0 0,9 11 1 0 0,-17-24-16 0 0,-1 0 0 0 0,1-1-1 0 0,0 1 1 0 0,0 0 0 0 0,1 0 0 0 0,-1-1 0 0 0,0 1 0 0 0,1-1 0 0 0,-1 1 0 0 0,1-1 0 0 0,0 1-1 0 0,0 0 1 0 0,0-4 0 0 0,7-47-306 0 0,1 21 61 0 0,16-41 0 0 0,-21 62 301 0 0,1 0-1 0 0,1 1 1 0 0,-1-1 0 0 0,2 1 0 0 0,-1 1 0 0 0,2-1 0 0 0,-1 1 0 0 0,1 0 0 0 0,0 0 0 0 0,14-12 0 0 0,-20 21 26 0 0,1-1 0 0 0,-1 1 0 0 0,1-1 0 0 0,0 1 0 0 0,-1 0 0 0 0,1 0 0 0 0,0-1 0 0 0,0 1 0 0 0,-1 0 0 0 0,1 0 0 0 0,0 1 0 0 0,-1-1-1 0 0,1 0 1 0 0,0 1 0 0 0,-1-1 0 0 0,1 1 0 0 0,0-1 0 0 0,-1 1 0 0 0,1 0 0 0 0,-1-1 0 0 0,1 1 0 0 0,-1 0 0 0 0,0 0 0 0 0,1 0 0 0 0,-1 0 0 0 0,2 2 0 0 0,35 34 975 0 0,-34-34-952 0 0,5 8-35 0 0,0 0 0 0 0,-1 0 0 0 0,0 1 1 0 0,-1 0-1 0 0,-1 1 0 0 0,9 19 0 0 0,3 17-5852 0 0,-8-21-581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40.7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44 8290 0 0,'1'-31'1434'0'0,"4"19"407"0"0,-4 12-1760 0 0,-1 0 0 0 0,0 0 0 0 0,1 0 0 0 0,-1 0-1 0 0,1 0 1 0 0,-1 0 0 0 0,0 0 0 0 0,1 1 0 0 0,-1-1 0 0 0,1 0-1 0 0,-1 0 1 0 0,0 0 0 0 0,1 0 0 0 0,-1 1 0 0 0,0-1-1 0 0,1 0 1 0 0,-1 0 0 0 0,0 1 0 0 0,1-1 0 0 0,-1 0 0 0 0,0 1-1 0 0,0-1 1 0 0,0 0 0 0 0,1 1 0 0 0,-1-1 0 0 0,0 0-1 0 0,0 1 1 0 0,0-1 0 0 0,0 1 0 0 0,1-1 0 0 0,-1 0 0 0 0,0 1-1 0 0,3 9 195 0 0,0 1 0 0 0,0-1-1 0 0,-1 1 1 0 0,0-1 0 0 0,-1 1 0 0 0,0 0-1 0 0,-2 18 1 0 0,2-2-160 0 0,-1-13-73 0 0,21 244-1965 0 0,-14-222 766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41.0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39 8754 0 0,'-3'-12'1445'0'0,"6"21"-212"0"0,4 18 115 0 0,-5-9-1258 0 0,1 15 190 0 0,1-1 0 0 0,2 1 1 0 0,10 32-1 0 0,-15-58-244 0 0,2 0 1 0 0,-1 0-1 0 0,1-1 0 0 0,0 1 0 0 0,0 0 0 0 0,1-1 1 0 0,0 0-1 0 0,0 0 0 0 0,0 0 0 0 0,1-1 0 0 0,0 1 1 0 0,0-1-1 0 0,0 0 0 0 0,1-1 0 0 0,0 1 0 0 0,0-1 1 0 0,0 0-1 0 0,0 0 0 0 0,12 4 0 0 0,-14-7-20 0 0,-1 0-1 0 0,0 0 0 0 0,0 0 1 0 0,1-1-1 0 0,-1 1 0 0 0,0-1 1 0 0,1 0-1 0 0,-1 0 1 0 0,1 0-1 0 0,-1-1 0 0 0,0 1 1 0 0,1-1-1 0 0,-1 1 0 0 0,0-1 1 0 0,0 0-1 0 0,0-1 1 0 0,5-1-1 0 0,-4 0 42 0 0,1 0-1 0 0,-1 0 1 0 0,0 0 0 0 0,0-1-1 0 0,-1 0 1 0 0,1 1 0 0 0,-1-1-1 0 0,1 0 1 0 0,-1-1 0 0 0,3-6-1 0 0,-1 2 31 0 0,0 0 0 0 0,-2-1 0 0 0,1 1 0 0 0,-1-1 0 0 0,0 0 0 0 0,-1 1 0 0 0,0-1 0 0 0,-1 0 1 0 0,0-1-1 0 0,0 1 0 0 0,-2-13 0 0 0,0 14-8 0 0,-1 0 0 0 0,0-1 1 0 0,-1 1-1 0 0,0 0 0 0 0,0 0 1 0 0,-1 1-1 0 0,0-1 0 0 0,0 1 1 0 0,-1 0-1 0 0,0 0 0 0 0,-1 0 1 0 0,-10-12-1 0 0,11 15-134 0 0,-1 0 1 0 0,1 0-1 0 0,-1 1 0 0 0,0-1 1 0 0,0 1-1 0 0,-1 0 1 0 0,1 1-1 0 0,-1-1 0 0 0,0 2 1 0 0,0-1-1 0 0,0 1 0 0 0,0 0 1 0 0,0 0-1 0 0,-1 0 1 0 0,1 1-1 0 0,-13 0 0 0 0,-34 5-1623 0 0,19 4-2397 0 0,7 0-677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41.3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0 121 7370 0 0,'2'-3'502'0'0,"1"1"1"0"0,-1-1-1 0 0,1 1 1 0 0,0-1 0 0 0,0 1-1 0 0,0 0 1 0 0,0 0 0 0 0,4-2-1 0 0,-1 0 141 0 0,-3 2-386 0 0,24-18 2455 0 0,51-26 1 0 0,-66 41-2819 0 0,-1 0-1 0 0,0 1 1 0 0,14-3 0 0 0,-17 5-454 0 0,-1 1 0 0 0,0 0 0 0 0,1 1 0 0 0,-1-1 0 0 0,1 1-1 0 0,8 2 1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41.7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302 3 7370 0 0,'1'0'101'0'0,"-1"0"1"0"0,0 0-1 0 0,0-1 1 0 0,1 1-1 0 0,-1 0 1 0 0,0 0-1 0 0,0-1 1 0 0,1 1-1 0 0,-1 0 1 0 0,0 0-1 0 0,1 0 1 0 0,-1 0-1 0 0,0 0 1 0 0,1 0-1 0 0,-1-1 1 0 0,0 1-1 0 0,1 0 1 0 0,-1 0-1 0 0,0 0 1 0 0,1 0-1 0 0,-1 0 1 0 0,0 0-1 0 0,1 0 1 0 0,-1 0-1 0 0,0 0 1 0 0,1 1-1 0 0,-1-1 1 0 0,0 0-1 0 0,1 0 1 0 0,-1 0-1 0 0,0 0 1 0 0,1 0-1 0 0,-1 1 1 0 0,0-1-1 0 0,0 0 0 0 0,1 0 1 0 0,-1 0-1 0 0,0 1 1 0 0,0-1-1 0 0,1 0 1 0 0,-1 0-1 0 0,0 1 1 0 0,0-1-1 0 0,0 0 1 0 0,1 1-1 0 0,-1-1 1 0 0,0 0-1 0 0,0 1 1 0 0,0-1-1 0 0,0 0 1 0 0,0 0-1 0 0,0 1 1 0 0,0-1-1 0 0,0 1 1 0 0,0-1-1 0 0,1 9-125 0 0,-2 0-1 0 0,1 0 0 0 0,-1-1 1 0 0,-1 1-1 0 0,1 0 0 0 0,-1-1 1 0 0,-1 1-1 0 0,0-1 0 0 0,0 0 1 0 0,-1 0-1 0 0,0 0 0 0 0,0 0 1 0 0,0 0-1 0 0,-1-1 0 0 0,-7 8 1 0 0,-2 3-37 0 0,0-1 1 0 0,-1-1-1 0 0,-1 0 1 0 0,0-1-1 0 0,-22 15 1 0 0,31-26 238 0 0,0 0 1 0 0,0 0-1 0 0,0-1 0 0 0,0 1 0 0 0,-1-1 1 0 0,1-1-1 0 0,-1 0 0 0 0,0 0 0 0 0,1 0 1 0 0,-15 0-1 0 0,20-2-96 0 0,0 1 1 0 0,-1-1-1 0 0,1-1 0 0 0,0 1 1 0 0,-1 0-1 0 0,1-1 0 0 0,0 1 1 0 0,-1-1-1 0 0,1 1 0 0 0,0-1 1 0 0,0 0-1 0 0,0 0 0 0 0,0 0 1 0 0,0 0-1 0 0,0-1 0 0 0,0 1 1 0 0,0 0-1 0 0,0-1 0 0 0,0 0 1 0 0,1 1-1 0 0,-1-1 0 0 0,1 0 1 0 0,-1 0-1 0 0,1 0 0 0 0,0 0 1 0 0,-1 0-1 0 0,1 0 0 0 0,0 0 1 0 0,1 0-1 0 0,-1 0 0 0 0,0-1 1 0 0,0 1-1 0 0,1 0 0 0 0,0 0 1 0 0,-1-1-1 0 0,1 1 0 0 0,0 0 1 0 0,0-1-1 0 0,1-4 0 0 0,-1-1-22 0 0,1-1-1 0 0,0 0 1 0 0,1 0-1 0 0,0 1 1 0 0,0-1-1 0 0,1 1 1 0 0,0-1-1 0 0,1 1 1 0 0,0 0-1 0 0,0 0 1 0 0,0 0-1 0 0,9-9 0 0 0,-8 10-73 0 0,-1 1-1 0 0,2 0 0 0 0,-1 1 0 0 0,1-1 0 0 0,0 1 0 0 0,0 0 0 0 0,0 1 0 0 0,1-1 0 0 0,0 1 0 0 0,0 1 0 0 0,0-1 1 0 0,0 1-1 0 0,0 0 0 0 0,11-2 0 0 0,-14 4 40 0 0,1 1 0 0 0,-1 0 0 0 0,1 0 1 0 0,-1 0-1 0 0,0 1 0 0 0,1-1 0 0 0,-1 1 0 0 0,0 0 0 0 0,1 1 1 0 0,-1-1-1 0 0,0 1 0 0 0,0-1 0 0 0,0 1 0 0 0,0 0 0 0 0,0 1 1 0 0,-1-1-1 0 0,1 1 0 0 0,-1-1 0 0 0,1 1 0 0 0,-1 0 0 0 0,0 0 1 0 0,0 1-1 0 0,0-1 0 0 0,-1 1 0 0 0,1-1 0 0 0,2 6 0 0 0,4 7 110 0 0,0 1-1 0 0,-1-1 0 0 0,0 1 1 0 0,9 34-1 0 0,-10-23-446 0 0,-1 1 1 0 0,-1-1-1 0 0,-1 1 0 0 0,-2 0 1 0 0,-2 42-1 0 0,-3-23-6035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45.6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1 474 5985 0 0,'0'0'464'0'0,"27"2"373"0"0,-2-3-384 0 0,0-1 0 0 0,-1 0 0 0 0,1-2 1 0 0,-1-1-1 0 0,0-1 0 0 0,0-1 1 0 0,-1-1-1 0 0,0 0 0 0 0,27-16 1 0 0,-49 24-445 0 0,-1 0 0 0 0,1-1 0 0 0,0 1 1 0 0,0 0-1 0 0,0-1 0 0 0,-1 1 0 0 0,1-1 0 0 0,0 1 1 0 0,0-1-1 0 0,-1 0 0 0 0,1 1 0 0 0,0-1 1 0 0,-1 1-1 0 0,1-1 0 0 0,-1 0 0 0 0,1 0 1 0 0,-1 1-1 0 0,1-1 0 0 0,-1 0 0 0 0,0 0 1 0 0,1 0-1 0 0,-1 1 0 0 0,0-1 0 0 0,1-2 1 0 0,-14-12 51 0 0,-2-1-187 0 0,8 5 178 0 0,0 0 0 0 0,1-1 0 0 0,0 0 0 0 0,1 0-1 0 0,0 0 1 0 0,1-1 0 0 0,0 1 0 0 0,-2-19 0 0 0,2 6 248 0 0,1 0-1 0 0,1-1 1 0 0,2-35 0 0 0,0 55-202 0 0,1-1 1 0 0,0 1 0 0 0,0 0-1 0 0,1-1 1 0 0,-1 1-1 0 0,1 0 1 0 0,1 0-1 0 0,-1 0 1 0 0,1 0 0 0 0,6-8-1 0 0,-8 13-73 0 0,0-1 0 0 0,0 0 0 0 0,1 1-1 0 0,-1-1 1 0 0,1 1 0 0 0,-1-1 0 0 0,1 1-1 0 0,0 0 1 0 0,-1 0 0 0 0,1 0 0 0 0,0 0 0 0 0,0 0-1 0 0,0 0 1 0 0,0 0 0 0 0,0 0 0 0 0,0 1-1 0 0,0-1 1 0 0,0 1 0 0 0,0-1 0 0 0,0 1 0 0 0,0 0-1 0 0,1 0 1 0 0,-1 0 0 0 0,0 0 0 0 0,0 0 0 0 0,0 1-1 0 0,0-1 1 0 0,0 1 0 0 0,0-1 0 0 0,0 1-1 0 0,0 0 1 0 0,0 0 0 0 0,0 0 0 0 0,0 0 0 0 0,2 1-1 0 0,0 1-26 0 0,1 0 0 0 0,-1 1 0 0 0,0-1-1 0 0,0 1 1 0 0,-1 0 0 0 0,1 0 0 0 0,-1 0 0 0 0,1 1-1 0 0,-1-1 1 0 0,-1 1 0 0 0,5 8 0 0 0,21 62-51 0 0,-16-39 28 0 0,-7-22-6 0 0,2 4-17 0 0,0 0 0 0 0,12 20 0 0 0,-17-34 55 0 0,0 0-1 0 0,0-1 0 0 0,1 1 0 0 0,-1-1 1 0 0,1 0-1 0 0,0 0 0 0 0,0 0 1 0 0,0 0-1 0 0,0 0 0 0 0,1-1 1 0 0,-1 1-1 0 0,1-1 0 0 0,0 0 0 0 0,-1 0 1 0 0,1 0-1 0 0,4 1 0 0 0,-5-3 86 0 0,0 0-1 0 0,-1 0 1 0 0,1 0 0 0 0,0 0-1 0 0,-1 0 1 0 0,1-1-1 0 0,-1 1 1 0 0,1-1 0 0 0,-1 0-1 0 0,1 0 1 0 0,-1 0-1 0 0,1 0 1 0 0,-1 0-1 0 0,0 0 1 0 0,1 0 0 0 0,-1-1-1 0 0,0 0 1 0 0,3-2-1 0 0,40-41 1120 0 0,-31 30-1101 0 0,31-33-591 0 0,-20 23-398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43.7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172 0 7370 0 0,'0'0'568'0'0,"-3"16"1184"0"0,-48 175 2275 0 0,-7 31-3298 0 0,3 70-2580 0 0,51-262-2742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44.1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1 166 4145 0 0,'1'-2'139'0'0,"0"0"0"0"0,0 1 0 0 0,1-1 0 0 0,-1 0 0 0 0,1 0 0 0 0,0 1 0 0 0,-1-1 0 0 0,1 1 0 0 0,0 0 0 0 0,0-1 1 0 0,0 1-1 0 0,0 0 0 0 0,0 0 0 0 0,0 0 0 0 0,0 0 0 0 0,0 0 0 0 0,0 1 0 0 0,0-1 0 0 0,1 1 0 0 0,-1-1 0 0 0,0 1 0 0 0,1 0 0 0 0,-1 0 0 0 0,0 0 0 0 0,0 0 0 0 0,1 0 0 0 0,-1 1 0 0 0,0-1 1 0 0,0 1-1 0 0,1-1 0 0 0,-1 1 0 0 0,0 0 0 0 0,0 0 0 0 0,0 0 0 0 0,0 0 0 0 0,3 2 0 0 0,2 1 238 0 0,0 1 0 0 0,0-1 0 0 0,0 2 0 0 0,-1-1 1 0 0,0 1-1 0 0,0-1 0 0 0,0 2 0 0 0,9 12 0 0 0,-2 4 148 0 0,15 36-1 0 0,-23-45-461 0 0,1 0 0 0 0,0-1 0 0 0,1 1 0 0 0,0-1 0 0 0,1-1 0 0 0,1 0 0 0 0,0 0 0 0 0,1 0 0 0 0,12 10 0 0 0,-21-20-63 0 0,0-1 1 0 0,1 0-1 0 0,-1 0 1 0 0,1 0-1 0 0,0 0 0 0 0,-1 0 1 0 0,1 0-1 0 0,0-1 0 0 0,-1 1 1 0 0,1-1-1 0 0,0 1 0 0 0,0-1 1 0 0,0 1-1 0 0,-1-1 0 0 0,1 0 1 0 0,0 0-1 0 0,0 0 1 0 0,0 0-1 0 0,0 0 0 0 0,-1 0 1 0 0,1-1-1 0 0,0 1 0 0 0,2-1 1 0 0,-1-1-7 0 0,0 0 0 0 0,0 0 0 0 0,-1 1 0 0 0,1-2 0 0 0,0 1 0 0 0,-1 0 0 0 0,0 0 0 0 0,0-1 0 0 0,0 1 0 0 0,0-1 0 0 0,0 0 0 0 0,2-3 0 0 0,4-9-22 0 0,-1-1 0 0 0,-1 0 0 0 0,8-31 0 0 0,-13 45 30 0 0,19-102-273 0 0,-17 80 568 0 0,1 1 0 0 0,1-1 0 0 0,1 1-1 0 0,1 0 1 0 0,16-37 0 0 0,-22 57-166 0 0,0 1 0 0 0,1 0-1 0 0,-1 0 1 0 0,0 0 0 0 0,1 0 0 0 0,-1 0-1 0 0,1 0 1 0 0,0 1 0 0 0,0-1 0 0 0,0 0 0 0 0,0 1-1 0 0,0-1 1 0 0,0 1 0 0 0,0 0 0 0 0,4-2 0 0 0,-4 3-67 0 0,-1 0 0 0 0,0-1 0 0 0,0 1 1 0 0,1 1-1 0 0,-1-1 0 0 0,0 0 1 0 0,0 0-1 0 0,0 0 0 0 0,1 0 0 0 0,-1 1 1 0 0,0-1-1 0 0,0 1 0 0 0,0-1 1 0 0,0 1-1 0 0,1-1 0 0 0,-1 1 1 0 0,0 0-1 0 0,0-1 0 0 0,0 1 0 0 0,0 0 1 0 0,-1 0-1 0 0,1 0 0 0 0,0 0 1 0 0,0 0-1 0 0,0 0 0 0 0,-1 0 0 0 0,1 0 1 0 0,0 0-1 0 0,-1 0 0 0 0,1 0 1 0 0,-1 0-1 0 0,1 2 0 0 0,53 141 1339 0 0,-38-94-1938 0 0,25 51-1 0 0,-19-57-4374 0 0,3 2-1674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46.5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0 486 7834 0 0,'25'-9'536'0'0,"99"-29"5940"0"0,-107 34-5687 0 0,1 0 0 0 0,0 2 0 0 0,0-1 0 0 0,1 2 0 0 0,26 1 0 0 0,-28 4-895 0 0,-10-3-77 0 0,-18-12 75 0 0,-2 0-50 0 0,1 0 1 0 0,1-1 0 0 0,0-1 0 0 0,0 0-1 0 0,1 0 1 0 0,1-1 0 0 0,-11-20-1 0 0,17 27 155 0 0,0-1-1 0 0,0 1 0 0 0,1-1 1 0 0,0 0-1 0 0,0 0 0 0 0,1 0 1 0 0,0 0-1 0 0,0 0 0 0 0,1 0 1 0 0,0 0-1 0 0,1 0 0 0 0,-1 0 1 0 0,1 0-1 0 0,1 0 0 0 0,0 0 1 0 0,0 0-1 0 0,4-9 0 0 0,-1 6 33 0 0,0 1 0 0 0,1-1 0 0 0,0 1 0 0 0,0 0 0 0 0,1 0 0 0 0,1 1 0 0 0,0 0 0 0 0,0 0 0 0 0,15-11 0 0 0,-18 16-17 0 0,0 0-1 0 0,0 0 1 0 0,0 1 0 0 0,1-1-1 0 0,0 1 1 0 0,-1 1-1 0 0,1-1 1 0 0,0 1-1 0 0,0 0 1 0 0,0 0 0 0 0,1 1-1 0 0,-1 0 1 0 0,0 0-1 0 0,1 0 1 0 0,-1 1 0 0 0,0 0-1 0 0,1 0 1 0 0,-1 1-1 0 0,12 2 1 0 0,-15-2-35 0 0,0 0 0 0 0,0 1 0 0 0,0-1 0 0 0,0 1 0 0 0,-1 0 0 0 0,1 0 0 0 0,0 0 1 0 0,-1 0-1 0 0,0 1 0 0 0,1-1 0 0 0,-1 1 0 0 0,0-1 0 0 0,0 1 0 0 0,0 0 0 0 0,-1 0 0 0 0,1 0 0 0 0,-1 0 0 0 0,1 0 0 0 0,-1 0 0 0 0,0 0 0 0 0,0 1 0 0 0,0 4 1 0 0,3 11-220 0 0,-1-1 1 0 0,0 35-1 0 0,-2-34 182 0 0,0-4 88 0 0,0 0 0 0 0,1-1 0 0 0,1 1 0 0 0,0 0 0 0 0,1-1 0 0 0,1 1 0 0 0,7 16 0 0 0,-10-28 39 0 0,0 0-1 0 0,-1 0 1 0 0,1 0-1 0 0,1 0 1 0 0,-1 0-1 0 0,0 0 1 0 0,1-1-1 0 0,-1 1 1 0 0,1-1-1 0 0,0 1 1 0 0,0-1 0 0 0,0 0-1 0 0,0 0 1 0 0,6 2-1 0 0,-5-3 26 0 0,-1 0 0 0 0,1 0 0 0 0,-1-1 0 0 0,1 0 0 0 0,0 0 0 0 0,-1 0-1 0 0,1 0 1 0 0,-1 0 0 0 0,1-1 0 0 0,-1 1 0 0 0,1-1 0 0 0,-1 0 0 0 0,1 0 0 0 0,-1 0 0 0 0,1-1 0 0 0,-1 1-1 0 0,0-1 1 0 0,3-2 0 0 0,16-9 84 0 0,-2-2-1 0 0,25-21 1 0 0,7-5-6288 0 0,-25 22-105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46.9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10 11058 0 0,'-1'-8'986'0'0,"3"7"-318"0"0,4 20 1685 0 0,-4 72-559 0 0,-10 108 0 0 0,0 5-2586 0 0,8-152-167 0 0,-2-1-260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47.2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67 8754 0 0,'-17'-28'5247'0'0,"16"42"-3015"0"0,1 4-2039 0 0,0 1 0 0 0,2 0 1 0 0,0-1-1 0 0,1 1 0 0 0,1-1 1 0 0,0 0-1 0 0,12 28 0 0 0,-14-40-196 0 0,1 0 0 0 0,1 0 0 0 0,-1-1 0 0 0,1 1-1 0 0,0-1 1 0 0,0 1 0 0 0,0-1 0 0 0,1 0 0 0 0,0-1-1 0 0,0 1 1 0 0,0-1 0 0 0,0 0 0 0 0,1 0 0 0 0,-1-1 0 0 0,1 0-1 0 0,0 0 1 0 0,0 0 0 0 0,0 0 0 0 0,1-1 0 0 0,-1 0-1 0 0,1-1 1 0 0,-1 1 0 0 0,1-1 0 0 0,9 0 0 0 0,-9-1-22 0 0,0 0 0 0 0,0 0 0 0 0,0-1 0 0 0,0 0 0 0 0,0 0 0 0 0,0-1 0 0 0,-1 1 0 0 0,1-2 0 0 0,0 1 0 0 0,-1-1 1 0 0,1 0-1 0 0,6-4 0 0 0,-10 5 13 0 0,0 0 0 0 0,0-1 0 0 0,0 1 0 0 0,0-1 0 0 0,0 1 0 0 0,-1-1 0 0 0,1 0 0 0 0,-1 0 0 0 0,0 0 0 0 0,0 0 0 0 0,0 0 0 0 0,0 0 0 0 0,0-1 0 0 0,-1 1 0 0 0,0-1 0 0 0,1 1 0 0 0,-1-1 0 0 0,-1 0 0 0 0,1 1 0 0 0,0-1 0 0 0,-1 0 0 0 0,0 1 0 0 0,0-1 0 0 0,0-5 0 0 0,-2-3-87 0 0,0 0 1 0 0,0 1 0 0 0,-1-1 0 0 0,-1 0 0 0 0,0 1 0 0 0,-1 0-1 0 0,0 0 1 0 0,0 0 0 0 0,-1 0 0 0 0,-1 1 0 0 0,-8-11-1 0 0,10 15 0 0 0,0 0-1 0 0,-1 0 1 0 0,1 1 0 0 0,-1 0-1 0 0,-1 0 1 0 0,1 0-1 0 0,-1 1 1 0 0,1 0-1 0 0,-1 0 1 0 0,0 1-1 0 0,-1 0 1 0 0,1 0-1 0 0,-1 0 1 0 0,1 1-1 0 0,-1 0 1 0 0,0 1-1 0 0,-15-2 1 0 0,-2 3-1173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47.5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1 129 7370 0 0,'23'-8'1391'0'0,"0"0"1"0"0,-1-2 0 0 0,41-24-1 0 0,-23 12-1624 0 0,-25 13-307 0 0,0 2-1 0 0,0 0 1 0 0,1 0 0 0 0,28-6 0 0 0,-28 10 540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47.8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51 1376 0 0,'-10'-18'951'0'0,"7"14"-3"0"0,1 1 0 0 0,-1 0-1 0 0,0-1 1 0 0,0 1-1 0 0,0 1 1 0 0,-5-5-1 0 0,7 6-612 0 0,0 1 0 0 0,0-1 0 0 0,0 0 0 0 0,-1 1 0 0 0,1-1 0 0 0,0 1 0 0 0,0-1 0 0 0,0 1 0 0 0,-1-1 0 0 0,1 1 0 0 0,0 0 0 0 0,-1 0 0 0 0,1 0 0 0 0,0 0 0 0 0,0 0 0 0 0,-1 0 0 0 0,1 0 0 0 0,0 0 0 0 0,-1 0 0 0 0,-1 1 0 0 0,1 0-216 0 0,1 0 0 0 0,0-1-1 0 0,-1 1 1 0 0,1 0 0 0 0,0 0 0 0 0,0 0 0 0 0,0 0 0 0 0,0 0 0 0 0,0 1 0 0 0,0-1 0 0 0,0 0 0 0 0,0 0 0 0 0,-1 3 0 0 0,-4 10 13 0 0,0 0 0 0 0,1 0 1 0 0,0 0-1 0 0,1 0 0 0 0,1 1 1 0 0,1 0-1 0 0,0 0 0 0 0,0 0 1 0 0,2 0-1 0 0,0 0 0 0 0,0 0 1 0 0,2 0-1 0 0,3 17 0 0 0,-3-18-26 0 0,1-1 0 0 0,1 0 0 0 0,0 0 0 0 0,1 0 0 0 0,0 0 0 0 0,1-1-1 0 0,0 0 1 0 0,1 0 0 0 0,1-1 0 0 0,0 1 0 0 0,0-2 0 0 0,1 1 0 0 0,0-1 0 0 0,18 15 0 0 0,-21-21-187 0 0,0 0 1 0 0,0 0 0 0 0,1-1-1 0 0,-1 0 1 0 0,1 0 0 0 0,0-1-1 0 0,0 1 1 0 0,0-2 0 0 0,0 1-1 0 0,0-1 1 0 0,1 0 0 0 0,8 0-1 0 0,-13-1 53 0 0,0 0 0 0 0,-1 0 0 0 0,1 0-1 0 0,0 0 1 0 0,-1-1 0 0 0,1 0 0 0 0,-1 1 0 0 0,1-1-1 0 0,-1 0 1 0 0,1 0 0 0 0,-1 0 0 0 0,0-1-1 0 0,1 1 1 0 0,-1 0 0 0 0,0-1 0 0 0,0 0 0 0 0,0 1-1 0 0,0-1 1 0 0,0 0 0 0 0,0 0 0 0 0,-1 0-1 0 0,1 0 1 0 0,-1 0 0 0 0,1-1 0 0 0,-1 1 0 0 0,0 0-1 0 0,0-1 1 0 0,0 1 0 0 0,0-1 0 0 0,0 1-1 0 0,-1-1 1 0 0,1 0 0 0 0,-1 1 0 0 0,1-1 0 0 0,-1 1-1 0 0,0-5 1 0 0,0 4-67 0 0,0 1 0 0 0,1-1 0 0 0,-1 1 0 0 0,0-1 0 0 0,-1 1 0 0 0,1-1 0 0 0,0 1 0 0 0,-1-1 0 0 0,1 1 0 0 0,-1-1 0 0 0,0 1 0 0 0,0-1 0 0 0,0 1 0 0 0,0 0 0 0 0,0 0 0 0 0,-1-1 0 0 0,1 1 0 0 0,0 0 0 0 0,-1 0 0 0 0,0 0 0 0 0,1 1 0 0 0,-1-1 0 0 0,0 0 0 0 0,0 1 0 0 0,0-1 0 0 0,0 1 1 0 0,-1-1-1 0 0,1 1 0 0 0,0 0 0 0 0,0 0 0 0 0,-1 0 0 0 0,1 0 0 0 0,-1 0 0 0 0,1 1 0 0 0,-1-1 0 0 0,1 1 0 0 0,-1 0 0 0 0,1 0 0 0 0,-1-1 0 0 0,1 2 0 0 0,-1-1 0 0 0,1 0 0 0 0,-1 0 0 0 0,1 1 0 0 0,-1-1 0 0 0,1 1 0 0 0,-1 0 0 0 0,1 0 0 0 0,0 0 0 0 0,-1 0 0 0 0,1 0 0 0 0,0 1 0 0 0,-4 2 0 0 0,-14 11-5874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49.3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7370 0 0,'0'0'853'0'0,"6"26"3096"0"0,0 28-2745 0 0,-3 0 1 0 0,-1 0-1 0 0,-8 66 0 0 0,1-33-1103 0 0,5 52-998 0 0,9-47-4683 0 0,-4-58 992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49.6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97 6449 0 0,'12'-24'10056'0'0,"-12"24"-9984"0"0,0 16 855 0 0,-3 29-636 0 0,2-1 1 0 0,2 0-1 0 0,2 1 1 0 0,9 47-1 0 0,-9-79-191 0 0,0 1 0 0 0,1-2-1 0 0,1 1 1 0 0,0 0 0 0 0,1-1 0 0 0,0 0 0 0 0,14 19-1 0 0,-14-24-69 0 0,0 1-1 0 0,1-1 0 0 0,0 0 0 0 0,1 0 0 0 0,0-1 0 0 0,0 0 0 0 0,0-1 0 0 0,0 1 0 0 0,1-2 0 0 0,0 1 0 0 0,16 5 0 0 0,-17-8-22 0 0,0 0 0 0 0,-1-1 1 0 0,1 0-1 0 0,0 0 0 0 0,0-1 0 0 0,0 0 0 0 0,0-1 0 0 0,0 1 0 0 0,0-2 0 0 0,-1 1 0 0 0,1-1 0 0 0,0 0 0 0 0,-1 0 0 0 0,1-1 1 0 0,-1 0-1 0 0,0-1 0 0 0,0 0 0 0 0,0 0 0 0 0,-1 0 0 0 0,11-9 0 0 0,-3 2 16 0 0,-1 0 0 0 0,0-1 1 0 0,-1-1-1 0 0,0 0 0 0 0,-1-1 0 0 0,0 0 0 0 0,-1-1 1 0 0,10-19-1 0 0,-15 23 15 0 0,0-1 1 0 0,-1 1 0 0 0,-1-1-1 0 0,1 1 1 0 0,-2-1-1 0 0,0 0 1 0 0,0 0 0 0 0,-1 0-1 0 0,0-1 1 0 0,-2 1 0 0 0,1 0-1 0 0,-1 0 1 0 0,-1 0-1 0 0,0 0 1 0 0,0 0 0 0 0,-2 0-1 0 0,1 1 1 0 0,-10-20-1 0 0,8 22-123 0 0,1-1-1 0 0,-2 2 1 0 0,1-1-1 0 0,-2 1 1 0 0,1 0-1 0 0,-1 0 0 0 0,0 0 1 0 0,0 1-1 0 0,-1 0 1 0 0,0 1-1 0 0,0-1 0 0 0,-1 2 1 0 0,0-1-1 0 0,0 1 1 0 0,0 1-1 0 0,0-1 0 0 0,-1 2 1 0 0,0-1-1 0 0,0 1 1 0 0,0 1-1 0 0,0 0 0 0 0,-14-1 1 0 0,-12 2-1970 0 0,2 4-4279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50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57 8754 0 0,'0'0'673'0'0,"13"0"1322"0"0,11-4-939 0 0,0 0-1 0 0,47-16 1 0 0,-54 14-1699 0 0,1 0 1 0 0,0 1 0 0 0,0 1-1 0 0,0 1 1 0 0,0 1 0 0 0,0 0-1 0 0,21 2 1 0 0,-25 1 642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50.6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0 135 2761 0 0,'1'-4'237'0'0,"1"0"1"0"0,0 0-1 0 0,-1 0 1 0 0,1 0-1 0 0,1 0 1 0 0,-1 1-1 0 0,0-1 1 0 0,1 1-1 0 0,0-1 1 0 0,0 1 0 0 0,0 0-1 0 0,0 0 1 0 0,0 0-1 0 0,5-2 1 0 0,57-37 5382 0 0,-51 34-4388 0 0,-12 7-970 0 0,6-4 547 0 0,0 0 0 0 0,1 1-1 0 0,-1 0 1 0 0,18-5 0 0 0,-24 8-748 0 0,-1 1 0 0 0,0 0 1 0 0,0 0-1 0 0,0-1 0 0 0,1 1 1 0 0,-1 0-1 0 0,0 0 0 0 0,0 0 1 0 0,1 1-1 0 0,-1-1 1 0 0,0 0-1 0 0,0 0 0 0 0,0 1 1 0 0,1-1-1 0 0,-1 1 0 0 0,0-1 1 0 0,0 1-1 0 0,0-1 0 0 0,1 2 1 0 0,-1-1-50 0 0,0 0 1 0 0,0 1-1 0 0,0-1 0 0 0,0 1 1 0 0,0-1-1 0 0,-1 1 0 0 0,1-1 1 0 0,-1 1-1 0 0,1-1 0 0 0,-1 1 1 0 0,0-1-1 0 0,1 1 1 0 0,-1 0-1 0 0,0-1 0 0 0,0 1 1 0 0,0 0-1 0 0,0-1 0 0 0,-1 1 1 0 0,1 1-1 0 0,-3 16 91 0 0,-1-1-1 0 0,-11 35 1 0 0,10-40-93 0 0,0 1 1 0 0,2-1 0 0 0,-1 1 0 0 0,2 0 0 0 0,0 1 0 0 0,0 19 0 0 0,2-32-12 0 0,0-1 1 0 0,0 1-1 0 0,0-1 0 0 0,1 1 0 0 0,-1-1 1 0 0,0 0-1 0 0,1 1 0 0 0,-1-1 1 0 0,1 0-1 0 0,0 1 0 0 0,-1-1 0 0 0,1 0 1 0 0,0 0-1 0 0,0 1 0 0 0,0-1 0 0 0,0 0 1 0 0,0 0-1 0 0,0 0 0 0 0,0 0 0 0 0,0 0 1 0 0,0-1-1 0 0,0 1 0 0 0,1 0 1 0 0,-1 0-1 0 0,0-1 0 0 0,1 1 0 0 0,-1-1 1 0 0,0 1-1 0 0,1-1 0 0 0,1 1 0 0 0,5 0-52 0 0,0 0 0 0 0,0 0-1 0 0,0-1 1 0 0,13-1-1 0 0,14 1-112 0 0,-32 0 159 0 0,-1 0 0 0 0,1 0 1 0 0,-1 1-1 0 0,1-1 0 0 0,-1 1 0 0 0,0 0 0 0 0,1 0 1 0 0,-1 0-1 0 0,0 0 0 0 0,1 0 0 0 0,-1 0 0 0 0,0 1 1 0 0,0-1-1 0 0,0 1 0 0 0,0-1 0 0 0,0 1 0 0 0,-1 0 1 0 0,1 0-1 0 0,0 0 0 0 0,1 3 0 0 0,-2-3 12 0 0,0 1 0 0 0,-1 0 0 0 0,0-1 0 0 0,1 1 0 0 0,-1-1 0 0 0,0 1 0 0 0,0-1 0 0 0,0 1 0 0 0,-1 0 0 0 0,1-1 0 0 0,-1 1 0 0 0,1-1 0 0 0,-1 1 0 0 0,0-1 0 0 0,0 1 0 0 0,0-1 0 0 0,0 0-1 0 0,0 1 1 0 0,-1-1 0 0 0,-1 2 0 0 0,-24 33 16 0 0,5-15-5147 0 0,8-7-772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0:51.8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24 3225 0 0,'44'-19'6028'0'0,"-38"17"-5766"0"0,-1 1 0 0 0,1 0 0 0 0,-1 1 0 0 0,1 0 1 0 0,-1-1-1 0 0,1 2 0 0 0,-1-1 0 0 0,1 1 0 0 0,-1 0 1 0 0,1 0-1 0 0,-1 0 0 0 0,0 1 0 0 0,1-1 0 0 0,-1 1 1 0 0,0 1-1 0 0,0-1 0 0 0,0 1 0 0 0,0 0 0 0 0,-1 0 1 0 0,1 0-1 0 0,-1 1 0 0 0,0-1 0 0 0,0 1 0 0 0,0 0 1 0 0,0 1-1 0 0,-1-1 0 0 0,0 0 0 0 0,4 6 0 0 0,6 14 32 0 0,-1 0-1 0 0,0 1 0 0 0,-2 0 0 0 0,11 43 0 0 0,-4-16 125 0 0,-10-30-333 0 0,-5-14-91 0 0,0-1 0 0 0,0 1 0 0 0,1-1 0 0 0,0 0 0 0 0,1 0 1 0 0,0 0-1 0 0,0 0 0 0 0,7 9 0 0 0,-11-16 3 0 0,1 1 0 0 0,-1-1 0 0 0,0 0 1 0 0,0 0-1 0 0,0 0 0 0 0,0 0 0 0 0,0 0 0 0 0,0 0 0 0 0,0 1 0 0 0,0-1 0 0 0,0 0 1 0 0,0 0-1 0 0,0 0 0 0 0,0 0 0 0 0,1 0 0 0 0,-1 0 0 0 0,0 0 0 0 0,0 0 1 0 0,0 1-1 0 0,0-1 0 0 0,0 0 0 0 0,0 0 0 0 0,1 0 0 0 0,-1 0 0 0 0,0 0 0 0 0,0 0 1 0 0,0 0-1 0 0,0 0 0 0 0,0 0 0 0 0,1 0 0 0 0,-1 0 0 0 0,0 0 0 0 0,0 0 1 0 0,0 0-1 0 0,0 0 0 0 0,0 0 0 0 0,1 0 0 0 0,-1 0 0 0 0,0 0 0 0 0,0 0 0 0 0,0 0 1 0 0,0 0-1 0 0,0 0 0 0 0,0 0 0 0 0,1-1 0 0 0,-1 1 0 0 0,0 0 0 0 0,0 0 1 0 0,0 0-1 0 0,0 0 0 0 0,0 0 0 0 0,0 0 0 0 0,0 0 0 0 0,0 0 0 0 0,1-1 0 0 0,-1 1 1 0 0,0 0-1 0 0,0 0 0 0 0,0 0 0 0 0,0 0 0 0 0,0 0 0 0 0,0-1 0 0 0,0 1 1 0 0,0 0-1 0 0,0 0 0 0 0,0 0 0 0 0,0 0 0 0 0,0 0 0 0 0,0-1 0 0 0,-1-20 67 0 0,-1-2-34 0 0,1 0 1 0 0,1 0-1 0 0,1 0 1 0 0,1 0-1 0 0,9-37 1 0 0,-9 48-63 0 0,1 1 0 0 0,1-1 0 0 0,0 1-1 0 0,1 0 1 0 0,0 0 0 0 0,0 1 0 0 0,1 0 0 0 0,1 0 0 0 0,-1 0 0 0 0,2 0-1 0 0,-1 1 1 0 0,1 0 0 0 0,12-9 0 0 0,-19 16 79 0 0,1 1 0 0 0,0-1 0 0 0,0 1 0 0 0,1-1 0 0 0,-1 1 0 0 0,0-1 0 0 0,0 1 0 0 0,1 0 0 0 0,-1 0 0 0 0,1 1 0 0 0,-1-1 0 0 0,1 0 0 0 0,-1 1 0 0 0,1-1 0 0 0,-1 1 0 0 0,1 0 0 0 0,0 0 0 0 0,-1 0 0 0 0,1 0 0 0 0,-1 0 0 0 0,1 1 0 0 0,4 0 0 0 0,-4 1 2 0 0,0 0-1 0 0,0 0 1 0 0,1 0-1 0 0,-2 0 1 0 0,1 1-1 0 0,0-1 1 0 0,0 1-1 0 0,-1 0 1 0 0,0 0-1 0 0,1 0 1 0 0,-1 0-1 0 0,0 0 1 0 0,0 0 0 0 0,-1 0-1 0 0,3 6 1 0 0,4 11-2 0 0,-1 0-1 0 0,-1 0 1 0 0,-1 0 0 0 0,-1 1 0 0 0,0 0 0 0 0,-2 0 0 0 0,0 0 0 0 0,-1 1 0 0 0,-2-1 0 0 0,0 0 0 0 0,-5 30-1 0 0,47-143-2130 0 0,-34 77 1976 0 0,8-18-168 0 0,23-36 0 0 0,-33 61 270 0 0,0 0 0 0 0,1 0 1 0 0,0 1-1 0 0,1-1 0 0 0,0 1 0 0 0,0 1 1 0 0,0-1-1 0 0,1 1 0 0 0,12-8 1 0 0,-18 13 67 0 0,0 0 1 0 0,0 1 0 0 0,1-1 0 0 0,-1 0 0 0 0,0 1 0 0 0,0-1-1 0 0,0 1 1 0 0,0-1 0 0 0,0 1 0 0 0,1 0 0 0 0,-1 0 0 0 0,0 0 0 0 0,0 1-1 0 0,0-1 1 0 0,1 0 0 0 0,-1 1 0 0 0,0-1 0 0 0,0 1 0 0 0,0 0 0 0 0,0 0-1 0 0,0-1 1 0 0,0 2 0 0 0,0-1 0 0 0,0 0 0 0 0,0 0 0 0 0,-1 0-1 0 0,1 1 1 0 0,0-1 0 0 0,-1 1 0 0 0,1 0 0 0 0,-1-1 0 0 0,0 1 0 0 0,1 0-1 0 0,-1 0 1 0 0,2 3 0 0 0,4 8 220 0 0,0 1 1 0 0,0 0-1 0 0,-1 0 0 0 0,4 16 0 0 0,-5-14-207 0 0,27 61-428 0 0,-4-10-3447 0 0,-20-45-2677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09.6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68 2304 0 0,'0'-8'1595'0'0,"0"1"0"0"0,-1 0 0 0 0,1-1 0 0 0,-2 1 0 0 0,1 0 0 0 0,-1-1-1 0 0,-4-8 1 0 0,8 47 2185 0 0,-2-9-3371 0 0,71 706-65 0 0,-63-660-5236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0.0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47 24 0 0,'-1'-3'177'0'0,"7"-4"242"0"0,7-4 472 0 0,-9 8-607 0 0,0 0 1 0 0,0 0-1 0 0,0 1 0 0 0,1 0 1 0 0,-1-1-1 0 0,1 1 0 0 0,-1 1 0 0 0,1-1 1 0 0,0 1-1 0 0,0 0 0 0 0,-1 0 1 0 0,1 0-1 0 0,0 0 0 0 0,0 1 1 0 0,0 0-1 0 0,0 0 0 0 0,0 1 1 0 0,6 0-1 0 0,-6 1-42 0 0,0-1 1 0 0,-1 1-1 0 0,0 0 1 0 0,1 1-1 0 0,-1-1 1 0 0,0 1-1 0 0,0-1 1 0 0,0 1-1 0 0,-1 1 1 0 0,1-1-1 0 0,-1 0 1 0 0,1 1-1 0 0,-1 0 0 0 0,0-1 1 0 0,0 1-1 0 0,-1 1 1 0 0,1-1-1 0 0,2 8 1 0 0,1 2-30 0 0,-1 0 0 0 0,-1 0 0 0 0,-1 0 1 0 0,0 0-1 0 0,0 1 0 0 0,-2 0 0 0 0,0-1 1 0 0,0 1-1 0 0,-1 0 0 0 0,-1-1 0 0 0,-1 1 0 0 0,0-1 1 0 0,-1 1-1 0 0,-4 14 0 0 0,3-14 64 0 0,-1-1 0 0 0,-1 1 0 0 0,0-1 0 0 0,-1 0 0 0 0,0-1-1 0 0,-1 0 1 0 0,0 0 0 0 0,-1 0 0 0 0,-1-1 0 0 0,0-1 0 0 0,-1 1 0 0 0,0-2 0 0 0,-16 13 0 0 0,15-17 221 0 0,11-10 558 0 0,15-15 102 0 0,-11 16-1133 0 0,1 1-1 0 0,-1 0 0 0 0,1 0 1 0 0,0 0-1 0 0,0 0 1 0 0,-1 1-1 0 0,1-1 1 0 0,0 1-1 0 0,0 0 0 0 0,0 0 1 0 0,0 1-1 0 0,1-1 1 0 0,6 1-1 0 0,-2 0 15 0 0,-1 1 0 0 0,1 0 0 0 0,-1 1 0 0 0,0 0 1 0 0,1 0-1 0 0,10 5 0 0 0,-1 1-239 0 0,0 1 0 0 0,0 1 1 0 0,-1 0-1 0 0,-1 1 0 0 0,16 14 0 0 0,3 9-2826 0 0,-19-15-3486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0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1 299 8290 0 0,'49'-5'4307'0'0,"-40"3"-4021"0"0,-1-1-1 0 0,0 0 1 0 0,1-1-1 0 0,-1 0 1 0 0,0 0-1 0 0,-1-1 1 0 0,1 0-1 0 0,-1 0 0 0 0,0-1 1 0 0,0 1-1 0 0,-1-2 1 0 0,0 1-1 0 0,0-1 1 0 0,0 0-1 0 0,6-10 1 0 0,-9 12-291 0 0,1-1 1 0 0,-2 0-1 0 0,1 0 1 0 0,0-1 0 0 0,-1 1-1 0 0,0 0 1 0 0,-1-1-1 0 0,1 1 1 0 0,-1-1 0 0 0,-1 1-1 0 0,1-1 1 0 0,-1 0-1 0 0,0 1 1 0 0,-1-1 0 0 0,1 0-1 0 0,-1 1 1 0 0,-1-1-1 0 0,1 1 1 0 0,-1-1-1 0 0,0 1 1 0 0,-4-8 0 0 0,3 10 3 0 0,1 0 1 0 0,-1 0-1 0 0,0 0 1 0 0,0 1 0 0 0,-1-1-1 0 0,1 1 1 0 0,-1 0-1 0 0,0 0 1 0 0,1 0 0 0 0,-1 1-1 0 0,0-1 1 0 0,-1 1-1 0 0,1 0 1 0 0,0 0 0 0 0,-1 0-1 0 0,-8-2 1 0 0,10 3 26 0 0,0 1 1 0 0,0-1-1 0 0,0 0 1 0 0,0 1-1 0 0,0 0 1 0 0,-1-1 0 0 0,1 1-1 0 0,0 0 1 0 0,0 1-1 0 0,0-1 1 0 0,0 1-1 0 0,0-1 1 0 0,0 1-1 0 0,0 0 1 0 0,0 0-1 0 0,0 0 1 0 0,1 0-1 0 0,-1 1 1 0 0,0-1 0 0 0,1 1-1 0 0,-1 0 1 0 0,1 0-1 0 0,-1-1 1 0 0,1 2-1 0 0,0-1 1 0 0,0 0-1 0 0,-3 3 1 0 0,3 0-46 0 0,0-1 0 0 0,1 0 0 0 0,-1 1 1 0 0,1-1-1 0 0,0 1 0 0 0,0 0 0 0 0,1-1 1 0 0,-1 1-1 0 0,1 0 0 0 0,0-1 0 0 0,0 1 1 0 0,1 0-1 0 0,-1-1 0 0 0,1 1 0 0 0,3 8 0 0 0,0 1-138 0 0,0 0 0 0 0,1 1 0 0 0,12 21-1 0 0,-11-26 5 0 0,0 0-1 0 0,0-1 0 0 0,1 1 1 0 0,0-1-1 0 0,1-1 0 0 0,0 0 1 0 0,0 0-1 0 0,1 0 1 0 0,-1-1-1 0 0,20 12 0 0 0,-21-15-245 0 0,1-1 0 0 0,-1 1 0 0 0,1-1 0 0 0,0-1 0 0 0,0 0 0 0 0,0 0-1 0 0,0 0 1 0 0,0-1 0 0 0,16 1 0 0 0,-3-3-3760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0.7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 3 7370 0 0,'-2'0'100'0'0,"0"-1"1"0"0,1 1-1 0 0,-1-1 1 0 0,0 1 0 0 0,1 0-1 0 0,-1 0 1 0 0,0 0 0 0 0,1 0-1 0 0,-1 0 1 0 0,0 0-1 0 0,0 0 1 0 0,1 0 0 0 0,-1 1-1 0 0,0-1 1 0 0,1 1-1 0 0,-1-1 1 0 0,1 1 0 0 0,-1 0-1 0 0,-1 1 1 0 0,-1 0 126 0 0,0 1 0 0 0,1 0 0 0 0,-1-1-1 0 0,1 2 1 0 0,0-1 0 0 0,0 0 0 0 0,-4 6 0 0 0,2-1 215 0 0,0 0 0 0 0,0 0 0 0 0,1 0 0 0 0,0 1 0 0 0,0 0 0 0 0,-4 16 0 0 0,8-23-372 0 0,0-1 0 0 0,-1 1 1 0 0,1 0-1 0 0,0-1 0 0 0,0 1 0 0 0,0 0 0 0 0,0 0 0 0 0,0-1 1 0 0,0 1-1 0 0,1 0 0 0 0,-1 0 0 0 0,1-1 0 0 0,-1 1 0 0 0,1 0 1 0 0,0-1-1 0 0,-1 1 0 0 0,1-1 0 0 0,0 1 0 0 0,0-1 0 0 0,0 1 1 0 0,0-1-1 0 0,0 0 0 0 0,0 1 0 0 0,1-1 0 0 0,-1 0 0 0 0,0 0 1 0 0,1 0-1 0 0,-1 0 0 0 0,1 0 0 0 0,-1 0 0 0 0,3 1 0 0 0,6 1 110 0 0,-1 1 0 0 0,1-2-1 0 0,0 1 1 0 0,17 1 0 0 0,19 6-147 0 0,-44-9-46 0 0,1 1 1 0 0,0-1-1 0 0,-1 0 1 0 0,1 1 0 0 0,-1-1-1 0 0,0 1 1 0 0,1 0-1 0 0,-1 0 1 0 0,0 0-1 0 0,0 0 1 0 0,0 0 0 0 0,0 0-1 0 0,-1 1 1 0 0,1-1-1 0 0,0 1 1 0 0,-1-1-1 0 0,0 1 1 0 0,0-1 0 0 0,0 1-1 0 0,0 0 1 0 0,0 0-1 0 0,0-1 1 0 0,-1 1 0 0 0,1 0-1 0 0,-1 0 1 0 0,0 0-1 0 0,0 0 1 0 0,0 0-1 0 0,0-1 1 0 0,0 1 0 0 0,-1 0-1 0 0,1 0 1 0 0,-1 0-1 0 0,0 0 1 0 0,-2 4-1 0 0,-3 10-114 0 0,-1 0 0 0 0,-1 0-1 0 0,-1-1 1 0 0,-15 22 0 0 0,16-26 128 0 0,-3 5-164 0 0,-10 16 95 0 0,8-11-4155 0 0,6-9-891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0.9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 5529 0 0,'0'-1'80'0'0,"0"1"-1"0"0,1-1 1 0 0,-1 1-1 0 0,1-1 1 0 0,-1 1-1 0 0,1-1 1 0 0,-1 1-1 0 0,1-1 1 0 0,-1 1-1 0 0,1 0 1 0 0,0-1-1 0 0,-1 1 1 0 0,1 0-1 0 0,-1 0 1 0 0,1-1-1 0 0,0 1 1 0 0,-1 0-1 0 0,1 0 1 0 0,0 0-1 0 0,-1 0 1 0 0,1 0-1 0 0,0 0 1 0 0,-1 0-1 0 0,1 0 1 0 0,0 0-1 0 0,-1 0 1 0 0,1 0-1 0 0,0 0 1 0 0,-1 0-1 0 0,1 1 1 0 0,0-1-1 0 0,0 0 1 0 0,0 1 127 0 0,0 1 1 0 0,1-1 0 0 0,-1 0 0 0 0,0 1 0 0 0,0-1-1 0 0,0 1 1 0 0,0-1 0 0 0,0 1 0 0 0,-1-1 0 0 0,1 1 0 0 0,0 0-1 0 0,0 1 1 0 0,10 57 3466 0 0,-11-57-3551 0 0,6 62 1408 0 0,1 21-1202 0 0,5-32-3605 0 0,-7-45 876 0 0,-5-9 2364 0 0,0 0-1 0 0,0 0 0 0 0,1 0 0 0 0,-1 0 0 0 0,0 0 1 0 0,0 0-1 0 0,0 0 0 0 0,1 0 0 0 0,-1 0 0 0 0,0 0 0 0 0,0 0 1 0 0,1 0-1 0 0,-1 0 0 0 0,0 0 0 0 0,0 0 0 0 0,0-1 1 0 0,1 1-1 0 0,-1 0 0 0 0,0 0 0 0 0,0 0 0 0 0,0 0 1 0 0,1 0-1 0 0,-1 0 0 0 0,0-1 0 0 0,0 1 0 0 0,0 0 1 0 0,0 0-1 0 0,1 0 0 0 0,-1-1 0 0 0,0 1 0 0 0,0 0 1 0 0,0 0-1 0 0,0 0 0 0 0,0-1 0 0 0,0 1 0 0 0,0 0 0 0 0,0-1 1 0 0,4-7-15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1.1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5 7834 0 0,'-3'-3'696'0'0,"-1"1"872"0"0,1 2-784 0 0,-2 0 8 0 0,1 3-567 0 0,0 2-121 0 0,-1 2-16 0 0,4 2-8 0 0,-1 3-1481 0 0,5-2-295 0 0,7-1-56 0 0,1-3-9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1.4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257 11 920 0 0,'1'0'108'0'0,"-1"-1"1"0"0,0 1-1 0 0,0 0 0 0 0,0-1 0 0 0,0 1 1 0 0,0-1-1 0 0,0 1 0 0 0,-1 0 0 0 0,1-1 1 0 0,0 1-1 0 0,0-1 0 0 0,0 1 0 0 0,0 0 1 0 0,0-1-1 0 0,0 1 0 0 0,-1 0 0 0 0,1-1 1 0 0,0 1-1 0 0,0 0 0 0 0,-1-1 0 0 0,1 1 1 0 0,0 0-1 0 0,0-1 0 0 0,-1 1 0 0 0,1 0 1 0 0,0 0-1 0 0,-1 0 0 0 0,1-1 0 0 0,0 1 1 0 0,-1 0-1 0 0,1 0 0 0 0,0 0 0 0 0,-1-1 1 0 0,-16 5 2617 0 0,-20 19 750 0 0,31-19-2875 0 0,-15 10 320 0 0,1 2 0 0 0,1 0 0 0 0,1 2 0 0 0,0-1-1 0 0,1 2 1 0 0,1 1 0 0 0,0 0 0 0 0,-23 43 0 0 0,38-62-922 0 0,0 0-1 0 0,0 1 1 0 0,1-1-1 0 0,-1 0 0 0 0,0 1 1 0 0,1-1-1 0 0,0 1 1 0 0,-1-1-1 0 0,1 1 1 0 0,0-1-1 0 0,-1 1 1 0 0,1-1-1 0 0,0 1 0 0 0,0-1 1 0 0,0 1-1 0 0,0-1 1 0 0,1 1-1 0 0,-1-1 1 0 0,0 1-1 0 0,1-1 0 0 0,-1 1 1 0 0,1-1-1 0 0,-1 1 1 0 0,1-1-1 0 0,0 1 1 0 0,-1-1-1 0 0,1 0 1 0 0,0 0-1 0 0,0 1 0 0 0,0-1 1 0 0,0 0-1 0 0,0 0 1 0 0,0 0-1 0 0,1 0 1 0 0,-1 0-1 0 0,0 0 1 0 0,0 0-1 0 0,1-1 0 0 0,1 2 1 0 0,7 2-20 0 0,0 0 0 0 0,0-1 1 0 0,0 0-1 0 0,21 2 0 0 0,1 2-7 0 0,-24-5-4 0 0,0 1 0 0 0,0 0 0 0 0,0 0 0 0 0,0 1 0 0 0,0 0 0 0 0,-1 0 0 0 0,0 1 0 0 0,1 0 1 0 0,-2 1-1 0 0,1-1 0 0 0,-1 1 0 0 0,11 12 0 0 0,-15-14-28 0 0,0-1 0 0 0,0 1 0 0 0,0-1-1 0 0,0 1 1 0 0,0 0 0 0 0,-1 0 0 0 0,1 0 0 0 0,-1 0 0 0 0,0 0-1 0 0,-1 0 1 0 0,1 0 0 0 0,-1 0 0 0 0,1 0 0 0 0,-1 0 0 0 0,0 0-1 0 0,-1 0 1 0 0,1 0 0 0 0,-1 1 0 0 0,0-1 0 0 0,0 0 0 0 0,0 0 0 0 0,0 0-1 0 0,-1-1 1 0 0,0 1 0 0 0,0 0 0 0 0,0-1 0 0 0,0 1 0 0 0,-4 5-1 0 0,-19 18-4961 0 0,10-15-277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1.6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92 2304 0 0,'3'-10'211'0'0,"0"0"-1"0"0,-1 0 0 0 0,2-14 0 0 0,1-13 13331 0 0,37 180-9391 0 0,39 196-3060 0 0,-77-320-1202 0 0,4 25-1059 0 0,-2-15-3847 0 0,1-1-1701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1.8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3 9674 0 0,'-49'5'4786'0'0,"41"-4"-3033"0"0,33-4-1824 0 0,24-1-1782 0 0,1 3 0 0 0,64 5 0 0 0,-61-1 2104 0 0,-23-2-251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2.4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 42 1840 0 0,'-12'-10'-611'0'0,"8"6"1283"0"0,-1 0-1 0 0,0 0 1 0 0,1 0-1 0 0,-1 1 1 0 0,-1-1-1 0 0,-7-3 1 0 0,12 7-470 0 0,-1 0 0 0 0,1-1 1 0 0,0 1-1 0 0,-1 0 0 0 0,1 0 0 0 0,0 0 0 0 0,-1 0 1 0 0,1 0-1 0 0,0 0 0 0 0,-1 0 0 0 0,1 0 0 0 0,0 1 1 0 0,-1-1-1 0 0,1 0 0 0 0,0 1 0 0 0,0-1 0 0 0,0 1 1 0 0,-1-1-1 0 0,1 1 0 0 0,0 0 0 0 0,0 0 1 0 0,0-1-1 0 0,0 1 0 0 0,0 0 0 0 0,0 0 0 0 0,0 0 1 0 0,0 0-1 0 0,0 0 0 0 0,1 0 0 0 0,-1 0 0 0 0,0 1 1 0 0,1-1-1 0 0,-1 0 0 0 0,1 0 0 0 0,-1 3 0 0 0,-6 10 334 0 0,1 0-1 0 0,1 1 1 0 0,0-1-1 0 0,1 1 0 0 0,0 1 1 0 0,-2 27-1 0 0,6-37-558 0 0,-1-1 0 0 0,1 0 1 0 0,0 1-1 0 0,0-1 0 0 0,1 0 0 0 0,-1 1 0 0 0,1-1 0 0 0,0 0 0 0 0,1 0 1 0 0,-1 1-1 0 0,1-1 0 0 0,0 0 0 0 0,0-1 0 0 0,1 1 0 0 0,-1 0 1 0 0,1-1-1 0 0,0 1 0 0 0,1-1 0 0 0,-1 0 0 0 0,1 0 0 0 0,-1 0 1 0 0,1-1-1 0 0,6 5 0 0 0,-8-7-53 0 0,0 1 1 0 0,0-1 0 0 0,0 0-1 0 0,1 0 1 0 0,-1-1 0 0 0,0 1-1 0 0,0 0 1 0 0,1-1 0 0 0,-1 1-1 0 0,0-1 1 0 0,1 0 0 0 0,-1 0-1 0 0,0 0 1 0 0,1 0-1 0 0,-1 0 1 0 0,0 0 0 0 0,1-1-1 0 0,-1 1 1 0 0,3-2 0 0 0,0 0-77 0 0,-1 0 0 0 0,0 0 0 0 0,-1 0 0 0 0,1-1 0 0 0,0 1 1 0 0,-1-1-1 0 0,1 0 0 0 0,-1 0 0 0 0,5-6 0 0 0,2-4-122 0 0,-1 0-1 0 0,0-1 1 0 0,0-1-1 0 0,8-22 1 0 0,-4 4 163 0 0,-11 26 231 0 0,0-1 1 0 0,0 1 0 0 0,1 1-1 0 0,0-1 1 0 0,0 0-1 0 0,1 1 1 0 0,0-1 0 0 0,0 1-1 0 0,0 0 1 0 0,1 1-1 0 0,6-7 1 0 0,-11 11-50 0 0,1 1-1 0 0,0-1 1 0 0,-1 1 0 0 0,1-1-1 0 0,0 1 1 0 0,0 0 0 0 0,-1-1 0 0 0,1 1-1 0 0,0 0 1 0 0,0-1 0 0 0,0 1 0 0 0,-1 0-1 0 0,1 0 1 0 0,0 0 0 0 0,0 0-1 0 0,0 0 1 0 0,0 0 0 0 0,-1 0 0 0 0,1 0-1 0 0,0 0 1 0 0,0 0 0 0 0,0 0 0 0 0,0 1-1 0 0,-1-1 1 0 0,1 0 0 0 0,0 1-1 0 0,0-1 1 0 0,-1 0 0 0 0,1 1 0 0 0,0-1-1 0 0,0 1 1 0 0,-1-1 0 0 0,1 1 0 0 0,-1-1-1 0 0,1 1 1 0 0,0 0 0 0 0,-1-1-1 0 0,1 1 1 0 0,-1 0 0 0 0,1 0 0 0 0,-1-1-1 0 0,0 1 1 0 0,1 0 0 0 0,-1 0-1 0 0,0-1 1 0 0,0 1 0 0 0,1 1 0 0 0,2 7 200 0 0,0 0 1 0 0,-1-1 0 0 0,3 15-1 0 0,-3-12-119 0 0,16 50 87 0 0,-16-57-272 0 0,-1-1 0 0 0,1 1 0 0 0,-1 0 0 0 0,1-1 0 0 0,0 1-1 0 0,1-1 1 0 0,-1 0 0 0 0,1 0 0 0 0,-1 0 0 0 0,1 0 0 0 0,0 0 0 0 0,0 0 0 0 0,5 3 0 0 0,-8-6 13 0 0,1 0 1 0 0,0 0 0 0 0,0 0 0 0 0,0 1-1 0 0,-1-1 1 0 0,1 0 0 0 0,0 0-1 0 0,0 0 1 0 0,0-1 0 0 0,-1 1-1 0 0,1 0 1 0 0,0 0 0 0 0,0 0-1 0 0,-1 0 1 0 0,1-1 0 0 0,0 1-1 0 0,0 0 1 0 0,-1-1 0 0 0,1 1-1 0 0,0-1 1 0 0,-1 1 0 0 0,1-1-1 0 0,0 1 1 0 0,-1-1 0 0 0,1 1 0 0 0,-1-1-1 0 0,1 0 1 0 0,-1 1 0 0 0,1-1-1 0 0,-1 0 1 0 0,1 1 0 0 0,-1-1-1 0 0,0 0 1 0 0,1 1 0 0 0,-1-1-1 0 0,0 0 1 0 0,0 0 0 0 0,0 0-1 0 0,1 1 1 0 0,-1-2 0 0 0,9-39 264 0 0,-8 35-156 0 0,3-25 222 0 0,-3 20-140 0 0,0 1 0 0 0,1 0 0 0 0,0 0 1 0 0,0-1-1 0 0,1 1 0 0 0,1 1 0 0 0,8-19 1 0 0,-12 28-149 0 0,1-1 1 0 0,-1 0 0 0 0,1 0 0 0 0,-1 0 0 0 0,1 1-1 0 0,0-1 1 0 0,0 0 0 0 0,-1 1 0 0 0,1-1-1 0 0,0 1 1 0 0,0-1 0 0 0,0 1 0 0 0,-1-1-1 0 0,1 1 1 0 0,0-1 0 0 0,0 1 0 0 0,0 0 0 0 0,0-1-1 0 0,0 1 1 0 0,0 0 0 0 0,0 0 0 0 0,0 0-1 0 0,0 0 1 0 0,2 0 0 0 0,-1 0-15 0 0,0 1 0 0 0,1 0 1 0 0,-1-1-1 0 0,0 1 0 0 0,0 0 0 0 0,0 0 0 0 0,1 1 1 0 0,-1-1-1 0 0,-1 0 0 0 0,4 2 0 0 0,2 4-38 0 0,0-1 0 0 0,-1 1 0 0 0,1 0 0 0 0,4 9 1 0 0,-1-1 43 0 0,-1 0 0 0 0,-1 1 1 0 0,-1 1-1 0 0,9 26 1 0 0,4 10-136 0 0,-20-53 96 0 0,0 0 1 0 0,0 0-1 0 0,0 0 1 0 0,0 0-1 0 0,0 0 0 0 0,0 1 1 0 0,0-1-1 0 0,0 0 1 0 0,0 0-1 0 0,0 0 0 0 0,0 0 1 0 0,0 0-1 0 0,0 0 1 0 0,1 1-1 0 0,-1-1 1 0 0,0 0-1 0 0,0 0 0 0 0,0 0 1 0 0,0 0-1 0 0,0 0 1 0 0,0 0-1 0 0,0 0 0 0 0,1 0 1 0 0,-1 1-1 0 0,0-1 1 0 0,0 0-1 0 0,0 0 1 0 0,0 0-1 0 0,0 0 0 0 0,0 0 1 0 0,1 0-1 0 0,-1 0 1 0 0,0 0-1 0 0,0 0 0 0 0,0 0 1 0 0,0 0-1 0 0,0 0 1 0 0,1 0-1 0 0,-1 0 1 0 0,0 0-1 0 0,0 0 0 0 0,0 0 1 0 0,0 0-1 0 0,0 0 1 0 0,1 0-1 0 0,-1 0 1 0 0,0 0-1 0 0,0-1 0 0 0,6-8-926 0 0,3-17-504 0 0,-8 22 1105 0 0,11-29-2301 0 0,-5 17-2156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2.7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21 7026 0 0,'0'-1'152'0'0,"0"-1"424"0"0,-2 2-576 0 0,2-1 0 0 0,-1-1 0 0 0,-1-1 0 0 0,-1 0 856 0 0,2 0 128 0 0,-1 0 24 0 0,1 0 8 0 0,-1 3-1016 0 0,2 2-256 0 0,2-2-32 0 0,-2 1 0 0 0,0 2 216 0 0,0-1 72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3.0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 1376 0 0,'-5'0'64'0'0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3.1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 5241 0 0,'-3'4'464'0'0,"1"-2"-368"0"0,1-1-96 0 0,-1-1 0 0 0,1 2 0 0 0,-1-2 0 0 0,1 0 0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3.2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186 87 2761 0 0,'2'-2'195'0'0,"-1"-1"1"0"0,0 0-1 0 0,0 1 1 0 0,0-1-1 0 0,0 0 1 0 0,0 0-1 0 0,-1 0 1 0 0,1 0-1 0 0,-1 1 1 0 0,0-1-1 0 0,0 0 1 0 0,0 0-1 0 0,0 0 1 0 0,0 0-1 0 0,-1 0 1 0 0,1 0-1 0 0,-1 0 1 0 0,0 1-1 0 0,0-1 1 0 0,0 0-1 0 0,0 0 1 0 0,0 1-1 0 0,-3-6 1 0 0,2 7 72 0 0,0-1 0 0 0,1 1 1 0 0,-1 0-1 0 0,0 0 0 0 0,1-1 1 0 0,-1 1-1 0 0,0 0 0 0 0,0 0 1 0 0,0 1-1 0 0,0-1 0 0 0,0 0 0 0 0,0 1 1 0 0,0-1-1 0 0,0 1 0 0 0,-1-1 1 0 0,1 1-1 0 0,0 0 0 0 0,0 0 1 0 0,0 0-1 0 0,0 0 0 0 0,0 1 1 0 0,-1-1-1 0 0,1 0 0 0 0,0 1 1 0 0,0 0-1 0 0,0-1 0 0 0,0 1 1 0 0,0 0-1 0 0,0 0 0 0 0,1 0 1 0 0,-1 0-1 0 0,0 1 0 0 0,-2 0 1 0 0,-4 4 31 0 0,0 1 0 0 0,0 0 1 0 0,1 0-1 0 0,0 1 0 0 0,0 0 1 0 0,0 0-1 0 0,1 0 1 0 0,0 1-1 0 0,1 0 0 0 0,0 0 1 0 0,-4 11-1 0 0,3-6-159 0 0,0 0 1 0 0,2 0-1 0 0,0 0 0 0 0,0 1 0 0 0,1-1 0 0 0,1 1 1 0 0,0 18-1 0 0,2-28-113 0 0,0-1-1 0 0,1 1 1 0 0,-1 0-1 0 0,1-1 1 0 0,0 1 0 0 0,1-1-1 0 0,-1 1 1 0 0,1-1-1 0 0,0 0 1 0 0,0 0 0 0 0,0 0-1 0 0,1 0 1 0 0,0 0 0 0 0,-1 0-1 0 0,1 0 1 0 0,1-1-1 0 0,-1 1 1 0 0,0-1 0 0 0,1 0-1 0 0,5 3 1 0 0,-4-2-239 0 0,0-1 1 0 0,1 0 0 0 0,0 0-1 0 0,-1 0 1 0 0,1-1 0 0 0,0 0-1 0 0,0 0 1 0 0,1-1 0 0 0,-1 0-1 0 0,0 0 1 0 0,0 0 0 0 0,1-1-1 0 0,-1 0 1 0 0,12-1 0 0 0,5-3-6594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3.5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43 307 5529 0 0,'5'-5'572'0'0,"1"0"0"0"0,-1-1-1 0 0,-1 0 1 0 0,1 0 0 0 0,-1 0-1 0 0,0-1 1 0 0,-1 1 0 0 0,1-1 0 0 0,-1 0-1 0 0,0 0 1 0 0,-1 0 0 0 0,3-12-1 0 0,-2 2-157 0 0,-1-1 0 0 0,-1 1 0 0 0,0 0 0 0 0,-3-21 0 0 0,2 32-270 0 0,-1-1-1 0 0,0 1 0 0 0,0 0 0 0 0,0 0 0 0 0,-1 1 1 0 0,0-1-1 0 0,0 0 0 0 0,0 0 0 0 0,-1 1 0 0 0,0 0 0 0 0,0-1 1 0 0,0 1-1 0 0,-1 0 0 0 0,0 1 0 0 0,-6-7 0 0 0,9 10-81 0 0,1 0 0 0 0,-1 0 0 0 0,0 0-1 0 0,0 1 1 0 0,0-1 0 0 0,0 0-1 0 0,0 1 1 0 0,0-1 0 0 0,0 0 0 0 0,0 1-1 0 0,0-1 1 0 0,0 1 0 0 0,-1 0-1 0 0,1-1 1 0 0,0 1 0 0 0,0 0 0 0 0,0 0-1 0 0,-1 0 1 0 0,1 0 0 0 0,0 0 0 0 0,0 0-1 0 0,0 0 1 0 0,-1 0 0 0 0,1 0-1 0 0,0 1 1 0 0,-2-1 0 0 0,2 2 11 0 0,0-1 1 0 0,-1 0 0 0 0,1 0-1 0 0,-1 1 1 0 0,1-1-1 0 0,0 1 1 0 0,0-1-1 0 0,0 1 1 0 0,0-1-1 0 0,0 1 1 0 0,0 0 0 0 0,0-1-1 0 0,1 1 1 0 0,-2 3-1 0 0,-1 7 165 0 0,1 0-1 0 0,0 0 0 0 0,-1 22 1 0 0,3-15-80 0 0,0-1 1 0 0,1 1-1 0 0,1 0 1 0 0,1 0-1 0 0,8 31 1 0 0,-8-42-254 0 0,-1 0 0 0 0,1-1-1 0 0,1 0 1 0 0,-1 0 0 0 0,1 0-1 0 0,0 0 1 0 0,1 0 0 0 0,0-1 0 0 0,0 0-1 0 0,0 0 1 0 0,1 0 0 0 0,0-1 0 0 0,0 0-1 0 0,0 0 1 0 0,0 0 0 0 0,10 5 0 0 0,10 1-7220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3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71 6913 0 0,'0'-7'4181'0'0,"12"-17"-599"0"0,-8 20-3723 0 0,0-1 0 0 0,0 1 0 0 0,0-1 0 0 0,1 1 0 0 0,-1 0 0 0 0,9-4 0 0 0,-12 7 103 0 0,0 0 1 0 0,0 1 0 0 0,0-1-1 0 0,0 1 1 0 0,0-1 0 0 0,0 1 0 0 0,0 0-1 0 0,0-1 1 0 0,1 1 0 0 0,-1 0-1 0 0,0 0 1 0 0,0 0 0 0 0,0 0 0 0 0,0 0-1 0 0,0 0 1 0 0,1 0 0 0 0,-1 0-1 0 0,0 0 1 0 0,0 0 0 0 0,0 1 0 0 0,0-1-1 0 0,0 0 1 0 0,0 1 0 0 0,0-1-1 0 0,0 1 1 0 0,0 0 0 0 0,0-1 0 0 0,0 1-1 0 0,0 0 1 0 0,0-1 0 0 0,0 1-1 0 0,0 0 1 0 0,0 0 0 0 0,-1 0 0 0 0,1 0-1 0 0,0-1 1 0 0,-1 1 0 0 0,1 0-1 0 0,-1 0 1 0 0,1 1 0 0 0,0 0 0 0 0,1 7 37 0 0,-3 1 0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3.9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8 142 5065 0 0,'-7'9'5849'0'0,"13"-9"-4392"0"0,1-4 15 0 0,3-2 0 0 0,4-5 1 0 0,2 0-889 0 0,2-4-168 0 0,1-3-40 0 0,15-10-3545 0 0,1 0-712 0 0,-1-2-143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5.3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40 5529 0 0,'-9'-24'1639'0'0,"2"8"4157"0"0,10 27-1817 0 0,0 11-2562 0 0,-2-10-1296 0 0,19 251 1615 0 0,-2-18-5611 0 0,-13-217-2129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5.6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12 326 4145 0 0,'-4'-15'283'0'0,"2"0"0"0"0,-1-1 0 0 0,2 1 0 0 0,0-1 0 0 0,1 1 0 0 0,0-1 0 0 0,4-16 0 0 0,-2 21 94 0 0,0 0 1 0 0,1 0-1 0 0,0 1 1 0 0,0 0 0 0 0,1-1-1 0 0,1 1 1 0 0,0 1-1 0 0,0-1 1 0 0,1 1 0 0 0,14-17-1 0 0,-14 19-103 0 0,0 1 0 0 0,0 1 0 0 0,1-1 0 0 0,0 1-1 0 0,0 0 1 0 0,1 1 0 0 0,0-1 0 0 0,13-4 0 0 0,-19 8-224 0 0,-1 0 1 0 0,1 0-1 0 0,0 0 1 0 0,0 1-1 0 0,0-1 1 0 0,0 1-1 0 0,0 0 1 0 0,0-1-1 0 0,0 1 1 0 0,1 0-1 0 0,-1 0 1 0 0,0 0-1 0 0,0 0 1 0 0,0 1-1 0 0,0-1 1 0 0,0 0-1 0 0,0 1 1 0 0,0 0-1 0 0,0-1 0 0 0,0 1 1 0 0,0 0-1 0 0,-1 0 1 0 0,1 0-1 0 0,0 0 1 0 0,0 0-1 0 0,-1 1 1 0 0,1-1-1 0 0,-1 0 1 0 0,1 1-1 0 0,-1-1 1 0 0,1 1-1 0 0,-1 0 1 0 0,0-1-1 0 0,0 1 1 0 0,0 0-1 0 0,0 0 1 0 0,0 0-1 0 0,0 0 1 0 0,-1 0-1 0 0,1-1 1 0 0,0 4-1 0 0,2 7-70 0 0,-2 0 0 0 0,1 0 0 0 0,-1 0 0 0 0,-1 0 0 0 0,0 0 0 0 0,-1 0 0 0 0,0 0 0 0 0,-1 0 0 0 0,0 0 0 0 0,-5 12 0 0 0,-5 15-149 0 0,-27 59 1 0 0,12-47 136 0 0,18-36 205 0 0,1-1 0 0 0,1 1 1 0 0,-8 23-1 0 0,15-38-123 0 0,0 1-1 0 0,0-1 1 0 0,0 1-1 0 0,0-1 0 0 0,0 0 1 0 0,0 1-1 0 0,1-1 1 0 0,-1 1-1 0 0,0-1 1 0 0,0 0-1 0 0,0 1 1 0 0,1-1-1 0 0,-1 0 0 0 0,0 1 1 0 0,0-1-1 0 0,1 0 1 0 0,-1 0-1 0 0,0 1 1 0 0,1-1-1 0 0,-1 0 1 0 0,0 0-1 0 0,1 1 0 0 0,-1-1 1 0 0,0 0-1 0 0,1 0 1 0 0,-1 0-1 0 0,0 1 1 0 0,1-1-1 0 0,-1 0 1 0 0,1 0-1 0 0,-1 0 0 0 0,0 0 1 0 0,1 0-1 0 0,-1 0 1 0 0,1 0-1 0 0,-1 0 1 0 0,0 0-1 0 0,1 0 1 0 0,-1 0-1 0 0,1 0 0 0 0,-1 0 1 0 0,0-1-1 0 0,1 1 1 0 0,-1 0-1 0 0,1 0 1 0 0,-1 0-1 0 0,1-1 1 0 0,27-5 1068 0 0,-24 5-953 0 0,11-3-253 0 0,1 1 1 0 0,0 1-1 0 0,0 1 1 0 0,0 0-1 0 0,0 0 0 0 0,0 2 1 0 0,-1 0-1 0 0,1 1 0 0 0,26 6 1 0 0,-18-2-1173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6.0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59 238 8754 0 0,'6'0'745'0'0,"-1"0"-1"0"0,1-1 1 0 0,-1 0 0 0 0,0 0-1 0 0,0-1 1 0 0,0 1 0 0 0,1-1-1 0 0,-2 0 1 0 0,10-6 0 0 0,-5 3-431 0 0,-2 0 1 0 0,1-1 0 0 0,0 0 0 0 0,-1-1 0 0 0,9-10 0 0 0,-10 11-331 0 0,-1-1 0 0 0,0 0 1 0 0,0 0-1 0 0,0 0 0 0 0,-1 0 0 0 0,0 0 1 0 0,-1-1-1 0 0,0 0 0 0 0,0 0 0 0 0,-1 0 0 0 0,1 0 1 0 0,-2 0-1 0 0,1 0 0 0 0,0-15 0 0 0,-2 21 22 0 0,0 0-1 0 0,0 0 1 0 0,0 0-1 0 0,-1 0 1 0 0,1 0-1 0 0,0 0 1 0 0,-1 0 0 0 0,1 0-1 0 0,-1 0 1 0 0,0 0-1 0 0,0 1 1 0 0,1-1-1 0 0,-1 0 1 0 0,0 0-1 0 0,0 1 1 0 0,-1-1 0 0 0,1 1-1 0 0,0-1 1 0 0,-1 1-1 0 0,1-1 1 0 0,-1 1-1 0 0,1 0 1 0 0,-3-2-1 0 0,2 2 12 0 0,-1 1-1 0 0,1-1 0 0 0,-1 0 0 0 0,1 1 0 0 0,-1 0 1 0 0,0 0-1 0 0,1-1 0 0 0,-1 1 0 0 0,0 1 0 0 0,1-1 1 0 0,-1 0-1 0 0,1 1 0 0 0,-1-1 0 0 0,1 1 0 0 0,-4 1 1 0 0,-5 2 35 0 0,0 1 0 0 0,1 1 1 0 0,-1-1-1 0 0,1 2 0 0 0,0-1 1 0 0,-13 13-1 0 0,15-12-40 0 0,1 1 1 0 0,-1-1-1 0 0,2 1 1 0 0,-1 1-1 0 0,1-1 1 0 0,1 1-1 0 0,-1 0 0 0 0,2 0 1 0 0,-1 1-1 0 0,-5 16 1 0 0,9-22-15 0 0,0 1 1 0 0,0-1 0 0 0,1 0 0 0 0,-1 1-1 0 0,1-1 1 0 0,0 0 0 0 0,0 1 0 0 0,1-1-1 0 0,-1 1 1 0 0,1-1 0 0 0,0 0 0 0 0,0 1-1 0 0,0-1 1 0 0,1 0 0 0 0,0 0-1 0 0,0 0 1 0 0,0 0 0 0 0,0 0 0 0 0,0-1-1 0 0,1 1 1 0 0,-1-1 0 0 0,1 1 0 0 0,0-1-1 0 0,0 0 1 0 0,1 0 0 0 0,-1 0 0 0 0,7 4-1 0 0,-2-1-525 0 0,1-1 0 0 0,-1 0 0 0 0,1 0 0 0 0,0 0 0 0 0,1-2 1 0 0,-1 1-1 0 0,1-1 0 0 0,-1 0 0 0 0,1-1 0 0 0,0 0 0 0 0,0-1 0 0 0,0 0 0 0 0,16 0 0 0 0,-2-4-3800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6.3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142 107 920 0 0,'1'-5'444'0'0,"-1"0"-1"0"0,1-1 1 0 0,-1 1 0 0 0,0 0-1 0 0,-1 0 1 0 0,1-1-1 0 0,-1 1 1 0 0,0 0 0 0 0,0 0-1 0 0,-1 0 1 0 0,1 0 0 0 0,-1 0-1 0 0,0 0 1 0 0,-5-6-1 0 0,6 9-285 0 0,0 0 0 0 0,0 1-1 0 0,0-1 1 0 0,-1 0 0 0 0,1 1-1 0 0,0 0 1 0 0,-1-1 0 0 0,1 1-1 0 0,-1 0 1 0 0,0 0 0 0 0,1 0 0 0 0,-1 0-1 0 0,0 0 1 0 0,0 0 0 0 0,1 0-1 0 0,-1 1 1 0 0,0-1 0 0 0,0 0-1 0 0,0 1 1 0 0,0 0 0 0 0,0-1-1 0 0,0 1 1 0 0,0 0 0 0 0,0 0-1 0 0,0 0 1 0 0,0 1 0 0 0,0-1-1 0 0,0 0 1 0 0,0 1 0 0 0,1-1-1 0 0,-1 1 1 0 0,0-1 0 0 0,0 1 0 0 0,0 0-1 0 0,0 0 1 0 0,1 0 0 0 0,-1 0-1 0 0,0 0 1 0 0,-2 3 0 0 0,-1-1 31 0 0,1 1 1 0 0,-1 0 0 0 0,1 0 0 0 0,0 1 0 0 0,0-1 0 0 0,0 1-1 0 0,1 0 1 0 0,-1 0 0 0 0,1 0 0 0 0,0 0 0 0 0,1 0 0 0 0,-4 11-1 0 0,5-13-167 0 0,0-1 0 0 0,0 1 1 0 0,1 0-1 0 0,0-1 0 0 0,-1 1 0 0 0,1 0 0 0 0,0-1 0 0 0,0 1 0 0 0,0 0 0 0 0,1-1 0 0 0,-1 1 0 0 0,1 0 0 0 0,-1-1 0 0 0,1 1 0 0 0,0-1 0 0 0,0 1 0 0 0,0-1 0 0 0,0 1 0 0 0,1-1 0 0 0,-1 0 0 0 0,1 1 0 0 0,-1-1 0 0 0,1 0 0 0 0,0 0 0 0 0,0 0 0 0 0,0 0 0 0 0,0-1 0 0 0,0 1 0 0 0,4 2 0 0 0,4 1 45 0 0,1 0 0 0 0,-1 0-1 0 0,1-2 1 0 0,0 1 0 0 0,12 1 0 0 0,-15-3-30 0 0,1 0 1 0 0,-1 0 0 0 0,1 1-1 0 0,-1 0 1 0 0,0 0 0 0 0,0 1 0 0 0,0 0-1 0 0,-1 1 1 0 0,9 5 0 0 0,-15-9-45 0 0,0 0-1 0 0,-1 0 1 0 0,1 0 0 0 0,0-1 0 0 0,0 1 0 0 0,-1 0 0 0 0,1 0-1 0 0,-1 0 1 0 0,1 1 0 0 0,-1-1 0 0 0,1 0 0 0 0,-1 0-1 0 0,0 0 1 0 0,1 0 0 0 0,-1 0 0 0 0,0 0 0 0 0,0 1 0 0 0,0-1-1 0 0,0 0 1 0 0,0 0 0 0 0,0 0 0 0 0,0 2 0 0 0,-1 1-8 0 0,0-1 1 0 0,0 0 0 0 0,0 0-1 0 0,-1 0 1 0 0,1 0 0 0 0,-1-1-1 0 0,0 1 1 0 0,-2 3 0 0 0,-5 5-24 0 0,-1-1 1 0 0,-20 18-1 0 0,28-26 39 0 0,-42 30-2000 0 0,30-23-3566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6.4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8754 0 0,'0'0'58'0'0,"1"0"1"0"0,-1 0-1 0 0,0 0 1 0 0,0-1-1 0 0,0 1 1 0 0,0 0 0 0 0,0 0-1 0 0,1 0 1 0 0,-1 0-1 0 0,0 0 1 0 0,0 0-1 0 0,0-1 1 0 0,1 1-1 0 0,-1 0 1 0 0,0 0-1 0 0,0 0 1 0 0,0 0-1 0 0,1 0 1 0 0,-1 0-1 0 0,0 0 1 0 0,0 0-1 0 0,1 0 1 0 0,-1 0-1 0 0,0 0 1 0 0,0 0 0 0 0,0 0-1 0 0,1 0 1 0 0,-1 0-1 0 0,0 0 1 0 0,0 0-1 0 0,0 0 1 0 0,1 1-1 0 0,-1-1 1 0 0,0 0-1 0 0,0 0 1 0 0,0 0-1 0 0,0 0 1 0 0,1 0-1 0 0,-1 0 1 0 0,0 1-1 0 0,0-1 1 0 0,0 0-1 0 0,0 0 1 0 0,0 0 0 0 0,1 0-1 0 0,-1 1 1 0 0,6 15 1703 0 0,0 25 145 0 0,-6-37-1583 0 0,6 46 1354 0 0,12 93-3100 0 0,-15-125 647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6.6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45 9674 0 0,'-4'-12'424'0'0,"1"6"96"0"0,1 2-416 0 0,1-1-104 0 0,-1 2 0 0 0,2 2 0 0 0,0-1 288 0 0,-1 1 40 0 0,1-2 8 0 0,0 0 1 0 0,0 0-401 0 0,1 2-88 0 0,1 2-9 0 0,1 4 89 0 0,19 23 152 0 0,-12-20 17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6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1 6913 0 0,'-4'2'253'0'0,"0"0"-1"0"0,0 0 0 0 0,1 0 1 0 0,-1 1-1 0 0,1-1 0 0 0,0 1 0 0 0,0 0 1 0 0,0 0-1 0 0,0 0 0 0 0,-3 6 0 0 0,1-4 206 0 0,-6 7 500 0 0,1 0 0 0 0,-12 19-1 0 0,20-28-806 0 0,1-1-1 0 0,-1 1 1 0 0,0-1-1 0 0,1 1 1 0 0,0 0-1 0 0,-1 0 1 0 0,1 0-1 0 0,0 0 1 0 0,1 0-1 0 0,-1 0 1 0 0,1 0-1 0 0,-1 0 1 0 0,1 0-1 0 0,0 0 1 0 0,0 0-1 0 0,0 1 1 0 0,0-1-1 0 0,1 0 0 0 0,-1 0 1 0 0,2 3-1 0 0,1-1 26 0 0,1-1-1 0 0,0 0 1 0 0,1 0-1 0 0,-1 0 1 0 0,1-1-1 0 0,-1 1 1 0 0,1-1-1 0 0,0 0 0 0 0,0-1 1 0 0,0 1-1 0 0,1-1 1 0 0,7 2-1 0 0,18 11 249 0 0,-27-13-411 0 0,-1-1-1 0 0,0 2 1 0 0,0-1-1 0 0,0 0 1 0 0,-1 1-1 0 0,1-1 1 0 0,0 1 0 0 0,-1 0-1 0 0,0-1 1 0 0,1 1-1 0 0,-1 1 1 0 0,0-1-1 0 0,-1 0 1 0 0,1 0 0 0 0,-1 1-1 0 0,1-1 1 0 0,-1 1-1 0 0,0-1 1 0 0,0 1-1 0 0,0-1 1 0 0,-1 1 0 0 0,0 0-1 0 0,1 0 1 0 0,-1 6-1 0 0,-1-2-260 0 0,-1 0 1 0 0,1 0-1 0 0,-2 1 0 0 0,1-1 0 0 0,-1 0 0 0 0,0-1 0 0 0,0 1 0 0 0,-1 0 0 0 0,-9 13 1 0 0,3-6-5799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7.1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0 6913 0 0,'-1'6'8948'0'0,"-1"17"-6109"0"0,3 28-1736 0 0,5-17-741 0 0,1-1 0 0 0,1 0 0 0 0,3-1 0 0 0,22 51 0 0 0,-16-43-1289 0 0,-2 1-1 0 0,9 42 1 0 0,-20-60-668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7.3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12 226 5985 0 0,'-1'-2'299'0'0,"-1"0"0"0"0,1-1 0 0 0,0 1 0 0 0,0-1 0 0 0,-1 1 0 0 0,2-1-1 0 0,-1 0 1 0 0,0 1 0 0 0,0-1 0 0 0,1 0 0 0 0,0 0 0 0 0,-1 1 0 0 0,1-1 0 0 0,0 0 0 0 0,0 0-1 0 0,1 0 1 0 0,-1 1 0 0 0,0-1 0 0 0,2-4 0 0 0,-1 1 101 0 0,1 1 0 0 0,0-1 0 0 0,-1 1 0 0 0,2 0-1 0 0,-1 0 1 0 0,1 0 0 0 0,-1 0 0 0 0,1 0 0 0 0,4-5 0 0 0,1 3-545 0 0,-1-1 0 0 0,1 1 0 0 0,1 1 0 0 0,-1-1-1 0 0,1 1 1 0 0,0 1 0 0 0,14-7 0 0 0,6 0-991 0 0,36-9 0 0 0,-22 8 762 0 0,-22 5 374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7.4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 4609 0 0,'-4'34'5196'0'0,"3"-27"-4541"0"0,0 0 1 0 0,0 0 0 0 0,0 0-1 0 0,2 14 1 0 0,13 50 999 0 0,-12-64-2563 0 0,0-1 1 0 0,1 0 0 0 0,-1 0-1 0 0,8 12 1 0 0,-4-11-852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7.5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70 6913 0 0,'-6'-17'609'0'0,"1"6"-481"0"0,2 0-128 0 0,2-1 3112 0 0,-1 8-1991 0 0,2-2-577 0 0,-1 0-104 0 0,-1 3-24 0 0,1 5-8 0 0,-1 4-1400 0 0,1 5-289 0 0,2 7-47 0 0,2 1-16 0 0,0 4 1056 0 0,3-3 216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7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96 3225 0 0,'21'9'1886'0'0,"0"0"0"0"0,-1 1 1 0 0,0 2-1 0 0,29 20 1 0 0,5 4 2282 0 0,-54-35-4023 0 0,1-1 0 0 0,0 1 0 0 0,0-1 0 0 0,0 1 0 0 0,0-1 0 0 0,0 1 0 0 0,0-1-1 0 0,0 1 1 0 0,0-1 0 0 0,0 0 0 0 0,0 0 0 0 0,0 1 0 0 0,0-1 0 0 0,0 0 0 0 0,0 0 0 0 0,0 0 0 0 0,0 0-1 0 0,0 0 1 0 0,2-1 0 0 0,-2 1-73 0 0,-1-1 0 0 0,1 1-1 0 0,-1-1 1 0 0,1 1 0 0 0,0-1-1 0 0,-1 0 1 0 0,1 1 0 0 0,-1-1 0 0 0,1 1-1 0 0,-1-1 1 0 0,0 0 0 0 0,1 0-1 0 0,-1 1 1 0 0,0-1 0 0 0,1 0 0 0 0,-1 0-1 0 0,0 1 1 0 0,0-1 0 0 0,0 0-1 0 0,0-1 1 0 0,1-6 56 0 0,-1-1 1 0 0,0 1-1 0 0,-1-1 0 0 0,-1-8 0 0 0,0 1-145 0 0,2 15-13 0 0,-3-75-381 0 0,4 70-160 0 0,-1 0 0 0 0,1 0 0 0 0,0 0 0 0 0,1 0 0 0 0,3-10 1 0 0,-2 12-398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8.0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 13363 0 0,'-1'9'1184'0'0,"1"-1"-944"0"0,0 1-240 0 0,0-3 0 0 0,0 0 608 0 0,0 4 64 0 0,-2 8 25 0 0,1 12-1 0 0,-1 8-56 0 0,1 2-16 0 0,1-2 0 0 0,1-5 0 0 0,1-4-1408 0 0,1-5-280 0 0,1-3-56 0 0,1-9-17 0 0,-1-9 945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8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1 12899 0 0,'-1'0'98'0'0,"1"0"1"0"0,-1-1 0 0 0,0 1 0 0 0,1 1-1 0 0,-1-1 1 0 0,0 0 0 0 0,1 0 0 0 0,-1 0-1 0 0,0 0 1 0 0,1 0 0 0 0,-1 1-1 0 0,0-1 1 0 0,1 0 0 0 0,-1 0 0 0 0,0 1-1 0 0,1-1 1 0 0,-1 1 0 0 0,1-1-1 0 0,-1 0 1 0 0,1 1 0 0 0,-1-1 0 0 0,1 1-1 0 0,-1-1 1 0 0,1 1 0 0 0,-1 0-1 0 0,1 0 1 0 0,-13 25 1657 0 0,1 31 856 0 0,11-50-2651 0 0,0 0 1 0 0,0 1-1 0 0,1-1 0 0 0,0 0 0 0 0,1 0 1 0 0,0 0-1 0 0,0 1 0 0 0,0-1 0 0 0,1 0 0 0 0,2 7 1 0 0,-2-9-811 0 0,1 1 1 0 0,-1-1 0 0 0,1-1 0 0 0,0 1 0 0 0,0 0-1 0 0,1-1 1 0 0,-1 1 0 0 0,6 4 0 0 0,4 2-2094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8.5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2 11522 0 0,'-1'-1'103'0'0,"0"1"0"0"0,0 0 0 0 0,0 0-1 0 0,0 0 1 0 0,0 0 0 0 0,0-1-1 0 0,0 1 1 0 0,0 1 0 0 0,0-1 0 0 0,0 0-1 0 0,0 0 1 0 0,0 0 0 0 0,0 0-1 0 0,1 1 1 0 0,-1-1 0 0 0,0 0 0 0 0,0 1-1 0 0,0-1 1 0 0,0 1 0 0 0,0-1-1 0 0,0 1 1 0 0,1 0 0 0 0,-1-1-1 0 0,0 1 1 0 0,1 0 0 0 0,-1-1 0 0 0,0 2-1 0 0,-1 1 93 0 0,0-1 0 0 0,1 1 1 0 0,0 0-1 0 0,0 0 0 0 0,0 0 0 0 0,0 0 0 0 0,0 0 0 0 0,0 0 0 0 0,1 3 0 0 0,-2 8 577 0 0,2 1-1 0 0,1 25 1 0 0,37 243 2019 0 0,-12-163-8923 0 0,-20-96-453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19.0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19 288 6449 0 0,'-3'-5'113'0'0,"1"1"0"0"0,-1-1-1 0 0,1-1 1 0 0,0 1-1 0 0,1 0 1 0 0,-1 0 0 0 0,1-1-1 0 0,0 1 1 0 0,0-1-1 0 0,1 1 1 0 0,-1-1 0 0 0,1 1-1 0 0,1-1 1 0 0,-1 1-1 0 0,1-1 1 0 0,0 1 0 0 0,0-1-1 0 0,0 1 1 0 0,1 0-1 0 0,0 0 1 0 0,0-1 0 0 0,0 1-1 0 0,1 1 1 0 0,-1-1-1 0 0,1 0 1 0 0,0 0 0 0 0,1 1-1 0 0,-1 0 1 0 0,8-7-1 0 0,-4 4 21 0 0,2 0 0 0 0,-1 1-1 0 0,1 0 1 0 0,0 0 0 0 0,0 1-1 0 0,0 0 1 0 0,1 1 0 0 0,0 0-1 0 0,18-5 1 0 0,4 1-387 0 0,59-7 0 0 0,-89 15 290 0 0,0-1 0 0 0,0 1 0 0 0,0 0 0 0 0,0 0 0 0 0,0-1 0 0 0,0 2 1 0 0,-1-1-1 0 0,1 0 0 0 0,0 0 0 0 0,0 1 0 0 0,0-1 0 0 0,0 1 0 0 0,0-1 0 0 0,0 1 0 0 0,-1 0 0 0 0,1 0 0 0 0,0 0 0 0 0,0 0 0 0 0,-1 0 0 0 0,1 0 0 0 0,-1 0 0 0 0,1 0 0 0 0,-1 1 0 0 0,1-1 0 0 0,-1 1 0 0 0,2 1 0 0 0,-1 3 78 0 0,0 0-1 0 0,1-1 0 0 0,-2 1 1 0 0,1 0-1 0 0,-1 0 1 0 0,2 12-1 0 0,7 30 150 0 0,-9-45-282 0 0,0-1 1 0 0,0 0-1 0 0,0 0 1 0 0,0 0-1 0 0,1 0 0 0 0,-1 0 1 0 0,1 0-1 0 0,-1 0 1 0 0,1-1-1 0 0,-1 1 0 0 0,1-1 1 0 0,0 1-1 0 0,0-1 1 0 0,0 1-1 0 0,0-1 0 0 0,0 0 1 0 0,4 2-1 0 0,-5-3 84 0 0,0 0 1 0 0,0 0-1 0 0,0 1 0 0 0,0-1 0 0 0,1 0 0 0 0,-1 0 0 0 0,0 0 1 0 0,0-1-1 0 0,0 1 0 0 0,0 0 0 0 0,0 0 0 0 0,0-1 0 0 0,0 1 0 0 0,0 0 1 0 0,0-1-1 0 0,0 1 0 0 0,0-1 0 0 0,0 1 0 0 0,0-1 0 0 0,0 0 1 0 0,-1 1-1 0 0,1-1 0 0 0,0 0 0 0 0,0 0 0 0 0,-1 1 0 0 0,1-1 0 0 0,0 0 1 0 0,-1 0-1 0 0,1 0 0 0 0,-1 0 0 0 0,1 0 0 0 0,-1 0 0 0 0,1 0 1 0 0,-1-1-1 0 0,16-44 3892 0 0,-13 33-3495 0 0,1-1-89 0 0,1 0-1 0 0,0 0 0 0 0,1 1 0 0 0,0 0 1 0 0,1 0-1 0 0,0 0 0 0 0,12-14 0 0 0,-19 27-351 0 0,1 1 1 0 0,-1-1-1 0 0,0 0 0 0 0,1 0 0 0 0,-1 0 0 0 0,0 0 0 0 0,1 0 0 0 0,-1 0 0 0 0,1 1 1 0 0,-1-1-1 0 0,0 0 0 0 0,1 0 0 0 0,-1 1 0 0 0,0-1 0 0 0,1 0 0 0 0,-1 0 0 0 0,0 1 0 0 0,0-1 1 0 0,1 0-1 0 0,-1 1 0 0 0,0-1 0 0 0,0 1 0 0 0,0-1 0 0 0,1 0 0 0 0,-1 1 0 0 0,0-1 1 0 0,0 0-1 0 0,0 1 0 0 0,0-1 0 0 0,0 1 0 0 0,0-1 0 0 0,0 1 0 0 0,8 20 134 0 0,-7-17-93 0 0,14 40 74 0 0,-2 1 0 0 0,-2 1 0 0 0,-2 0 0 0 0,5 68 0 0 0,-13-95-230 0 0,-1 0-1 0 0,-1 0 1 0 0,0 0-1 0 0,-2 0 1 0 0,0 0-1 0 0,-1-1 1 0 0,-1 1-1 0 0,-1-1 1 0 0,0 0-1 0 0,-1-1 1 0 0,-1 0-1 0 0,-1 0 1 0 0,-20 29-1 0 0,7-17-1764 0 0,-1-1-5529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35.7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9674 0 0,'19'7'5263'0'0,"20"16"-3950"0"0,-30-18-677 0 0,18 13 24 0 0,-1 1 0 0 0,-1 1 0 0 0,30 30 0 0 0,-31-26-1972 0 0,1-2-1 0 0,56 39 1 0 0,-59-50-402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35.9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197 5 5985 0 0,'-2'-1'413'0'0,"-1"0"0"0"0,0 1-1 0 0,1-1 1 0 0,-1 0-1 0 0,0 1 1 0 0,0 0 0 0 0,0-1-1 0 0,0 1 1 0 0,-5 1 0 0 0,7-1-99 0 0,0 1 1 0 0,-1 0-1 0 0,1 0 1 0 0,0 0 0 0 0,0 0-1 0 0,0 0 1 0 0,-1 0-1 0 0,1 0 1 0 0,0 1 0 0 0,0-1-1 0 0,1 0 1 0 0,-1 0-1 0 0,0 1 1 0 0,0-1 0 0 0,1 1-1 0 0,-1-1 1 0 0,1 1-1 0 0,-1-1 1 0 0,0 3 0 0 0,-59 187 3925 0 0,6-20-4130 0 0,38-121-684 0 0,2-1-218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36.9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197 303 920 0 0,'-10'-29'511'0'0,"-2"0"-1"0"0,0 1 1 0 0,-2 1-1 0 0,-20-31 1 0 0,17 35 1246 0 0,0 0 1 0 0,-31-30 0 0 0,16 21 4923 0 0,50 63-4105 0 0,-15-25-2344 0 0,91 212 834 0 0,-12-25 441 0 0,-65-159-1314 0 0,1-2 0 0 0,1 0 1 0 0,38 46-1 0 0,-50-70-460 0 0,0-1 1 0 0,1 1 0 0 0,0-1 0 0 0,0-1 0 0 0,0 0 0 0 0,1 0 0 0 0,0 0 0 0 0,14 5-1 0 0,-21-10 188 0 0,0 1-1 0 0,1-1 0 0 0,-1 0 0 0 0,1-1 0 0 0,-1 1 0 0 0,1 0 0 0 0,-1-1 0 0 0,1 0 1 0 0,-1 1-1 0 0,1-1 0 0 0,-1 0 0 0 0,1 0 0 0 0,-1 0 0 0 0,1-1 0 0 0,-1 1 0 0 0,1-1 0 0 0,-1 1 1 0 0,1-1-1 0 0,-1 0 0 0 0,1 0 0 0 0,-1 0 0 0 0,0 0 0 0 0,1 0 0 0 0,-1 0 0 0 0,0-1 1 0 0,0 1-1 0 0,0-1 0 0 0,0 0 0 0 0,0 1 0 0 0,-1-1 0 0 0,1 0 0 0 0,0 0 0 0 0,-1 0 1 0 0,1 0-1 0 0,-1-1 0 0 0,0 1 0 0 0,0 0 0 0 0,2-4 0 0 0,3-9-1403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38.0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124 363 4609 0 0,'8'-20'647'0'0,"-1"-1"0"0"0,-1 0-1 0 0,0-1 1 0 0,-2 1 0 0 0,2-23 0 0 0,-3 12 264 0 0,1-34 0 0 0,-4 58-747 0 0,0 0 0 0 0,-1 1-1 0 0,0-1 1 0 0,0 0 0 0 0,-1 0 0 0 0,1 0-1 0 0,-2 1 1 0 0,1-1 0 0 0,-1 1 0 0 0,-5-9-1 0 0,7 14-126 0 0,0 1 1 0 0,0-1-1 0 0,0 1 0 0 0,0-1 0 0 0,0 1 0 0 0,0 0 1 0 0,0 0-1 0 0,-1-1 0 0 0,1 1 0 0 0,0 0 0 0 0,-1 0 1 0 0,1 0-1 0 0,-1 0 0 0 0,1 1 0 0 0,-1-1 1 0 0,0 0-1 0 0,1 1 0 0 0,-1-1 0 0 0,0 1 0 0 0,1-1 1 0 0,-1 1-1 0 0,-3 0 0 0 0,2 0-40 0 0,0 1 1 0 0,1-1 0 0 0,-1 1-1 0 0,0 0 1 0 0,0 0-1 0 0,1 0 1 0 0,-1 0-1 0 0,0 0 1 0 0,1 1-1 0 0,-1-1 1 0 0,1 1-1 0 0,-4 3 1 0 0,-1 1-128 0 0,0 1 0 0 0,1 0 1 0 0,0 0-1 0 0,0 1 0 0 0,0-1 0 0 0,1 1 0 0 0,-5 11 1 0 0,6-8 109 0 0,0 0 0 0 0,1 0 0 0 0,1-1 1 0 0,-1 2-1 0 0,2-1 0 0 0,0 0 0 0 0,0 0 1 0 0,1 0-1 0 0,0 1 0 0 0,1-1 1 0 0,1 0-1 0 0,-1 0 0 0 0,2 0 0 0 0,0 0 1 0 0,0 0-1 0 0,7 16 0 0 0,-7-20 134 0 0,0 0-1 0 0,1 0 1 0 0,0 0-1 0 0,0-1 1 0 0,0 0-1 0 0,1 0 1 0 0,-1 0 0 0 0,2 0-1 0 0,-1-1 1 0 0,1 1-1 0 0,-1-1 1 0 0,1-1-1 0 0,1 1 1 0 0,-1-1-1 0 0,1 0 1 0 0,-1-1-1 0 0,1 1 1 0 0,0-1-1 0 0,1-1 1 0 0,-1 1-1 0 0,0-1 1 0 0,1 0 0 0 0,-1-1-1 0 0,1 0 1 0 0,8 0-1 0 0,-9-1-66 0 0,-1 0 0 0 0,0-1 0 0 0,0 0 0 0 0,1 0 0 0 0,-1-1 0 0 0,0 1 0 0 0,0-1 0 0 0,0-1 0 0 0,-1 1 0 0 0,1-1 0 0 0,-1 0 0 0 0,1 0-1 0 0,4-4 1 0 0,-2 0-49 0 0,-1 1-1 0 0,1-1 0 0 0,-2-1 0 0 0,1 1 1 0 0,-1-1-1 0 0,0 0 0 0 0,7-14 1 0 0,-3 3 61 0 0,-2-1 1 0 0,0 1 0 0 0,-1-2 0 0 0,-1 1 0 0 0,-1-1 0 0 0,-1 1 0 0 0,2-24 0 0 0,-5 23 142 0 0,-1 16-121 0 0,0-1 0 0 0,0 0-1 0 0,0 0 1 0 0,1 1 0 0 0,0-1-1 0 0,0 0 1 0 0,0 1 0 0 0,4-10-1 0 0,-4 15-54 0 0,-1 0 1 0 0,1 0-1 0 0,-1 0 0 0 0,1-1 0 0 0,-1 1 1 0 0,1 0-1 0 0,-1 0 0 0 0,0 0 0 0 0,1 0 1 0 0,-1 0-1 0 0,1 0 0 0 0,-1 0 0 0 0,1 0 1 0 0,-1 1-1 0 0,1-1 0 0 0,-1 0 1 0 0,1 0-1 0 0,-1 0 0 0 0,0 0 0 0 0,1 1 1 0 0,-1-1-1 0 0,1 0 0 0 0,-1 0 0 0 0,0 1 1 0 0,1-1-1 0 0,-1 0 0 0 0,0 1 0 0 0,1-1 1 0 0,-1 0-1 0 0,0 1 0 0 0,1-1 0 0 0,-1 0 1 0 0,0 1-1 0 0,0-1 0 0 0,0 1 0 0 0,1-1 1 0 0,-1 0-1 0 0,0 2 0 0 0,13 17 376 0 0,-12-18-358 0 0,13 25 136 0 0,2-1 1 0 0,1-1 0 0 0,0 0-1 0 0,2-2 1 0 0,1 0 0 0 0,27 24-1 0 0,-47-46-182 0 0,1 1 0 0 0,0-1 0 0 0,-1 1 0 0 0,1-1 0 0 0,-1 1 0 0 0,1-1 0 0 0,0 0 0 0 0,-1 1 0 0 0,1-1 0 0 0,0 0 0 0 0,-1 0 0 0 0,1 0 0 0 0,0 1-1 0 0,0-1 1 0 0,-1 0 0 0 0,1 0 0 0 0,0 0 0 0 0,0 0 0 0 0,-1 0 0 0 0,1 0 0 0 0,0 0 0 0 0,0 0 0 0 0,-1-1 0 0 0,1 1 0 0 0,0 0 0 0 0,-1 0 0 0 0,1-1 0 0 0,0 1 0 0 0,-1 0 0 0 0,1-1 0 0 0,0 0 0 0 0,1 0-13 0 0,0-1 1 0 0,0 0-1 0 0,-1 0 0 0 0,1 0 1 0 0,-1 0-1 0 0,1 0 1 0 0,-1-1-1 0 0,0 1 0 0 0,1-4 1 0 0,13-52-218 0 0,-11 16 222 0 0,3-21 2 0 0,-6 59 14 0 0,0 0 0 0 0,0 0 0 0 0,0 0 0 0 0,1 0 0 0 0,-1 0 0 0 0,1 0 0 0 0,0 0 0 0 0,0 0 0 0 0,0 1 0 0 0,1-1 0 0 0,2-3 0 0 0,-4 7 9 0 0,0-1 1 0 0,0 0-1 0 0,0 1 0 0 0,0-1 1 0 0,0 1-1 0 0,0 0 1 0 0,1-1-1 0 0,-1 1 1 0 0,0 0-1 0 0,0 0 1 0 0,0 0-1 0 0,0 0 0 0 0,0 0 1 0 0,1 0-1 0 0,-1 0 1 0 0,0 0-1 0 0,0 0 1 0 0,0 0-1 0 0,0 0 0 0 0,0 1 1 0 0,0-1-1 0 0,0 1 1 0 0,1-1-1 0 0,-1 1 1 0 0,0-1-1 0 0,0 1 0 0 0,-1-1 1 0 0,1 1-1 0 0,0 0 1 0 0,0 0-1 0 0,0-1 1 0 0,0 1-1 0 0,0 0 1 0 0,-1 0-1 0 0,2 1 0 0 0,25 34 475 0 0,-17-19-546 0 0,1 0 0 0 0,1 0 0 0 0,15 17 0 0 0,-20-27-905 0 0,0 0-1 0 0,1 0 1 0 0,0-1 0 0 0,17 10 0 0 0,-8-7-4635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38.4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209 28 2304 0 0,'-2'-2'163'0'0,"1"0"-1"0"0,-1 0 1 0 0,0 0-1 0 0,0 0 1 0 0,0 0-1 0 0,0 0 1 0 0,0 1-1 0 0,0-1 1 0 0,0 1-1 0 0,-1-1 0 0 0,1 1 1 0 0,-1 0-1 0 0,1 0 1 0 0,-1 0-1 0 0,1 0 1 0 0,-1 0-1 0 0,1 1 1 0 0,-1-1-1 0 0,0 1 1 0 0,-4-1-1 0 0,3 2-4 0 0,0 0 0 0 0,1 0 0 0 0,-1 0-1 0 0,0 0 1 0 0,1 0 0 0 0,-1 1 0 0 0,1-1 0 0 0,-1 1 0 0 0,1 0 0 0 0,0 0 0 0 0,0 0-1 0 0,-6 6 1 0 0,-2 3 58 0 0,0 1 0 0 0,1 0 0 0 0,0 0 0 0 0,1 1-1 0 0,-14 26 1 0 0,17-28-168 0 0,-15 30 138 0 0,20-38-152 0 0,0-1 0 0 0,1 0 0 0 0,-1 0 0 0 0,0 0 0 0 0,1 1 0 0 0,0-1 0 0 0,-1 0 1 0 0,1 0-1 0 0,0 1 0 0 0,0-1 0 0 0,0 0 0 0 0,1 1 0 0 0,-1-1 0 0 0,0 0 1 0 0,1 0-1 0 0,0 3 0 0 0,0-4-34 0 0,-1 0 1 0 0,1-1 0 0 0,-1 1 0 0 0,0 0-1 0 0,1 0 1 0 0,0-1 0 0 0,-1 1-1 0 0,1 0 1 0 0,-1-1 0 0 0,1 1-1 0 0,0-1 1 0 0,-1 1 0 0 0,1-1 0 0 0,0 1-1 0 0,0-1 1 0 0,-1 0 0 0 0,1 1-1 0 0,0-1 1 0 0,0 0 0 0 0,0 1 0 0 0,-1-1-1 0 0,1 0 1 0 0,0 0 0 0 0,0 0-1 0 0,0 0 1 0 0,1 0 0 0 0,1 0 1 0 0,-1-1 1 0 0,1 1-1 0 0,-1-1 1 0 0,1 0 0 0 0,-1 1-1 0 0,0-1 1 0 0,1-1-1 0 0,-1 1 1 0 0,3-2-1 0 0,3-2-76 0 0,0-1-1 0 0,0-1 1 0 0,10-11-1 0 0,14-19-470 0 0,-19 20 574 0 0,1 0-1 0 0,17-15 0 0 0,-27 29 111 0 0,1-1-1 0 0,-1 1 1 0 0,0 0 0 0 0,1 0 0 0 0,0 0 0 0 0,-1 0 0 0 0,1 1-1 0 0,0 0 1 0 0,0 0 0 0 0,1 1 0 0 0,-1-1 0 0 0,0 1 0 0 0,7-1-1 0 0,-9 2-23 0 0,-1 1-1 0 0,1-1 1 0 0,0 1-1 0 0,-1-1 1 0 0,1 1-1 0 0,0 0 1 0 0,-1 0-1 0 0,1 0 1 0 0,-1 0-1 0 0,1 1 1 0 0,-1-1-1 0 0,0 1 1 0 0,0-1 0 0 0,0 1-1 0 0,1 0 1 0 0,-2 0-1 0 0,1 0 1 0 0,0 0-1 0 0,0 0 1 0 0,-1 0-1 0 0,1 1 1 0 0,-1-1-1 0 0,1 1 1 0 0,-1-1-1 0 0,0 1 1 0 0,0-1-1 0 0,0 1 1 0 0,0 3-1 0 0,4 9 271 0 0,-1 1 0 0 0,0-1-1 0 0,1 24 1 0 0,0 5-578 0 0,-2 80 1 0 0,-11-54-5522 0 0,6-59 1456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38.6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59 4609 0 0,'0'-14'523'0'0,"9"-30"7281"0"0,-7 62-5949 0 0,-3 36-1000 0 0,2 1-1 0 0,3-1 1 0 0,3 0-1 0 0,1 0 1 0 0,4-1-1 0 0,20 64 0 0 0,16 21-2981 0 0,-40-120 1451 0 0,1 0 1 0 0,0-1 0 0 0,2 1-1 0 0,0-2 1 0 0,17 21-1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39.0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25 374 8754 0 0,'-24'3'1007'0'0,"24"-6"-225"0"0,13-7-236 0 0,31-22-14 0 0,-1-1-1 0 0,-2-3 1 0 0,-1-1-1 0 0,37-46 1 0 0,8-6 4 0 0,-77 80-440 0 0,-1 2 262 0 0,1-1 1 0 0,-1 1-1 0 0,1 1 1 0 0,16-11-1 0 0,-24 17-304 0 0,0 0 0 0 0,1 0 0 0 0,-1 0 0 0 0,0 0 0 0 0,0 0 0 0 0,1 0 0 0 0,-1 0 0 0 0,0 0-1 0 0,1 0 1 0 0,-1 0 0 0 0,0 0 0 0 0,1 1 0 0 0,-1-1 0 0 0,0 0 0 0 0,0 0 0 0 0,1 0-1 0 0,-1 0 1 0 0,0 0 0 0 0,1 1 0 0 0,-1-1 0 0 0,0 0 0 0 0,0 0 0 0 0,0 0 0 0 0,1 1 0 0 0,-1-1-1 0 0,0 0 1 0 0,0 0 0 0 0,0 1 0 0 0,0-1 0 0 0,1 0 0 0 0,-1 1 0 0 0,0-1 0 0 0,0 0 0 0 0,0 0-1 0 0,0 1 1 0 0,0-1 0 0 0,0 0 0 0 0,0 1 0 0 0,0-1 0 0 0,0 0 0 0 0,0 1 0 0 0,0-1 0 0 0,0 0-1 0 0,0 1 1 0 0,0-1 0 0 0,0 0 0 0 0,0 0 0 0 0,0 1 0 0 0,0-1 0 0 0,-1 24 159 0 0,0-19 4 0 0,0 24-169 0 0,2 0 0 0 0,0 0 0 0 0,2 0 0 0 0,1 0 0 0 0,11 37 0 0 0,-12-54-68 0 0,1 0 0 0 0,0 0-1 0 0,1 0 1 0 0,0 0 0 0 0,1-1-1 0 0,0 0 1 0 0,1-1-1 0 0,0 1 1 0 0,1-1 0 0 0,0 0-1 0 0,1-1 1 0 0,0 0 0 0 0,0 0-1 0 0,18 11 1 0 0,-26-18-42 0 0,1-1 0 0 0,0 0 1 0 0,-1-1-1 0 0,1 1 0 0 0,0 0 1 0 0,0 0-1 0 0,0-1 0 0 0,-1 1 1 0 0,1-1-1 0 0,0 0 0 0 0,0 1 0 0 0,0-1 1 0 0,0 0-1 0 0,0 0 0 0 0,0 0 1 0 0,0-1-1 0 0,0 1 0 0 0,0 0 1 0 0,0-1-1 0 0,3 0 0 0 0,-2-1-17 0 0,1 0 0 0 0,-1 0-1 0 0,0 0 1 0 0,0 0 0 0 0,0-1 0 0 0,0 1-1 0 0,0-1 1 0 0,-1 0 0 0 0,1 0-1 0 0,2-3 1 0 0,4-9-13 0 0,0 0 0 0 0,-1 0-1 0 0,11-28 1 0 0,-18 42 106 0 0,28-75 17 0 0,29-66 650 0 0,-57 139-587 0 0,0 1 0 0 0,1-1 0 0 0,-1 0 0 0 0,1 0 0 0 0,0 1 1 0 0,0-1-1 0 0,-1 1 0 0 0,2 0 0 0 0,-1-1 0 0 0,0 1 0 0 0,5-3 0 0 0,-6 4-35 0 0,1 1-1 0 0,-1 0 0 0 0,0 0 1 0 0,0-1-1 0 0,0 1 0 0 0,1 0 0 0 0,-1 0 1 0 0,0 0-1 0 0,0 0 0 0 0,0 1 1 0 0,0-1-1 0 0,1 0 0 0 0,-1 0 0 0 0,0 1 1 0 0,0-1-1 0 0,0 1 0 0 0,0-1 1 0 0,0 1-1 0 0,0-1 0 0 0,0 1 0 0 0,0 0 1 0 0,0 0-1 0 0,0-1 0 0 0,0 1 1 0 0,0 0-1 0 0,-1 0 0 0 0,1 0 0 0 0,0 0 1 0 0,0 0-1 0 0,-1 0 0 0 0,1 0 0 0 0,-1 0 1 0 0,2 2-1 0 0,6 12 334 0 0,0 0 0 0 0,12 32 0 0 0,-14-31-517 0 0,1-1 1 0 0,0 1-1 0 0,14 20 1 0 0,-4-13-1270 0 0,3-3-3376 0 0,1-1-1721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39.5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41 779 9218 0 0,'-14'11'952'0'0,"11"-10"-819"0"0,1 0-1 0 0,0 0 0 0 0,0 1 0 0 0,0-1 0 0 0,0 1 0 0 0,1-1 0 0 0,-1 1 0 0 0,0 0 0 0 0,1 0 0 0 0,-1 0 1 0 0,1 0-1 0 0,0 0 0 0 0,-3 4 0 0 0,4-6-95 0 0,1 1 0 0 0,-1-1 0 0 0,0 0 0 0 0,0 1 0 0 0,0-1 0 0 0,0 1 0 0 0,1-1 0 0 0,-1 0 0 0 0,0 1 1 0 0,0-1-1 0 0,1 0 0 0 0,-1 1 0 0 0,0-1 0 0 0,1 0 0 0 0,-1 1 0 0 0,0-1 0 0 0,1 0 0 0 0,-1 0 0 0 0,0 0 0 0 0,1 1 0 0 0,-1-1 0 0 0,0 0 0 0 0,1 0 0 0 0,-1 0 0 0 0,1 0 1 0 0,-1 1-1 0 0,0-1 0 0 0,1 0 0 0 0,-1 0 0 0 0,1 0 0 0 0,-1 0 0 0 0,1 0 0 0 0,-1 0 0 0 0,0 0 0 0 0,1 0 0 0 0,-1-1 0 0 0,1 1 0 0 0,-1 0 0 0 0,0 0 0 0 0,2 0 1 0 0,20-5 364 0 0,-21 5-341 0 0,47-15 349 0 0,1-3 0 0 0,-2-2 0 0 0,75-42 1 0 0,-15 6 254 0 0,85-30 653 0 0,239-73 1 0 0,217-25 1594 0 0,-111 45-2765 0 0,-496 128-561 0 0,37-11-2219 0 0,154-23 0 0 0,-197 43-3408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39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49 6913 0 0,'0'-3'554'0'0,"1"-1"-1"0"0,0 1 0 0 0,0 0 1 0 0,0-1-1 0 0,0 1 0 0 0,0 0 0 0 0,1 0 1 0 0,-1 0-1 0 0,1 0 0 0 0,0 0 0 0 0,0 0 1 0 0,0 0-1 0 0,5-4 0 0 0,-7 7-445 0 0,1 0-1 0 0,0 1 1 0 0,0-1 0 0 0,0 0-1 0 0,0 1 1 0 0,0-1 0 0 0,-1 1-1 0 0,1-1 1 0 0,0 1 0 0 0,0-1-1 0 0,0 1 1 0 0,-1-1 0 0 0,1 1-1 0 0,0 0 1 0 0,-1-1 0 0 0,1 1-1 0 0,-1 0 1 0 0,1 0 0 0 0,-1-1-1 0 0,1 1 1 0 0,-1 0 0 0 0,0 0-1 0 0,1 0 1 0 0,-1 0-1 0 0,0 0 1 0 0,1 0 0 0 0,-1 1-1 0 0,10 30 718 0 0,-9-30-636 0 0,15 76 516 0 0,-3 1 0 0 0,4 155 0 0 0,-15-188-643 0 0,3 131-446 0 0,-7-60-4237 0 0,1-102-1244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40.2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76 6913 0 0,'2'-4'332'0'0,"1"-1"-1"0"0,-1 0 0 0 0,1 1 1 0 0,0-1-1 0 0,0 1 0 0 0,0 0 0 0 0,0 0 1 0 0,1 0-1 0 0,0 0 0 0 0,0 0 1 0 0,0 1-1 0 0,0 0 0 0 0,1 0 0 0 0,-1 0 1 0 0,1 0-1 0 0,-1 1 0 0 0,1 0 1 0 0,0 0-1 0 0,0 0 0 0 0,0 1 0 0 0,0-1 1 0 0,1 1-1 0 0,-1 0 0 0 0,0 1 1 0 0,0-1-1 0 0,1 1 0 0 0,-1 0 0 0 0,0 0 1 0 0,0 1-1 0 0,1 0 0 0 0,-1 0 1 0 0,8 2-1 0 0,-1 0 301 0 0,0 1 0 0 0,-1 0 1 0 0,1 1-1 0 0,-1 0 0 0 0,0 1 0 0 0,-1 0 0 0 0,15 12 1 0 0,-16-11-637 0 0,0 0 0 0 0,0 1 0 0 0,-1 1 1 0 0,9 11-1 0 0,3 10 158 0 0,-1 1 1 0 0,21 49-1 0 0,18 30-838 0 0,-50-97-122 0 0,1 0 0 0 0,0-1 1 0 0,1 0-1 0 0,1 0 0 0 0,21 18 0 0 0,-17-20-884 0 0,0-2-6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40.4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85 10594 0 0,'15'-10'3973'0'0,"42"-18"-5847"0"0,-45 22 1225 0 0,6-2-470 0 0,0 1 0 0 0,0 1 0 0 0,0 0 0 0 0,23-3 0 0 0,-19 5 1103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40.7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1 348 5065 0 0,'3'0'438'0'0,"0"0"-1"0"0,0 1 1 0 0,0-1-1 0 0,0-1 1 0 0,1 1 0 0 0,-1 0-1 0 0,0-1 1 0 0,5-1-1 0 0,5 0 569 0 0,11 1 1285 0 0,0 1 1 0 0,37 5 0 0 0,-54-4-2012 0 0,0 0 1 0 0,0 0-1 0 0,-1 1 1 0 0,1 0-1 0 0,-1 0 1 0 0,1 0-1 0 0,-1 1 1 0 0,0 0-1 0 0,0 1 1 0 0,0-1 0 0 0,0 1-1 0 0,-1 0 1 0 0,10 9-1 0 0,-6 4-64 0 0,-7-11-43 0 0,-4-9 185 0 0,2 2-171 0 0,-1-4 33 0 0,-2-17-108 0 0,1 0 1 0 0,0-1-1 0 0,2 1 1 0 0,1 0-1 0 0,1-1 1 0 0,6-33-1 0 0,1 17-1119 0 0,1 2 0 0 0,1-1 0 0 0,18-36 0 0 0,-17 46-5842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41.0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34 317 5065 0 0,'14'-28'1089'0'0,"-1"-1"1"0"0,-2-1-1 0 0,-1 0 0 0 0,-1-1 1 0 0,7-48-1 0 0,-15 73-1009 0 0,-1 0 0 0 0,0 0 0 0 0,0-1-1 0 0,-1 1 1 0 0,0 0 0 0 0,0 0 0 0 0,0 0 0 0 0,-4-10 0 0 0,5 15-32 0 0,-1-1 0 0 0,1 1 0 0 0,-1 0 0 0 0,1 0 0 0 0,-1-1 0 0 0,1 1 0 0 0,-1 0 1 0 0,0 0-1 0 0,0 0 0 0 0,0 0 0 0 0,0 0 0 0 0,0 0 0 0 0,0 0 0 0 0,0 0 0 0 0,0 0 0 0 0,0 0 0 0 0,0 0 1 0 0,0 1-1 0 0,0-1 0 0 0,-1 1 0 0 0,1-1 0 0 0,0 0 0 0 0,-1 1 0 0 0,1 0 0 0 0,0-1 0 0 0,-1 1 1 0 0,1 0-1 0 0,0 0 0 0 0,-1 0 0 0 0,1 0 0 0 0,0 0 0 0 0,-1 0 0 0 0,1 0 0 0 0,-1 0 0 0 0,1 1 0 0 0,0-1 1 0 0,-1 0-1 0 0,1 1 0 0 0,0-1 0 0 0,0 1 0 0 0,-1-1 0 0 0,1 1 0 0 0,0 0 0 0 0,-1 1 0 0 0,-2 0 39 0 0,0 1-1 0 0,1 0 0 0 0,0 1 0 0 0,-1-1 0 0 0,1 1 1 0 0,0-1-1 0 0,1 1 0 0 0,-1 0 0 0 0,1 0 0 0 0,-1 0 1 0 0,1 0-1 0 0,1 1 0 0 0,-1-1 0 0 0,0 0 0 0 0,1 1 1 0 0,-1 8-1 0 0,0-5-23 0 0,1 0 0 0 0,0 0 0 0 0,1 0 0 0 0,0 0 0 0 0,0 0 0 0 0,0 0 0 0 0,1 0 0 0 0,1 0 0 0 0,1 8 0 0 0,0-10 17 0 0,-1 0 0 0 0,1 0 0 0 0,0 0 1 0 0,1-1-1 0 0,0 1 0 0 0,-1-1 1 0 0,2 0-1 0 0,-1 0 0 0 0,0 0 0 0 0,1-1 1 0 0,0 1-1 0 0,0-1 0 0 0,1 0 1 0 0,-1-1-1 0 0,1 1 0 0 0,11 4 1 0 0,-4-3-433 0 0,0 0 1 0 0,0-1-1 0 0,0 0 1 0 0,1-1-1 0 0,-1-1 1 0 0,1 0-1 0 0,15 0 1 0 0,-3-2-947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2:41.3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119 92 1840 0 0,'1'-2'87'0'0,"0"0"1"0"0,0-1-1 0 0,0 1 0 0 0,0 0 0 0 0,-1 0 0 0 0,1-1 0 0 0,-1 1 0 0 0,1 0 0 0 0,-1-1 0 0 0,0 1 0 0 0,0 0 1 0 0,0-1-1 0 0,0 1 0 0 0,0-1 0 0 0,-1-3 0 0 0,0 4 225 0 0,0 0 1 0 0,0-1 0 0 0,0 1-1 0 0,0 0 1 0 0,0 0-1 0 0,0 0 1 0 0,-1 1-1 0 0,1-1 1 0 0,-1 0-1 0 0,1 0 1 0 0,-1 1-1 0 0,0-1 1 0 0,0 1-1 0 0,0-1 1 0 0,1 1-1 0 0,-1 0 1 0 0,-1 0-1 0 0,1 0 1 0 0,0 0 0 0 0,0 0-1 0 0,0 0 1 0 0,0 1-1 0 0,-1-1 1 0 0,1 1-1 0 0,-4-1 1 0 0,5 1-145 0 0,-1 0 1 0 0,0 0-1 0 0,1 0 1 0 0,-1 0-1 0 0,1 0 1 0 0,-1 0-1 0 0,0 0 1 0 0,1 1 0 0 0,-1-1-1 0 0,1 1 1 0 0,-1-1-1 0 0,1 1 1 0 0,-1-1-1 0 0,1 1 1 0 0,-1 0-1 0 0,1 0 1 0 0,0 0-1 0 0,-1 0 1 0 0,-1 2-1 0 0,0 0 26 0 0,1 0 0 0 0,-1 1-1 0 0,1-1 1 0 0,-1 1-1 0 0,1-1 1 0 0,0 1-1 0 0,-2 6 1 0 0,-1 4 181 0 0,1 1 0 0 0,1 0 1 0 0,-3 18-1 0 0,5-26-299 0 0,-1 7 305 0 0,1 0 1 0 0,0 27-1 0 0,1-39-350 0 0,0 0-1 0 0,0 1 0 0 0,0-1 1 0 0,0 0-1 0 0,0 0 1 0 0,1 0-1 0 0,-1 1 0 0 0,1-1 1 0 0,0 0-1 0 0,0 0 0 0 0,0 0 1 0 0,0 0-1 0 0,0 0 0 0 0,0 0 1 0 0,0 0-1 0 0,0-1 1 0 0,1 1-1 0 0,-1 0 0 0 0,1-1 1 0 0,0 1-1 0 0,-1-1 0 0 0,1 1 1 0 0,0-1-1 0 0,0 0 1 0 0,0 0-1 0 0,2 2 0 0 0,-2-3-43 0 0,0 0 0 0 0,-1 0 0 0 0,1 0-1 0 0,-1 0 1 0 0,1 0 0 0 0,-1 0 0 0 0,1 0-1 0 0,-1-1 1 0 0,1 1 0 0 0,-1 0 0 0 0,1-1-1 0 0,-1 0 1 0 0,1 1 0 0 0,-1-1 0 0 0,1 0-1 0 0,-1 0 1 0 0,0 1 0 0 0,1-1 0 0 0,-1 0-1 0 0,0 0 1 0 0,0 0 0 0 0,0-1 0 0 0,1 0-1 0 0,25-34-519 0 0,-21 27 421 0 0,35-64-1083 0 0,-35 59 863 0 0,1 0-1 0 0,0 1 1 0 0,1-1-1 0 0,1 2 1 0 0,0-1-1 0 0,1 1 0 0 0,13-13 1 0 0,-22 24 341 0 0,1 0 1 0 0,-1-1-1 0 0,0 1 1 0 0,1 0-1 0 0,-1 0 1 0 0,1 0-1 0 0,-1 0 1 0 0,1 1-1 0 0,0-1 1 0 0,-1 0-1 0 0,1 1 1 0 0,0-1 0 0 0,-1 1-1 0 0,1-1 1 0 0,0 1-1 0 0,0 0 1 0 0,0 0-1 0 0,-1 0 1 0 0,1 0-1 0 0,0 0 1 0 0,2 0-1 0 0,-3 1 96 0 0,1 0 1 0 0,0 0-1 0 0,-1 0 0 0 0,1 0 1 0 0,-1 0-1 0 0,1 0 0 0 0,-1 0 0 0 0,1 1 1 0 0,-1-1-1 0 0,0 0 0 0 0,0 1 1 0 0,0-1-1 0 0,0 1 0 0 0,0-1 0 0 0,0 1 1 0 0,1 2-1 0 0,3 8 535 0 0,-1 0 0 0 0,-1 0 0 0 0,0 0 0 0 0,2 20 0 0 0,-5-31-637 0 0,3 18 63 0 0,0 0-1 0 0,1 1 1 0 0,0-1 0 0 0,2 0-1 0 0,9 21 1 0 0,5-6-7373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4:25.8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0 245 13363 0 0,'1'-2'96'0'0,"0"0"-1"0"0,0 0 1 0 0,0 0 0 0 0,0 0 0 0 0,0 1-1 0 0,0-1 1 0 0,0 0 0 0 0,0 0 0 0 0,1 1-1 0 0,-1-1 1 0 0,0 1 0 0 0,1-1 0 0 0,0 1-1 0 0,-1 0 1 0 0,1-1 0 0 0,0 1 0 0 0,0 0-1 0 0,0 0 1 0 0,0 0 0 0 0,-1 1 0 0 0,1-1-1 0 0,0 0 1 0 0,1 1 0 0 0,-1-1 0 0 0,0 1-1 0 0,0-1 1 0 0,3 1 0 0 0,-2 0 9 0 0,0 0-1 0 0,0 1 1 0 0,1-1 0 0 0,-1 1 0 0 0,0-1 0 0 0,0 1 0 0 0,0 0-1 0 0,0 0 1 0 0,0 1 0 0 0,0-1 0 0 0,-1 0 0 0 0,1 1-1 0 0,0 0 1 0 0,-1 0 0 0 0,1 0 0 0 0,-1 0 0 0 0,4 4 0 0 0,8 11 159 0 0,0 1 0 0 0,-2 0 0 0 0,0 1 0 0 0,9 22 0 0 0,33 87 367 0 0,-26-58-342 0 0,23 40 148 0 0,-29-67-72 0 0,-2 2 0 0 0,-1 0 0 0 0,17 69-1 0 0,-34-156 627 0 0,7-45 0 0 0,1-7-827 0 0,26-397 38 0 0,-35 476-326 0 0,2-13 124 0 0,8-38-1 0 0,-10 60-176 0 0,1-1-1 0 0,0 0 1 0 0,0 1-1 0 0,1-1 1 0 0,0 1-1 0 0,0 0 1 0 0,0 0-1 0 0,1 0 1 0 0,0 0 0 0 0,0 1-1 0 0,5-6 1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4:26.1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0 135 11979 0 0,'17'-19'2640'0'0,"7"-18"-82"0"0,6-8-1262 0 0,-8 21-3644 0 0,-20 23 2185 0 0,1 0 0 0 0,-1 0 0 0 0,0 0 1 0 0,0 0-1 0 0,1 0 0 0 0,-1 0 0 0 0,1 0 1 0 0,-1 1-1 0 0,0-1 0 0 0,1 1 0 0 0,-1 0 1 0 0,1 0-1 0 0,-1 0 0 0 0,1 0 0 0 0,-1 0 0 0 0,1 0 1 0 0,-1 1-1 0 0,3 0 0 0 0,3 3 110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4:26.3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0 268 9674 0 0,'7'-9'424'0'0,"-2"3"96"0"0,1-1-416 0 0,-2-1-104 0 0,1 2 0 0 0,1 0 0 0 0,1-2 248 0 0,8-9 24 0 0,8-6 8 0 0,7-8 1 0 0,2 0-281 0 0,-5 4 0 0 0,-2 5 0 0 0,-3 3 0 0 0,-1 2 0 0 0,0 1 0 0 0,-1 1 0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4:26.6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0 6913 0 0,'0'0'105'0'0,"-1"0"-1"0"0,0 0 0 0 0,0 0 0 0 0,0 0 0 0 0,0 0 0 0 0,0 0 0 0 0,1 1 0 0 0,-1-1 0 0 0,0 0 0 0 0,0 0 0 0 0,0 1 0 0 0,1-1 0 0 0,-1 0 0 0 0,0 1 0 0 0,0-1 0 0 0,1 0 0 0 0,-1 1 0 0 0,0-1 0 0 0,1 1 1 0 0,-1 0-1 0 0,0-1 0 0 0,1 1 0 0 0,-2 1 0 0 0,-1 21 3018 0 0,6-1-1935 0 0,1-1-1 0 0,1 0 0 0 0,0 0 1 0 0,9 20-1 0 0,5 20-392 0 0,65 410 1961 0 0,-50-236-3239 0 0,-27-207-748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4:26.8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14 158 1840 0 0,'-14'-18'6536'0'0,"20"4"-1072"0"0,2 4-5741 0 0,3-4 841 0 0,1 1 1 0 0,0 0-1 0 0,1 1 1 0 0,18-14-1 0 0,-25 21-570 0 0,0 1 0 0 0,1 0-1 0 0,-1 0 1 0 0,1 1-1 0 0,0 0 1 0 0,-1 0 0 0 0,1 0-1 0 0,0 1 1 0 0,1 0-1 0 0,-1 0 1 0 0,0 1 0 0 0,14-1-1 0 0,-1 4-580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4:27.0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8 207 2761 0 0,'-8'16'1746'0'0,"19"-23"2662"0"0,10-13-175 0 0,-12 10-4646 0 0,23-28 2130 0 0,-14 16-1924 0 0,2-1 1 0 0,0 2-1 0 0,1 1 0 0 0,26-20 1 0 0,-33 29 225 0 0,-2 0 74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4:27.2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 10594 0 0,'0'0'104'0'0,"0"0"-1"0"0,0 0 0 0 0,0-1 1 0 0,-1 1-1 0 0,1 0 0 0 0,0-1 1 0 0,0 1-1 0 0,0 0 1 0 0,0-1-1 0 0,0 1 0 0 0,0 0 1 0 0,0 0-1 0 0,0-1 0 0 0,0 1 1 0 0,0 0-1 0 0,1-1 1 0 0,-1 1-1 0 0,0 0 0 0 0,2-3 1138 0 0,-2 3-1138 0 0,0 0 0 0 0,1-1 1 0 0,-1 1-1 0 0,0 0 1 0 0,0 0-1 0 0,1 0 0 0 0,7 15 3767 0 0,35 226-722 0 0,-26-127-2825 0 0,38 127 0 0 0,-37-168-170 0 0,-11-42-3817 0 0,-4-19 570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4:27.6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0 157 2761 0 0,'1'-7'381'0'0,"0"-1"0"0"0,1 1 1 0 0,0 0-1 0 0,0-1 0 0 0,1 1 0 0 0,-1 0 1 0 0,2 0-1 0 0,-1 0 0 0 0,1 1 1 0 0,0-1-1 0 0,0 1 0 0 0,1 0 1 0 0,0 0-1 0 0,7-7 0 0 0,-8 8 17 0 0,0 1-1 0 0,0 0 0 0 0,0 1 1 0 0,0-1-1 0 0,1 1 0 0 0,0 0 1 0 0,-1 0-1 0 0,1 0 1 0 0,0 0-1 0 0,0 1 0 0 0,1 0 1 0 0,-1 0-1 0 0,0 0 0 0 0,1 1 1 0 0,-1 0-1 0 0,1 0 0 0 0,-1 0 1 0 0,1 1-1 0 0,0 0 1 0 0,6 0-1 0 0,-8 1-280 0 0,0 1 0 0 0,0-1 0 0 0,0 1 0 0 0,-1 0 0 0 0,1 0 0 0 0,0 0 0 0 0,-1 0 0 0 0,0 0 0 0 0,0 1 0 0 0,1 0 0 0 0,-2 0 0 0 0,1-1 0 0 0,0 2-1 0 0,0-1 1 0 0,-1 0 0 0 0,0 0 0 0 0,0 1 0 0 0,0 0 0 0 0,0-1 0 0 0,0 1 0 0 0,-1 0 0 0 0,1 0 0 0 0,-1 0 0 0 0,0-1 0 0 0,0 2 0 0 0,-1-1 0 0 0,1 6 0 0 0,0 3-61 0 0,0 0-1 0 0,-1 1 1 0 0,0-1-1 0 0,-1 0 1 0 0,-1 0-1 0 0,0 0 1 0 0,-6 17-1 0 0,-7 14-336 0 0,-42 78-1 0 0,5-12-462 0 0,52-110 763 0 0,-1 0 0 0 0,1 1 0 0 0,0 0 0 0 0,-1-1 0 0 0,1 1 0 0 0,0-1 0 0 0,0 1 0 0 0,-1-1 0 0 0,1 1 0 0 0,0-1 0 0 0,0 1 0 0 0,0 0 0 0 0,0-1 0 0 0,0 1 0 0 0,0-1 0 0 0,0 1 0 0 0,0 0 0 0 0,0-1 0 0 0,0 1 0 0 0,0-1 0 0 0,0 1 0 0 0,1 0 0 0 0,-1-1 0 0 0,0 1 0 0 0,0-1 0 0 0,0 1 0 0 0,1-1 0 0 0,-1 1 0 0 0,0-1 0 0 0,1 1 0 0 0,-1-1 0 0 0,1 1 0 0 0,1 0 21 0 0,-1-1 1 0 0,0 0-1 0 0,1 1 0 0 0,-1-1 1 0 0,0 0-1 0 0,1 0 1 0 0,-1 0-1 0 0,1 0 0 0 0,-1 0 1 0 0,0 0-1 0 0,1 0 1 0 0,-1-1-1 0 0,3 0 0 0 0,53-20 697 0 0,-48 17-672 0 0,13-4 95 0 0,0 0-1 0 0,1 2 1 0 0,0 1 0 0 0,0 0-1 0 0,1 2 1 0 0,36-1 0 0 0,142 16 152 0 0,-142-6-323 0 0,-36-3-362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5:11.1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104 726 5065 0 0,'-11'-14'1051'0'0,"0"0"0"0"0,1 0 0 0 0,1-1 0 0 0,-13-26 0 0 0,4 6 528 0 0,13 27-911 0 0,2 5-139 0 0,1-1 1 0 0,0 0-1 0 0,0 0 1 0 0,0 0-1 0 0,0 0 0 0 0,1-1 1 0 0,-3-7-1 0 0,24 50 1593 0 0,38 103-1617 0 0,-16-35-11 0 0,108 194 1 0 0,-133-273-494 0 0,2-1 0 0 0,1 0-1 0 0,37 37 1 0 0,-44-51 46 0 0,1 0 0 0 0,0 0 0 0 0,1-1 0 0 0,1-1 0 0 0,-1-1 0 0 0,1 0 0 0 0,33 13-1 0 0,-46-22-15 0 0,1 1-1 0 0,-1 0 1 0 0,1 0-1 0 0,-1-1 0 0 0,1 0 1 0 0,0 0-1 0 0,-1 0 0 0 0,1 0 1 0 0,-1-1-1 0 0,1 1 0 0 0,0-1 1 0 0,-1 0-1 0 0,0 0 1 0 0,1 0-1 0 0,-1 0 0 0 0,1-1 1 0 0,-1 1-1 0 0,0-1 0 0 0,0 0 1 0 0,0 0-1 0 0,0 0 1 0 0,0 0-1 0 0,-1-1 0 0 0,1 1 1 0 0,-1-1-1 0 0,1 0 0 0 0,3-5 1 0 0,5-7 76 0 0,-1-1 0 0 0,-1 0 1 0 0,0 0-1 0 0,6-19 1 0 0,-14 33-103 0 0,12-31 116 0 0,-1-1 0 0 0,-2 0 1 0 0,7-43-1 0 0,9-108 87 0 0,-20 134-190 0 0,12-366 55 0 0,-15 186-513 0 0,-2 213-7 0 0,0-7 360 0 0,5-35 0 0 0,5 21-1995 0 0,-10 36 1454 0 0,1-1 1 0 0,0 1-1 0 0,-1 1 0 0 0,1-1 1 0 0,0 0-1 0 0,1 0 1 0 0,-1 1-1 0 0,4-5 1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5:11.4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8 251 7834 0 0,'-1'0'26'0'0,"1"0"0"0"0,0 0 0 0 0,0 0 0 0 0,0 0 0 0 0,0 0 1 0 0,-1 0-1 0 0,1 0 0 0 0,0 0 0 0 0,0 0 0 0 0,0 0 0 0 0,-1 0 0 0 0,1 0 1 0 0,0 0-1 0 0,0 0 0 0 0,0 0 0 0 0,0 0 0 0 0,-1 0 0 0 0,1 0 0 0 0,0 0 1 0 0,0 0-1 0 0,0 0 0 0 0,-1 0 0 0 0,1 0 0 0 0,0 0 0 0 0,0 0 0 0 0,0 0 1 0 0,0-1-1 0 0,0 1 0 0 0,-1 0 0 0 0,1 0 0 0 0,0 0 0 0 0,0 0 0 0 0,0 0 1 0 0,0 0-1 0 0,0-1 0 0 0,0 1 0 0 0,-1 0 0 0 0,1 0 0 0 0,0 0 0 0 0,0 0 1 0 0,0-1-1 0 0,0 1 0 0 0,0 0 0 0 0,0 0 0 0 0,0 0 0 0 0,0-1 0 0 0,0 1 1 0 0,0 0-1 0 0,0 0 0 0 0,0-1 0 0 0,3-14 1055 0 0,12-20 644 0 0,-14 33-1553 0 0,51-95 3916 0 0,-44 84-4457 0 0,0 0-1 0 0,2 1 0 0 0,-1 0 0 0 0,1 1 1 0 0,15-14-1 0 0,-12 15-4747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5:11.6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0 157 8754 0 0,'1'-2'110'0'0,"-1"-1"1"0"0,1 1-1 0 0,-1-1 0 0 0,1 1 1 0 0,0-1-1 0 0,0 1 1 0 0,0 0-1 0 0,0 0 0 0 0,0-1 1 0 0,1 1-1 0 0,-1 0 1 0 0,1 0-1 0 0,-1 0 0 0 0,3-1 1 0 0,-2-1 41 0 0,4-4-159 0 0,-1-1-1 0 0,2 1 0 0 0,-1 0 1 0 0,1 1-1 0 0,0 0 0 0 0,1 0 1 0 0,-1 0-1 0 0,2 1 0 0 0,-1 0 1 0 0,0 1-1 0 0,1 0 0 0 0,0 0 1 0 0,0 1-1 0 0,1 0 0 0 0,16-4 1 0 0,-11 3-15 0 0,0-3 22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5:12.5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56 9218 0 0,'-1'-7'799'0'0,"-1"1"0"0"0,0 0 0 0 0,-1 0 1 0 0,1 0-1 0 0,-1 1 0 0 0,0-1 0 0 0,-6-8 0 0 0,8 47 2290 0 0,47 266-2289 0 0,-3-18-1072 0 0,27 64-5490 0 0,-66-322 4691 0 0,-1-5-66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5:12.7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59 152 7834 0 0,'0'0'8'0'0,"-7"-1"306"0"0,1 0 1 0 0,0-1 0 0 0,0 1-1 0 0,0-1 1 0 0,-11-6-1 0 0,16 8-257 0 0,0-1 0 0 0,1 1-1 0 0,-1-1 1 0 0,0 1 0 0 0,1-1-1 0 0,-1 0 1 0 0,1 1-1 0 0,-1-1 1 0 0,1 1 0 0 0,-1-1-1 0 0,1 0 1 0 0,-1 0 0 0 0,1 1-1 0 0,-1-1 1 0 0,1 0-1 0 0,0 0 1 0 0,0 1 0 0 0,-1-1-1 0 0,1 0 1 0 0,0 0 0 0 0,0-1-1 0 0,0 1-3 0 0,0-1 0 0 0,1 1 0 0 0,-1-1 0 0 0,1 1 0 0 0,-1-1 0 0 0,1 1 1 0 0,0-1-1 0 0,-1 1 0 0 0,1-1 0 0 0,0 1 0 0 0,0 0 0 0 0,0 0 0 0 0,0-1 0 0 0,0 1 0 0 0,2-2 0 0 0,10-8 40 0 0,0 0 0 0 0,0 1 0 0 0,1 0 0 0 0,0 1 0 0 0,25-12 0 0 0,11 1-3466 0 0,-26 15-491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5:13.0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1 255 7834 0 0,'8'-3'696'0'0,"1"0"-560"0"0,-1 0-136 0 0,-2 0 0 0 0,-2 0 328 0 0,6-3 40 0 0,11-6 8 0 0,13-7 0 0 0,9-3-216 0 0,1-5-48 0 0,-2 2-8 0 0,-4 1 0 0 0,-4 5-976 0 0,0 0-200 0 0,0 4-40 0 0,-2-1-9 0 0,-5-2 873 0 0,-2 1 176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5:13.3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0 3225 0 0,'-2'0'433'0'0,"0"0"0"0"0,0 0 0 0 0,0 1 0 0 0,0-1 0 0 0,0 0 0 0 0,-1 1 0 0 0,1-1 0 0 0,0 1 0 0 0,0 0 0 0 0,0 0 0 0 0,0 0 0 0 0,1 0 0 0 0,-1 0 0 0 0,0 0 1 0 0,0 0-1 0 0,1 0 0 0 0,-4 4 0 0 0,3-3-122 0 0,0 1 0 0 0,0 0 0 0 0,1 0 0 0 0,-1-1 0 0 0,1 1 0 0 0,-1 1 0 0 0,1-1 0 0 0,0 0 1 0 0,0 0-1 0 0,0 6 0 0 0,-1 7-64 0 0,1 1 0 0 0,1-1 0 0 0,5 33 0 0 0,-3-24 246 0 0,60 515 412 0 0,-55-500-1029 0 0,15 54 1 0 0,-16-77-763 0 0,0-1 0 0 0,1 1 0 0 0,10 15 0 0 0,-12-24-501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05:13.7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0 373 3681 0 0,'4'-48'109'0'0,"1"0"1410"0"0,11-55-1 0 0,-14 91-1063 0 0,2-1 0 0 0,-1 1 1 0 0,2-1-1 0 0,0 1 0 0 0,0 1 0 0 0,1-1 0 0 0,0 1 0 0 0,1 0 0 0 0,11-14 0 0 0,-14 21-311 0 0,0 0-1 0 0,0 0 0 0 0,0 0 0 0 0,1 1 0 0 0,-1-1 0 0 0,1 1 0 0 0,0 0 0 0 0,0 0 1 0 0,0 1-1 0 0,9-4 0 0 0,-12 6-142 0 0,0-1-1 0 0,0 1 1 0 0,0 0 0 0 0,0-1 0 0 0,0 1 0 0 0,0 0-1 0 0,0 0 1 0 0,0 0 0 0 0,0 0 0 0 0,0 1-1 0 0,0-1 1 0 0,0 1 0 0 0,0-1 0 0 0,0 1 0 0 0,-1 0-1 0 0,1-1 1 0 0,0 1 0 0 0,0 0 0 0 0,0 0 0 0 0,-1 0-1 0 0,1 1 1 0 0,0-1 0 0 0,-1 0 0 0 0,1 1-1 0 0,-1-1 1 0 0,0 1 0 0 0,1-1 0 0 0,-1 1 0 0 0,0-1-1 0 0,0 1 1 0 0,0 0 0 0 0,1 2 0 0 0,2 5-98 0 0,-1 0 0 0 0,0 0 0 0 0,-1 0 0 0 0,0 1 0 0 0,0-1 0 0 0,-1 0 0 0 0,0 1 0 0 0,-1-1 0 0 0,0 1 0 0 0,0-1 0 0 0,-1 1 0 0 0,0-1 0 0 0,-5 17 0 0 0,-4 12-76 0 0,-29 69 0 0 0,35-98 124 0 0,-16 34-17 0 0,-32 54 0 0 0,1-6 564 0 0,50-90-456 0 0,1 0-1 0 0,0-1 1 0 0,-1 1 0 0 0,1 0 0 0 0,0-1 0 0 0,-1 1 0 0 0,1 0-1 0 0,0 0 1 0 0,0-1 0 0 0,0 1 0 0 0,0 0 0 0 0,0 0 0 0 0,0-1-1 0 0,0 1 1 0 0,0 0 0 0 0,0 0 0 0 0,0-1 0 0 0,0 1-1 0 0,0 0 1 0 0,1-1 0 0 0,-1 1 0 0 0,0 0 0 0 0,0 0 0 0 0,1-1-1 0 0,-1 1 1 0 0,0 0 0 0 0,1-1 0 0 0,-1 1 0 0 0,1-1 0 0 0,-1 1-1 0 0,1-1 1 0 0,0 2 0 0 0,2-1 4 0 0,-1 1 1 0 0,1-1-1 0 0,0 0 0 0 0,-1 0 1 0 0,1 0-1 0 0,0 0 1 0 0,0 0-1 0 0,-1 0 0 0 0,5 0 1 0 0,7 0 188 0 0,1 0-1 0 0,22-2 1 0 0,101-16 1731 0 0,2 0-474 0 0,-118 16-1138 0 0,1 0 0 0 0,0 2 0 0 0,-1 0 0 0 0,25 6 0 0 0,-42-6-630 0 0,1 0 0 0 0,-1 1-1 0 0,1 0 1 0 0,-1 1 0 0 0,0-1 0 0 0,9 6-1 0 0,0 2-6019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43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11 5065 0 0,'-14'-11'5811'0'0,"42"57"-4887"0"0,1-1 0 0 0,2-2 1 0 0,56 61-1 0 0,24 32-258 0 0,118 220 360 0 0,-107-158-585 0 0,9 0-131 0 0,108 179 366 0 0,-35-62-173 0 0,-168-261-422 0 0,94 123 183 0 0,16 24-203 0 0,-127-166-205 0 0,6 9-3119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44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29 423 3209 0 0,'-1'0'16'0'0,"-1"1"0"0"0,1-1 0 0 0,-1 0 1 0 0,1 1-1 0 0,-1-1 0 0 0,0 0 0 0 0,1 0 1 0 0,-1 0-1 0 0,1 0 0 0 0,-1 0 0 0 0,1-1 1 0 0,-4 0-1 0 0,5 1 18 0 0,-1 0 0 0 0,1 0 0 0 0,0-1 1 0 0,-1 1-1 0 0,1 0 0 0 0,0 0 0 0 0,-1-1 0 0 0,1 1 0 0 0,0-1 1 0 0,-1 1-1 0 0,1 0 0 0 0,0-1 0 0 0,0 1 0 0 0,0 0 0 0 0,-1-1 1 0 0,1 1-1 0 0,0-1 0 0 0,0 1 0 0 0,0-1 0 0 0,0 1 0 0 0,0 0 0 0 0,0-1 1 0 0,0 1-1 0 0,0-1 0 0 0,0 1 0 0 0,0-1 0 0 0,0 1 0 0 0,0-1 1 0 0,1-4 265 0 0,1 1 0 0 0,0-1 0 0 0,0 1 0 0 0,0 0 0 0 0,0 0 0 0 0,1 0 0 0 0,3-6 0 0 0,54-64 3991 0 0,129-123-1 0 0,-180 188-4163 0 0,57-53-4048 0 0,-32 32-1044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44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1 920 0 0,'-3'-1'679'0'0,"-1"1"-1"0"0,1 0 1 0 0,0 1 0 0 0,0-1-1 0 0,0 1 1 0 0,0-1-1 0 0,0 1 1 0 0,0 0-1 0 0,0 0 1 0 0,-3 1 0 0 0,6-1-518 0 0,-1-1 1 0 0,1 0-1 0 0,0 1 0 0 0,-1-1 1 0 0,1 0-1 0 0,0 1 1 0 0,-1-1-1 0 0,1 1 1 0 0,0-1-1 0 0,-1 0 1 0 0,1 1-1 0 0,0-1 1 0 0,0 1-1 0 0,-1-1 1 0 0,1 1-1 0 0,0-1 1 0 0,0 1-1 0 0,0-1 1 0 0,0 1-1 0 0,0-1 0 0 0,0 1 1 0 0,0-1-1 0 0,0 2 1 0 0,9 17 1642 0 0,16 7-521 0 0,0 0 0 0 0,38 29 0 0 0,19 17 25 0 0,-20-6-1040 0 0,-4 3-1 0 0,-2 1 0 0 0,53 90 0 0 0,118 244 719 0 0,-201-354-969 0 0,15 26-4 0 0,3-2 0 0 0,3-3 1 0 0,73 87-1 0 0,-71-98 111 0 0,-2 3 1 0 0,76 135-1 0 0,-85-129 21 0 0,3-1 0 0 0,91 113 0 0 0,-73-109-59 0 0,-32-37-34 0 0,1-2 0 0 0,46 42 1 0 0,-41-47-30 0 0,37 34 11 0 0,-67-59-66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45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46 458 6913 0 0,'-5'1'119'0'0,"2"0"-48"0"0,0-1-1 0 0,0 1 1 0 0,-1-1-1 0 0,1 0 1 0 0,0 0 0 0 0,0 0-1 0 0,-1 0 1 0 0,-3-1-1 0 0,6 1-49 0 0,1 0-1 0 0,-1 0 0 0 0,1-1 0 0 0,-1 1 0 0 0,1 0 1 0 0,0 0-1 0 0,-1-1 0 0 0,1 1 0 0 0,-1 0 0 0 0,1-1 1 0 0,0 1-1 0 0,-1 0 0 0 0,1-1 0 0 0,0 1 0 0 0,0-1 0 0 0,-1 1 1 0 0,1 0-1 0 0,0-1 0 0 0,0 1 0 0 0,0-1 0 0 0,-1 1 1 0 0,1-1-1 0 0,0 0 0 0 0,4-21 847 0 0,1 12-249 0 0,1-1-1 0 0,0 0 1 0 0,1 1-1 0 0,0 0 1 0 0,0 1 0 0 0,1 0-1 0 0,17-17 1 0 0,74-52 2445 0 0,-67 55-2528 0 0,107-85 390 0 0,-18 13-3895 0 0,-82 66 1668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45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0 456 0 0,'-7'2'380'0'0,"-3"0"150"0"0,0 0 1 0 0,0 1-1 0 0,0 0 0 0 0,1 0 0 0 0,-1 1 1 0 0,1 0-1 0 0,0 1 0 0 0,0 0 0 0 0,-15 12 1 0 0,24-17-377 0 0,0 1 0 0 0,0-1 1 0 0,0 1-1 0 0,-1-1 0 0 0,1 1 1 0 0,0 0-1 0 0,0-1 0 0 0,0 1 1 0 0,0-1-1 0 0,0 1 0 0 0,0-1 1 0 0,0 1-1 0 0,0-1 0 0 0,0 1 1 0 0,0 0-1 0 0,0-1 0 0 0,1 1 1 0 0,-1-1-1 0 0,0 1 0 0 0,0-1 1 0 0,1 1-1 0 0,-1-1 0 0 0,0 1 1 0 0,0-1-1 0 0,1 0 0 0 0,-1 1 1 0 0,0-1-1 0 0,1 1 0 0 0,-1-1 1 0 0,1 0-1 0 0,-1 1 0 0 0,1-1 1 0 0,-1 0-1 0 0,1 1 0 0 0,-1-1 1 0 0,1 0-1 0 0,-1 0 0 0 0,1 1 0 0 0,-1-1 1 0 0,1 0-1 0 0,31 17 1717 0 0,-21-12-1130 0 0,0 2-527 0 0,-1 1 0 0 0,0 0 0 0 0,0 0 0 0 0,-1 1 0 0 0,15 18 0 0 0,38 57-668 0 0,-43-56-63 0 0,21 30-1925 0 0,-21-29-2353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46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6 194 3225 0 0,'0'0'30'0'0,"0"-1"0"0"0,0 1 0 0 0,-1 0 0 0 0,1 0 0 0 0,0 0 0 0 0,-1 0 0 0 0,1 0 0 0 0,0 0 0 0 0,0 0 0 0 0,-1-1 0 0 0,1 1 1 0 0,0 0-1 0 0,0 0 0 0 0,-1 0 0 0 0,1 0 0 0 0,0-1 0 0 0,0 1 0 0 0,0 0 0 0 0,0 0 0 0 0,-1-1 0 0 0,1 1 0 0 0,0 0 0 0 0,0 0 0 0 0,0-1 0 0 0,0 1 0 0 0,0 0 1 0 0,0 0-1 0 0,0-1 0 0 0,-1 1 0 0 0,1 0 0 0 0,0-1 0 0 0,0 1 0 0 0,0 0 0 0 0,0 0 0 0 0,0-1 0 0 0,0 1 0 0 0,0 0 0 0 0,1-1 0 0 0,-1 1 0 0 0,9-16 1175 0 0,24-19 556 0 0,-25 28-1547 0 0,13-13 236 0 0,47-34 0 0 0,-4 11-3133 0 0,-49 33 1836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46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3225 0 0,'0'0'167'0'0,"-1"0"1"0"0,0 1 0 0 0,0-1-1 0 0,0 1 1 0 0,1 0-1 0 0,-1-1 1 0 0,0 1 0 0 0,1-1-1 0 0,-1 1 1 0 0,1 0-1 0 0,-1 0 1 0 0,0-1 0 0 0,1 1-1 0 0,0 0 1 0 0,-1 0-1 0 0,1 0 1 0 0,-1 0 0 0 0,1 0-1 0 0,0-1 1 0 0,0 1-1 0 0,-1 0 1 0 0,1 0 0 0 0,0 0-1 0 0,0 0 1 0 0,0 0-1 0 0,0 0 1 0 0,0 0 0 0 0,0 0-1 0 0,0 0 1 0 0,1 0 0 0 0,-1-1-1 0 0,0 1 1 0 0,0 0-1 0 0,1 0 1 0 0,-1 0 0 0 0,1 0-1 0 0,-1 0 1 0 0,0-1-1 0 0,1 1 1 0 0,0 0 0 0 0,0 0-1 0 0,27 44 1924 0 0,-20-34-1741 0 0,54 103 141 0 0,-44-81-5149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55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8754 0 0,'0'0'673'0'0,"10"18"1478"0"0,36 83 1065 0 0,117 221-1110 0 0,-141-288-2554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55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83 6913 0 0,'-1'-3'395'0'0,"0"0"-1"0"0,0-1 1 0 0,0 1-1 0 0,1 0 1 0 0,-1 0-1 0 0,1-1 1 0 0,0 1-1 0 0,0 0 0 0 0,0 0 1 0 0,0-1-1 0 0,1 1 1 0 0,-1 0-1 0 0,1 0 1 0 0,1-4-1 0 0,2-24 4529 0 0,-1 38-7542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55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9 165 10594 0 0,'-1'-1'35'0'0,"1"1"-1"0"0,-1 0 0 0 0,1 0 1 0 0,-1-1-1 0 0,1 1 1 0 0,0 0-1 0 0,-1 0 0 0 0,1-1 1 0 0,-1 1-1 0 0,1-1 1 0 0,0 1-1 0 0,-1 0 0 0 0,1-1 1 0 0,0 1-1 0 0,0-1 1 0 0,-1 1-1 0 0,1-1 1 0 0,0 1-1 0 0,0-1 0 0 0,-1 1 1 0 0,1-1-1 0 0,0 1 1 0 0,0-1-1 0 0,0 1 0 0 0,0-1 1 0 0,0 1-1 0 0,0-1 1 0 0,0 1-1 0 0,0-2 0 0 0,6-21 192 0 0,16-17 318 0 0,-15 31-726 0 0,0 1-1 0 0,0-1 1 0 0,1 2 0 0 0,0-1-1 0 0,1 1 1 0 0,-1 0 0 0 0,1 1 0 0 0,0 0-1 0 0,17-8 1 0 0,-13 8-3678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56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5529 0 0,'0'1'155'0'0,"0"0"-1"0"0,0 0 1 0 0,1 1-1 0 0,-1-1 1 0 0,0 0-1 0 0,0 0 1 0 0,1 0-1 0 0,-1 0 1 0 0,0 0-1 0 0,1 0 1 0 0,-1 0-1 0 0,1 0 1 0 0,0 0 0 0 0,-1 0-1 0 0,1 0 1 0 0,0 0-1 0 0,0 0 1 0 0,-1 0-1 0 0,1 0 1 0 0,0 0-1 0 0,0-1 1 0 0,2 2-1 0 0,-1-1 68 0 0,1 1 0 0 0,0-1 0 0 0,0 0 0 0 0,0 0 0 0 0,0 0 0 0 0,0-1 0 0 0,0 1 0 0 0,5 0 0 0 0,6-1 393 0 0,-1 0 1 0 0,28-4-1 0 0,-37 3-438 0 0,1 0-140 0 0,7-1 147 0 0,0 1-1 0 0,0 0 1 0 0,0 0 0 0 0,1 1 0 0 0,18 3 0 0 0,-29-3-166 0 0,0 1 0 0 0,1-1 0 0 0,-1 1 0 0 0,0 0 1 0 0,0 0-1 0 0,1 0 0 0 0,-1 0 0 0 0,0 0 0 0 0,0 0 1 0 0,0 0-1 0 0,0 1 0 0 0,0-1 0 0 0,-1 1 0 0 0,1 0 1 0 0,0-1-1 0 0,-1 1 0 0 0,1 0 0 0 0,-1 0 0 0 0,1 0 1 0 0,-1 0-1 0 0,0 0 0 0 0,0 0 0 0 0,0 1 0 0 0,0-1 1 0 0,0 0-1 0 0,-1 0 0 0 0,1 1 0 0 0,-1-1 0 0 0,0 1 1 0 0,1-1-1 0 0,-1 0 0 0 0,0 1 0 0 0,0-1 0 0 0,-1 5 1 0 0,-1 12 56 0 0,-2 0 0 0 0,0 0 0 0 0,-1 0 0 0 0,-1-1 1 0 0,-16 35-1 0 0,4-7-1348 0 0,14-34-3784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47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68 102 6913 0 0,'-17'-15'1857'0'0,"-18"-19"509"0"0,34 32-2172 0 0,-1 0 0 0 0,1 0 0 0 0,-1 0 0 0 0,1 0 1 0 0,0 0-1 0 0,-1 0 0 0 0,1 0 0 0 0,0-1 1 0 0,1 1-1 0 0,-1 0 0 0 0,0-1 0 0 0,1 1 0 0 0,-1 0 1 0 0,1-1-1 0 0,-1-4 0 0 0,2 7-150 0 0,-1-1 0 0 0,0 1 0 0 0,0-1 0 0 0,0 1 0 0 0,0-1 0 0 0,0 0-1 0 0,1 1 1 0 0,-1-1 0 0 0,0 1 0 0 0,0-1 0 0 0,1 1 0 0 0,-1-1 0 0 0,0 1 0 0 0,1-1 0 0 0,-1 1 0 0 0,1 0 0 0 0,-1-1 0 0 0,0 1-1 0 0,1-1 1 0 0,-1 1 0 0 0,1 0 0 0 0,-1-1 0 0 0,1 1 0 0 0,-1 0 0 0 0,1 0 0 0 0,0-1 0 0 0,-1 1 0 0 0,1 0 0 0 0,-1 0-1 0 0,1 0 1 0 0,-1 0 0 0 0,1 0 0 0 0,0 0 0 0 0,-1 0 0 0 0,1 0 0 0 0,-1 0 0 0 0,1 0 0 0 0,0 0 0 0 0,-1 0 0 0 0,1 0 0 0 0,-1 0-1 0 0,1 1 1 0 0,-1-1 0 0 0,1 0 0 0 0,-1 0 0 0 0,1 1 0 0 0,-1-1 0 0 0,1 0 0 0 0,-1 1 0 0 0,1-1 0 0 0,0 1 0 0 0,27 18 319 0 0,-8 3-160 0 0,0 0 1 0 0,-1 1-1 0 0,17 29 0 0 0,18 22-86 0 0,-7-19-31 0 0,3-3 1 0 0,2-1-1 0 0,2-4 0 0 0,85 59 1 0 0,-66-52-3383 0 0,121 114 0 0 0,-173-146-1098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48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2386 456 0 0,'-15'17'386'0'0,"8"-9"1710"0"0,14-22-497 0 0,343-510 5843 0 0,-132 209-5253 0 0,79-97-236 0 0,-152 225-1254 0 0,-52 63-187 0 0,155-158 0 0 0,-165 202-409 0 0,163-166-852 0 0,-245 245 719 0 0,118-120-2319 0 0,-100 105 1281 0 0,0 0-1 0 0,1 1 1 0 0,1 0-1 0 0,37-18 1 0 0,-34 23-2568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48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1750 6913 0 0,'-27'26'412'0'0,"20"-11"-974"0"0,8-15 561 0 0,-1 1 0 0 0,0-1 1 0 0,1 0-1 0 0,-1 1 0 0 0,0-1 1 0 0,1 1-1 0 0,-1-1 0 0 0,0 0 0 0 0,1 1 1 0 0,-1-1-1 0 0,1 0 0 0 0,-1 1 1 0 0,1-1-1 0 0,-1 0 0 0 0,1 0 0 0 0,-1 0 1 0 0,1 1-1 0 0,-1-1 0 0 0,1 0 1 0 0,-1 0-1 0 0,1 0 0 0 0,-1 0 0 0 0,1 0 1 0 0,-1 0-1 0 0,1 0 0 0 0,-1 0 1 0 0,1 0-1 0 0,0 0 0 0 0,-1 0 1 0 0,1 0-1 0 0,0-1 0 0 0,4 0 114 0 0,0 0 0 0 0,0 0 0 0 0,0-1 0 0 0,0 0-1 0 0,0 0 1 0 0,-1 0 0 0 0,1 0 0 0 0,-1-1 0 0 0,1 0 0 0 0,-1 0 0 0 0,6-5-1 0 0,44-44 1088 0 0,-48 45-1068 0 0,259-314 4823 0 0,-25 26-2051 0 0,-54 103-2117 0 0,12-14-423 0 0,134-121-221 0 0,-305 302-142 0 0,61-62-1359 0 0,105-135-1 0 0,-180 205-397 0 0,-3 3-3461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49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22 143 9674 0 0,'-3'-5'179'0'0,"0"0"0"0"0,1 0 0 0 0,-1 0 0 0 0,1 0 0 0 0,0-1 0 0 0,1 1 0 0 0,-1 0 0 0 0,1-1 0 0 0,0 1 0 0 0,0-1 0 0 0,1-8 0 0 0,0 11-10 0 0,0 0 0 0 0,0-1 0 0 0,0 1 0 0 0,1 0 0 0 0,0 0 1 0 0,0-1-1 0 0,0 1 0 0 0,0 0 0 0 0,0 0 0 0 0,0 0 0 0 0,1 0 0 0 0,0 0 0 0 0,0 0 0 0 0,-1 0 0 0 0,1 1 0 0 0,1-1 0 0 0,-1 1 0 0 0,0-1 0 0 0,1 1 1 0 0,4-4-1 0 0,-5 5-70 0 0,0 0-1 0 0,1 1 1 0 0,-1-1 0 0 0,0 0 0 0 0,0 1 0 0 0,0-1 0 0 0,1 1 0 0 0,-1 0 0 0 0,0 0 0 0 0,0 0 0 0 0,1 0 0 0 0,-1 0 0 0 0,0 0 0 0 0,0 0 0 0 0,1 1 0 0 0,-1-1-1 0 0,0 1 1 0 0,0 0 0 0 0,0 0 0 0 0,0 0 0 0 0,0 0 0 0 0,0 0 0 0 0,0 0 0 0 0,0 0 0 0 0,0 0 0 0 0,0 1 0 0 0,1 1 0 0 0,9 7 173 0 0,-1 0 0 0 0,19 23 0 0 0,-21-22-44 0 0,425 440 303 0 0,-166-209-4120 0 0,-211-189-2338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54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0 6913 0 0,'-17'13'771'0'0,"0"2"0"0"0,1-1-1 0 0,-23 28 1 0 0,2-2 274 0 0,24-29-976 0 0,9-8-170 0 0,0 0 1 0 0,1 0 0 0 0,-1 0 0 0 0,1 1 0 0 0,-1-1 0 0 0,1 1-1 0 0,0 0 1 0 0,1 0 0 0 0,-1 0 0 0 0,1 0 0 0 0,-4 8-1 0 0,6-8-893 0 0,3 0-229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54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14 1376 0 0,'0'-1'35'0'0,"-1"1"-1"0"0,1 0 0 0 0,0-1 1 0 0,-1 1-1 0 0,1-1 1 0 0,0 1-1 0 0,0 0 0 0 0,-1-1 1 0 0,1 1-1 0 0,0-1 0 0 0,0 1 1 0 0,0-1-1 0 0,-1 1 0 0 0,1 0 1 0 0,0-1-1 0 0,0 1 1 0 0,0-1-1 0 0,0 1 0 0 0,0-1 1 0 0,0 1-1 0 0,0-1 0 0 0,0 1 1 0 0,0-1-1 0 0,0 1 1 0 0,0-1-1 0 0,0 1 0 0 0,1-1 1 0 0,10 1 2317 0 0,13 9-646 0 0,-8 0-677 0 0,0 1-1 0 0,-1 1 0 0 0,21 19 0 0 0,17 11 895 0 0,21 11-386 0 0,-44-27-5137 0 0,-12-7-841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57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96 144 6913 0 0,'-14'-17'168'0'0,"1"-2"0"0"0,-13-22-1 0 0,-17-26 4500 0 0,83 133-1110 0 0,-12-17-3428 0 0,9 11-125 0 0,60 88-2235 0 0,-72-114-2709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57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6913 0 0,'-7'5'305'0'0,"2"-4"63"0"0,2 2-296 0 0,2-1-72 0 0,-1-1 0 0 0,2 1 0 0 0,0-1 0 0 0,0 2-72 0 0,-1 3 72 0 0,-1 1-104 0 0,2 4-481 0 0,2-1-95 0 0,-1 0-24 0 0,4-2 0 0 0,1-2 544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58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5 301 6449 0 0,'0'0'25'0'0,"0"0"-1"0"0,0 0 0 0 0,-1 0 0 0 0,1 0 0 0 0,0 0 1 0 0,0 0-1 0 0,0 0 0 0 0,-1 0 0 0 0,1-1 1 0 0,0 1-1 0 0,0 0 0 0 0,0 0 0 0 0,-1 0 0 0 0,1 0 1 0 0,0 0-1 0 0,0-1 0 0 0,0 1 0 0 0,0 0 0 0 0,0 0 1 0 0,0 0-1 0 0,-1-1 0 0 0,1 1 0 0 0,0 0 1 0 0,0 0-1 0 0,0 0 0 0 0,0-1 0 0 0,0 1 0 0 0,0 0 1 0 0,0 0-1 0 0,0 0 0 0 0,0-1 0 0 0,0 1 0 0 0,0 0 1 0 0,0 0-1 0 0,0-1 0 0 0,0 1 0 0 0,0 0 1 0 0,0 0-1 0 0,0 0 0 0 0,0-1 0 0 0,0 1 0 0 0,0 0 1 0 0,0 0-1 0 0,1 0 0 0 0,-1-1 0 0 0,0 1 0 0 0,0 0 1 0 0,0-1-1 0 0,14-14 803 0 0,25-18 372 0 0,-34 30-939 0 0,8-7-328 0 0,0-1 0 0 0,-1 0-1 0 0,-1-1 1 0 0,1 0 0 0 0,-2-1-1 0 0,0 0 1 0 0,0-1 0 0 0,-2 0 0 0 0,1 0-1 0 0,-2-1 1 0 0,0 0 0 0 0,-1 0-1 0 0,0-1 1 0 0,6-26 0 0 0,-12 41 59 0 0,0 1 0 0 0,0 0 0 0 0,0-1 0 0 0,1 1-1 0 0,-1-1 1 0 0,0 1 0 0 0,0 0 0 0 0,0-1 0 0 0,0 1 0 0 0,0-1 0 0 0,0 1 0 0 0,0 0 0 0 0,0-1 0 0 0,0 1 0 0 0,0-1 0 0 0,0 1-1 0 0,0-1 1 0 0,0 1 0 0 0,0 0 0 0 0,0-1 0 0 0,0 1 0 0 0,-1-1 0 0 0,1 1 0 0 0,0 0 0 0 0,0-1 0 0 0,0 1 0 0 0,-1 0 0 0 0,1-1-1 0 0,0 1 1 0 0,0 0 0 0 0,-1-1 0 0 0,1 1 0 0 0,0 0 0 0 0,-1-1 0 0 0,-13 7-727 0 0,-12 19-677 0 0,1 10 36 0 0,-39 67 0 0 0,57-89 1916 0 0,1 1 0 0 0,0 0 0 0 0,1 0 0 0 0,0 0 0 0 0,1 1 0 0 0,0 0 0 0 0,2 0 0 0 0,-3 26 0 0 0,5-39-430 0 0,1 0-1 0 0,-1 0 1 0 0,0-1-1 0 0,0 1 1 0 0,1 0-1 0 0,-1 0 0 0 0,1-1 1 0 0,0 1-1 0 0,-1-1 1 0 0,1 1-1 0 0,0 0 1 0 0,0-1-1 0 0,0 1 0 0 0,0-1 1 0 0,0 0-1 0 0,0 1 1 0 0,1-1-1 0 0,-1 0 1 0 0,0 0-1 0 0,1 0 0 0 0,-1 0 1 0 0,1 0-1 0 0,-1 0 1 0 0,1 0-1 0 0,-1 0 1 0 0,1 0-1 0 0,0-1 0 0 0,-1 1 1 0 0,4 0-1 0 0,7 1 397 0 0,-1 1 0 0 0,1-2 0 0 0,20 1 0 0 0,4 1 150 0 0,-31-2-612 0 0,1 0 0 0 0,-1 1 0 0 0,1 0 0 0 0,-1 0-1 0 0,0 0 1 0 0,0 1 0 0 0,0 0 0 0 0,0-1-1 0 0,0 2 1 0 0,-1-1 0 0 0,1 1 0 0 0,-1-1 0 0 0,0 1-1 0 0,0 1 1 0 0,0-1 0 0 0,4 7 0 0 0,-3-3-228 0 0,-1-1-1 0 0,0 1 1 0 0,0 0 0 0 0,-1 1 0 0 0,0-1 0 0 0,0 0 0 0 0,-1 1-1 0 0,0 0 1 0 0,-1 0 0 0 0,1 9 0 0 0,-1 15-4592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40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1801 7370 0 0,'-27'29'787'0'0,"2"2"1"0"0,-34 53-1 0 0,-1 1-222 0 0,30-46-240 0 0,42-88 321 0 0,124-262 855 0 0,-90 214-930 0 0,213-378 2438 0 0,-146 274-1742 0 0,55-89-367 0 0,192-205-2255 0 0,-332 459 914 0 0,45-56-2316 0 0,-53 69-2364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41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430 1 9674 0 0,'-8'0'752'0'0,"-19"3"-810"0"0,27-3 167 0 0,-1 1-1 0 0,0-1 0 0 0,1 0 1 0 0,-1 0-1 0 0,0 0 0 0 0,1 1 1 0 0,-1-1-1 0 0,1 0 0 0 0,-1 1 1 0 0,1-1-1 0 0,-1 0 1 0 0,1 1-1 0 0,-1-1 0 0 0,1 1 1 0 0,-1-1-1 0 0,1 0 0 0 0,-1 1 1 0 0,1-1-1 0 0,0 1 0 0 0,-1 0 1 0 0,1-1-1 0 0,0 1 0 0 0,-1-1 1 0 0,1 1-1 0 0,0-1 0 0 0,0 1 1 0 0,0 0-1 0 0,0-1 1 0 0,-1 1-1 0 0,1 0 0 0 0,0-1 1 0 0,0 1-1 0 0,0 1 0 0 0,2 6-8 0 0,0 0-1 0 0,0 1 0 0 0,1-1 1 0 0,0 0-1 0 0,0 0 1 0 0,1 0-1 0 0,0 0 0 0 0,0-1 1 0 0,1 0-1 0 0,0 0 0 0 0,0 0 1 0 0,1 0-1 0 0,0-1 1 0 0,0 0-1 0 0,12 9 0 0 0,10 6 82 0 0,1-1 1 0 0,53 25-1 0 0,-14-7 554 0 0,399 284 461 0 0,-440-303-1184 0 0,48 35 112 0 0,145 76-1 0 0,-31-49 713 0 0,-203-90-646 0 0,13 7-174 0 0,-1 0 0 0 0,1 1 0 0 0,-1-1 0 0 0,0 1 0 0 0,1 0 1 0 0,-1 0-1 0 0,0 0 0 0 0,0 0 0 0 0,0 0 0 0 0,1 0 0 0 0,-1 0 0 0 0,0 0 0 0 0,0 1 0 0 0,-1-1 0 0 0,1 1 0 0 0,0-1 0 0 0,0 1 0 0 0,0 0 0 0 0,0 0 0 0 0,0 0 1 0 0,0 0-1 0 0,0 0 0 0 0,-1 0 0 0 0,1 1 0 0 0,0-1 0 0 0,0 1 0 0 0,0 0 0 0 0,0-1 0 0 0,0 1 0 0 0,0 0 0 0 0,0 0 0 0 0,-2 2 0 0 0,-12 11-134 0 0,0 2 0 0 0,0 0 0 0 0,2 0 0 0 0,0 2 0 0 0,-17 27 0 0 0,-19 23-193 0 0,-36 37 113 0 0,-335 444-840 0 0,335-418 988 0 0,-300 502 207 0 0,338-539-764 0 0,-117 215 2113 0 0,72-161-2740 0 0,-13-11-4294 0 0,89-117 384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41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36 8290 0 0,'-1'-1'53'0'0,"1"1"0"0"0,-1 0 0 0 0,1-1 0 0 0,-1 1 0 0 0,1-1 0 0 0,-1 1 0 0 0,1 0 0 0 0,0-1 0 0 0,-1 1 0 0 0,1-1 0 0 0,-1 1 0 0 0,1-1 0 0 0,0 0 0 0 0,-1 1 0 0 0,1-1 0 0 0,0 1 1 0 0,0-1-1 0 0,0 1 0 0 0,-1-1 0 0 0,1 0 0 0 0,0 1 0 0 0,0-1 0 0 0,0 0 0 0 0,0 1 0 0 0,0-1 0 0 0,0 1 0 0 0,0-1 0 0 0,0 0 0 0 0,0 1 0 0 0,1-1 0 0 0,-1 0 0 0 0,0 1 0 0 0,0-1 0 0 0,0 1 0 0 0,1-1 0 0 0,-1 1 0 0 0,1-2 0 0 0,1 1 9 0 0,-1 0-1 0 0,1 0 0 0 0,0 0 0 0 0,0 0 1 0 0,0 0-1 0 0,0 0 0 0 0,0 0 0 0 0,0 1 0 0 0,1-1 1 0 0,-1 0-1 0 0,2 1 0 0 0,11-2 172 0 0,0 1 1 0 0,23 1-1 0 0,32 5 831 0 0,108 24 0 0 0,68 31 822 0 0,-236-57-1797 0 0,98 25 308 0 0,-3 4 0 0 0,0 5 0 0 0,-3 5 0 0 0,129 71 0 0 0,-151-64-751 0 0,91 73 1 0 0,-133-92-429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42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61 321 3225 0 0,'-6'-6'2148'0'0,"-6"1"-1986"0"0,6 3 469 0 0,0-1 0 0 0,0 1 0 0 0,0 0 0 0 0,-12-2 0 0 0,17-3 2500 0 0,13-23-1791 0 0,72-189 1018 0 0,-82 214-2360 0 0,9-24 901 0 0,-10 29-871 0 0,-1 0 0 0 0,0-1 0 0 0,0 1-1 0 0,0-1 1 0 0,1 1 0 0 0,-1 0 0 0 0,0-1 0 0 0,0 1-1 0 0,1 0 1 0 0,-1-1 0 0 0,0 1 0 0 0,1 0 0 0 0,-1 0 0 0 0,0-1-1 0 0,1 1 1 0 0,-1 0 0 0 0,1 0 0 0 0,-1 0 0 0 0,0-1 0 0 0,1 1-1 0 0,-1 0 1 0 0,1 0 0 0 0,-1 0 0 0 0,1 0 0 0 0,-1 0-1 0 0,1 0 1 0 0,-1 0 0 0 0,0 0 0 0 0,1 0 0 0 0,-1 0 0 0 0,1 0-1 0 0,-1 0 1 0 0,1 0 0 0 0,-1 0 0 0 0,0 1 0 0 0,1-1 0 0 0,-1 0-1 0 0,1 0 1 0 0,-1 0 0 0 0,0 1 0 0 0,1-1 0 0 0,-1 0-1 0 0,0 0 1 0 0,1 1 0 0 0,-1-1 0 0 0,0 0 0 0 0,1 1 0 0 0,-1-1-1 0 0,0 0 1 0 0,0 1 0 0 0,1-1 0 0 0,-1 0 0 0 0,0 2-1 0 0,5 3 6 0 0,0 0-1 0 0,0 0 0 0 0,0 0 0 0 0,0-1 0 0 0,1 0 0 0 0,-1 0 0 0 0,1 0 0 0 0,0-1 0 0 0,9 4 1 0 0,63 21 201 0 0,-42-17-88 0 0,12 4 124 0 0,-27-9-78 0 0,-1 1 1 0 0,0 0 0 0 0,24 13-1 0 0,-41-18-362 0 0,0 1 0 0 0,0-1 0 0 0,0 1 0 0 0,-1-1 0 0 0,1 1 0 0 0,0 0-1 0 0,-1 0 1 0 0,0 1 0 0 0,2 2 0 0 0,-2-2-72 0 0,1 0-1 0 0,-1-1 1 0 0,1 1-1 0 0,0-1 1 0 0,0 0-1 0 0,0 0 1 0 0,5 4-1 0 0,-8-6-47 0 0,1 0-1 0 0,0 0 0 0 0,-1 0 0 0 0,0 0 0 0 0,1 0 0 0 0,-1 1 0 0 0,0-1 0 0 0,1 0 0 0 0,-1 0 0 0 0,0 0 0 0 0,0 0 0 0 0,0 1 1 0 0,0-1-1 0 0,0 0 0 0 0,0 0 0 0 0,-1 0 0 0 0,1 1 0 0 0,0-1 0 0 0,-1 0 0 0 0,1 1 0 0 0,-1 1-982 0 0,-2 9-2475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42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5 148 3225 0 0,'-2'0'136'0'0,"1"0"40"0"0,-1 0-176 0 0,2-1 0 0 0,0-1 0 0 0,2 1 0 0 0,-1-2 384 0 0,1-3 32 0 0,2-4 16 0 0,4-3 0 0 0,1-5-160 0 0,2 0-32 0 0,3 0-8 0 0,0 1 0 0 0,6-3-232 0 0,-6 0 0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01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16 6913 0 0,'-23'-16'4765'0'0,"33"27"-2167"0"0,30 36-1588 0 0,36 56-1 0 0,-41-53-1343 0 0,50 54 0 0 0,-75-93-279 0 0,0-2 0 0 0,1 1 0 0 0,0-1-1 0 0,1-1 1 0 0,-1 0 0 0 0,24 11-1 0 0,-11-9-3670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01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12 10594 0 0,'-24'-11'2154'0'0,"37"13"-7010"0"0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01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8 365 920 0 0,'-7'-2'2982'0'0,"7"2"-2895"0"0,0 0 1 0 0,0-1 0 0 0,0 1-1 0 0,0 0 1 0 0,0 0 0 0 0,0 0-1 0 0,0-1 1 0 0,0 1 0 0 0,0 0-1 0 0,0 0 1 0 0,0-1 0 0 0,0 1-1 0 0,0 0 1 0 0,0 0 0 0 0,0 0-1 0 0,0-1 1 0 0,0 1 0 0 0,0 0 0 0 0,0 0-1 0 0,0-1 1 0 0,0 1 0 0 0,0 0-1 0 0,1 0 1 0 0,9-23 1400 0 0,22-23-1362 0 0,57-53-726 0 0,-12 15 77 0 0,-2-5 371 0 0,-63 73 136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01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0 5065 0 0,'-6'11'205'0'0,"0"0"1"0"0,0 0-1 0 0,2 0 1 0 0,-1 1-1 0 0,1 0 0 0 0,1-1 1 0 0,0 1-1 0 0,1 1 0 0 0,0-1 1 0 0,1 0-1 0 0,0 0 1 0 0,1 1-1 0 0,0-1 0 0 0,1 0 1 0 0,0 1-1 0 0,1-1 0 0 0,6 21 1 0 0,-7-32-116 0 0,-1 1-1 0 0,1-1 1 0 0,0 1 0 0 0,-1-1 0 0 0,1 1-1 0 0,0-1 1 0 0,0 0 0 0 0,0 1 0 0 0,0-1-1 0 0,0 0 1 0 0,1 0 0 0 0,-1 0 0 0 0,0 0-1 0 0,0 0 1 0 0,1 0 0 0 0,-1 0 0 0 0,1 0-1 0 0,-1 0 1 0 0,1-1 0 0 0,-1 1 0 0 0,1 0-1 0 0,-1-1 1 0 0,1 0 0 0 0,-1 1 0 0 0,1-1-1 0 0,0 0 1 0 0,-1 0 0 0 0,1 0 0 0 0,0 0-1 0 0,-1 0 1 0 0,1 0 0 0 0,0 0 0 0 0,-1 0-1 0 0,3-1 1 0 0,7-2 266 0 0,0-1 0 0 0,-1 0 0 0 0,1 0 0 0 0,12-8 0 0 0,12-5 128 0 0,-32 16-458 0 0,0 0-1 0 0,-1 0 1 0 0,1 0-1 0 0,0 1 1 0 0,0-1 0 0 0,0 1-1 0 0,0 0 1 0 0,0-1-1 0 0,0 1 1 0 0,0 0 0 0 0,0 1-1 0 0,-1-1 1 0 0,1 1-1 0 0,0-1 1 0 0,0 1 0 0 0,0 0-1 0 0,0 0 1 0 0,-1 0-1 0 0,5 2 1 0 0,-5-1-43 0 0,1 1-1 0 0,-1-1 1 0 0,0 1 0 0 0,1 0-1 0 0,-1 0 1 0 0,0 0 0 0 0,-1 0-1 0 0,1 0 1 0 0,0 0 0 0 0,-1 0-1 0 0,0 0 1 0 0,0 1 0 0 0,0-1-1 0 0,0 1 1 0 0,1 6 0 0 0,-1 10-191 0 0,0 0-1 0 0,-1-1 1 0 0,-1 1 0 0 0,-1 0 0 0 0,0 0-1 0 0,-10 33 1 0 0,8-35-125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50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137 627 3225 0 0,'-17'15'566'0'0,"-1"0"1"0"0,-20 13 0 0 0,-10 7 349 0 0,33-25-388 0 0,15-15-96 0 0,19-24 21 0 0,-13 21-457 0 0,26-32 547 0 0,1 1 0 0 0,2 2 1 0 0,2 1-1 0 0,2 2 0 0 0,1 1 1 0 0,54-33-1 0 0,-31 28 24 0 0,74-32 0 0 0,12-7-317 0 0,73-45-1356 0 0,-171 98-90 0 0,1 3 0 0 0,81-23 0 0 0,-109 38-1658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50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994 2495 1840 0 0,'-32'7'1255'0'0,"30"-6"-1154"0"0,1 0-1 0 0,-1-1 0 0 0,1 1 0 0 0,-1 0 1 0 0,0-1-1 0 0,1 1 0 0 0,-1-1 1 0 0,0 0-1 0 0,1 1 0 0 0,-1-1 0 0 0,0 0 1 0 0,0 0-1 0 0,1 0 0 0 0,-1 0 1 0 0,0 0-1 0 0,0-1 0 0 0,1 1 0 0 0,-1 0 1 0 0,0-1-1 0 0,1 0 0 0 0,-1 1 1 0 0,0-1-1 0 0,1 0 0 0 0,-1 0 0 0 0,1 1 1 0 0,-1-1-1 0 0,1-1 0 0 0,0 1 0 0 0,-1 0 1 0 0,1 0-1 0 0,0 0 0 0 0,0-1 1 0 0,0 1-1 0 0,0 0 0 0 0,-2-3 0 0 0,-6-13 711 0 0,1 0 1 0 0,0 0-1 0 0,2-1 0 0 0,0 0 0 0 0,0 0 0 0 0,2 0 0 0 0,-4-27 0 0 0,-1-2 190 0 0,-242-858 5114 0 0,107 426-4772 0 0,101 326-859 0 0,-100-237 0 0 0,117 341-523 0 0,-3 1 0 0 0,-1 1 1 0 0,-3 2-1 0 0,-1 1 0 0 0,-49-48 1 0 0,82 90-107 0 0,-14-11-561 0 0,6 9-2751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51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3225 0 0,'40'-63'1344'0'0,"-39"63"-1291"0"0,-1 0 0 0 0,0 0 1 0 0,1 1-1 0 0,-1-1 0 0 0,1 0 0 0 0,-1 0 1 0 0,1 0-1 0 0,-1 0 0 0 0,1 1 0 0 0,-1-1 0 0 0,1 0 1 0 0,-1 0-1 0 0,0 1 0 0 0,1-1 0 0 0,-1 0 1 0 0,0 1-1 0 0,1-1 0 0 0,-1 1 0 0 0,0-1 1 0 0,1 0-1 0 0,-1 1 0 0 0,0-1 0 0 0,0 1 0 0 0,1-1 1 0 0,-1 1-1 0 0,0-1 0 0 0,0 1 0 0 0,13 20 625 0 0,-12-18-534 0 0,49 91 1645 0 0,63 173 0 0 0,-51-111-672 0 0,12-1-39 0 0,129 202-1 0 0,22 39 195 0 0,-107-108-1500 0 0,-47-107-51 0 0,59 127-5335 0 0,-96-229 1765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52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1074 1840 0 0,'-84'-14'1818'0'0,"84"14"-1785"0"0,0-1 1 0 0,-1 1-1 0 0,1 0 1 0 0,0 0-1 0 0,-1 0 0 0 0,1 0 1 0 0,-1 0-1 0 0,1 0 1 0 0,0 0-1 0 0,-1-1 0 0 0,1 1 1 0 0,0 0-1 0 0,-1 0 0 0 0,1 0 1 0 0,0-1-1 0 0,0 1 1 0 0,-1 0-1 0 0,1 0 0 0 0,0-1 1 0 0,0 1-1 0 0,-1 0 1 0 0,1-1-1 0 0,0 1 0 0 0,0 0 1 0 0,0-1-1 0 0,-1 1 0 0 0,1 0 1 0 0,0-1-1 0 0,0 1 1 0 0,0 0-1 0 0,0-1 0 0 0,0 1 1 0 0,0-1-1 0 0,0 1 0 0 0,0 0 1 0 0,0-1-1 0 0,9-15 829 0 0,25-15 170 0 0,-30 28-883 0 0,107-88 1196 0 0,184-114 0 0 0,347-147 678 0 0,-375 206-1131 0 0,-185 97-338 0 0,1 4 1 0 0,134-52-1 0 0,-209 93-668 0 0,1 2 0 0 0,-1-1 0 0 0,1 1 0 0 0,0 1-1 0 0,0-1 1 0 0,0 2 0 0 0,11-1 0 0 0,-3 4-4647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53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 1376 0 0,'-3'0'242'0'0,"-3"0"205"0"0,1-1-1 0 0,-1 1 0 0 0,1 1 1 0 0,0-1-1 0 0,-1 1 0 0 0,1 0 0 0 0,0 0 1 0 0,-1 1-1 0 0,-5 2 0 0 0,11-2-161 0 0,1 1 0 0 0,0-1 0 0 0,0 1 0 0 0,0-1 0 0 0,0 0 0 0 0,1 0-1 0 0,-1 1 1 0 0,1-1 0 0 0,2 3 0 0 0,-3-4-253 0 0,91 135 2539 0 0,-38-52-4118 0 0,-43-68-2086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53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1 258 2304 0 0,'0'-3'104'0'0,"0"0"-1"0"0,0 0 0 0 0,0 0 0 0 0,1 0 1 0 0,-1 0-1 0 0,1 0 0 0 0,0 0 0 0 0,0 0 1 0 0,0 1-1 0 0,0-1 0 0 0,0 0 0 0 0,0 1 1 0 0,1-1-1 0 0,0 1 0 0 0,1-3 0 0 0,33-41 1832 0 0,-30 38-1377 0 0,8-7-2 0 0,1 0-1 0 0,0 0 1 0 0,1 2-1 0 0,33-22 1 0 0,34-14-5209 0 0,-68 38 4156 0 0,-12 8 485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53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 5529 0 0,'-2'0'263'0'0,"-1"0"0"0"0,1 1 0 0 0,-1-1-1 0 0,1 1 1 0 0,-1 0 0 0 0,1 0 0 0 0,0 0 0 0 0,-1 0-1 0 0,-2 2 1 0 0,4-3-162 0 0,1 1-1 0 0,-1 0 0 0 0,1 0 1 0 0,-1 0-1 0 0,1 0 0 0 0,-1 0 1 0 0,1 0-1 0 0,0 0 0 0 0,-1 0 1 0 0,1 0-1 0 0,0 0 0 0 0,0 0 1 0 0,0 0-1 0 0,0 0 0 0 0,0 0 1 0 0,0 0-1 0 0,0 0 0 0 0,0 0 1 0 0,0 0-1 0 0,0 0 0 0 0,0 0 1 0 0,1 0-1 0 0,-1 0 0 0 0,0 0 1 0 0,1 0-1 0 0,0 1 0 0 0,9 20-336 0 0,0-1 0 0 0,2 0-1 0 0,0 0 1 0 0,25 30 0 0 0,-1 0-2326 0 0,-6-2-8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59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11522 0 0,'0'0'887'0'0,"26"10"134"0"0,-6-1-985 0 0,-1 2 1 0 0,0 0 0 0 0,-1 1 0 0 0,29 25 0 0 0,58 67 1242 0 0,-78-74-2294 0 0,2-1-1 0 0,1-1 1 0 0,61 43 0 0 0,-66-57-1058 0 0,-7-9-21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59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22 281 2304 0 0,'-21'-9'6331'0'0,"26"-6"-246"0"0,1 4-4824 0 0,-2 3-2932 0 0,33-58 739 0 0,22-31-5792 0 0,-16 26 5107 0 0,-42 68 1605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6:59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0 456 0 0,'-6'13'7'0'0,"-39"97"1255"0"0,40-97-686 0 0,2 0 1 0 0,0-1 0 0 0,0 1 0 0 0,1 0 0 0 0,1 1 0 0 0,0 24 0 0 0,1-38-497 0 0,0 1 0 0 0,0 0 0 0 0,0-1 0 0 0,0 1 1 0 0,0-1-1 0 0,0 1 0 0 0,0-1 0 0 0,0 1 1 0 0,0-1-1 0 0,1 1 0 0 0,-1 0 0 0 0,0-1 0 0 0,0 1 1 0 0,1-1-1 0 0,-1 0 0 0 0,0 1 0 0 0,1-1 0 0 0,-1 1 1 0 0,0-1-1 0 0,1 1 0 0 0,-1-1 0 0 0,1 0 1 0 0,-1 1-1 0 0,1-1 0 0 0,-1 0 0 0 0,1 1 0 0 0,-1-1 1 0 0,1 0-1 0 0,-1 0 0 0 0,1 1 0 0 0,20-5 1512 0 0,24-24 494 0 0,-38 23-1458 0 0,1 0-259 0 0,-1 0 0 0 0,1 0 0 0 0,0 1 1 0 0,0 0-1 0 0,1 1 0 0 0,-1 0 0 0 0,1 0 0 0 0,16-2 1 0 0,-23 4-353 0 0,1 1 1 0 0,0 0 0 0 0,0 0-1 0 0,0 0 1 0 0,-1 1 0 0 0,1-1 0 0 0,0 1-1 0 0,-1 0 1 0 0,1-1 0 0 0,0 1-1 0 0,-1 0 1 0 0,1 0 0 0 0,-1 1 0 0 0,1-1-1 0 0,-1 0 1 0 0,0 1 0 0 0,1 0-1 0 0,-1-1 1 0 0,0 1 0 0 0,0 0 0 0 0,0 0-1 0 0,-1 0 1 0 0,1 1 0 0 0,0-1-1 0 0,-1 0 1 0 0,1 1 0 0 0,-1-1 0 0 0,0 0-1 0 0,0 1 1 0 0,0 0 0 0 0,0-1-1 0 0,1 4 1 0 0,3 34-2065 0 0,-5-36 1523 0 0,1 13-4573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00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 9674 0 0,'-10'0'424'0'0,"6"0"96"0"0,-1 0-416 0 0,2 0-104 0 0,2 0 0 0 0,-1 1 0 0 0,1 1 272 0 0,-1 1 32 0 0,-1 1 8 0 0,0 3 1 0 0,2 2-946 0 0,1 2-183 0 0,3-2-40 0 0,0-4-8 0 0,0-2 672 0 0,-6-6 192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03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229 653 13827 0 0,'-5'-2'87'0'0,"1"-1"1"0"0,-1 1-1 0 0,1-1 1 0 0,0 0-1 0 0,0-1 1 0 0,0 1-1 0 0,0-1 1 0 0,0 0-1 0 0,1 0 1 0 0,0 0-1 0 0,0 0 0 0 0,0-1 1 0 0,0 1-1 0 0,-2-6 1 0 0,-6-11 456 0 0,-13-38 0 0 0,0-19 220 0 0,-18-96-1 0 0,-11-37-3670 0 0,36 161-2530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04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3170 151 10138 0 0,'-14'-12'3090'0'0,"3"-11"-2942"0"0,2 3-84 0 0,3 13-49 0 0,0 0 0 0 0,-1 0 0 0 0,0 1 0 0 0,0-1 0 0 0,-1 2 0 0 0,1-1 0 0 0,-1 1 0 0 0,-1 0 0 0 0,1 1 0 0 0,-1-1 0 0 0,1 2 0 0 0,-1-1-1 0 0,0 1 1 0 0,0 1 0 0 0,-11-2 0 0 0,-15-2 181 0 0,-1 1 0 0 0,-58 1 0 0 0,-281 29 2714 0 0,221-9-1730 0 0,-126 19 725 0 0,-5 1-1153 0 0,185-28-586 0 0,-467 25 189 0 0,185-38 347 0 0,-113 1-285 0 0,344 3-3015 0 0,107 2-4663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04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 14283 0 0,'0'0'63'0'0,"0"1"0"0"0,-1-1 0 0 0,1 0 0 0 0,-1 1 0 0 0,1-1 1 0 0,0 1-1 0 0,-1-1 0 0 0,1 1 0 0 0,0-1 0 0 0,0 1 0 0 0,-1-1 0 0 0,1 1 0 0 0,0-1 0 0 0,0 1 0 0 0,0-1 0 0 0,0 1 0 0 0,-1-1 0 0 0,1 1 1 0 0,0-1-1 0 0,0 1 0 0 0,0-1 0 0 0,0 1 0 0 0,0 0 0 0 0,1-1 0 0 0,-1 1 0 0 0,0 0 0 0 0,5 23-191 0 0,-2-10 217 0 0,16 147-597 0 0,-1 234 0 0 0,-36 165-1723 0 0,11-422 1614 0 0,-19 397-489 0 0,-25 709 987 0 0,-18 479 1852 0 0,64-1616-1631 0 0,7 2280 7344 0 0,11-2200-6501 0 0,54 271 0 0 0,-61-432-1455 0 0,27 107 1733 0 0,-6-70-3000 0 0,-21-54 22 0 0,-1 1 0 0 0,2-1 0 0 0,13 16 1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05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0 10594 0 0,'-13'9'612'0'0,"0"0"-1"0"0,-17 16 1 0 0,27-23-435 0 0,1 0 1 0 0,0 0 0 0 0,-1 1-1 0 0,1-1 1 0 0,0 1 0 0 0,0 0 0 0 0,0 0-1 0 0,1 0 1 0 0,-1 0 0 0 0,1 0-1 0 0,-1 0 1 0 0,1 0 0 0 0,0 0-1 0 0,0 0 1 0 0,0 1 0 0 0,1-1-1 0 0,-1 0 1 0 0,1 6 0 0 0,0-8-140 0 0,1 0 0 0 0,-1 0 1 0 0,1 0-1 0 0,-1 0 0 0 0,1 0 1 0 0,-1 0-1 0 0,1 0 0 0 0,0 0 1 0 0,-1 0-1 0 0,1-1 0 0 0,0 1 0 0 0,0 0 1 0 0,0 0-1 0 0,-1-1 0 0 0,1 1 1 0 0,0-1-1 0 0,0 1 0 0 0,0-1 1 0 0,0 1-1 0 0,0-1 0 0 0,0 0 1 0 0,0 1-1 0 0,0-1 0 0 0,0 0 0 0 0,0 0 1 0 0,1 0-1 0 0,-1 1 0 0 0,0-1 1 0 0,0 0-1 0 0,0-1 0 0 0,0 1 1 0 0,0 0-1 0 0,2 0 0 0 0,45-8 61 0 0,-37 6 59 0 0,193-19 477 0 0,-4 2-270 0 0,-82-1-361 0 0,0 6 0 0 0,1 5 0 0 0,126 6 0 0 0,101 36 115 0 0,25 2 29 0 0,106-37 104 0 0,-94-2 37 0 0,452 66 527 0 0,-297-19-598 0 0,-418-42 11 0 0,1-5 0 0 0,175-29-1 0 0,-31-16 305 0 0,167-27-148 0 0,-373 69-331 0 0,1 3-1 0 0,-1 3 1 0 0,100 9 0 0 0,-60 5-864 0 0,134 37 1 0 0,-90-15-2619 0 0,-94-23 2173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06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38 6449 0 0,'-4'-3'567'0'0,"0"0"0"0"0,0 0 0 0 0,0-1 0 0 0,1 1-1 0 0,-1-1 1 0 0,1 0 0 0 0,-9-10 2612 0 0,17 42-3712 0 0,0 0 1 0 0,-1 0-1 0 0,-2 1 0 0 0,-1-1 0 0 0,-4 40 1 0 0,2-31 3 0 0,-7 148-2376 0 0,0 79-748 0 0,8-209 2821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07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0 265 3681 0 0,'0'-1'39'0'0,"0"1"-1"0"0,0-1 1 0 0,0 1 0 0 0,0-1 0 0 0,0 1-1 0 0,0-1 1 0 0,0 1 0 0 0,0-1 0 0 0,1 1 0 0 0,-1-1-1 0 0,0 1 1 0 0,0-1 0 0 0,0 1 0 0 0,1-1-1 0 0,-1 1 1 0 0,0 0 0 0 0,1-1 0 0 0,-1 1 0 0 0,0-1-1 0 0,1 1 1 0 0,-1 0 0 0 0,0-1 0 0 0,1 1-1 0 0,-1 0 1 0 0,1-1 0 0 0,-1 1 0 0 0,0 0 0 0 0,1 0-1 0 0,-1-1 1 0 0,1 1 0 0 0,-1 0 0 0 0,1 0-1 0 0,0 0 1 0 0,20-11 625 0 0,-19 10-566 0 0,12-5 307 0 0,0 2 1 0 0,0-1-1 0 0,0 2 0 0 0,0 0 0 0 0,26-2 0 0 0,76 1 1271 0 0,-111 4-1611 0 0,186 4 1794 0 0,156-5-287 0 0,-113-10-519 0 0,111-10 533 0 0,-167 0-727 0 0,289-42 488 0 0,-158 20-1297 0 0,-134 21 263 0 0,8 9 154 0 0,-12 1-262 0 0,-161 10-447 0 0,30-2 254 0 0,-39 4-156 0 0,0 0 0 0 0,0 0 1 0 0,0 0-1 0 0,0 0 1 0 0,0 0-1 0 0,0 0 1 0 0,0 0-1 0 0,0 1 0 0 0,0-1 1 0 0,0 0-1 0 0,-1 0 1 0 0,1 1-1 0 0,0-1 1 0 0,0 1-1 0 0,0-1 1 0 0,0 1-1 0 0,0-1 0 0 0,-1 1 1 0 0,1 0-1 0 0,0-1 1 0 0,0 1-1 0 0,-1 0 1 0 0,1-1-1 0 0,-1 1 0 0 0,1 0 1 0 0,0 0-1 0 0,-1 0 1 0 0,1 0-1 0 0,-1 0 1 0 0,1 1-1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07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15 1840 0 0,'0'-1'129'0'0,"-1"0"-1"0"0,1 1 0 0 0,0-1 0 0 0,-1 0 0 0 0,1 0 1 0 0,-1 0-1 0 0,1 0 0 0 0,-1 1 0 0 0,1-1 0 0 0,-1 0 0 0 0,0 1 1 0 0,1-1-1 0 0,-1 0 0 0 0,0 1 0 0 0,0-1 0 0 0,1 1 1 0 0,-1-1-1 0 0,0 1 0 0 0,0-1 0 0 0,-2 0 0 0 0,3 2-2 0 0,-1-1 0 0 0,1 0 0 0 0,-1 0 0 0 0,0 0 1 0 0,1 0-1 0 0,-1 1 0 0 0,0-1 0 0 0,1 0 0 0 0,-1 1 0 0 0,1-1 0 0 0,-1 0 0 0 0,1 1 0 0 0,-1-1 0 0 0,1 1 0 0 0,-1-1 0 0 0,1 1 0 0 0,-1-1 0 0 0,1 1 0 0 0,0-1 0 0 0,-1 1 0 0 0,0 0 0 0 0,-1 4 266 0 0,0-1 0 0 0,0 0 0 0 0,0 1 0 0 0,1 0 0 0 0,-1-1 0 0 0,0 7 0 0 0,-10 144 2397 0 0,13 3-3875 0 0,0-117-3160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08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0 269 3225 0 0,'0'1'240'0'0,"3"-1"-89"0"0,-1 1 1 0 0,0-1-1 0 0,0 0 1 0 0,0 0-1 0 0,1 0 0 0 0,-1-1 1 0 0,0 1-1 0 0,0-1 1 0 0,0 1-1 0 0,0-1 1 0 0,3 0-1 0 0,-2 0 139 0 0,67-17 2238 0 0,204-44 3087 0 0,8 14-3100 0 0,430-65-546 0 0,-558 101-1020 0 0,248 12 0 0 0,-303 3-1026 0 0,-82-3-822 0 0,1 0-1 0 0,-1-1 1 0 0,34-7-1 0 0,-28 1-5144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09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0 336 4609 0 0,'4'-4'160'0'0,"1"0"0"0"0,0 0 1 0 0,-1 1-1 0 0,1 0 0 0 0,1 0 0 0 0,-1 0 1 0 0,0 1-1 0 0,1 0 0 0 0,-1 0 0 0 0,9-2 1 0 0,1-1 72 0 0,22-9 254 0 0,211-90 761 0 0,-206 84-1931 0 0,-1-2 0 0 0,-2-2 1 0 0,66-52-1 0 0,-64 39 435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10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11 889 2761 0 0,'-11'3'5687'0'0,"148"-126"-2428"0"0,-85 73-2252 0 0,70-52 1 0 0,48-9 147 0 0,239-116 1 0 0,-386 215-1234 0 0,0-2 0 0 0,-2-1 0 0 0,38-33 1 0 0,47-59-1559 0 0,-36 33-1285 0 0,-61 65 1942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11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34 1840 0 0,'-3'-5'1340'0'0,"-10"-15"6618"0"0,12 20-7859 0 0,1 0-1 0 0,0 0 0 0 0,0-1 0 0 0,0 1 1 0 0,0 0-1 0 0,0 0 0 0 0,0-1 1 0 0,0 1-1 0 0,0 0 0 0 0,-1 0 1 0 0,1-1-1 0 0,0 1 0 0 0,0 0 1 0 0,0 0-1 0 0,0-1 0 0 0,0 1 1 0 0,0 0-1 0 0,1-1 0 0 0,-1 1 1 0 0,0 0-1 0 0,2-3 1278 0 0,-2 2-1277 0 0,1 1-78 0 0,18 10-629 0 0,-3-6 919 0 0,-10-4-182 0 0,0 0 47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11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1 7370 0 0,'-1'0'158'0'0,"0"1"0"0"0,-1-1 1 0 0,1 1-1 0 0,0-1 1 0 0,0 1-1 0 0,0 0 0 0 0,0 0 1 0 0,0-1-1 0 0,0 1 1 0 0,0 0-1 0 0,0 0 0 0 0,1 0 1 0 0,-1 0-1 0 0,0 0 1 0 0,1 0-1 0 0,-1 0 1 0 0,0 1-1 0 0,1-1 0 0 0,-1 0 1 0 0,1 0-1 0 0,0 0 1 0 0,-1 1-1 0 0,1 1 0 0 0,-9 38 1605 0 0,8-34-1371 0 0,-23 161 2975 0 0,6 88-2416 0 0,23 126-779 0 0,28-1-150 0 0,-3-41-164 0 0,-5 1210-542 0 0,-164 48-725 0 0,10-137 3642 0 0,134-852-2468 0 0,0-437-10 0 0,-3-83 325 0 0,-1 280 2264 0 0,-5-317-2316 0 0,4 0 0 0 0,1 0 0 0 0,3 0 0 0 0,2 0 0 0 0,2 0 0 0 0,21 69 0 0 0,-13-92-1872 0 0,-14-26 708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11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10 11979 0 0,'-7'-2'528'0'0,"4"2"112"0"0,0-1-512 0 0,0 1-128 0 0,2 0 0 0 0,-1-2 0 0 0,1 2 0 0 0,-1-1 0 0 0,-1-2-64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16.4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31 106 920 0 0,'-29'-94'6003'0'0,"29"93"-5908"0"0,-1 1 1 0 0,1 0 0 0 0,0-1-1 0 0,0 1 1 0 0,0 0-1 0 0,0-1 1 0 0,0 1-1 0 0,0 0 1 0 0,0-1-1 0 0,0 1 1 0 0,0 0 0 0 0,0 0-1 0 0,0-1 1 0 0,0 1-1 0 0,0 0 1 0 0,0-1-1 0 0,0 1 1 0 0,0 0 0 0 0,0-1-1 0 0,0 1 1 0 0,0 0-1 0 0,1-1 1 0 0,-1 1-1 0 0,0 0 1 0 0,0 0 0 0 0,0-1-1 0 0,1 1 1 0 0,-1 0-1 0 0,0 0 1 0 0,0-1-1 0 0,0 1 1 0 0,1 0-1 0 0,-1 0 1 0 0,0 0 0 0 0,1-1-1 0 0,-1 1 1 0 0,1 0-1 0 0,15 0 1348 0 0,15 13-805 0 0,-6 5-191 0 0,0 1 1 0 0,-2 1-1 0 0,0 1 1 0 0,33 41 0 0 0,-20-21-86 0 0,92 111 616 0 0,-74-84-549 0 0,84 81 1 0 0,-109-122-433 0 0,105 91 19 0 0,-113-102 91 0 0,0-2 0 0 0,1 0 0 0 0,0-1 0 0 0,47 18 0 0 0,-57-26-291 0 0,37 11 1445 0 0,-47-16-1474 0 0,1 1-1 0 0,-1-1 1 0 0,0 0 0 0 0,1 0-1 0 0,-1 1 1 0 0,1-1 0 0 0,-1-1-1 0 0,0 1 1 0 0,1 0-1 0 0,-1-1 1 0 0,0 1 0 0 0,0-1-1 0 0,1 0 1 0 0,-1 1 0 0 0,0-1-1 0 0,0 0 1 0 0,4-3 0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17.1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45 5065 0 0,'-1'1'84'0'0,"-1"-1"0"0"0,1 1 0 0 0,-1 0 0 0 0,1 0 0 0 0,-1 0 0 0 0,1 0 0 0 0,-1 0 0 0 0,1 0 0 0 0,0 0 0 0 0,0 0 0 0 0,-1 0-1 0 0,1 0 1 0 0,0 1 0 0 0,0-1 0 0 0,0 0 0 0 0,1 1 0 0 0,-1-1 0 0 0,0 1 0 0 0,0-1 0 0 0,1 1 0 0 0,-2 2 0 0 0,2 0-3 0 0,-1 1-1 0 0,0-1 1 0 0,1 0-1 0 0,0 0 1 0 0,0 1 0 0 0,0-1-1 0 0,1 0 1 0 0,1 7 0 0 0,0-2 31 0 0,0-1 1 0 0,1 0-1 0 0,0 0 1 0 0,0-1 0 0 0,1 1-1 0 0,0 0 1 0 0,0-1 0 0 0,10 12-1 0 0,-11-16-12 0 0,0 0-1 0 0,0 0 1 0 0,0 0 0 0 0,1 0-1 0 0,-1-1 1 0 0,1 1-1 0 0,0-1 1 0 0,0 0-1 0 0,-1 0 1 0 0,1 0 0 0 0,1-1-1 0 0,-1 0 1 0 0,0 1-1 0 0,0-1 1 0 0,0-1 0 0 0,1 1-1 0 0,-1-1 1 0 0,6 1-1 0 0,-7-2-28 0 0,0 1-1 0 0,0-1 0 0 0,0 0 1 0 0,0 0-1 0 0,0 0 0 0 0,0 0 1 0 0,0 0-1 0 0,-1 0 0 0 0,1-1 1 0 0,0 0-1 0 0,-1 1 1 0 0,1-1-1 0 0,-1 0 0 0 0,0 0 1 0 0,1 0-1 0 0,-1-1 0 0 0,0 1 1 0 0,0 0-1 0 0,-1-1 0 0 0,1 0 1 0 0,0 1-1 0 0,-1-1 0 0 0,0 0 1 0 0,1 0-1 0 0,-1 0 0 0 0,1-3 1 0 0,-1 0 52 0 0,1 0 1 0 0,-1 0 0 0 0,0 0-1 0 0,0 0 1 0 0,-1 0-1 0 0,0-1 1 0 0,0 1 0 0 0,0 0-1 0 0,-1 0 1 0 0,0 0-1 0 0,0 0 1 0 0,0 0 0 0 0,-1 0-1 0 0,0 0 1 0 0,0 0 0 0 0,-6-10-1 0 0,6 13-68 0 0,0-1 1 0 0,0 1-1 0 0,-1 0 0 0 0,1-1 0 0 0,-1 1 0 0 0,0 0 0 0 0,0 0 1 0 0,0 1-1 0 0,0-1 0 0 0,-1 1 0 0 0,1 0 0 0 0,-1-1 1 0 0,1 1-1 0 0,-1 1 0 0 0,0-1 0 0 0,0 1 0 0 0,0-1 0 0 0,0 1 1 0 0,0 0-1 0 0,0 0 0 0 0,0 1 0 0 0,0-1 0 0 0,0 1 1 0 0,0 0-1 0 0,-1 0 0 0 0,-3 1 0 0 0,5 0-38 0 0,1-1-1 0 0,0 1 1 0 0,-1-1-1 0 0,1 1 1 0 0,0 0-1 0 0,0 0 1 0 0,-1 0 0 0 0,1 0-1 0 0,0 0 1 0 0,0 1-1 0 0,0-1 1 0 0,0 1-1 0 0,1-1 1 0 0,-1 1-1 0 0,0-1 1 0 0,1 1 0 0 0,-3 2-1 0 0,2 1-50 0 0,-1 0 0 0 0,0-1 0 0 0,1 1 0 0 0,0 0 0 0 0,0 0 0 0 0,0 0 0 0 0,-1 8 0 0 0,0 1-186 0 0,2 0 0 0 0,-1 0 0 0 0,2 0 0 0 0,0 1-1 0 0,2 14 1 0 0,-2-26 179 0 0,0-1 0 0 0,0 1 0 0 0,1 0 0 0 0,0 0 0 0 0,0 0 0 0 0,-1 0 0 0 0,2-1 0 0 0,-1 1 0 0 0,0 0 0 0 0,0-1-1 0 0,1 1 1 0 0,0-1 0 0 0,-1 1 0 0 0,1-1 0 0 0,0 0 0 0 0,0 0 0 0 0,0 0 0 0 0,0 0 0 0 0,3 2 0 0 0,-3-3 52 0 0,0 0-1 0 0,0-1 1 0 0,0 1-1 0 0,0-1 1 0 0,0 1-1 0 0,-1-1 1 0 0,1 0-1 0 0,0 0 1 0 0,0 0 0 0 0,0 0-1 0 0,0 0 1 0 0,0 0-1 0 0,0-1 1 0 0,0 1-1 0 0,0 0 1 0 0,0-1 0 0 0,0 0-1 0 0,0 1 1 0 0,-1-1-1 0 0,1 0 1 0 0,0 0-1 0 0,0 0 1 0 0,-1 0 0 0 0,1 0-1 0 0,-1-1 1 0 0,1 1-1 0 0,-1 0 1 0 0,1-1-1 0 0,1-2 1 0 0,2-2 89 0 0,-1-1-1 0 0,1 0 1 0 0,-1 0-1 0 0,-1 0 1 0 0,1-1-1 0 0,-1 0 1 0 0,-1 1 0 0 0,1-1-1 0 0,-1 0 1 0 0,-1 0-1 0 0,1 0 1 0 0,-1 0 0 0 0,-1-1-1 0 0,0 1 1 0 0,0 0-1 0 0,0 0 1 0 0,-1 0-1 0 0,0-1 1 0 0,-1 1 0 0 0,0 0-1 0 0,0 0 1 0 0,0 1-1 0 0,-7-13 1 0 0,7 17-171 0 0,1 1 1 0 0,-1-1-1 0 0,0 1 1 0 0,-1 0-1 0 0,1 0 1 0 0,0 0-1 0 0,-1 0 1 0 0,1 0-1 0 0,-1 0 1 0 0,1 1-1 0 0,-1-1 0 0 0,-4-1 1 0 0,-10 3-4458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17.9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1 979 2761 0 0,'37'-53'2888'0'0,"53"-31"-354"0"0,32-33-754 0 0,357-339 2901 0 0,-453 430-4475 0 0,-2 0-1 0 0,40-56 0 0 0,-43 53-118 0 0,0 1 1 0 0,52-50-1 0 0,-133 109-12791 0 0,23-16 13064 0 0,35-15-149 0 0,1 0 0 0 0,0 0 0 0 0,0 0-1 0 0,0-1 1 0 0,-1 1 0 0 0,1 0 0 0 0,0 0 0 0 0,0-1 0 0 0,0 1 0 0 0,0 0 0 0 0,0-1-1 0 0,0 1 1 0 0,0-1 0 0 0,0 0 0 0 0,0 1 0 0 0,-2-2 0 0 0,-12-5 5587 0 0,24 48-2378 0 0,-6-32-3386 0 0,1 0 1 0 0,0 0 0 0 0,1-1 0 0 0,9 16-1 0 0,-13-23-42 0 0,0 1-1 0 0,0-1 0 0 0,0 0 1 0 0,1 0-1 0 0,-1 0 0 0 0,0 0 0 0 0,0 0 1 0 0,0 0-1 0 0,1 0 0 0 0,-1 0 1 0 0,1 0-1 0 0,-1 0 0 0 0,1-1 0 0 0,-1 1 1 0 0,1-1-1 0 0,1 1 0 0 0,-2-1 8 0 0,0 0 0 0 0,1 0 0 0 0,-1-1 0 0 0,0 1 0 0 0,0 0 0 0 0,0-1 0 0 0,0 1 0 0 0,0-1 0 0 0,0 1-1 0 0,0-1 1 0 0,0 0 0 0 0,0 0 0 0 0,0 1 0 0 0,0-1 0 0 0,0 0 0 0 0,0 0 0 0 0,0 0 0 0 0,-1 0 0 0 0,1 0 0 0 0,0 0 0 0 0,-1 0-1 0 0,1 0 1 0 0,0 0 0 0 0,-1 0 0 0 0,1-2 0 0 0,0 0 92 0 0,1-1 0 0 0,-1 0-1 0 0,0 1 1 0 0,0-1 0 0 0,-1 0 0 0 0,1 1 0 0 0,-1-1-1 0 0,0 0 1 0 0,0 0 0 0 0,0 0 0 0 0,0 1-1 0 0,-1-1 1 0 0,1 0 0 0 0,-1 0 0 0 0,0 1 0 0 0,0-1-1 0 0,0 1 1 0 0,-1-1 0 0 0,1 1 0 0 0,-3-4-1 0 0,2 4-19 0 0,0 0-1 0 0,1 0 0 0 0,-1 1 1 0 0,0-1-1 0 0,0 1 0 0 0,-1-1 0 0 0,1 1 1 0 0,-1 0-1 0 0,1 0 0 0 0,-1 0 1 0 0,1 0-1 0 0,-1 0 0 0 0,0 1 0 0 0,0-1 1 0 0,0 1-1 0 0,0 0 0 0 0,0 0 1 0 0,0 0-1 0 0,0 0 0 0 0,0 1 0 0 0,-1-1 1 0 0,1 1-1 0 0,0 0 0 0 0,-4 0 1 0 0,5 0-178 0 0,-1 1 0 0 0,1-1 0 0 0,0 1 0 0 0,0 0 0 0 0,0 0 0 0 0,0 0 0 0 0,0 0 0 0 0,1 1 1 0 0,-1-1-1 0 0,0 0 0 0 0,1 1 0 0 0,-1-1 0 0 0,0 1 0 0 0,1 0 0 0 0,0-1 0 0 0,-1 1 0 0 0,1 0 0 0 0,0 0 1 0 0,0 0-1 0 0,0 0 0 0 0,0 0 0 0 0,0 0 0 0 0,1 0 0 0 0,-1 0 0 0 0,0 0 0 0 0,1 0 0 0 0,0 0 1 0 0,-1 1-1 0 0,1-1 0 0 0,0 0 0 0 0,0 0 0 0 0,1 3 0 0 0,0 18-5813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18.6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749 906 3225 0 0,'2'0'1241'0'0,"-12"-9"2194"0"0,-4-11-2438 0 0,13 20-998 0 0,-140-166 4983 0 0,-51-75-812 0 0,72 83-3415 0 0,85 120-540 0 0,-1 2-1 0 0,-44-35 1 0 0,11 10 337 0 0,64 56-496 0 0,0 1-1 0 0,0-1 1 0 0,1 0 0 0 0,0-1-1 0 0,-5-5 1 0 0,8 8-52 0 0,0 1 0 0 0,0-1 0 0 0,0 1 0 0 0,0-1 0 0 0,0 0 0 0 0,1 0 0 0 0,-1 1 0 0 0,1-1 0 0 0,0 0 0 0 0,0 0 0 0 0,0 0 0 0 0,0 0 0 0 0,0 1 0 0 0,1-5 0 0 0,-1 7-23 0 0,1-1 0 0 0,-1 0 0 0 0,0 0 1 0 0,0 0-1 0 0,0 0 0 0 0,0 1 0 0 0,0-1 0 0 0,0 0 1 0 0,0 0-1 0 0,0 0 0 0 0,0 0 0 0 0,0 1 1 0 0,-1-1-1 0 0,1 0 0 0 0,0 0 0 0 0,0 0 0 0 0,-1 1 1 0 0,1-1-1 0 0,-1 0 0 0 0,1 0 0 0 0,-1 1 1 0 0,1-1-1 0 0,-1 0 0 0 0,1 1 0 0 0,-1-1 0 0 0,1 1 1 0 0,-1-1-1 0 0,0 1 0 0 0,1-1 0 0 0,-1 1 1 0 0,0-1-1 0 0,0 1 0 0 0,1-1 0 0 0,-1 1 0 0 0,0 0 1 0 0,-1-1-1 0 0,2 1-84 0 0,8 16-5257 0 0,-6-14 4590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19.0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181 152 3225 0 0,'-34'-17'725'0'0,"33"16"-363"0"0,-1 0 0 0 0,0 0 0 0 0,0 1-1 0 0,1-1 1 0 0,-1 0 0 0 0,0 1 0 0 0,0 0 0 0 0,0-1 0 0 0,1 1 0 0 0,-1 0 0 0 0,0 0 0 0 0,0 0 0 0 0,0 0 0 0 0,0 1 0 0 0,1-1 0 0 0,-1 0-1 0 0,0 1 1 0 0,-2 0 0 0 0,3 0-188 0 0,1 0-1 0 0,-1 0 1 0 0,1 1 0 0 0,0-1-1 0 0,-1 0 1 0 0,1 0-1 0 0,0 0 1 0 0,0 0 0 0 0,0 1-1 0 0,0-1 1 0 0,0 0-1 0 0,0 0 1 0 0,0 0-1 0 0,0 1 1 0 0,1-1 0 0 0,-1 0-1 0 0,0 0 1 0 0,1 0-1 0 0,0 2 1 0 0,9 23 642 0 0,-10-24-776 0 0,1-1 1 0 0,-1 1 0 0 0,1-1-1 0 0,0 1 1 0 0,-1-1-1 0 0,1 1 1 0 0,0-1 0 0 0,0 1-1 0 0,0-1 1 0 0,0 0-1 0 0,0 1 1 0 0,1-1 0 0 0,-1 0-1 0 0,0 0 1 0 0,1 0-1 0 0,-1 0 1 0 0,0 0-1 0 0,1 0 1 0 0,-1 0 0 0 0,1-1-1 0 0,-1 1 1 0 0,1 0-1 0 0,0-1 1 0 0,-1 0 0 0 0,1 1-1 0 0,0-1 1 0 0,-1 0-1 0 0,1 0 1 0 0,0 1 0 0 0,-1-1-1 0 0,1-1 1 0 0,0 1-1 0 0,1 0 1 0 0,-1-1 18 0 0,1 0 0 0 0,-1-1-1 0 0,0 1 1 0 0,0 0 0 0 0,0-1 0 0 0,0 0 0 0 0,0 1-1 0 0,0-1 1 0 0,0 0 0 0 0,0 0 0 0 0,-1 0 0 0 0,1 0-1 0 0,-1 0 1 0 0,1 0 0 0 0,-1-1 0 0 0,0 1 0 0 0,0 0 0 0 0,0-1-1 0 0,0 1 1 0 0,0-1 0 0 0,0-2 0 0 0,0-2-25 0 0,0 1 0 0 0,0 0 0 0 0,0-1 0 0 0,-1 1 1 0 0,0-1-1 0 0,0 1 0 0 0,-1 0 0 0 0,0-1 0 0 0,0 1 0 0 0,0 0 1 0 0,-1-1-1 0 0,0 1 0 0 0,0 0 0 0 0,0 0 0 0 0,-1 0 0 0 0,0 1 0 0 0,0-1 1 0 0,-1 1-1 0 0,-4-6 0 0 0,5 7-16 0 0,0 1 0 0 0,0 0 0 0 0,-1 0 0 0 0,1 0 0 0 0,-1 0 0 0 0,0 0 0 0 0,0 1 0 0 0,0 0-1 0 0,0 0 1 0 0,0 0 0 0 0,0 0 0 0 0,-1 1 0 0 0,1-1 0 0 0,-1 1 0 0 0,1 0 0 0 0,-1 1 0 0 0,1-1 0 0 0,-1 1 0 0 0,0 0 0 0 0,1 0 0 0 0,-1 0 0 0 0,1 0 0 0 0,-1 1 0 0 0,1 0 0 0 0,-1 0 0 0 0,1 0-1 0 0,-7 3 1 0 0,8-3-8 0 0,0 1 0 0 0,0-1 1 0 0,0 1-1 0 0,1-1 0 0 0,-1 1 0 0 0,0 0 0 0 0,1 0 0 0 0,0 0 0 0 0,-1 1 0 0 0,1-1 0 0 0,0 0 0 0 0,0 1 0 0 0,0-1 0 0 0,0 1 0 0 0,0 0 0 0 0,1 0 0 0 0,-1 0 0 0 0,1 0 0 0 0,0 0 0 0 0,0 0 0 0 0,0 0 0 0 0,-1 6 0 0 0,2-4-317 0 0,-1 1-1 0 0,1 0 0 0 0,0 0 1 0 0,0 0-1 0 0,0 0 0 0 0,1 0 1 0 0,0 0-1 0 0,0 0 1 0 0,1 0-1 0 0,0-1 0 0 0,3 10 1 0 0,5 4-5420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20.0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1565 0 3225 0 0,'-16'17'755'0'0,"15"-14"-638"0"0,-1 0-1 0 0,-1 0 0 0 0,1-1 1 0 0,0 1-1 0 0,-1-1 0 0 0,1 0 0 0 0,-1 1 1 0 0,0-1-1 0 0,0 0 0 0 0,0-1 1 0 0,0 1-1 0 0,0 0 0 0 0,0-1 1 0 0,0 0-1 0 0,-6 2 0 0 0,-3 1 682 0 0,-1 0 0 0 0,1 1 0 0 0,0 0 0 0 0,-22 14 0 0 0,21-12-643 0 0,0 1 1 0 0,-1-2-1 0 0,-21 8 1 0 0,3-7 377 0 0,0-1 0 0 0,-61 2 0 0 0,52-5 127 0 0,-45 9-1 0 0,-135 43 470 0 0,-13 2-1226 0 0,187-48-45 0 0,0-2 0 0 0,-1-2 0 0 0,-48-2 0 0 0,-55 1 821 0 0,129-1-617 0 0,0 0 1 0 0,1 2-1 0 0,-1 0 0 0 0,-36 15 1 0 0,53-18-263 0 0,0 1 1 0 0,0 1 0 0 0,0-1-1 0 0,1 1 1 0 0,0 0 0 0 0,-1 0-1 0 0,1 0 1 0 0,1 0 0 0 0,-1 1-1 0 0,1-1 1 0 0,-1 1 0 0 0,1 0-1 0 0,1 0 1 0 0,-1 1 0 0 0,1-1-1 0 0,-3 10 1 0 0,1-6-1060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20.5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138 127 2304 0 0,'-137'-65'6155'0'0,"151"78"-2862"0"0,-12-11-3217 0 0,-1 1 0 0 0,2 0 0 0 0,-1-1 0 0 0,0 0 1 0 0,0 0-1 0 0,1 0 0 0 0,-1 0 0 0 0,1 0 0 0 0,0 0 0 0 0,-1 0 0 0 0,1-1 0 0 0,0 0 0 0 0,0 1 1 0 0,0-1-1 0 0,0 0 0 0 0,0 0 0 0 0,1-1 0 0 0,-1 1 0 0 0,0-1 0 0 0,0 1 0 0 0,0-1 0 0 0,1 0 1 0 0,-1 0-1 0 0,0-1 0 0 0,3 0 0 0 0,-4 1-16 0 0,0 0 0 0 0,-1-1 0 0 0,1 1 0 0 0,-1-1 0 0 0,1 1 0 0 0,-1-1 0 0 0,1 0 0 0 0,-1 0 0 0 0,1 0 0 0 0,-1 0 0 0 0,0 0 0 0 0,0 0 0 0 0,1 0 0 0 0,-1 0 0 0 0,0 0 0 0 0,0-1 1 0 0,0 1-1 0 0,0 0 0 0 0,0-1 0 0 0,-1 1 0 0 0,1 0 0 0 0,0-1 0 0 0,-1 1 0 0 0,2-3 0 0 0,-2 2-13 0 0,0 0 0 0 0,-1 0 0 0 0,1-1 0 0 0,0 1 0 0 0,-1 0 0 0 0,1 0 0 0 0,-1 0 0 0 0,1 0-1 0 0,-1 0 1 0 0,0 0 0 0 0,0 1 0 0 0,0-1 0 0 0,0 0 0 0 0,0 0 0 0 0,-1 1 0 0 0,-1-3 0 0 0,0 0-77 0 0,-1 0 0 0 0,0 0 0 0 0,0 1 0 0 0,0-1 0 0 0,0 1 0 0 0,0 0 0 0 0,0 0 0 0 0,-1 1 0 0 0,0-1 0 0 0,1 1 0 0 0,-1 0-1 0 0,0 0 1 0 0,0 1 0 0 0,-10-2 0 0 0,14 2 20 0 0,0 1 0 0 0,-1 0 0 0 0,1 0-1 0 0,0 1 1 0 0,0-1 0 0 0,0 0 0 0 0,0 0-1 0 0,-1 0 1 0 0,1 1 0 0 0,0-1 0 0 0,0 1 0 0 0,0-1-1 0 0,0 1 1 0 0,0-1 0 0 0,0 1 0 0 0,0-1-1 0 0,0 1 1 0 0,0 0 0 0 0,0 0 0 0 0,0-1-1 0 0,1 1 1 0 0,-1 0 0 0 0,0 0 0 0 0,0 0-1 0 0,0 2 1 0 0,0-1 24 0 0,1 0 0 0 0,-1 0 0 0 0,1 0 0 0 0,-1 0 0 0 0,1 0 0 0 0,0 0 0 0 0,0 0 1 0 0,0 1-1 0 0,0-1 0 0 0,0 0 0 0 0,0 0 0 0 0,1 0 0 0 0,0 3 0 0 0,0-1 74 0 0,0 1 1 0 0,1-1-1 0 0,0 0 1 0 0,-1 1-1 0 0,2-1 0 0 0,-1 0 1 0 0,0 0-1 0 0,1 0 1 0 0,0 0-1 0 0,0-1 1 0 0,0 1-1 0 0,6 5 1 0 0,17 4-998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20.9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1 7370 0 0,'-5'0'517'0'0,"-19"5"7529"0"0,36 3-6677 0 0,16 5-891 0 0,0-1-1 0 0,1-2 1 0 0,1-1-1 0 0,32 6 0 0 0,122 11 1111 0 0,-86-15-2022 0 0,-46 2-2330 0 0,-19 0-4629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21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 22 920 0 0,'0'-1'112'0'0,"0"0"0"0"0,-1 0 0 0 0,1 0 0 0 0,0 0 0 0 0,0 0 0 0 0,-1 0 0 0 0,1 0 0 0 0,-1 0-1 0 0,1 0 1 0 0,-1 0 0 0 0,1 0 0 0 0,-1 0 0 0 0,0 1 0 0 0,1-1 0 0 0,-1 0 0 0 0,0 0 0 0 0,0 1 0 0 0,0-1 0 0 0,1 0 0 0 0,-1 1 0 0 0,0-1-1 0 0,0 1 1 0 0,0-1 0 0 0,0 1 0 0 0,0 0 0 0 0,0-1 0 0 0,0 1 0 0 0,0 0 0 0 0,0 0 0 0 0,0 0 0 0 0,0-1 0 0 0,0 1 0 0 0,0 0 0 0 0,0 0-1 0 0,0 1 1 0 0,0-1 0 0 0,0 0 0 0 0,0 0 0 0 0,0 0 0 0 0,0 1 0 0 0,0-1 0 0 0,0 0 0 0 0,0 1 0 0 0,0-1 0 0 0,0 1 0 0 0,-1 0-1 0 0,-1 1 301 0 0,0 1-1 0 0,0-1 0 0 0,0 0 0 0 0,0 1 0 0 0,0 0 0 0 0,1 0 1 0 0,-1-1-1 0 0,1 1 0 0 0,0 1 0 0 0,0-1 0 0 0,-3 6 0 0 0,-7 28 877 0 0,2 1 0 0 0,1 0-1 0 0,-3 40 1 0 0,-1 5-465 0 0,-5-1-221 0 0,8-43-437 0 0,2 0 0 0 0,1 0 1 0 0,3 1-1 0 0,-1 70 0 0 0,6-108-338 0 0,-1 1 1 0 0,1 0-1 0 0,-1-1 0 0 0,1 1 0 0 0,0 0 1 0 0,0-1-1 0 0,0 1 0 0 0,1-1 1 0 0,-1 1-1 0 0,0-1 0 0 0,1 0 0 0 0,0 1 1 0 0,-1-1-1 0 0,4 2 0 0 0,6 11-1740 0 0,-10-11 1536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22.1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 5407 3225 0 0,'-1'2'125'0'0,"1"-1"1"0"0,-1 0 0 0 0,0 1 0 0 0,1-1-1 0 0,-1 0 1 0 0,0 0 0 0 0,0 0 0 0 0,0 0-1 0 0,0 0 1 0 0,0 0 0 0 0,0 0 0 0 0,0 0-1 0 0,0 0 1 0 0,0 0 0 0 0,0 0 0 0 0,-1-1-1 0 0,1 1 1 0 0,0 0 0 0 0,0-1 0 0 0,-1 1-1 0 0,1-1 1 0 0,0 0 0 0 0,-1 1-1 0 0,1-1 1 0 0,-1 0 0 0 0,1 0 0 0 0,0 0-1 0 0,-1 0 1 0 0,1 0 0 0 0,-1 0 0 0 0,1 0-1 0 0,0 0 1 0 0,-1-1 0 0 0,1 1 0 0 0,-1 0-1 0 0,1-1 1 0 0,0 1 0 0 0,-2-2 0 0 0,-1 0 180 0 0,0 0 0 0 0,0-1 1 0 0,1 0-1 0 0,-1 1 1 0 0,1-1-1 0 0,0 0 0 0 0,0-1 1 0 0,0 1-1 0 0,0 0 0 0 0,0-1 1 0 0,-2-5-1 0 0,-5-12 266 0 0,1 0 0 0 0,1-1 0 0 0,0 0 0 0 0,-7-44 0 0 0,-6-95 327 0 0,20 156-869 0 0,-18-281 1691 0 0,34-530 0 0 0,4 586-869 0 0,95-448-1 0 0,-79 557-714 0 0,4 1 1 0 0,80-163-1 0 0,147-211 437 0 0,-178 354-313 0 0,170-205 1 0 0,146-99-28 0 0,-258 298-201 0 0,169-128 0 0 0,-204 190-340 0 0,3 4 0 0 0,185-96 0 0 0,-215 139-1293 0 0,1 3 0 0 0,128-32 1 0 0,18-5-2658 0 0,62-17-948 0 0,-288 86 5113 0 0,71-21-1042 0 0,-4-5 715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22.7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76 392 2761 0 0,'-31'-52'-153'0'0,"24"38"885"0"0,0 1 0 0 0,1-1 1 0 0,0-1-1 0 0,1 1 1 0 0,1-1-1 0 0,1 0 1 0 0,-3-20-1 0 0,6 35-709 0 0,0 0 1 0 0,0 0-1 0 0,0 0 0 0 0,0 0 0 0 0,0 0 1 0 0,0 0-1 0 0,0-1 0 0 0,0 1 0 0 0,0 0 0 0 0,0 0 1 0 0,0 0-1 0 0,0 0 0 0 0,0 0 0 0 0,0 0 1 0 0,0 0-1 0 0,0-1 0 0 0,0 1 0 0 0,0 0 0 0 0,0 0 1 0 0,0 0-1 0 0,0 0 0 0 0,0 0 0 0 0,0 0 1 0 0,0 0-1 0 0,0 0 0 0 0,0 0 0 0 0,0-1 0 0 0,0 1 1 0 0,0 0-1 0 0,0 0 0 0 0,0 0 0 0 0,1 0 1 0 0,-1 0-1 0 0,0 0 0 0 0,0 0 0 0 0,0 0 1 0 0,0 0-1 0 0,0 0 0 0 0,0 0 0 0 0,0 0 0 0 0,0 0 1 0 0,1 0-1 0 0,-1 0 0 0 0,0 0 0 0 0,0 0 1 0 0,0 0-1 0 0,0 0 0 0 0,0 0 0 0 0,0 0 0 0 0,0 0 1 0 0,1 0-1 0 0,-1 0 0 0 0,0 0 0 0 0,0 0 1 0 0,0 0-1 0 0,0 0 0 0 0,0 0 0 0 0,0 0 0 0 0,0 0 1 0 0,0 0-1 0 0,1 0 0 0 0,8 7 810 0 0,10 13-131 0 0,32 46 17 0 0,-4 1-1 0 0,57 108 0 0 0,31 46-119 0 0,-113-190-404 0 0,2-1-1 0 0,1 0 1 0 0,1-2-1 0 0,49 41 1 0 0,-56-55 155 0 0,36 21 1 0 0,-47-30-92 0 0,1-1 0 0 0,0 0-1 0 0,0 0 1 0 0,0-1 0 0 0,0 0-1 0 0,0-1 1 0 0,11 2 0 0 0,-16-8 932 0 0,-7-6-648 0 0,-12-13-71 0 0,13 20-266 0 0,-65-105 1038 0 0,-60-128 0 0 0,95 167-1365 0 0,4-2-1 0 0,2-1 1 0 0,-19-87-1 0 0,38 124-313 0 0,-4-57-1 0 0,10 77-113 0 0,1 0 0 0 0,0 0-1 0 0,1 0 1 0 0,1 0 0 0 0,0 0 0 0 0,7-21-1 0 0,-3 21-997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23.0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 6913 0 0,'16'-4'702'0'0,"-1"1"-1"0"0,1 0 1 0 0,1 1 0 0 0,-1 0-1 0 0,0 1 1 0 0,0 1-1 0 0,1 1 1 0 0,17 3-1 0 0,11 3 1197 0 0,70 22-1 0 0,-88-21-2319 0 0,41 20 0 0 0,-8 3-3035 0 0,-40-20 1954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23.1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211 4 2304 0 0,'-3'-1'57'0'0,"-1"0"-1"0"0,0 0 0 0 0,1 1 0 0 0,-1 0 0 0 0,0-1 0 0 0,1 1 1 0 0,-1 0-1 0 0,0 1 0 0 0,1-1 0 0 0,-1 1 0 0 0,0-1 0 0 0,1 1 0 0 0,-1 0 1 0 0,-5 3-1 0 0,5-1 123 0 0,0 0 0 0 0,0 0 0 0 0,0 0 1 0 0,0 1-1 0 0,1 0 0 0 0,-1 0 0 0 0,1 0 1 0 0,0 0-1 0 0,0 0 0 0 0,-2 6 0 0 0,-9 16 372 0 0,1 1-1 0 0,1 0 0 0 0,2 0 1 0 0,1 1-1 0 0,1 0 0 0 0,-5 32 1 0 0,-15 176 1376 0 0,25-131-1892 0 0,6-57 18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23.5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23 106 3225 0 0,'-22'-9'5483'0'0,"22"8"-5362"0"0,10-15 3812 0 0,1 3-4852 0 0,-5 7 904 0 0,0 0 0 0 0,0 0 0 0 0,0 1 0 0 0,1 0 0 0 0,0 0 0 0 0,0 0 0 0 0,0 1 0 0 0,1 0 0 0 0,0 0-1 0 0,-1 1 1 0 0,1 0 0 0 0,0 0 0 0 0,1 1 0 0 0,-1 0 0 0 0,11-1 0 0 0,-4 3 31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23.6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67 456 0 0,'-13'13'-100'0'0,"-5"11"9709"0"0,35-32-8309 0 0,89-62-2548 0 0,-72 45 577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23.9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48 5985 0 0,'0'-2'159'0'0,"1"0"-1"0"0,-1 0 0 0 0,0 0 0 0 0,1 0 1 0 0,0 0-1 0 0,-1 0 0 0 0,1 0 0 0 0,0 0 1 0 0,0 1-1 0 0,0-1 0 0 0,0 0 0 0 0,0 0 1 0 0,1 1-1 0 0,-1-1 0 0 0,0 1 1 0 0,1-1-1 0 0,-1 1 0 0 0,1 0 0 0 0,-1-1 1 0 0,1 1-1 0 0,0 0 0 0 0,0 0 0 0 0,0 0 1 0 0,-1 0-1 0 0,4-1 0 0 0,-2 1 33 0 0,0 0 0 0 0,0 0 0 0 0,0 1-1 0 0,0-1 1 0 0,-1 0 0 0 0,1 1 0 0 0,0 0 0 0 0,0 0 0 0 0,0 0-1 0 0,0 0 1 0 0,0 0 0 0 0,0 0 0 0 0,0 1 0 0 0,0 0-1 0 0,0-1 1 0 0,0 1 0 0 0,3 2 0 0 0,0 1-49 0 0,1 1 1 0 0,-1 0-1 0 0,-1 0 0 0 0,1 1 1 0 0,-1 0-1 0 0,0 0 0 0 0,0 0 1 0 0,-1 0-1 0 0,1 1 0 0 0,-2 0 1 0 0,1 0-1 0 0,-1 0 0 0 0,5 12 1 0 0,0 6 93 0 0,-1 0 0 0 0,7 47-1 0 0,-7 2-32 0 0,-3 1 0 0 0,-9 96-1 0 0,5 83 191 0 0,0-240-491 0 0,2-1 1 0 0,0 1-1 0 0,1 0 1 0 0,7 23-1 0 0,-8-33-727 0 0,0 0-1 0 0,0 1 1 0 0,0-1 0 0 0,1 0-1 0 0,6 8 1 0 0,5 1-4258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7:24.1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0 16588 0 0,'-3'8'1472'0'0,"0"-2"-1176"0"0,2-1-232 0 0,1 0-64 0 0,0-2 416 0 0,-2 3 64 0 0,1 4 24 0 0,-2 5 0 0 0,0 4-216 0 0,2 0-32 0 0,4-2-15 0 0,14-6-5843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 1376 0 0,'-7'12'8367'0'0,"19"1"-8372"0"0,-3-1 1365 0 0,-17-22 1352 0 0,8 6-2407 0 0,-1-20-1249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44.7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4 145 1840 0 0,'-1'-13'781'0'0,"-1"0"-1"0"0,2 0 1 0 0,0 0-1 0 0,0 0 1 0 0,3-14-1 0 0,0-26 6012 0 0,-3 100-943 0 0,0 62-4923 0 0,37 285 1030 0 0,-22-301-1882 0 0,3 0 0 0 0,36 107 1 0 0,-41-160-2700 0 0,10 63-1 0 0,-19-77 2132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45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118 144 1840 0 0,'-6'-5'400'0'0,"0"0"-1"0"0,0 0 0 0 0,-1 0 1 0 0,1 1-1 0 0,-1 0 1 0 0,-10-4-1 0 0,15 6-121 0 0,0 1 0 0 0,0 0 0 0 0,0 1 0 0 0,0-1 0 0 0,-1 0 1 0 0,1 1-1 0 0,0-1 0 0 0,0 1 0 0 0,-1 0 0 0 0,1 0 0 0 0,0 0 0 0 0,-1 0 0 0 0,1 0 0 0 0,0 0 0 0 0,-1 0 1 0 0,1 1-1 0 0,0-1 0 0 0,-1 1 0 0 0,1 0 0 0 0,0 0 0 0 0,0 0 0 0 0,0 0 0 0 0,0 0 0 0 0,0 0 0 0 0,-4 3 1 0 0,6-4-254 0 0,0 0 1 0 0,0 0 0 0 0,0 0 0 0 0,0 0 0 0 0,0 0 0 0 0,0 1 0 0 0,0-1 0 0 0,-1 0 0 0 0,1 0 0 0 0,0 0-1 0 0,0 0 1 0 0,0 0 0 0 0,0 0 0 0 0,0 0 0 0 0,0 0 0 0 0,0 0 0 0 0,0 1 0 0 0,0-1 0 0 0,0 0-1 0 0,0 0 1 0 0,0 0 0 0 0,0 0 0 0 0,0 0 0 0 0,0 0 0 0 0,0 1 0 0 0,0-1 0 0 0,0 0 0 0 0,0 0 0 0 0,0 0-1 0 0,0 0 1 0 0,0 0 0 0 0,0 0 0 0 0,0 0 0 0 0,0 1 0 0 0,0-1 0 0 0,0 0 0 0 0,0 0 0 0 0,0 0 0 0 0,0 0-1 0 0,0 0 1 0 0,0 0 0 0 0,0 0 0 0 0,0 1 0 0 0,0-1 0 0 0,0 0 0 0 0,1 0 0 0 0,-1 0 0 0 0,0 0-1 0 0,0 0 1 0 0,0 0 0 0 0,0 0 0 0 0,0 0 0 0 0,0 0 0 0 0,0 0 0 0 0,1 0 0 0 0,-1 0 0 0 0,0 0 0 0 0,0 0-1 0 0,13 2 452 0 0,14-5-2 0 0,108-28 1991 0 0,50-10-347 0 0,-27 18-1263 0 0,-1 8 1 0 0,302 9 0 0 0,-393 7-1150 0 0,-37-1-1325 0 0,-1 0-1 0 0,40 8 1 0 0,-57-5 148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45.7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0 146 8754 0 0,'22'-9'1583'0'0,"0"-1"1"0"0,26-16 0 0 0,-32 17-974 0 0,12-7 195 0 0,75-38 657 0 0,-91 49-2455 0 0,0 0 1 0 0,0 1-1 0 0,23-3 0 0 0,-11 8-644 0 0,-16 2 1521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45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1 5985 0 0,'-1'0'232'0'0,"0"1"0"0"0,0 0 1 0 0,0 1-1 0 0,0-1 0 0 0,0 0 0 0 0,1 0 0 0 0,-1 0 0 0 0,0 0 0 0 0,1 1 0 0 0,-1-1 0 0 0,1 0 1 0 0,-1 1-1 0 0,1-1 0 0 0,-1 0 0 0 0,1 1 0 0 0,0-1 0 0 0,0 1 0 0 0,0-1 0 0 0,0 0 0 0 0,0 1 1 0 0,0 2-1 0 0,7 36 2396 0 0,-3-21-1558 0 0,52 620 4696 0 0,-29-258-4535 0 0,10-27-385 0 0,20 309-234 0 0,-53-350-2199 0 0,-5-271 469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46.5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30 308 4609 0 0,'-1'-1'138'0'0,"-1"0"0"0"0,0 0 0 0 0,0 0 0 0 0,1 0 0 0 0,-1 0 0 0 0,0-1 0 0 0,1 1 1 0 0,-1 0-1 0 0,1-1 0 0 0,0 1 0 0 0,0-1 0 0 0,-1 1 0 0 0,1-1 0 0 0,0 0 0 0 0,0 0 0 0 0,0 1 0 0 0,0-1 0 0 0,1 0 0 0 0,-1 0 0 0 0,1 0 0 0 0,-1 0 0 0 0,1 0 1 0 0,-1-4-1 0 0,1 4 20 0 0,-1 0 1 0 0,1 0-1 0 0,0 0 1 0 0,0-1 0 0 0,0 1-1 0 0,0 0 1 0 0,0 0-1 0 0,0-1 1 0 0,1 1 0 0 0,-1 0-1 0 0,1 0 1 0 0,0 0-1 0 0,-1 0 1 0 0,1 0 0 0 0,0 0-1 0 0,0 0 1 0 0,0 0-1 0 0,1 0 1 0 0,-1 0 0 0 0,0 1-1 0 0,1-1 1 0 0,2-2-1 0 0,12-5 108 0 0,1 1 0 0 0,0 0 0 0 0,0 2-1 0 0,0 0 1 0 0,27-5 0 0 0,-9 1 20 0 0,75-18 1343 0 0,203-25 0 0 0,120 19 745 0 0,-105 10-2245 0 0,-160 9-2449 0 0,263 10-1 0 0,-387 8 1307 0 0,73 14 0 0 0,-103-14 792 0 0,0 1 0 0 0,0 0 0 0 0,-1 1 0 0 0,0 0 0 0 0,0 1 0 0 0,0 0 0 0 0,-1 1-1 0 0,0 1 1 0 0,15 12 0 0 0,-9-2-874 0 0,-5 1-2305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46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55 1376 0 0,'2'-14'211'0'0,"12"-26"12844"0"0,-15 43-12561 0 0,0 0-1 0 0,0 1 1 0 0,1-1 0 0 0,-1 1 0 0 0,1 0 0 0 0,0-1 0 0 0,0 6 0 0 0,0 2 4 0 0,-4 56 449 0 0,2 0 1 0 0,10 86-1 0 0,36 131-367 0 0,-32-227-903 0 0,2 0-1 0 0,3-2 1 0 0,2 0 0 0 0,35 70-1 0 0,-40-99-7161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47.2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185 126 1376 0 0,'-27'2'2770'0'0,"0"0"0"0"0,1 2 0 0 0,-1 0 0 0 0,-50 17 0 0 0,166-33-1140 0 0,400-62 2794 0 0,-240 40-3539 0 0,-133 23-886 0 0,124 2 1 0 0,39-2-3748 0 0,-250 7 834 0 0,-19 3-11 0 0,4-1-2514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47.6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0 131 8754 0 0,'42'-33'3327'0'0,"37"-18"452"0"0,-63 43-3877 0 0,-1 1 0 0 0,1 1 1 0 0,24-8-1 0 0,-7 6-3072 0 0,-21 5-1407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48.2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23 920 0 0,'-16'-22'16790'0'0,"18"38"-16340"0"0,9 64 597 0 0,-3 0 0 0 0,-3 109 0 0 0,-4-93-769 0 0,24 1195 865 0 0,-32-973-940 0 0,2 58-1150 0 0,6-355-861 0 0,-1-3-5487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48.8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1 188 4609 0 0,'0'-2'174'0'0,"1"-1"1"0"0,0 1-1 0 0,-1-1 1 0 0,1 1-1 0 0,0-1 0 0 0,1 1 1 0 0,-1-1-1 0 0,0 1 0 0 0,1 0 1 0 0,-1 0-1 0 0,1 0 1 0 0,2-2-1 0 0,24-24 1609 0 0,-16 18-1385 0 0,2 0 0 0 0,-1 1 0 0 0,1 0 0 0 0,1 2 0 0 0,0 0 0 0 0,0 0 0 0 0,0 1 0 0 0,17-4 0 0 0,132-24 1278 0 0,-147 31-1486 0 0,40-5 365 0 0,1 3 0 0 0,0 3 0 0 0,75 6 0 0 0,175 31 1115 0 0,-193-19-1543 0 0,-99-14-130 0 0,155 16 6 0 0,-136-17-659 0 0,0-1 0 0 0,66-8-1 0 0,23-10-3719 0 0,-104 18-41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49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 6449 0 0,'1'-1'374'0'0,"1"-1"0"0"0,0 1 0 0 0,0 0 0 0 0,0 0 0 0 0,0-1 0 0 0,0 1 0 0 0,0 1 0 0 0,0-1 0 0 0,0 0 0 0 0,0 1 0 0 0,0-1 0 0 0,1 1 0 0 0,-1-1 0 0 0,0 1 0 0 0,0 0 0 0 0,1 0 0 0 0,-1 0 0 0 0,0 0 0 0 0,0 0 0 0 0,5 2 0 0 0,-5-2-190 0 0,0 1 0 0 0,0-1 0 0 0,0 1 0 0 0,0 0 1 0 0,0 0-1 0 0,0 0 0 0 0,0 0 0 0 0,-1 0 0 0 0,1 0 0 0 0,0 0 1 0 0,0 1-1 0 0,-1-1 0 0 0,1 1 0 0 0,-1-1 0 0 0,1 1 1 0 0,-1 0-1 0 0,0-1 0 0 0,0 1 0 0 0,1 0 0 0 0,-1 0 0 0 0,1 4 1 0 0,6 31 106 0 0,-1 1 0 0 0,-3 0 0 0 0,0 1 0 0 0,-3-1 0 0 0,-4 49 0 0 0,1-6-164 0 0,29 445-128 0 0,-24-500-139 0 0,3 49-320 0 0,-9-25-2622 0 0,0-32-2997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49.5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0 136 2761 0 0,'25'-11'4107'0'0,"135"-54"3622"0"0,-113 49-5951 0 0,72-13 0 0 0,-87 23-1655 0 0,1 2 1 0 0,-1 1 0 0 0,1 2 0 0 0,0 1 0 0 0,0 1-1 0 0,-1 2 1 0 0,1 1 0 0 0,48 13 0 0 0,-15 5-757 0 0,68 32 1 0 0,-73-28-2079 0 0,86 26 0 0 0,-130-46-179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49.9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74 2761 0 0,'0'0'188'0'0,"-1"0"1"0"0,1 0-1 0 0,-1 1 1 0 0,1-1 0 0 0,-1 0-1 0 0,1 0 1 0 0,-1 0-1 0 0,1 0 1 0 0,-1 0 0 0 0,1 0-1 0 0,-1 0 1 0 0,1 0-1 0 0,-1 0 1 0 0,1-1 0 0 0,-1 1-1 0 0,1 0 1 0 0,-1 0 0 0 0,-3-3 1508 0 0,3 2-1508 0 0,12-7 3481 0 0,27-7-1539 0 0,25-7-2067 0 0,2 0-3659 0 0,-53 19 2485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50.3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0 3681 0 0,'9'6'4035'0'0,"-8"-6"-3823"0"0,-1 1 0 0 0,0-1 1 0 0,1 1-1 0 0,-1-1 0 0 0,0 1 1 0 0,0-1-1 0 0,0 1 0 0 0,1 0 1 0 0,-1-1-1 0 0,0 1 0 0 0,0-1 1 0 0,0 1-1 0 0,0 0 0 0 0,0-1 1 0 0,0 1-1 0 0,0-1 1 0 0,0 1-1 0 0,0-1 0 0 0,-1 1 1 0 0,1 0-1 0 0,0-1 0 0 0,0 1 1 0 0,0-1-1 0 0,-1 1 0 0 0,1 0 1 0 0,-10 28 2362 0 0,9-27-2248 0 0,-4 10 157 0 0,1 0 0 0 0,0 1 0 0 0,1 0-1 0 0,1-1 1 0 0,0 1 0 0 0,0 19 0 0 0,6 80 97 0 0,0-41-236 0 0,4 710 1773 0 0,-8-779-2115 0 0,-7 218 285 0 0,-42 265 0 0 0,43-448-568 0 0,2 0 1 0 0,2 1-1 0 0,1-1 0 0 0,2 1 1 0 0,2-1-1 0 0,7 38 0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51.2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0 139 6449 0 0,'0'-1'-45'0'0,"0"0"0"0"0,0 0 0 0 0,0 0 0 0 0,0 0 0 0 0,0-1 0 0 0,1 1 0 0 0,-1 0-1 0 0,0 0 1 0 0,0 0 0 0 0,1 0 0 0 0,-1 0 0 0 0,1 0 0 0 0,-1 0 0 0 0,1 0 0 0 0,-1 1-1 0 0,1-1 1 0 0,-1 0 0 0 0,1 0 0 0 0,0 0 0 0 0,0 0 0 0 0,-1 1 0 0 0,1-1 0 0 0,0 0-1 0 0,0 1 1 0 0,0-1 0 0 0,0 1 0 0 0,0-1 0 0 0,0 1 0 0 0,1-1 0 0 0,35-18 1215 0 0,-34 18-988 0 0,29-12 1278 0 0,2 1-1 0 0,-1 2 0 0 0,40-6 1 0 0,107-10 301 0 0,-136 21-1570 0 0,16-1-156 0 0,-1 2 0 0 0,1 4 0 0 0,-1 2 0 0 0,1 2 0 0 0,-1 3 0 0 0,79 20 0 0 0,-107-19-17 0 0,99 19 119 0 0,-116-30-1527 0 0,-32-1-5927 0 0,16 3 7582 0 0,1 1 0 0 0,-1-1 0 0 0,1 1 0 0 0,-1 0 1 0 0,1 0-1 0 0,-1-1 0 0 0,1 1 0 0 0,-1 0 0 0 0,0 1 0 0 0,1-1 0 0 0,-1 0 0 0 0,1 0 0 0 0,-1 1 0 0 0,1-1 0 0 0,-1 1 0 0 0,1-1 0 0 0,-1 1 0 0 0,1-1 0 0 0,0 1 0 0 0,-1 0 0 0 0,1 0 0 0 0,0 0 1 0 0,0 0-1 0 0,-1 0 0 0 0,1 0 0 0 0,0 0 0 0 0,0 0 0 0 0,0 0 0 0 0,0 1 0 0 0,0-1 0 0 0,1 0 0 0 0,-1 1 0 0 0,0-1 0 0 0,1 0 0 0 0,-1 1 0 0 0,1-1 0 0 0,-1 3 0 0 0,-7 22-113 0 0,1 0 0 0 0,2 1-1 0 0,0 0 1 0 0,2 0 0 0 0,1 0-1 0 0,1 0 1 0 0,2 0-1 0 0,0 0 1 0 0,9 41 0 0 0,10 52 960 0 0,9 241 0 0 0,-29-288-1164 0 0,-4-1 0 0 0,-3 0 0 0 0,-3 0 0 0 0,-31 117 0 0 0,34-158-1325 0 0,6-17 666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51.6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1 123 4609 0 0,'51'-25'8231'0'0,"68"-27"-4698"0"0,-114 50-3270 0 0,16-7-172 0 0,1 1 1 0 0,-1 1 0 0 0,1 1 0 0 0,37-5-1 0 0,-50 10-335 0 0,0 0-1 0 0,0 1 0 0 0,0-1 1 0 0,0 2-1 0 0,0-1 0 0 0,0 1 1 0 0,0 1-1 0 0,0 0 0 0 0,0 0 1 0 0,0 0-1 0 0,-1 1 0 0 0,1 1 1 0 0,-1-1-1 0 0,11 8 0 0 0,-16-9-80 0 0,0 0 0 0 0,0 1 0 0 0,-1-1 0 0 0,1 1 0 0 0,-1 0 0 0 0,1 0 0 0 0,2 5 0 0 0,4 8-3738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51.9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85 4145 0 0,'11'-2'942'0'0,"0"0"1"0"0,0 0 0 0 0,-1-1-1 0 0,0 0 1 0 0,1-1-1 0 0,11-6 1 0 0,6-2 279 0 0,-14 7-1090 0 0,86-28 2606 0 0,-87 30-3781 0 0,0 1 0 0 0,0 0 0 0 0,17 1 1 0 0,-19 1-3541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52.5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123 24 5065 0 0,'10'-23'10296'0'0,"-15"35"-8237"0"0,-1 3-1564 0 0,1 0 1 0 0,1 0-1 0 0,0 0 1 0 0,1 1 0 0 0,-2 21-1 0 0,2 83-114 0 0,3-103-248 0 0,-6 635 1321 0 0,-36-1-690 0 0,37-608-708 0 0,-39 573 488 0 0,48-573-516 0 0,5-24-740 0 0,-8-19 643 0 0,-1 0-1 0 0,1 0 1 0 0,-1 0-1 0 0,1 1 1 0 0,-1-1-1 0 0,1 0 1 0 0,-1 0-1 0 0,1 0 1 0 0,-1 0 0 0 0,1 0-1 0 0,-1 0 1 0 0,1 0-1 0 0,-1 0 1 0 0,1 0-1 0 0,-1 0 1 0 0,0 0-1 0 0,1-1 1 0 0,-1 1-1 0 0,1 0 1 0 0,-1 0-1 0 0,1 0 1 0 0,-1-1 0 0 0,1 1-1 0 0,-1 0 1 0 0,0 0-1 0 0,1-1 1 0 0,-1 1-1 0 0,1 0 1 0 0,-1-1-1 0 0,0 1 1 0 0,1 0-1 0 0,-1-1 1 0 0,0 1-1 0 0,0-1 1 0 0,1 1 0 0 0,-1-1-1 0 0,4-5-1157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53.1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384 28 3225 0 0,'0'-1'81'0'0,"0"1"0"0"0,-1 0 0 0 0,1-1 0 0 0,0 1 0 0 0,0 0 0 0 0,0-1 0 0 0,-1 1 0 0 0,1 0 0 0 0,0 0 0 0 0,0-1 0 0 0,-1 1 0 0 0,1 0 0 0 0,0 0 0 0 0,-1 0 0 0 0,1 0 0 0 0,0-1 0 0 0,-1 1 0 0 0,1 0 0 0 0,0 0 0 0 0,-1 0 0 0 0,1 0 0 0 0,0 0 0 0 0,-1 0 0 0 0,1 0 0 0 0,0 0 0 0 0,-1 0 0 0 0,1 0 0 0 0,0 0 1 0 0,-1 0-1 0 0,1 0 0 0 0,-1 0 0 0 0,1 0 0 0 0,0 0 0 0 0,-1 0 0 0 0,1 0 0 0 0,0 1 0 0 0,-1-1 0 0 0,1 0 0 0 0,-21 3 1717 0 0,13 0-1178 0 0,-1 0 0 0 0,-1 0 0 0 0,1 0 0 0 0,0-1 0 0 0,-1-1 0 0 0,1 0 0 0 0,-1 0 0 0 0,1-1 0 0 0,-1 0 0 0 0,1 0 0 0 0,-1-1 0 0 0,1 0-1 0 0,-1-1 1 0 0,-9-3 0 0 0,-12-1 347 0 0,-40-4-1 0 0,-10-1-45 0 0,63 4-1299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54.4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165 63 6913 0 0,'-86'48'2253'0'0,"77"-42"-1776"0"0,-1 1-1 0 0,1 0 1 0 0,1 0-1 0 0,-1 1 0 0 0,1 0 1 0 0,-10 14-1 0 0,17-21-431 0 0,1 0 0 0 0,-1-1 0 0 0,0 1 0 0 0,1 0 0 0 0,-1 0 0 0 0,1 0 0 0 0,-1 0 0 0 0,1 0 0 0 0,-1 0 0 0 0,1 0 0 0 0,0 0 0 0 0,-1 0 0 0 0,1 0 0 0 0,0 0 0 0 0,0 0 0 0 0,0 0 0 0 0,0 0 0 0 0,0 0 0 0 0,0 0 0 0 0,0 0 0 0 0,0 0 0 0 0,0 0 0 0 0,1 0 0 0 0,-1 0 0 0 0,0 0 0 0 0,1 0 0 0 0,0 2 0 0 0,0-2-14 0 0,0 0-1 0 0,1 0 1 0 0,-1 1 0 0 0,1-1 0 0 0,-1 0-1 0 0,1 0 1 0 0,0-1 0 0 0,-1 1-1 0 0,1 0 1 0 0,0 0 0 0 0,0-1 0 0 0,-1 1-1 0 0,1-1 1 0 0,2 1 0 0 0,9 0 31 0 0,0 1 1 0 0,0-2-1 0 0,17-1 0 0 0,-29 1-50 0 0,285-36 1054 0 0,-151 14-756 0 0,227-36 31 0 0,58-8 311 0 0,4 31-300 0 0,-347 33-368 0 0,458 5-352 0 0,77 76 232 0 0,-40-1 47 0 0,3-49 582 0 0,-351-20 415 0 0,138 1 465 0 0,-266-12-687 0 0,170-26-1 0 0,-168 10-541 0 0,103-16 372 0 0,-155 28-413 0 0,1 3 0 0 0,62 3 0 0 0,-86 1 75 0 0,-1 0 1 0 0,33-4-1 0 0,-48 2-135 0 0,0 0 0 0 0,0-1-1 0 0,0 1 1 0 0,0-1 0 0 0,0-1-1 0 0,-1 1 1 0 0,1-1 0 0 0,-1 0 0 0 0,0-1-1 0 0,0 1 1 0 0,0-1 0 0 0,5-5 0 0 0,-9 8-87 0 0,0-1 1 0 0,-1 0 0 0 0,1 0 0 0 0,-1 0 0 0 0,1 0 0 0 0,-1 0 0 0 0,0 0 0 0 0,0 0-1 0 0,0 0 1 0 0,0 0 0 0 0,0 0 0 0 0,-1-1 0 0 0,1 1 0 0 0,-1 0 0 0 0,1-1 0 0 0,-1 1-1 0 0,0 0 1 0 0,0-1 0 0 0,0 1 0 0 0,0 0 0 0 0,0-1 0 0 0,0 1 0 0 0,-1 0 0 0 0,1-1 0 0 0,-1 1-1 0 0,0-3 1 0 0,-9-11-419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55.9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3 920 0 0,'-23'-2'197'0'0,"21"2"317"0"0,1 0 1 0 0,-1 0-1 0 0,0 0 0 0 0,1 1 0 0 0,-1-1 1 0 0,1 1-1 0 0,-1-1 0 0 0,1 1 0 0 0,-1 0 1 0 0,1-1-1 0 0,-1 1 0 0 0,1 0 0 0 0,0 0 1 0 0,-3 2-1 0 0,3-2-156 0 0,1 0 0 0 0,-1-1 0 0 0,1 1-1 0 0,-1 0 1 0 0,0 0 0 0 0,1 0 0 0 0,0 0 0 0 0,-1 0 0 0 0,1 0 0 0 0,0 0 0 0 0,-1 0 0 0 0,1 1 0 0 0,0-1 0 0 0,0 0 0 0 0,0 0 0 0 0,0 0-1 0 0,0 0 1 0 0,0 0 0 0 0,0 0 0 0 0,0 0 0 0 0,1 2 0 0 0,10 20 125 0 0,11 3 458 0 0,1 0 0 0 0,1-2 0 0 0,38 31 0 0 0,-19-17-443 0 0,77 63-154 0 0,-35-30-4328 0 0,-64-54 2562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56.1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 4145 0 0,'5'-6'9538'0'0,"-4"6"-9300"0"0,10 4 3439 0 0,11 11-3626 0 0,-12-5-2053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56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3 254 2304 0 0,'0'0'174'0'0,"-1"-1"-1"0"0,1 1 0 0 0,0-1 1 0 0,0 1-1 0 0,0-1 0 0 0,-1 0 1 0 0,1 1-1 0 0,0-1 0 0 0,0 1 1 0 0,0-1-1 0 0,0 0 0 0 0,0 1 1 0 0,0-1-1 0 0,0 0 0 0 0,0 1 1 0 0,0-1-1 0 0,0 1 0 0 0,1-1 1 0 0,-1 0-1 0 0,0 1 0 0 0,0-1 1 0 0,0 1-1 0 0,1-1 0 0 0,-1 1 1 0 0,0-1-1 0 0,1 1 0 0 0,-1-1 1 0 0,0 1-1 0 0,1-1 0 0 0,-1 1 1 0 0,1-1-1 0 0,0 0 0 0 0,13-22 1445 0 0,59-72-460 0 0,6-9-6183 0 0,-70 91 3987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56.6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 1 24 0 0,'-3'2'122'0'0,"0"0"1"0"0,0 0-1 0 0,0 0 0 0 0,1 0 1 0 0,-1 1-1 0 0,1-1 0 0 0,-1 1 1 0 0,1 0-1 0 0,-2 3 0 0 0,-2 1 211 0 0,6-6-324 0 0,-14 14 626 0 0,1 1 0 0 0,-13 19 0 0 0,24-32-511 0 0,-1 1 1 0 0,1-1-1 0 0,0 1 1 0 0,0-1-1 0 0,1 1 1 0 0,-1 0-1 0 0,1 0 0 0 0,0 0 1 0 0,0 0-1 0 0,0 0 1 0 0,0 0-1 0 0,1 0 1 0 0,-1 0-1 0 0,1 0 1 0 0,0 0-1 0 0,0 0 1 0 0,1 0-1 0 0,1 6 1 0 0,-1-7-44 0 0,1 0 0 0 0,0 0 0 0 0,0 0 1 0 0,0 0-1 0 0,0 0 0 0 0,1 0 0 0 0,-1-1 1 0 0,1 1-1 0 0,0-1 0 0 0,0 0 0 0 0,0 0 0 0 0,6 4 1 0 0,47 20 1178 0 0,-17-7-281 0 0,-33-16-909 0 0,0 0-1 0 0,-1 1 1 0 0,0-1-1 0 0,0 1 1 0 0,0 1-1 0 0,0-1 1 0 0,-1 1 0 0 0,0 0-1 0 0,0 0 1 0 0,0 0-1 0 0,0 0 1 0 0,-1 1 0 0 0,0-1-1 0 0,3 9 1 0 0,-3-6-220 0 0,-1 0 1 0 0,0 1 0 0 0,-1-1-1 0 0,0 1 1 0 0,0 0 0 0 0,-1-1-1 0 0,0 1 1 0 0,0 0 0 0 0,-1-1-1 0 0,-2 11 1 0 0,-1 3-2981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57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164 874 5985 0 0,'21'14'1922'0'0,"-18"-12"-1631"0"0,0-1 0 0 0,0 0 0 0 0,-1 1 0 0 0,1 0 0 0 0,0 0 0 0 0,-1 0 0 0 0,0 0 0 0 0,1 0 1 0 0,-1 0-1 0 0,0 1 0 0 0,2 2 0 0 0,-6 0-158 0 0,-7-6 514 0 0,-9-7 411 0 0,18 8-1171 0 0,-4-3 363 0 0,0 0-1 0 0,0 0 0 0 0,1 0 0 0 0,-1-1 0 0 0,1 1 1 0 0,0-1-1 0 0,0 0 0 0 0,0 0 0 0 0,0 0 0 0 0,1-1 1 0 0,-1 1-1 0 0,-1-7 0 0 0,-17-54 971 0 0,-16-185 792 0 0,14 72-1517 0 0,-26-117 554 0 0,42 271-809 0 0,-1-19 448 0 0,10 51-701 0 0,0 0 1 0 0,1 0-1 0 0,0 0 1 0 0,0 0-1 0 0,1-1 1 0 0,0 1-1 0 0,0-1 1 0 0,7 9-1 0 0,-1-1-12 0 0,8 16-72 0 0,-2-3-61 0 0,0-1-1 0 0,1 0 1 0 0,2-2 0 0 0,1 0 0 0 0,33 33-1 0 0,-51-57 127 0 0,-1 0-1 0 0,0 0 1 0 0,1 0-1 0 0,-1 0 1 0 0,0 0-1 0 0,1 0 1 0 0,-1 0-1 0 0,1-1 1 0 0,-1 1-1 0 0,1-1 1 0 0,0 1-1 0 0,2 0 1 0 0,-3-1 18 0 0,-1 0 0 0 0,1 0 0 0 0,-1 0 1 0 0,1 0-1 0 0,-1-1 0 0 0,1 1 0 0 0,-1 0 1 0 0,1 0-1 0 0,-1 0 0 0 0,1 0 1 0 0,-1-1-1 0 0,1 1 0 0 0,-1 0 0 0 0,1 0 1 0 0,-1-1-1 0 0,1 1 0 0 0,-1-1 1 0 0,0 1-1 0 0,1 0 0 0 0,-1-1 0 0 0,0 1 1 0 0,1-1-1 0 0,-1 1 0 0 0,0 0 0 0 0,1-2 1 0 0,0 0-17 0 0,-1 0 1 0 0,1-1-1 0 0,-1 1 1 0 0,0 0 0 0 0,0 0-1 0 0,0-1 1 0 0,0 1-1 0 0,0 0 1 0 0,0 0-1 0 0,0-1 1 0 0,-1 1-1 0 0,1 0 1 0 0,-1 0 0 0 0,0 0-1 0 0,0-1 1 0 0,-1-2-1 0 0,-9-13-58 0 0,-24-33 0 0 0,26 40 83 0 0,1-1-1 0 0,-1 0 1 0 0,2 0 0 0 0,0-1-1 0 0,0 0 1 0 0,-4-15 0 0 0,11 28 4 0 0,0 0 0 0 0,0 0 0 0 0,0 0 0 0 0,0 0 0 0 0,0 0 0 0 0,0 0 1 0 0,0 0-1 0 0,0 0 0 0 0,0 0 0 0 0,0 0 0 0 0,0 1 0 0 0,0-1 0 0 0,1 0 0 0 0,-1 0 0 0 0,0 0 0 0 0,0 0 1 0 0,0 0-1 0 0,0 0 0 0 0,0 0 0 0 0,0 0 0 0 0,0 0 0 0 0,0 0 0 0 0,0 0 0 0 0,1 0 0 0 0,-1 0 0 0 0,0 0 1 0 0,0 0-1 0 0,0 0 0 0 0,0 0 0 0 0,0 0 0 0 0,0 0 0 0 0,0 0 0 0 0,0 0 0 0 0,1 0 0 0 0,-1 0 1 0 0,0 0-1 0 0,0 0 0 0 0,0 0 0 0 0,0 0 0 0 0,0 0 0 0 0,0 0 0 0 0,0-1 0 0 0,0 1 0 0 0,0 0 0 0 0,0 0 1 0 0,1 0-1 0 0,-1 0 0 0 0,0 0 0 0 0,0 0 0 0 0,0 0 0 0 0,0 0 0 0 0,0 0 0 0 0,0 0 0 0 0,0-1 1 0 0,0 1-1 0 0,0 0 0 0 0,0 0 0 0 0,0 0 0 0 0,0 0 0 0 0,0 0 0 0 0,0 0 0 0 0,0 0 0 0 0,0 0 0 0 0,0-1 1 0 0,0 1-1 0 0,0 0 0 0 0,0 0 0 0 0,0 0 0 0 0,13 9-11 0 0,13 13 32 0 0,-25-22-4 0 0,-1 0-1 0 0,0 0 0 0 0,0 0 1 0 0,1 0-1 0 0,-1 0 0 0 0,0 0 1 0 0,0 0-1 0 0,1 0 0 0 0,-1 0 1 0 0,0 0-1 0 0,0 0 0 0 0,1 0 1 0 0,-1 0-1 0 0,0-1 0 0 0,0 1 1 0 0,0 0-1 0 0,1 0 0 0 0,-1 0 1 0 0,0 0-1 0 0,0 0 0 0 0,0-1 1 0 0,0 1-1 0 0,0 0 0 0 0,1 0 1 0 0,-1 0-1 0 0,0-1 0 0 0,0 1 1 0 0,0 0-1 0 0,0 0 0 0 0,0-1 0 0 0,0 1 1 0 0,0 0-1 0 0,0 0 0 0 0,0-1 1 0 0,0 1-1 0 0,0 0 0 0 0,0 0 1 0 0,0 0-1 0 0,0-1 0 0 0,0 1 1 0 0,0 0-1 0 0,0-1 0 0 0,3-24 786 0 0,-2 23-958 0 0,-1-1 0 0 0,0 1 0 0 0,0-1 0 0 0,0 1 0 0 0,0-1 0 0 0,0 1 0 0 0,-1-1 0 0 0,1 1 0 0 0,-1-1 0 0 0,1 1 0 0 0,-1-1 0 0 0,0 1 0 0 0,0-1 0 0 0,0 1 0 0 0,-1 0 0 0 0,1 0 0 0 0,-3-4 0 0 0,0 5-834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58.4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32 429 6913 0 0,'-26'-21'751'0'0,"20"8"237"0"0,7 13-917 0 0,-1-1 0 0 0,1 1 0 0 0,-1-1 0 0 0,1 1 0 0 0,-1-1 1 0 0,1 1-1 0 0,-1 0 0 0 0,1-1 0 0 0,-1 1 0 0 0,1 0 0 0 0,-1-1 0 0 0,1 1 0 0 0,0 0 0 0 0,-1 0 1 0 0,1 0-1 0 0,-1-1 0 0 0,1 1 0 0 0,0 0 0 0 0,-1 0 0 0 0,1 0 0 0 0,0 0 0 0 0,-1 0 1 0 0,1 0-1 0 0,0 0 0 0 0,0 1 0 0 0,3-1 167 0 0,1 1 1 0 0,-1 0 0 0 0,0 0-1 0 0,0 0 1 0 0,0 0-1 0 0,0 1 1 0 0,0 0-1 0 0,0 0 1 0 0,0 0 0 0 0,0 0-1 0 0,4 4 1 0 0,40 33 975 0 0,-37-28-855 0 0,68 63 1257 0 0,65 53 776 0 0,-128-115-2192 0 0,0-1 1 0 0,0 0-1 0 0,1-2 1 0 0,1 0-1 0 0,-1-1 1 0 0,2 0-1 0 0,28 7 0 0 0,-43-14-142 0 0,1 0 0 0 0,-1 0 0 0 0,0-1 0 0 0,0 1 0 0 0,1-1 0 0 0,-1 0 0 0 0,0 0 0 0 0,1-1 0 0 0,-1 1 0 0 0,0-1 0 0 0,0 0 0 0 0,0 0 0 0 0,1 0 0 0 0,-1 0 0 0 0,0-1 0 0 0,0 0 0 0 0,-1 0 0 0 0,7-3-1 0 0,-6 1 2 0 0,0 0 0 0 0,0 0 0 0 0,-1 0 0 0 0,1 0 0 0 0,-1-1 0 0 0,0 1 0 0 0,0-1 0 0 0,-1 0-1 0 0,1 0 1 0 0,-1 0 0 0 0,0 0 0 0 0,0 0 0 0 0,-1 0 0 0 0,2-7 0 0 0,0-11 43 0 0,0 1 0 0 0,-1-1 0 0 0,-2 1 0 0 0,0-1 0 0 0,-1 0 0 0 0,-1 1 0 0 0,-2-1 0 0 0,0 1 0 0 0,-13-40 0 0 0,-10-13-21 0 0,-52-103 1 0 0,52 121-201 0 0,16 38-199 0 0,8 14 59 0 0,0 0 0 0 0,1 0 0 0 0,-1 0 0 0 0,1-1 0 0 0,0 1 0 0 0,0 0 0 0 0,1-1 0 0 0,-2-8 0 0 0,5 9-1181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58.7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 3225 0 0,'110'-6'8223'0'0,"19"1"-2320"0"0,-66 10-6305 0 0,-1 10-3311 0 0,-54-12 2256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58.8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9 1376 0 0,'-1'-1'198'0'0,"-1"0"0"0"0,1 0 0 0 0,0 0 0 0 0,0 1 0 0 0,-1-1 0 0 0,1 1 0 0 0,-1-1 0 0 0,1 1 0 0 0,0-1 0 0 0,-1 1 0 0 0,1-1 0 0 0,-1 1 0 0 0,1 0 0 0 0,-1 0 0 0 0,1 0 0 0 0,-1 0 0 0 0,1 0 0 0 0,-1 0 1 0 0,1 1-1 0 0,-1-1 0 0 0,1 0 0 0 0,-1 1 0 0 0,1-1 0 0 0,0 1 0 0 0,-1-1 0 0 0,1 1 0 0 0,0 0 0 0 0,-2 0 0 0 0,0 1 189 0 0,-1 0 1 0 0,1 0-1 0 0,0 0 1 0 0,0 1-1 0 0,1-1 1 0 0,-1 1-1 0 0,0-1 1 0 0,1 1-1 0 0,-1 0 1 0 0,-1 3-1 0 0,-1 6-189 0 0,1-1 0 0 0,1 1 0 0 0,0 0 0 0 0,0 0 0 0 0,2 0 0 0 0,-1 0 1 0 0,1 22-1 0 0,0-19-753 0 0,0 12-3902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59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0 111 920 0 0,'1'-4'520'0'0,"0"0"-1"0"0,0 0 0 0 0,0 0 1 0 0,0-1-1 0 0,0 1 1 0 0,1 1-1 0 0,0-1 1 0 0,0 0-1 0 0,0 0 0 0 0,0 1 1 0 0,1-1-1 0 0,-1 1 1 0 0,1 0-1 0 0,0-1 1 0 0,0 1-1 0 0,4-3 0 0 0,27-19 2477 0 0,-1 8-4014 0 0,-24 14 364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59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47 2304 0 0,'0'2'201'0'0,"3"-2"847"0"0,0-2-480 0 0,0 1 0 0 0,1-2-64 0 0,2-1-16 0 0,2-4 0 0 0,1 1 0 0 0,-1-2-408 0 0,0 2-80 0 0,-4-1 0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59.5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6 2304 0 0,'-10'-6'7299'0'0,"10"16"-3596"0"0,6 11-2567 0 0,44 144 2900 0 0,23 63-2415 0 0,-60-193-2294 0 0,3 0 0 0 0,1-1 0 0 0,1-1 0 0 0,31 40 0 0 0,-23-36-4984 0 0,-15-21 853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59.7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 5065 0 0,'1'-6'224'0'0,"-1"1"48"0"0,2 2-272 0 0,-1 2 0 0 0,1 1 0 0 0,-1-2 0 0 0,2 2 472 0 0,0-1 40 0 0,2-1 1 0 0,1 1 7 0 0,1-2-352 0 0,0 2-72 0 0,1 1-8 0 0,-2 0-8 0 0,-1 3-80 0 0,1-2 0 0 0,3 5 0 0 0,-3-2 0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00.2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43 221 8754 0 0,'22'-9'2205'0'0,"-1"0"0"0"0,31-20 0 0 0,-41 20-2285 0 0,0 0 0 0 0,0 0 0 0 0,-1-1 0 0 0,16-21 0 0 0,-22 26-255 0 0,0 0 0 0 0,0-1-1 0 0,-1 0 1 0 0,1 1 0 0 0,-1-2-1 0 0,-1 1 1 0 0,1 0 0 0 0,-1 0 0 0 0,0-1-1 0 0,0 1 1 0 0,-1-1 0 0 0,1-8-1 0 0,-2 14 299 0 0,0 1-1 0 0,0-1 0 0 0,0 0 0 0 0,0 0 1 0 0,0 1-1 0 0,0-1 0 0 0,0 0 0 0 0,0 1 1 0 0,0-1-1 0 0,-1 0 0 0 0,1 1 0 0 0,0-1 1 0 0,0 0-1 0 0,-1 1 0 0 0,1-1 0 0 0,0 0 1 0 0,-1 1-1 0 0,1-1 0 0 0,0 1 1 0 0,-1-1-1 0 0,1 1 0 0 0,-1-1 0 0 0,1 1 1 0 0,-1-1-1 0 0,1 1 0 0 0,-1-1 0 0 0,0 1 1 0 0,1 0-1 0 0,-1-1 0 0 0,-1 0 0 0 0,0 1-91 0 0,1 0-1 0 0,-1 0 1 0 0,0 0-1 0 0,0 0 0 0 0,1 0 1 0 0,-1 1-1 0 0,0-1 1 0 0,0 0-1 0 0,1 1 0 0 0,-1 0 1 0 0,-3 1-1 0 0,-41 26-2490 0 0,26-13 1818 0 0,1 1 0 0 0,1 0 0 0 0,-23 27-1 0 0,34-34 1049 0 0,-1 0-1 0 0,1 0 0 0 0,1 1 0 0 0,0 0 0 0 0,0 1 0 0 0,1-1 0 0 0,0 1 0 0 0,1 0 1 0 0,-3 13-1 0 0,6-20 15 0 0,0 0 0 0 0,1-1 1 0 0,0 1-1 0 0,0 0 1 0 0,0 0-1 0 0,0 0 1 0 0,0 0-1 0 0,1 0 1 0 0,0-1-1 0 0,0 1 0 0 0,0 0 1 0 0,0-1-1 0 0,1 1 1 0 0,-1-1-1 0 0,1 1 1 0 0,0-1-1 0 0,0 1 0 0 0,0-1 1 0 0,3 3-1 0 0,5 5 453 0 0,0-1-1 0 0,1 0 1 0 0,23 16-1 0 0,-27-22-587 0 0,1 2-1 0 0,0-1 1 0 0,-1 1 0 0 0,0 0 0 0 0,-1 0-1 0 0,1 1 1 0 0,-1 0 0 0 0,-1 0 0 0 0,1 1-1 0 0,-1-1 1 0 0,6 13 0 0 0,-9-14-170 0 0,-1 0 0 0 0,0 0 0 0 0,0 1 0 0 0,0-1 0 0 0,-1 0 0 0 0,0 0 0 0 0,0 7 0 0 0,-5 25-3480 0 0,4-35 2873 0 0,-2 17-3449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00.6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1 511 4145 0 0,'8'5'1457'0'0,"0"0"-1"0"0,0 0 1 0 0,-1 1 0 0 0,1 0 0 0 0,7 9 0 0 0,-10-11-1036 0 0,11 11 585 0 0,1 1-490 0 0,1-1 0 0 0,27 18-1 0 0,-40-30-474 0 0,0 0 0 0 0,0 0 0 0 0,0 0 0 0 0,0-1 0 0 0,0 0 0 0 0,0 0 0 0 0,1-1 0 0 0,-1 1 0 0 0,1-1 0 0 0,-1 0 0 0 0,1-1 0 0 0,-1 1 0 0 0,1-1 0 0 0,0 0 0 0 0,8-2 0 0 0,-9 1 106 0 0,-1-1 1 0 0,0 0 0 0 0,1 0-1 0 0,-1 0 1 0 0,0 0 0 0 0,-1-1-1 0 0,1 0 1 0 0,0 1 0 0 0,-1-1 0 0 0,0-1-1 0 0,1 1 1 0 0,-1 0 0 0 0,0-1-1 0 0,-1 0 1 0 0,1 0 0 0 0,-1 1-1 0 0,1-2 1 0 0,-1 1 0 0 0,-1 0 0 0 0,1 0-1 0 0,0-1 1 0 0,-1 1 0 0 0,1-5-1 0 0,2-8 304 0 0,-1 0 0 0 0,0 0 0 0 0,-1-1 0 0 0,-1-30 0 0 0,-22-151 753 0 0,4 56-2522 0 0,14 46-4648 0 0,4 77-1011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01.3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 1376 0 0,'17'-16'11595'0'0,"-14"15"-10822"0"0,29-4 3423 0 0,-16 5-4622 0 0,1 2 1 0 0,21 4-1 0 0,-16-2 1565 0 0,6 1-1202 0 0,-1 1-1 0 0,43 15 0 0 0,9 11-4239 0 0,-62-25-667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01.5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9 7834 0 0,'0'-1'95'0'0,"0"1"0"0"0,0-1 0 0 0,-1 1 0 0 0,1-1-1 0 0,0 1 1 0 0,-1-1 0 0 0,1 1 0 0 0,0 0 0 0 0,-1-1 0 0 0,1 1 0 0 0,-1-1 0 0 0,1 1 0 0 0,-1 0 0 0 0,1-1 0 0 0,-1 1 0 0 0,1 0 0 0 0,-1 0 0 0 0,1-1 0 0 0,-1 1 0 0 0,1 0 0 0 0,-1 0 0 0 0,0 0 0 0 0,1 0 0 0 0,-1 0 0 0 0,1 0 0 0 0,-1 0 0 0 0,1 0 0 0 0,-1 0 0 0 0,0 0 0 0 0,1 0-1 0 0,-1 0 1 0 0,1 0 0 0 0,-2 0 0 0 0,-4 21 4147 0 0,4-11-4213 0 0,-23 157 4097 0 0,14 88-4750 0 0,10-192 225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02.5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37 114 1840 0 0,'24'-64'16571'0'0,"-25"67"-16764"0"0,-6 16 914 0 0,7-19-746 0 0,0 0 0 0 0,0 0 1 0 0,0-1-1 0 0,0 1 0 0 0,0 0 0 0 0,0 0 0 0 0,0 0 0 0 0,0 0 0 0 0,0-1 0 0 0,0 1 0 0 0,0 0 1 0 0,-1 0-1 0 0,1 0 0 0 0,0 0 0 0 0,0-1 0 0 0,0 1 0 0 0,0 0 0 0 0,0 0 0 0 0,-1 0 0 0 0,1 0 0 0 0,0 0 1 0 0,0 0-1 0 0,0 0 0 0 0,0 0 0 0 0,-1-1 0 0 0,1 1 0 0 0,0 0 0 0 0,0 0 0 0 0,0 0 0 0 0,0 0 1 0 0,-1 0-1 0 0,1 0 0 0 0,0 0 0 0 0,0 0 0 0 0,0 0 0 0 0,-1 0 0 0 0,1 0 0 0 0,0 0 0 0 0,0 0 0 0 0,0 0 1 0 0,0 1-1 0 0,-1-1 0 0 0,1 0 0 0 0,0 0 0 0 0,0 0 0 0 0,0 0 0 0 0,0 0 0 0 0,-1 0 0 0 0,1 0 0 0 0,0 0 1 0 0,0 1-1 0 0,0-1 0 0 0,0 0 0 0 0,0 0 0 0 0,-1 0 0 0 0,1 0 0 0 0,0 1 0 0 0,0-1 0 0 0,0 0 1 0 0,0 0-1 0 0,0 0 0 0 0,-1-4-926 0 0,-1-4 957 0 0,-6-26-80 0 0,8 33 187 0 0,0 0 0 0 0,0 0-1 0 0,0 0 1 0 0,-1 0 0 0 0,1 1-1 0 0,0-1 1 0 0,0 0 0 0 0,0 0 0 0 0,0 0-1 0 0,1 0 1 0 0,-1 0 0 0 0,0 0 0 0 0,0 1-1 0 0,0-1 1 0 0,1 0 0 0 0,-1 0-1 0 0,0 0 1 0 0,1 0 0 0 0,-1 1 0 0 0,1-1-1 0 0,-1 0 1 0 0,1 1 0 0 0,-1-1-1 0 0,1 0 1 0 0,0 1 0 0 0,-1-1 0 0 0,1 0-1 0 0,0 1 1 0 0,-1-1 0 0 0,1 1 0 0 0,1-1-1 0 0,-2 1-74 0 0,1 0 0 0 0,0 0 0 0 0,-1 0 0 0 0,1 1 0 0 0,0-1 1 0 0,-1 0-1 0 0,1 0 0 0 0,-1 1 0 0 0,1-1 0 0 0,0 0 0 0 0,-1 1 0 0 0,1-1 0 0 0,-1 0 0 0 0,1 1 0 0 0,-1-1 0 0 0,1 1 0 0 0,-1-1 0 0 0,0 1 0 0 0,1-1 0 0 0,-1 1 0 0 0,1-1 0 0 0,-1 1 0 0 0,0-1 0 0 0,1 1 0 0 0,-1 0 0 0 0,0-1 0 0 0,0 1 1 0 0,0 0-1 0 0,0-1 0 0 0,1 1 0 0 0,-1 0 0 0 0,0-1 0 0 0,0 1 0 0 0,0 0 0 0 0,3 28 167 0 0,-3-26-131 0 0,2 83 243 0 0,-5 0 0 0 0,-17 112-1 0 0,6-82-307 0 0,-13 395-3431 0 0,27-432 2302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02.8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13 152 6913 0 0,'-2'-2'180'0'0,"1"-1"0"0"0,-1 1-1 0 0,1-1 1 0 0,0 1-1 0 0,0-1 1 0 0,0 0-1 0 0,0 0 1 0 0,0 0-1 0 0,1 1 1 0 0,-1-1-1 0 0,1 0 1 0 0,0 0-1 0 0,-1 0 1 0 0,2 0-1 0 0,-1 0 1 0 0,0 0-1 0 0,0 0 1 0 0,1 0-1 0 0,0 0 1 0 0,-1 1-1 0 0,1-1 1 0 0,0 0-1 0 0,1 0 1 0 0,-1 1-1 0 0,0-1 1 0 0,4-4-1 0 0,-2 3 146 0 0,0-1 0 0 0,0 1-1 0 0,0 0 1 0 0,1 0-1 0 0,0 0 1 0 0,0 0-1 0 0,0 1 1 0 0,0 0 0 0 0,0 0-1 0 0,1 0 1 0 0,-1 0-1 0 0,1 0 1 0 0,0 1-1 0 0,6-2 1 0 0,16-2 293 0 0,-1 1-1 0 0,1 1 1 0 0,38 0-1 0 0,84 7 320 0 0,-36 1-506 0 0,-18-5-263 0 0,20 0-1139 0 0,-38 3-4625 0 0,-32-1-462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03.1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0 3225 0 0,'-1'1'-203'0'0,"-16"5"-920"0"0,-2 5 4928 0 0,18-10-3547 0 0,1 0 1 0 0,-1 0-1 0 0,1 0 1 0 0,-1 0-1 0 0,1 0 1 0 0,-1 0-1 0 0,1 0 1 0 0,0 0-1 0 0,-1 0 1 0 0,1 1-1 0 0,0-1 1 0 0,0 0-1 0 0,0 0 1 0 0,0 0-1 0 0,0 0 1 0 0,0 0-1 0 0,0 0 0 0 0,0 1 1 0 0,1-1-1 0 0,-1 0 1 0 0,0 0-1 0 0,1 0 1 0 0,-1 0-1 0 0,1 0 1 0 0,-1 0-1 0 0,1 0 1 0 0,-1 0-1 0 0,1 0 1 0 0,0 0-1 0 0,0 0 1 0 0,-1 0-1 0 0,3 1 1 0 0,4 4 160 0 0,0 1 1 0 0,0-1-1 0 0,1 0 1 0 0,0-1-1 0 0,1 1 1 0 0,-1-2-1 0 0,1 1 1 0 0,0-1-1 0 0,18 5 1 0 0,-1 2 68 0 0,138 61 762 0 0,-56-23-3342 0 0,-51-22-4445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03.3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238 1 10138 0 0,'-3'3'349'0'0,"-1"0"0"0"0,1 0 0 0 0,0 0 1 0 0,0 0-1 0 0,0 1 0 0 0,0-1 0 0 0,0 1 0 0 0,1 0 0 0 0,0 0 0 0 0,0 0 0 0 0,0 0 0 0 0,0 0 0 0 0,-1 6 1 0 0,-4 4 165 0 0,-45 90 2574 0 0,-23 46-964 0 0,57-110-3081 0 0,-22 76 0 0 0,32-84 189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09.3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231 103 12899 0 0,'-6'-20'653'0'0,"5"11"-54"0"0,-1 1-1 0 0,-1 0 0 0 0,1 0 1 0 0,-2 0-1 0 0,1 0 1 0 0,-7-11-1 0 0,9 17-501 0 0,0 1-1 0 0,0 0 1 0 0,0 0 0 0 0,0 0-1 0 0,0 0 1 0 0,0 0 0 0 0,0 0-1 0 0,0 1 1 0 0,0-1 0 0 0,-1 0-1 0 0,1 1 1 0 0,0-1 0 0 0,-1 0 0 0 0,1 1-1 0 0,0 0 1 0 0,-1-1 0 0 0,1 1-1 0 0,-2-1 1 0 0,0 2-54 0 0,1-1 1 0 0,-1 0-1 0 0,1 1 1 0 0,-1-1-1 0 0,1 1 0 0 0,-1 0 1 0 0,1 0-1 0 0,0 0 1 0 0,-1 0-1 0 0,1 0 0 0 0,0 0 1 0 0,0 1-1 0 0,-4 2 1 0 0,0 2-34 0 0,-1 0 1 0 0,2 0 0 0 0,-1 0-1 0 0,1 1 1 0 0,0-1 0 0 0,0 1-1 0 0,1 1 1 0 0,-8 14 0 0 0,-20 66 63 0 0,30-83-74 0 0,-13 43 0 0 0,-12 69 0 0 0,24-98 0 0 0,1 0 0 0 0,0 0 0 0 0,2 0 0 0 0,0 0 0 0 0,1 0 0 0 0,6 36 0 0 0,-5-49-31 0 0,-1 0-1 0 0,1 0 1 0 0,0-1-1 0 0,1 1 0 0 0,0-1 1 0 0,-1 1-1 0 0,2-1 0 0 0,-1 0 1 0 0,1 0-1 0 0,-1 0 1 0 0,1-1-1 0 0,1 1 0 0 0,-1-1 1 0 0,1 0-1 0 0,-1 0 1 0 0,1 0-1 0 0,0-1 0 0 0,0 0 1 0 0,12 5-1 0 0,-12-6 3 0 0,0 0 0 0 0,0-1 1 0 0,0 0-1 0 0,1 0 0 0 0,-1 0 0 0 0,1-1 0 0 0,-1 1 0 0 0,1-1 0 0 0,-1-1 0 0 0,0 1 1 0 0,1-1-1 0 0,-1 0 0 0 0,1 0 0 0 0,-1 0 0 0 0,0-1 0 0 0,0 0 0 0 0,0 0 0 0 0,0 0 1 0 0,0-1-1 0 0,0 0 0 0 0,-1 1 0 0 0,7-7 0 0 0,-2 3-3 0 0,-1-2 0 0 0,0 1-1 0 0,-1-1 1 0 0,1 0 0 0 0,-1-1 0 0 0,-1 1 0 0 0,0-2 0 0 0,9-16-1 0 0,-13 23 9 0 0,-1 0 0 0 0,1-1 0 0 0,-1 0-1 0 0,0 1 1 0 0,0-1 0 0 0,0 0 0 0 0,-1 0 0 0 0,1 1-1 0 0,-1-1 1 0 0,0 0 0 0 0,0 0 0 0 0,0 0-1 0 0,0 1 1 0 0,-1-1 0 0 0,1 0 0 0 0,-1 0-1 0 0,0 1 1 0 0,-1-1 0 0 0,1 0 0 0 0,0 1-1 0 0,-1-1 1 0 0,0 1 0 0 0,0 0 0 0 0,0-1 0 0 0,0 1-1 0 0,0 0 1 0 0,-5-4 0 0 0,4 4 8 0 0,-1 0 0 0 0,1 0 0 0 0,0 0 1 0 0,1-1-1 0 0,-1 1 0 0 0,1-1 0 0 0,-1 0 0 0 0,1 1 1 0 0,0-1-1 0 0,0 0 0 0 0,1 0 0 0 0,-1 0 0 0 0,1-1 1 0 0,0 1-1 0 0,0 0 0 0 0,0-1 0 0 0,1 1 0 0 0,0 0 1 0 0,-1-1-1 0 0,2 1 0 0 0,-1 0 0 0 0,0-1 0 0 0,1 1 1 0 0,0 0-1 0 0,0-1 0 0 0,0 1 0 0 0,0 0 0 0 0,1 0 1 0 0,0 0-1 0 0,-1 0 0 0 0,2 0 0 0 0,2-5 0 0 0,2-2-31 0 0,1 0 0 0 0,-1 1-1 0 0,2 0 1 0 0,-1 0-1 0 0,2 1 1 0 0,-1 0-1 0 0,1 0 1 0 0,0 1 0 0 0,1 1-1 0 0,0-1 1 0 0,17-7-1 0 0,-20 11 17 0 0,0 1-1 0 0,0-1 1 0 0,1 2-1 0 0,-1-1 1 0 0,1 1-1 0 0,0 1 1 0 0,17-2-1 0 0,-21 3 49 0 0,1 0-1 0 0,-1 1 1 0 0,1-1-1 0 0,-1 1 1 0 0,0 0-1 0 0,1 1 1 0 0,-1-1-1 0 0,0 1 0 0 0,0 0 1 0 0,0 1-1 0 0,0-1 1 0 0,0 1-1 0 0,6 5 1 0 0,-6-4 82 0 0,0 1 0 0 0,-1-1 0 0 0,1 1 0 0 0,-1 1 0 0 0,-1-1 0 0 0,1 1 0 0 0,-1-1 0 0 0,0 1 0 0 0,0 0 0 0 0,0 0 0 0 0,-1 0 0 0 0,0 0 0 0 0,0 1 0 0 0,1 10 0 0 0,1 11 312 0 0,-1 0 0 0 0,-2 32 0 0 0,-1-29-113 0 0,1 19-231 0 0,3 52 897 0 0,-2-87-2960 0 0,0 0-1 0 0,8 22 1 0 0,-5-21-4472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09.5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22 7370 0 0,'7'-21'9631'0'0,"-8"33"-8224"0"0,-27 181 1500 0 0,19-103-3596 0 0,2 111 1 0 0,7-167-382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09.8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3 156 6913 0 0,'-3'-12'7474'0'0,"21"25"-5128"0"0,6 7-1503 0 0,-2 2-1 0 0,0 0 1 0 0,-2 1 0 0 0,0 2 0 0 0,26 43-1 0 0,24 28-634 0 0,-69-104 508 0 0,-6-21-321 0 0,-11-48-29 0 0,11 58-219 0 0,-3-26-361 0 0,1 0 0 0 0,3 0 0 0 0,2-76 0 0 0,4 78-690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10.2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48 13363 0 0,'6'-36'1699'0'0,"3"24"-42"0"0,-9 12-1586 0 0,1 0 1 0 0,-1 1-1 0 0,1-1 0 0 0,0 0 0 0 0,-1 0 0 0 0,1 0 0 0 0,-1 0 0 0 0,1 1 0 0 0,0-1 1 0 0,-1 0-1 0 0,1 1 0 0 0,-1-1 0 0 0,1 0 0 0 0,-1 1 0 0 0,1-1 0 0 0,-1 0 1 0 0,1 1-1 0 0,-1-1 0 0 0,0 1 0 0 0,1-1 0 0 0,-1 1 0 0 0,0-1 0 0 0,1 1 1 0 0,-1 0-1 0 0,0-1 0 0 0,1 2 0 0 0,3 9 191 0 0,0 0 0 0 0,0 0 0 0 0,-1 0 0 0 0,-1 1 0 0 0,0-1 0 0 0,0 1 0 0 0,-1-1 0 0 0,-1 1 0 0 0,0 13 0 0 0,0-3-120 0 0,2 103 111 0 0,4 83-681 0 0,-2-165-3070 0 0,13 52 0 0 0,-9-61-2643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10.4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12 150 1840 0 0,'-2'-4'29'0'0,"0"0"-1"0"0,1 0 0 0 0,-1 1 0 0 0,1-1 0 0 0,0 0 0 0 0,0 0 0 0 0,-1-7 0 0 0,3 8 134 0 0,-1 1-1 0 0,1-1 0 0 0,-1 0 0 0 0,1 1 0 0 0,0-1 1 0 0,0 1-1 0 0,0-1 0 0 0,0 1 0 0 0,1-1 0 0 0,-1 1 1 0 0,1-1-1 0 0,1-2 0 0 0,2-1 194 0 0,0 0 1 0 0,0 0 0 0 0,1 1-1 0 0,-1-1 1 0 0,1 1-1 0 0,0 0 1 0 0,0 1-1 0 0,1 0 1 0 0,-1 0-1 0 0,1 0 1 0 0,0 0 0 0 0,0 1-1 0 0,1 1 1 0 0,-1-1-1 0 0,0 1 1 0 0,1 0-1 0 0,0 1 1 0 0,-1-1 0 0 0,1 2-1 0 0,0-1 1 0 0,0 1-1 0 0,-1 0 1 0 0,1 1-1 0 0,0 0 1 0 0,-1 0-1 0 0,1 0 1 0 0,14 6 0 0 0,-10-4-96 0 0,-1 2-1 0 0,0-1 1 0 0,0 2 0 0 0,0-1 0 0 0,-1 1 0 0 0,0 1 0 0 0,0 0 0 0 0,0 0 0 0 0,-1 1 0 0 0,0 0 0 0 0,0 1 0 0 0,-1 0 0 0 0,-1 0 0 0 0,1 1 0 0 0,-1 0 0 0 0,-1 0 0 0 0,8 17 0 0 0,-7-7-83 0 0,-1 0 0 0 0,-1 0 0 0 0,-1 0 0 0 0,-1 1 0 0 0,-1 0 0 0 0,0-1 1 0 0,-2 1-1 0 0,0 0 0 0 0,-1 0 0 0 0,-2 0 0 0 0,0-1 0 0 0,-9 31 0 0 0,-1-5-429 0 0,-2 0 0 0 0,-2-1 0 0 0,-2-1 0 0 0,-34 56 0 0 0,34-69-6863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21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240 1742 1376 0 0,'-35'20'1837'0'0,"-55"42"1"0"0,59-39-529 0 0,8-7 754 0 0,-37 35 0 0 0,220-237 2602 0 0,-9 9-3354 0 0,91-73-171 0 0,26-28-391 0 0,-164 166-731 0 0,347-400 81 0 0,-371 408-494 0 0,142-172-3516 0 0,-206 258-1337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22.5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33 418 5985 0 0,'-32'22'2083'0'0,"60"-65"1578"0"0,-26 41-3616 0 0,156-184 2813 0 0,10 10-4262 0 0,-133 143-3374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22.9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1498 1694 4145 0 0,'6'-14'2291'0'0,"-5"12"-1783"0"0,1 0 0 0 0,-1-1 0 0 0,1 1 0 0 0,-1 0-1 0 0,0-1 1 0 0,0 1 0 0 0,0 0 0 0 0,0-1 0 0 0,-1 0 0 0 0,1 1 0 0 0,-1-1 0 0 0,1 1 0 0 0,-1-5 0 0 0,-9-18 407 0 0,-1 0-1 0 0,-1 0 1 0 0,-2 1-1 0 0,0 1 1 0 0,-29-38 0 0 0,-2 3-166 0 0,-2 1 1 0 0,-3 3-1 0 0,-60-52 1 0 0,-177-128 162 0 0,-86-82-490 0 0,288 232-584 0 0,4-3-1 0 0,-78-110 1 0 0,88 98-559 0 0,-27-38-4446 0 0,73 107-1175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24.3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59 138 3225 0 0,'-5'-9'323'0'0,"0"0"1"0"0,0 0-1 0 0,1 0 1 0 0,1-1 0 0 0,-1 0-1 0 0,2 0 1 0 0,-3-14-1 0 0,-8-24-794 0 0,10 141 1826 0 0,-2 104-289 0 0,0 67 773 0 0,94 554 591 0 0,-53-566-1875 0 0,162 1356 3045 0 0,-164-1091-1523 0 0,-17-185-1609 0 0,66 238-267 0 0,-54-415-250 0 0,-8-25 31 0 0,18 93 747 0 0,-29-182-328 0 0,1-1 0 0 0,3-1 0 0 0,25 55 0 0 0,-27-67-249 0 0,10 33 1 0 0,-16-41-757 0 0,0-1 1 0 0,1 0 0 0 0,2 0-1 0 0,-1-1 1 0 0,17 24 0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25.2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3225 0 0,'2'11'1332'0'0,"1"0"0"0"0,-1-1 1 0 0,8 16-1 0 0,7 28 883 0 0,11 144 827 0 0,-6-25-2126 0 0,22 115-235 0 0,-14-82-472 0 0,9 149 263 0 0,-21-161 627 0 0,-7-35-509 0 0,-9-99-94 0 0,2 0 1 0 0,24 110 0 0 0,2-25 333 0 0,-9 74-2318 0 0,-23 0-442 0 0,-7-71 1974 0 0,7-125-134 0 0,0 4-139 0 0,0 1-1 0 0,2-1 0 0 0,0 1 1 0 0,6 32-1 0 0,0-40-5318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26.2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173 80 8290 0 0,'-18'-10'1028'0'0,"-1"1"0"0"0,-24-8 0 0 0,27 11-346 0 0,0 0 1 0 0,0-1-1 0 0,1 0 0 0 0,-15-11 1 0 0,73 26 844 0 0,-8 4-1294 0 0,0 1 1 0 0,-1 2-1 0 0,59 37 1 0 0,88 73 587 0 0,-71-46-277 0 0,260 204 631 0 0,-306-232-1121 0 0,113 69 0 0 0,79 22-138 0 0,-242-135-7 0 0,10 6-150 0 0,40 27 1 0 0,-56-34-454 0 0,-1 1 0 0 0,1-1 0 0 0,-1 2 0 0 0,11 13 0 0 0,-6-1-5137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26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65 3225 0 0,'-26'-10'1192'0'0,"22"9"-487"0"0,0-2 0 0 0,0 1-1 0 0,1 0 1 0 0,-1-1 0 0 0,0 1 0 0 0,1-1-1 0 0,0 0 1 0 0,-1 0 0 0 0,1-1-1 0 0,0 1 1 0 0,1-1 0 0 0,-1 1-1 0 0,-2-5 1 0 0,5 7-620 0 0,0 1 1 0 0,0-1-1 0 0,1 1 1 0 0,-1-1-1 0 0,0 1 0 0 0,0-1 1 0 0,0 1-1 0 0,1-1 0 0 0,-1 1 1 0 0,0-1-1 0 0,1 1 0 0 0,-1-1 1 0 0,0 1-1 0 0,1 0 1 0 0,-1-1-1 0 0,1 1 0 0 0,-1 0 1 0 0,0-1-1 0 0,1 1 0 0 0,-1 0 1 0 0,1-1-1 0 0,-1 1 0 0 0,1 0 1 0 0,-1 0-1 0 0,1 0 1 0 0,-1-1-1 0 0,1 1 0 0 0,-1 0 1 0 0,1 0-1 0 0,0 0 0 0 0,-1 0 1 0 0,1 0-1 0 0,-1 0 0 0 0,1 0 1 0 0,-1 0-1 0 0,1 0 1 0 0,-1 0-1 0 0,1 1 0 0 0,0-1 1 0 0,25 1 488 0 0,206 56 1340 0 0,-112-23-2189 0 0,-87-26 100 0 0,112 35-4953 0 0,-119-32 3579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27.0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993 1 2761 0 0,'-5'6'9216'0'0,"3"3"-8998"0"0,0 0-1 0 0,-1 1 0 0 0,0-1 1 0 0,-1 0-1 0 0,1-1 0 0 0,-2 1 1 0 0,-8 14-1 0 0,-47 61 480 0 0,46-65-668 0 0,-52 78 785 0 0,-94 187 1 0 0,1 1 86 0 0,-6-41-379 0 0,75-116 429 0 0,-122 229 0 0 0,207-348-1481 0 0,1 1-1 0 0,1-1 0 0 0,-1 1 1 0 0,1 0-1 0 0,1 0 1 0 0,-2 18-1 0 0,2-9-780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27.7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343 1 3225 0 0,'-26'44'3304'0'0,"5"-2"-1689"0"0,2 1 0 0 0,-25 83-1 0 0,-7 19-368 0 0,-92 171 1098 0 0,118-260-3608 0 0,12-18-3557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28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783 6 2745 0 0,'0'0'62'0'0,"0"0"1"0"0,0 0 0 0 0,0-1-1 0 0,0 1 1 0 0,0 0 0 0 0,-1 0-1 0 0,1-1 1 0 0,0 1 0 0 0,0 0-1 0 0,0 0 1 0 0,0-1 0 0 0,0 1-1 0 0,0 0 1 0 0,-1 0-1 0 0,1 0 1 0 0,0-1 0 0 0,0 1-1 0 0,0 0 1 0 0,0 0 0 0 0,-1 0-1 0 0,1 0 1 0 0,0-1 0 0 0,0 1-1 0 0,-1 0 1 0 0,1 0 0 0 0,0 0-1 0 0,0 0 1 0 0,-1 0 0 0 0,1 0-1 0 0,0 0 1 0 0,0 0 0 0 0,-1 0-1 0 0,1 0 1 0 0,0 0 0 0 0,0 0-1 0 0,-1 0 1 0 0,1 0 0 0 0,0 0-1 0 0,0 0 1 0 0,-1 0 0 0 0,1 0-1 0 0,0 0 1 0 0,0 0 0 0 0,-1 0-1 0 0,1 0 1 0 0,0 0 0 0 0,0 1-1 0 0,-1-1 1 0 0,1 0 0 0 0,-14 16 2275 0 0,-8 22-330 0 0,22-37-2007 0 0,-152 274 1904 0 0,63-117-983 0 0,9-18 485 0 0,-140 187 0 0 0,166-258-1037 0 0,29-42-73 0 0,2 2 0 0 0,1 1 0 0 0,2 1 0 0 0,-29 57 0 0 0,46-79-1531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28.6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17 563 8290 0 0,'-17'10'1125'0'0,"26"-19"745"0"0,27-19 304 0 0,6 9-1712 0 0,1 2 1 0 0,1 2 0 0 0,1 2-1 0 0,72-13 1 0 0,1-1-424 0 0,347-64 153 0 0,488-37 1394 0 0,-758 102-1246 0 0,639-70 1719 0 0,-561 74-1868 0 0,531-30 1321 0 0,-598 49-991 0 0,392 45 0 0 0,-510-29-523 0 0,264 33-29 0 0,-242-36 7 0 0,136-7 0 0 0,-74-14-323 0 0,-58-6-3166 0 0,-83 10-3364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29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317 1113 5441 0 0,'-14'16'273'0'0,"1"1"1"0"0,0 0-1 0 0,2 1 0 0 0,-10 19 0 0 0,-6 8 67 0 0,-180 307 4602 0 0,203-346-4879 0 0,-3 7 1030 0 0,14-21 253 0 0,46-72 172 0 0,46-94-1 0 0,24-39-882 0 0,145-214-107 0 0,126-171-69 0 0,-389 592-546 0 0,53-71-892 0 0,-21 27-2467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30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0 437 6449 0 0,'3'-8'4291'0'0,"16"-36"-2228"0"0,25-26 218 0 0,98-119 0 0 0,-74 104-4059 0 0,-49 62-2104 0 0,-2 5-1166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30.5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 8498 0 0,'-5'6'7510'0'0,"18"15"-6713"0"0,40 94 815 0 0,85 135-1 0 0,-111-207-1469 0 0,3-2-1 0 0,43 47 0 0 0,78 66-75 0 0,-88-94-75 0 0,-3 3 1 0 0,70 94-1 0 0,-35-14 9 0 0,141 182 0 0 0,-160-227 354 0 0,111 185-1 0 0,-48-66 647 0 0,-65-91-588 0 0,-55-90-239 0 0,2-1-1 0 0,1 0 1 0 0,42 50-1 0 0,-59-80-175 0 0,10 10-146 0 0,0 0 0 0 0,-2 1 1 0 0,0 1-1 0 0,0 0 1 0 0,-2 0-1 0 0,0 1 0 0 0,13 33 1 0 0,-24-51 32 0 0,0 0 0 0 0,0 1 0 0 0,0-1 0 0 0,0 0 0 0 0,0 1 1 0 0,0-1-1 0 0,0 0 0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32.0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 59 4145 0 0,'-12'-7'896'0'0,"-1"0"1"0"0,0 0-1 0 0,-1 1 0 0 0,-22-7 1 0 0,-12-5 2815 0 0,86 39 612 0 0,66 51-3118 0 0,261 208 975 0 0,-174-131-1671 0 0,95 65-404 0 0,-70-86 219 0 0,-50-32-2379 0 0,-151-86-2599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32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1131 256 0 0,'-15'5'4189'0'0,"42"-36"-2636"0"0,-2 0 1 0 0,28-46-1 0 0,-4 5 78 0 0,79-116 1052 0 0,-30 41-1156 0 0,157-229 2923 0 0,-152 210-5425 0 0,-87 140-77 0 0,-2 4-18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33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 6913 0 0,'17'-4'6110'0'0,"13"-3"-3394"0"0,-22 8-2345 0 0,0 0-1 0 0,1 1 0 0 0,-1-1 1 0 0,0 1-1 0 0,0 1 0 0 0,-1-1 1 0 0,1 2-1 0 0,0-1 0 0 0,-1 1 1 0 0,11 7-1 0 0,10 8 180 0 0,32 28-1 0 0,-34-25-232 0 0,85 74 400 0 0,23 17-3618 0 0,-109-93-4021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33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1382 4145 0 0,'24'-43'2947'0'0,"268"-405"6927"0"0,-273 421-9316 0 0,110-171 1403 0 0,0-1-1320 0 0,-99 158-631 0 0,2 1 0 0 0,62-59 0 0 0,95-97-149 0 0,-115 106-4511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34.6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68 204 2304 0 0,'-4'1'102'0'0,"0"0"-1"0"0,1 1 1 0 0,-1-1-1 0 0,1 1 1 0 0,-1 0-1 0 0,1 0 0 0 0,-1 0 1 0 0,1 1-1 0 0,-4 3 1 0 0,4-4 5 0 0,1 0 1 0 0,-1 0-1 0 0,1 0 0 0 0,0 0 1 0 0,0 0-1 0 0,0 1 1 0 0,0-1-1 0 0,0 0 0 0 0,1 1 1 0 0,-1 0-1 0 0,1-1 1 0 0,0 1-1 0 0,-2 5 0 0 0,3-7-60 0 0,0 0-1 0 0,0-1 0 0 0,1 1 1 0 0,-1 0-1 0 0,0 0 0 0 0,1-1 1 0 0,-1 1-1 0 0,1 0 0 0 0,-1-1 1 0 0,0 1-1 0 0,1-1 0 0 0,0 1 1 0 0,-1-1-1 0 0,1 1 0 0 0,-1-1 1 0 0,1 1-1 0 0,0-1 0 0 0,-1 1 1 0 0,1-1-1 0 0,0 0 0 0 0,-1 1 1 0 0,1-1-1 0 0,0 0 0 0 0,0 0 1 0 0,-1 1-1 0 0,1-1 0 0 0,0 0 1 0 0,0 0-1 0 0,0 0 0 0 0,-1 0 1 0 0,1 0-1 0 0,0 0 0 0 0,0 0 1 0 0,-1 0-1 0 0,1 0 0 0 0,0-1 1 0 0,1 1-1 0 0,38-8 789 0 0,-31 6-555 0 0,147-34 2112 0 0,-73 15-1372 0 0,1 4 0 0 0,128-10-1 0 0,58 24-434 0 0,-156 4-580 0 0,67 1-5 0 0,288-12 0 0 0,151-46-25 0 0,502 16 2394 0 0,-597 84-1434 0 0,42 2-653 0 0,973-119 497 0 0,-1295 33-1014 0 0,-121 17-29 0 0,-15 9 301 0 0,-54 15-1011 0 0,-46 1-177 0 0,0-1 0 0 0,0 1 0 0 0,16 5 0 0 0,-4 2-4023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35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 7370 0 0,'-1'1'166'0'0,"0"-1"1"0"0,1 1-1 0 0,-1 0 1 0 0,0 0-1 0 0,1-1 1 0 0,-1 1-1 0 0,1 0 1 0 0,-1 0-1 0 0,1 0 1 0 0,0 0-1 0 0,-1 0 1 0 0,1 0-1 0 0,0 0 1 0 0,0 0-1 0 0,0 0 1 0 0,-1 0-1 0 0,1 0 0 0 0,0 0 1 0 0,0 0-1 0 0,0 0 1 0 0,1 0-1 0 0,-1 0 1 0 0,0 0-1 0 0,0 0 1 0 0,1 1-1 0 0,5 47 1078 0 0,-2-24-607 0 0,96 635 398 0 0,-99-658-1030 0 0,21 118 167 0 0,104 462 1202 0 0,78 142 1393 0 0,-95-293-1624 0 0,-33-123-688 0 0,147 716-114 0 0,-125-537 292 0 0,59 355-144 0 0,-27 245-808 0 0,-37-311 426 0 0,-33-342 502 0 0,15 75-149 0 0,-71-490-433 0 0,-1-6 6 0 0,0 0-1 0 0,-1 0 1 0 0,0 0 0 0 0,-1 0-1 0 0,-1 19 1 0 0,-3-25-1190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36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13 114 5529 0 0,'0'0'51'0'0,"-1"1"-1"0"0,1-1 1 0 0,0 0-1 0 0,-1 0 0 0 0,1 1 1 0 0,-1-1-1 0 0,1 0 1 0 0,-1 0-1 0 0,1 0 1 0 0,-1 0-1 0 0,1 1 0 0 0,-1-1 1 0 0,1 0-1 0 0,-1 0 1 0 0,1 0-1 0 0,-1 0 1 0 0,1 0-1 0 0,-1 0 1 0 0,1 0-1 0 0,-1 0 0 0 0,1-1 1 0 0,-1 1-1 0 0,1 0 1 0 0,-1 0-1 0 0,0-10 1493 0 0,12-14 110 0 0,-11 23-1742 0 0,3-3 191 0 0,-1-1 0 0 0,1 1 0 0 0,1 0 0 0 0,-1 0 0 0 0,1 0 0 0 0,-1 0 0 0 0,1 1-1 0 0,0 0 1 0 0,0-1 0 0 0,1 1 0 0 0,-1 1 0 0 0,1-1 0 0 0,-1 1 0 0 0,1 0 0 0 0,0 0 0 0 0,0 0 0 0 0,0 0 0 0 0,0 1 0 0 0,10-2 0 0 0,7 1 332 0 0,0 1 1 0 0,1 0-1 0 0,32 4 0 0 0,6 0 71 0 0,-25-5-1032 0 0,-2-1 1 0 0,38-8 0 0 0,-47 5-4047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36.2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 4145 0 0,'-3'4'368'0'0,"2"-1"-296"0"0,1 0-72 0 0,0-1 0 0 0,0-1 264 0 0,0 1 40 0 0,0-1 8 0 0,1 4 0 0 0,1 1-240 0 0,1 1-72 0 0,1-1 0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36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649 547 6913 0 0,'-4'2'233'0'0,"-1"-1"0"0"0,1 0-1 0 0,-1 1 1 0 0,0-2-1 0 0,1 1 1 0 0,-1 0-1 0 0,0-1 1 0 0,0 0-1 0 0,1 0 1 0 0,-1-1 0 0 0,0 1-1 0 0,1-1 1 0 0,-1 0-1 0 0,0 0 1 0 0,-5-2-1 0 0,-12-5 1245 0 0,-41-21-1 0 0,24 10-283 0 0,13 8-540 0 0,1-2 0 0 0,1-1-1 0 0,0-1 1 0 0,0-1-1 0 0,2-2 1 0 0,-39-36-1 0 0,32 23-326 0 0,1-1 0 0 0,2-2-1 0 0,-42-70 1 0 0,42 56-317 0 0,14 24-1132 0 0,-31-44-1 0 0,37 58-213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37.2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51 164 8754 0 0,'-3'1'103'0'0,"0"1"-1"0"0,1-1 1 0 0,-1 1 0 0 0,0-1-1 0 0,0 1 1 0 0,0 0 0 0 0,1 0-1 0 0,-1 0 1 0 0,1 0 0 0 0,0 0-1 0 0,0 1 1 0 0,-1-1 0 0 0,1 1-1 0 0,-2 4 1 0 0,2-2 105 0 0,0 0 0 0 0,0 0-1 0 0,1 0 1 0 0,0 1 0 0 0,0-1 0 0 0,0 0-1 0 0,1 1 1 0 0,0 5 0 0 0,-1-5 2 0 0,1-1 0 0 0,0 0 0 0 0,1 0 0 0 0,-1 0 0 0 0,1 0 0 0 0,0 0 0 0 0,1-1 1 0 0,-1 1-1 0 0,1 0 0 0 0,3 7 0 0 0,-4-11-152 0 0,-1 0 1 0 0,1 0 0 0 0,0 0-1 0 0,0 0 1 0 0,-1-1-1 0 0,1 1 1 0 0,0 0 0 0 0,0 0-1 0 0,0 0 1 0 0,0-1-1 0 0,0 1 1 0 0,0-1 0 0 0,0 1-1 0 0,0-1 1 0 0,0 1-1 0 0,0-1 1 0 0,1 1 0 0 0,-1-1-1 0 0,1 0 1 0 0,0 0-23 0 0,0 0 1 0 0,0 0-1 0 0,0 0 1 0 0,0-1-1 0 0,0 1 0 0 0,0-1 1 0 0,0 1-1 0 0,0-1 0 0 0,0 0 1 0 0,0 0-1 0 0,0 0 1 0 0,0 0-1 0 0,-1 0 0 0 0,4-2 1 0 0,1-3 27 0 0,1 0 1 0 0,-1-1-1 0 0,-1 1 1 0 0,1-1-1 0 0,-1 0 1 0 0,-1 0 0 0 0,1-1-1 0 0,-1 1 1 0 0,0-1-1 0 0,-1 0 1 0 0,0 0-1 0 0,0-1 1 0 0,1-8-1 0 0,-2 9-5 0 0,0-1 0 0 0,0 0 0 0 0,-1 0-1 0 0,0 0 1 0 0,-1 0 0 0 0,0-1-1 0 0,0 1 1 0 0,-1 0 0 0 0,0 0 0 0 0,-1 0-1 0 0,0 0 1 0 0,-4-11 0 0 0,3 14-74 0 0,-1-1 1 0 0,0 1-1 0 0,0 0 1 0 0,0 0-1 0 0,-1 0 1 0 0,0 1-1 0 0,-9-8 0 0 0,12 11-4 0 0,0 0 0 0 0,0 0 0 0 0,0 1 0 0 0,0-1-1 0 0,0 0 1 0 0,-1 1 0 0 0,1 0 0 0 0,-1-1-1 0 0,1 1 1 0 0,-1 0 0 0 0,1 0 0 0 0,-1 1-1 0 0,0-1 1 0 0,1 0 0 0 0,-1 1 0 0 0,0 0-1 0 0,0-1 1 0 0,1 1 0 0 0,-1 0 0 0 0,0 1 0 0 0,0-1-1 0 0,-5 1 1 0 0,-2 5-662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37.7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17 569 5985 0 0,'-9'15'1720'0'0,"1"-4"2005"0"0,11-26-1440 0 0,5-12-1475 0 0,68-215 525 0 0,-57 192-3031 0 0,2 0 0 0 0,47-78 0 0 0,-53 104-218 0 0,25-26 0 0 0,-32 42 939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38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102 114 3225 0 0,'-13'7'410'0'0,"1"0"-1"0"0,0 2 1 0 0,-18 15 0 0 0,27-21-133 0 0,0-1 0 0 0,0 1-1 0 0,1 0 1 0 0,-1 0 0 0 0,0 1-1 0 0,1-1 1 0 0,0 0 0 0 0,0 1-1 0 0,0-1 1 0 0,0 1 0 0 0,1 0-1 0 0,-1 0 1 0 0,1-1 0 0 0,0 1-1 0 0,0 0 1 0 0,0 0 0 0 0,1 0-1 0 0,-1 5 1 0 0,1-8-227 0 0,1 1 1 0 0,-1 0-1 0 0,0-1 0 0 0,1 1 1 0 0,-1-1-1 0 0,1 1 0 0 0,-1-1 1 0 0,1 1-1 0 0,0-1 0 0 0,-1 1 1 0 0,1-1-1 0 0,0 0 1 0 0,0 1-1 0 0,0-1 0 0 0,0 0 1 0 0,0 0-1 0 0,1 0 0 0 0,-1 0 1 0 0,0 0-1 0 0,2 1 0 0 0,0 0 135 0 0,0-1 1 0 0,1 1-1 0 0,-1-1 0 0 0,0 0 0 0 0,1 0 0 0 0,-1 0 0 0 0,1 0 0 0 0,-1-1 0 0 0,4 1 0 0 0,1-1 133 0 0,0 0 0 0 0,0-1-1 0 0,0 0 1 0 0,0 0 0 0 0,0 0 0 0 0,0-1 0 0 0,13-5-1 0 0,-17 5-327 0 0,0-1 1 0 0,0 1-1 0 0,0-1 0 0 0,0 0 0 0 0,-1 0 0 0 0,1 0 0 0 0,-1-1 0 0 0,0 1 0 0 0,0-1 1 0 0,0 0-1 0 0,0 0 0 0 0,0 0 0 0 0,-1 0 0 0 0,0 0 0 0 0,0 0 0 0 0,0-1 0 0 0,0 1 1 0 0,-1-1-1 0 0,0 0 0 0 0,1-6 0 0 0,-1 4-2 0 0,0 1 1 0 0,0 0-1 0 0,-1 0 0 0 0,0-1 0 0 0,-1 1 1 0 0,1 0-1 0 0,-1 0 0 0 0,0 0 1 0 0,-1 0-1 0 0,1 0 0 0 0,-1 0 0 0 0,-1 0 1 0 0,1 0-1 0 0,-1 0 0 0 0,-4-6 1 0 0,0 3 84 0 0,0 0 1 0 0,0 1-1 0 0,-16-14 1 0 0,20 19 9 0 0,1 1 0 0 0,-1 0 0 0 0,1 0 0 0 0,-1 0 0 0 0,0 1 0 0 0,1-1 0 0 0,-1 1 0 0 0,0-1 0 0 0,0 1 0 0 0,0 0 0 0 0,0 0 0 0 0,-1 0 0 0 0,1 1 0 0 0,0-1 0 0 0,0 1 0 0 0,0 0 0 0 0,-7 0 0 0 0,-5 9-21 0 0,8 1-4208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38.6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 7370 0 0,'-1'0'176'0'0,"1"1"0"0"0,-1 0 0 0 0,1 0 0 0 0,-1 0 0 0 0,1 0 0 0 0,0 0 0 0 0,-1 0 0 0 0,1 1 1 0 0,0-1-1 0 0,0 0 0 0 0,0 0 0 0 0,0 0 0 0 0,0 0 0 0 0,0 0 0 0 0,0 0 0 0 0,0 0 0 0 0,0 0 1 0 0,1 0-1 0 0,-1 0 0 0 0,0 0 0 0 0,1 0 0 0 0,-1 0 0 0 0,1 0 0 0 0,-1 0 0 0 0,1 0 0 0 0,-1 0 1 0 0,1 0-1 0 0,0 0 0 0 0,1 1 0 0 0,27 32 735 0 0,-20-25-456 0 0,110 155 573 0 0,-13-16 351 0 0,-88-126-1239 0 0,2 0-1 0 0,1-1 1 0 0,0-1-1 0 0,30 21 1 0 0,24 8-565 0 0,-53-36 114 0 0,-1 0 0 0 0,0 2-1 0 0,-1 0 1 0 0,0 2 0 0 0,-1 0 0 0 0,18 21-1 0 0,-25-20-765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38.9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58 171 5529 0 0,'-1'0'109'0'0,"1"0"-1"0"0,-1 0 1 0 0,0-1-1 0 0,1 1 1 0 0,-1 0-1 0 0,1-1 1 0 0,-1 1-1 0 0,1 0 1 0 0,-1-1-1 0 0,1 1 1 0 0,-1-1-1 0 0,1 1 1 0 0,-1-1-1 0 0,1 1 1 0 0,-1-1-1 0 0,1 1 1 0 0,0-1-1 0 0,-1 1 1 0 0,1-1-1 0 0,0 0 1 0 0,0 1 0 0 0,-1-1-1 0 0,1 0 1 0 0,0 1-1 0 0,0-1 1 0 0,0 1-1 0 0,0-1 1 0 0,0 0-1 0 0,0 1 1 0 0,0-1-1 0 0,0 0 1 0 0,0 1-1 0 0,0-1 1 0 0,0 0-1 0 0,0 1 1 0 0,0-1-1 0 0,1 0 1 0 0,-1 1-1 0 0,0-1 1 0 0,0 0-1 0 0,1 1 1 0 0,-1-1-1 0 0,1 1 1 0 0,-1-1-1 0 0,0 1 1 0 0,1-1-1 0 0,-1 1 1 0 0,1-1-1 0 0,-1 1 1 0 0,1-1-1 0 0,-1 1 1 0 0,1 0-1 0 0,-1-1 1 0 0,2 1 0 0 0,43-25 3312 0 0,-26 16-3030 0 0,-12 5-224 0 0,0-1 1 0 0,-1 0-1 0 0,0 0 1 0 0,0 0-1 0 0,-1-1 1 0 0,1 1-1 0 0,7-12 1 0 0,-13 15-161 0 0,1 1-1 0 0,0 0 1 0 0,0-1 0 0 0,0 1 0 0 0,-1-1-1 0 0,1 1 1 0 0,-1-1 0 0 0,1 0 0 0 0,-1 1-1 0 0,0-1 1 0 0,1 1 0 0 0,-1-1 0 0 0,0 0-1 0 0,0 1 1 0 0,0-1 0 0 0,-1 0 0 0 0,1-2-1 0 0,-1 2-19 0 0,0 1 0 0 0,0-1 0 0 0,0 1 0 0 0,0-1 0 0 0,0 1 0 0 0,0 0 0 0 0,-1-1 0 0 0,1 1 0 0 0,0 0 0 0 0,-1 0 0 0 0,1 0 0 0 0,-1 0 0 0 0,1 0 0 0 0,-1 0 0 0 0,0 0 0 0 0,1 1 0 0 0,-1-1 0 0 0,0 0 0 0 0,1 1 0 0 0,-3-1 0 0 0,-1 0-88 0 0,-1 0 1 0 0,1 1-1 0 0,0 0 0 0 0,-1-1 0 0 0,1 2 0 0 0,-1-1 1 0 0,1 1-1 0 0,0-1 0 0 0,0 1 0 0 0,-1 1 0 0 0,1-1 1 0 0,0 1-1 0 0,0 0 0 0 0,0 0 0 0 0,0 1 0 0 0,1-1 1 0 0,-1 1-1 0 0,1 0 0 0 0,-1 0 0 0 0,1 1 0 0 0,0-1 1 0 0,0 1-1 0 0,1 0 0 0 0,-1 0 0 0 0,1 0 1 0 0,0 0-1 0 0,0 1 0 0 0,0-1 0 0 0,0 1 0 0 0,-2 8 1 0 0,-5 10-4752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39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216 19 5985 0 0,'1'6'542'0'0,"0"-16"751"0"0,-3-2 543 0 0,2 12-1787 0 0,0 0 0 0 0,0 0 1 0 0,0-1-1 0 0,0 1 0 0 0,0 0 1 0 0,-1 0-1 0 0,1 0 0 0 0,0 0 1 0 0,0-1-1 0 0,0 1 0 0 0,0 0 1 0 0,-1 0-1 0 0,1 0 0 0 0,0 0 1 0 0,0 0-1 0 0,0 0 0 0 0,-1 0 1 0 0,1-1-1 0 0,0 1 0 0 0,0 0 1 0 0,0 0-1 0 0,-1 0 0 0 0,1 0 1 0 0,0 0-1 0 0,0 0 0 0 0,0 0 1 0 0,-1 0-1 0 0,1 0 0 0 0,0 0 1 0 0,0 0-1 0 0,-1 0 0 0 0,1 0 1 0 0,0 1-1 0 0,0-1 0 0 0,-3 1 1101 0 0,0 4-741 0 0,-47 74 400 0 0,30-45-524 0 0,-24 31 0 0 0,23-39 39 0 0,12-16-220 0 0,1-1 1 0 0,1 1-1 0 0,-1 0 0 0 0,2 1 0 0 0,-1-1 0 0 0,1 1 1 0 0,1 1-1 0 0,-6 15 0 0 0,11-26-157 0 0,-1 0 1 0 0,1 0-1 0 0,0 0 0 0 0,0 1 0 0 0,-1-1 1 0 0,1 0-1 0 0,0 0 0 0 0,0 0 1 0 0,0 0-1 0 0,0 0 0 0 0,0 0 0 0 0,0 0 1 0 0,1 0-1 0 0,-1 1 0 0 0,0-1 1 0 0,0 0-1 0 0,1 0 0 0 0,-1 0 1 0 0,1 0-1 0 0,-1 0 0 0 0,1 0 0 0 0,-1 0 1 0 0,1-1-1 0 0,0 1 0 0 0,-1 0 1 0 0,1 0-1 0 0,0 0 0 0 0,0 0 0 0 0,0-1 1 0 0,0 1-1 0 0,0 0 0 0 0,-1-1 1 0 0,1 1-1 0 0,0-1 0 0 0,0 1 0 0 0,0-1 1 0 0,0 0-1 0 0,1 1 0 0 0,-1-1 1 0 0,0 0-1 0 0,0 0 0 0 0,0 1 1 0 0,2-1-1 0 0,5-2-1247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8:39.7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74 920 0 0,'-7'2'940'0'0,"-1"0"1"0"0,1 0-1 0 0,0 1 0 0 0,-1 0 0 0 0,1 0 0 0 0,0 0 1 0 0,0 1-1 0 0,1 0 0 0 0,-1 1 0 0 0,1-1 0 0 0,-11 11 1 0 0,17-14-809 0 0,0 0 1 0 0,0 0-1 0 0,-1 0 1 0 0,1-1 0 0 0,0 1-1 0 0,0 0 1 0 0,0 0-1 0 0,0 0 1 0 0,0 0 0 0 0,0-1-1 0 0,0 1 1 0 0,0 0-1 0 0,0 0 1 0 0,0 0-1 0 0,1-1 1 0 0,-1 1 0 0 0,0 0-1 0 0,1 0 1 0 0,-1 0-1 0 0,0-1 1 0 0,1 1 0 0 0,-1 0-1 0 0,1-1 1 0 0,-1 1-1 0 0,1 0 1 0 0,-1-1 0 0 0,1 1-1 0 0,0-1 1 0 0,-1 1-1 0 0,1-1 1 0 0,0 1-1 0 0,-1-1 1 0 0,2 1 0 0 0,31 23 433 0 0,-27-19-161 0 0,-2-2-352 0 0,1 1-1 0 0,0-1 1 0 0,0 0-1 0 0,0 0 1 0 0,1-1-1 0 0,-1 1 1 0 0,10 2-1 0 0,-13-5-42 0 0,0 0 0 0 0,-1 0 0 0 0,1 0-1 0 0,0 0 1 0 0,0 0 0 0 0,-1 0 0 0 0,1-1 0 0 0,0 1-1 0 0,0-1 1 0 0,-1 1 0 0 0,1-1 0 0 0,-1 1-1 0 0,1-1 1 0 0,0 0 0 0 0,-1 0 0 0 0,1 0 0 0 0,-1 0-1 0 0,0 0 1 0 0,1 0 0 0 0,-1 0 0 0 0,0 0 0 0 0,0-1-1 0 0,1 1 1 0 0,-1 0 0 0 0,0-1 0 0 0,0 1 0 0 0,-1-1-1 0 0,1 1 1 0 0,1-4 0 0 0,2-2 29 0 0,-1-1 0 0 0,0 0 0 0 0,-1 1 0 0 0,0-1 0 0 0,0 0 1 0 0,-1 0-1 0 0,0 0 0 0 0,0 0 0 0 0,0 0 0 0 0,-1 0 0 0 0,-1 0 0 0 0,-1-14 0 0 0,1 19-27 0 0,1 0-1 0 0,-1 0 0 0 0,0 0 1 0 0,0 0-1 0 0,0 0 0 0 0,0 1 1 0 0,0-1-1 0 0,-1 0 0 0 0,1 1 0 0 0,-1-1 1 0 0,0 1-1 0 0,0-1 0 0 0,0 1 1 0 0,0 0-1 0 0,0 0 0 0 0,0 0 1 0 0,-1 0-1 0 0,1 0 0 0 0,0 0 1 0 0,-1 1-1 0 0,0-1 0 0 0,1 1 0 0 0,-1 0 1 0 0,0 0-1 0 0,0 0 0 0 0,0 0 1 0 0,0 0-1 0 0,1 1 0 0 0,-1-1 1 0 0,0 1-1 0 0,0-1 0 0 0,0 1 1 0 0,0 0-1 0 0,0 1 0 0 0,0-1 0 0 0,-6 2 1 0 0,-6 2-1445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14.9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0 0 4385 0 0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15.2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20 121 3049 0 0,'-3'-65'2330'0'0,"3"59"-1549"0"0,-1 0 1 0 0,0 0 0 0 0,0 0 0 0 0,-1-1 0 0 0,0 1-1 0 0,-8-12 6665 0 0,13 64-5103 0 0,69 403-466 0 0,-63-384-2251 0 0,2 0 1 0 0,29 88-1 0 0,-28-120-740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15.6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35 210 5529 0 0,'-26'8'844'0'0,"18"-5"1327"0"0,23-10-1050 0 0,81-38 576 0 0,-50 22-126 0 0,0 2-1 0 0,60-18 0 0 0,178-19 2503 0 0,-92 33-9001 0 0,-160 22 3425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15.9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 10594 0 0,'4'-2'151'0'0,"0"1"0"0"0,0-1-1 0 0,0 1 1 0 0,0 0 0 0 0,0 0-1 0 0,1 0 1 0 0,5 0 0 0 0,10-1 403 0 0,-1 2 0 0 0,1 0 1 0 0,-1 1-1 0 0,1 1 0 0 0,-1 1 1 0 0,0 1-1 0 0,33 11 0 0 0,40 19-674 0 0,-6 5-4083 0 0,-51-20-907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16.1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184 1 7834 0 0,'-3'1'696'0'0,"0"2"-560"0"0,0 0-136 0 0,0 0 0 0 0,1 1 696 0 0,-2 4 104 0 0,-5 5 32 0 0,-6 11 1 0 0,-4 10-145 0 0,-3 7-24 0 0,1 0-8 0 0,2 2 0 0 0,3 2-976 0 0,1-1-192 0 0,5 2-32 0 0,-1-4-16 0 0,3 1 424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16.9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38 3681 0 0,'-2'-2'285'0'0,"2"-1"-190"0"0,-1 0-1 0 0,-1 1 1 0 0,1-1-1 0 0,0 1 1 0 0,-17-20 9458 0 0,30 30-10078 0 0,-9-5 1142 0 0,6 2-176 0 0,-1 1-1 0 0,1 0 1 0 0,-2 1-1 0 0,1-1 0 0 0,8 11 1 0 0,11 9 498 0 0,51 36 525 0 0,96 56 0 0 0,7 5-956 0 0,-143-95-407 0 0,-2 3 0 0 0,53 55 0 0 0,-75-69-912 0 0,-1 0 0 0 0,15 24 0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17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287 5 5985 0 0,'0'0'16'0'0,"-1"0"0"0"0,1 0-1 0 0,0-1 1 0 0,0 1 0 0 0,0 0-1 0 0,0 0 1 0 0,0 0 0 0 0,0-1-1 0 0,0 1 1 0 0,0 0-1 0 0,-1 0 1 0 0,1 0 0 0 0,0-1-1 0 0,0 1 1 0 0,0 0 0 0 0,0 0-1 0 0,-1 0 1 0 0,1 0 0 0 0,0-1-1 0 0,0 1 1 0 0,0 0 0 0 0,0 0-1 0 0,-1 0 1 0 0,1 0 0 0 0,0 0-1 0 0,0 0 1 0 0,-1 0 0 0 0,1 0-1 0 0,0 0 1 0 0,0 0 0 0 0,-1 0-1 0 0,1 0 1 0 0,0 0-1 0 0,0 0 1 0 0,0 0 0 0 0,-1 0-1 0 0,1 0 1 0 0,0 0 0 0 0,0 0-1 0 0,-1 0 1 0 0,1 0 0 0 0,-12 10 286 0 0,-12 20-97 0 0,21-26-123 0 0,-47 70 774 0 0,3 2 0 0 0,-53 116-1 0 0,68-113-1148 0 0,21-41 133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17.8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204 26 5985 0 0,'-1'-2'155'0'0,"0"0"0"0"0,0 1-1 0 0,0-1 1 0 0,0 1 0 0 0,0 0-1 0 0,0-1 1 0 0,0 1 0 0 0,0 0 0 0 0,-1-1-1 0 0,1 1 1 0 0,0 0 0 0 0,-1 0-1 0 0,1 0 1 0 0,-1 0 0 0 0,0 0-1 0 0,1 0 1 0 0,-1 1 0 0 0,0-1 0 0 0,1 1-1 0 0,-1-1 1 0 0,0 1 0 0 0,1-1-1 0 0,-4 1 1 0 0,2 0 2 0 0,0 1 0 0 0,0-1-1 0 0,0 1 1 0 0,0 0 0 0 0,0 0 0 0 0,0 0-1 0 0,1 0 1 0 0,-1 1 0 0 0,0-1 0 0 0,1 1 0 0 0,-1-1-1 0 0,-4 5 1 0 0,-1 1 101 0 0,0 1-1 0 0,1 0 0 0 0,-1 1 1 0 0,1-1-1 0 0,1 1 0 0 0,-10 19 1 0 0,2 5-199 0 0,2 0 0 0 0,2 1 0 0 0,1 0 0 0 0,2 1 0 0 0,1 0 1 0 0,2 0-1 0 0,0 42 0 0 0,3-63-75 0 0,1 0 0 0 0,1-1-1 0 0,0 1 1 0 0,1 0 0 0 0,0-1 0 0 0,8 22 0 0 0,-9-32 13 0 0,0 0 1 0 0,0 0 0 0 0,0 0-1 0 0,0-1 1 0 0,1 1 0 0 0,-1-1-1 0 0,1 1 1 0 0,0-1 0 0 0,0 0-1 0 0,0 1 1 0 0,0-1-1 0 0,0 0 1 0 0,0 0 0 0 0,1 0-1 0 0,-1-1 1 0 0,1 1 0 0 0,-1-1-1 0 0,1 1 1 0 0,-1-1 0 0 0,1 0-1 0 0,0 0 1 0 0,0 0 0 0 0,0 0-1 0 0,0 0 1 0 0,-1-1 0 0 0,1 0-1 0 0,0 1 1 0 0,0-1 0 0 0,0 0-1 0 0,0 0 1 0 0,0 0 0 0 0,0-1-1 0 0,0 1 1 0 0,0-1 0 0 0,0 0-1 0 0,5-2 1 0 0,-3 2-47 0 0,0-1 0 0 0,0 1 0 0 0,-1-2-1 0 0,1 1 1 0 0,0 0 0 0 0,-1-1 0 0 0,0 0 0 0 0,1 0 0 0 0,-1 0 0 0 0,0 0 0 0 0,-1-1 0 0 0,1 0-1 0 0,-1 1 1 0 0,1-1 0 0 0,-1-1 0 0 0,0 1 0 0 0,-1 0 0 0 0,1-1 0 0 0,-1 1 0 0 0,0-1-1 0 0,3-8 1 0 0,-3 2-120 0 0,0 1-1 0 0,0 0 1 0 0,-1 0-1 0 0,0-1 0 0 0,-1 1 1 0 0,0 0-1 0 0,-1-1 1 0 0,0 1-1 0 0,-5-19 0 0 0,5 21 114 0 0,0 1 0 0 0,0-1 0 0 0,1 1 0 0 0,1-1 0 0 0,-1 1 0 0 0,1-1 0 0 0,0 1 0 0 0,1-1 0 0 0,-1 1 0 0 0,2 0 0 0 0,-1 0-1 0 0,1 0 1 0 0,0 0 0 0 0,0 0 0 0 0,1 0 0 0 0,5-7 0 0 0,-6 9 129 0 0,0 1 0 0 0,1-1 0 0 0,0 0-1 0 0,0 1 1 0 0,0 0 0 0 0,0 0 0 0 0,1 0-1 0 0,-1 0 1 0 0,1 1 0 0 0,0 0 0 0 0,0 0 0 0 0,0 0-1 0 0,1 1 1 0 0,-1-1 0 0 0,1 1 0 0 0,-1 1 0 0 0,1-1-1 0 0,0 1 1 0 0,-1 0 0 0 0,1 0 0 0 0,10 0-1 0 0,-12 1 24 0 0,-1 1 0 0 0,1 0-1 0 0,-1-1 1 0 0,0 1-1 0 0,1 0 1 0 0,-1 0-1 0 0,0 1 1 0 0,0-1 0 0 0,0 1-1 0 0,0-1 1 0 0,0 1-1 0 0,0 0 1 0 0,0 0-1 0 0,3 4 1 0 0,-1-1 33 0 0,0 1-1 0 0,-1-1 1 0 0,0 1 0 0 0,0 0-1 0 0,0 0 1 0 0,4 11 0 0 0,-1 1 159 0 0,0 1 1 0 0,-2 0-1 0 0,0 0 1 0 0,2 23-1 0 0,-4-12 408 0 0,-3 59-1 0 0,-1-39-5341 0 0,1-37-589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18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6913 0 0,'0'0'529'0'0,"13"14"4618"0"0,-4 8-3979 0 0,-1 0 0 0 0,-1 0-1 0 0,-1 1 1 0 0,5 43 0 0 0,-7-41-1776 0 0,1-1 1 0 0,0 1-1 0 0,19 46 1 0 0,-18-60-2017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18.3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0 153 2304 0 0,'0'-1'203'0'0,"0"0"-1"0"0,0 0 1 0 0,0 0-1 0 0,0 0 0 0 0,0 0 1 0 0,0 0-1 0 0,0 0 0 0 0,1 0 1 0 0,-1 0-1 0 0,0 1 0 0 0,0-1 1 0 0,1 0-1 0 0,-1 0 0 0 0,0 0 1 0 0,1 0-1 0 0,-1 0 0 0 0,1 1 1 0 0,-1-1-1 0 0,1 0 1 0 0,0 1-1 0 0,-1-1 0 0 0,1 0 1 0 0,0 1-1 0 0,-1-1 0 0 0,1 0 1 0 0,0 1-1 0 0,0-1 0 0 0,0 1 1 0 0,1-1 76 0 0,0 1 1 0 0,0 0 0 0 0,0-1-1 0 0,0 1 1 0 0,0 0 0 0 0,0 0-1 0 0,0 1 1 0 0,0-1 0 0 0,0 0 0 0 0,0 1-1 0 0,0-1 1 0 0,3 2 0 0 0,7 4 588 0 0,0-1 0 0 0,0 2 0 0 0,12 8 1 0 0,-20-12-554 0 0,223 132 4927 0 0,-227-135-5232 0 0,0 1 1 0 0,1-1-1 0 0,-1 0 0 0 0,0 0 0 0 0,0 0 1 0 0,0 0-1 0 0,1 1 0 0 0,-1-1 0 0 0,0 0 1 0 0,0 0-1 0 0,1 0 0 0 0,-1 0 0 0 0,0 0 1 0 0,0 1-1 0 0,0-1 0 0 0,1 0 0 0 0,-1 0 1 0 0,0 0-1 0 0,1 0 0 0 0,-1 0 1 0 0,0 0-1 0 0,0 0 0 0 0,1 0 0 0 0,-1 0 1 0 0,0 0-1 0 0,0 0 0 0 0,1 0 0 0 0,-1 0 1 0 0,0 0-1 0 0,0-1 0 0 0,1 1 0 0 0,-1 0 1 0 0,0 0-1 0 0,0 0 0 0 0,1 0 0 0 0,-1 0 1 0 0,0 0-1 0 0,0-1 0 0 0,0 1 0 0 0,1 0 1 0 0,-1 0-1 0 0,0-1 0 0 0,-1-13 350 0 0,-11-24 143 0 0,10 34-425 0 0,-12-32-478 0 0,1-1 0 0 0,3 1 0 0 0,-12-72 1 0 0,19 79-7012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18.7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38 8290 0 0,'0'-2'299'0'0,"0"0"0"0"0,0 0 0 0 0,0 0 0 0 0,0 0 0 0 0,1 1 0 0 0,-1-1 0 0 0,1 0 1 0 0,-1 0-1 0 0,1 1 0 0 0,0-1 0 0 0,0 0 0 0 0,0 1 0 0 0,0-1 0 0 0,0 1 0 0 0,0-1 0 0 0,0 1 0 0 0,0 0 0 0 0,1-1 1 0 0,2-1-1 0 0,-4 2-219 0 0,1 1 1 0 0,0 0 0 0 0,0-1 0 0 0,0 1-1 0 0,-1 0 1 0 0,1 0 0 0 0,0 0 0 0 0,0 0-1 0 0,0-1 1 0 0,0 1 0 0 0,-1 0 0 0 0,1 0 0 0 0,0 0-1 0 0,0 1 1 0 0,0-1 0 0 0,0 0 0 0 0,-1 0-1 0 0,1 0 1 0 0,0 1 0 0 0,0-1 0 0 0,0 0-1 0 0,-1 1 1 0 0,1-1 0 0 0,0 1 0 0 0,0-1-1 0 0,-1 1 1 0 0,1-1 0 0 0,0 1 0 0 0,-1-1-1 0 0,1 1 1 0 0,-1 0 0 0 0,1-1 0 0 0,-1 1 0 0 0,1 0-1 0 0,-1-1 1 0 0,1 1 0 0 0,-1 0 0 0 0,0 0-1 0 0,1-1 1 0 0,-1 1 0 0 0,0 0 0 0 0,0 0-1 0 0,1 1 1 0 0,35 85 1754 0 0,43 93-364 0 0,-60-141-1488 0 0,2-2 0 0 0,42 56 1 0 0,-15-28-1637 0 0,-28-37-3580 0 0,-5-6-880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19.0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0 163 3225 0 0,'2'-11'71'0'0,"1"1"-1"0"0,-1 0 1 0 0,2 0 0 0 0,-1 0 0 0 0,1 0 0 0 0,1 1 0 0 0,0 0 0 0 0,7-11 0 0 0,-8 15 191 0 0,-1 0 0 0 0,1 0 0 0 0,0 0 0 0 0,1 1 0 0 0,-1-1 0 0 0,1 1 0 0 0,0 0 0 0 0,0 1 0 0 0,0-1 0 0 0,1 1 0 0 0,-1 0 0 0 0,1 0 1 0 0,0 1-1 0 0,11-4 0 0 0,-13 5-64 0 0,-1 0 0 0 0,1 1 1 0 0,-1-1-1 0 0,1 1 0 0 0,-1 0 0 0 0,1 0 1 0 0,-1 1-1 0 0,1-1 0 0 0,-1 1 0 0 0,1 0 1 0 0,-1 0-1 0 0,1 0 0 0 0,-1 0 1 0 0,0 0-1 0 0,1 1 0 0 0,-1-1 0 0 0,3 3 1 0 0,0 0 71 0 0,-1 1 0 0 0,-1-1 0 0 0,1 1 0 0 0,0-1 0 0 0,-1 2 0 0 0,0-1 0 0 0,0 0 0 0 0,5 11 0 0 0,-1 0 193 0 0,-1 0 1 0 0,0 1 0 0 0,-2 0-1 0 0,0 0 1 0 0,5 34-1 0 0,-8-25-406 0 0,-1 0-1 0 0,-1-1 1 0 0,-2 1-1 0 0,0 0 1 0 0,-2-1 0 0 0,-1 1-1 0 0,-1-1 1 0 0,-1-1-1 0 0,-1 1 1 0 0,-1-1-1 0 0,-17 31 1 0 0,12-27-6212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19:20.6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 5065 0 0,'11'23'544'0'0,"-11"-22"-519"0"0,0-1 0 0 0,1 1-1 0 0,-1-1 1 0 0,0 1 0 0 0,0-1-1 0 0,1 1 1 0 0,-1-1 0 0 0,1 1-1 0 0,-1-1 1 0 0,0 1 0 0 0,1-1-1 0 0,-1 0 1 0 0,1 1 0 0 0,-1-1-1 0 0,1 0 1 0 0,-1 1 0 0 0,1-1 0 0 0,-1 0-1 0 0,1 0 1 0 0,-1 0 0 0 0,1 1-1 0 0,0-1 1 0 0,-1 0 0 0 0,2 0-1 0 0,4-10 1138 0 0,2-5-490 0 0,-8 15-629 0 0,1 0-32 0 0,0 2 30 0 0,0-1 1 0 0,-1 0 0 0 0,1 0-1 0 0,0 11 4869 0 0,-1-14-4692 0 0,0-1 0 0 0,0 1 0 0 0,-1-1 0 0 0,1 1 0 0 0,-1-1 0 0 0,1 1 1 0 0,-1 0-1 0 0,0-1 0 0 0,0 1 0 0 0,0 0 0 0 0,0-1 0 0 0,0 1 0 0 0,-3-3 0 0 0,5 7-172 0 0,0-1 0 0 0,-1 1 0 0 0,1-1 0 0 0,-1 1 0 0 0,1 0 0 0 0,-1 0 0 0 0,1-1 0 0 0,-1 1 0 0 0,0 0 0 0 0,0-1 0 0 0,0 4 0 0 0,0-2 11 0 0,0-1-49 0 0,1 0 28 0 0,-1 1 1 0 0,1 0 0 0 0,-1-1 0 0 0,1 1 0 0 0,0-1 0 0 0,0 1-1 0 0,0-1 1 0 0,0 1 0 0 0,0-1 0 0 0,1 1 0 0 0,-1-1 0 0 0,1 0 0 0 0,-1 0-1 0 0,1 0 1 0 0,3 3 518 0 0,4-76-1000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54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278 668 920 0 0,'0'-1'50'0'0,"-1"1"-1"0"0,1-1 1 0 0,-1 0 0 0 0,1 1-1 0 0,0-1 1 0 0,-1 1 0 0 0,1-1-1 0 0,0 0 1 0 0,-1 1 0 0 0,1-1-1 0 0,0 0 1 0 0,0 0 0 0 0,0 1-1 0 0,0-1 1 0 0,-1 0-1 0 0,1 1 1 0 0,0-1 0 0 0,0 0-1 0 0,0 0 1 0 0,0 1 0 0 0,1-1-1 0 0,-1 0 1 0 0,0 0 0 0 0,0 1-1 0 0,0-1 1 0 0,1-1-1 0 0,4-22 516 0 0,7-15-17 0 0,2 1 1 0 0,2 1 0 0 0,37-66 0 0 0,4 3-39 0 0,-29 47 263 0 0,68-93-1 0 0,-87 137-635 0 0,-1 0 0 0 0,2 0 1 0 0,0 0-1 0 0,0 1 0 0 0,0 0 1 0 0,1 1-1 0 0,0 1 0 0 0,0 0 1 0 0,1 0-1 0 0,-1 1 0 0 0,1 0 1 0 0,1 1-1 0 0,-1 0 0 0 0,17-2 1 0 0,-11 3-78 0 0,0 1 0 0 0,0 1 1 0 0,0 0-1 0 0,0 1 0 0 0,0 1 1 0 0,0 1-1 0 0,0 1 0 0 0,0 0 1 0 0,27 10-1 0 0,9 7 240 0 0,-1 4 0 0 0,-1 1 0 0 0,-2 2-1 0 0,0 3 1 0 0,74 60 0 0 0,-36-17 549 0 0,145 159 0 0 0,-167-155-670 0 0,-4 3 1 0 0,57 98-1 0 0,88 187 320 0 0,-179-315-488 0 0,188 366 48 0 0,-166-305-19 0 0,66 214 0 0 0,61 491 965 0 0,-86 72-493 0 0,-89-258 249 0 0,-91 44 1044 0 0,-21-149-1646 0 0,-46-12 309 0 0,-141 319-455 0 0,127-400-142 0 0,136-347 33 0 0,-35 71-180 0 0,42-113 10 0 0,-1 0 0 0 0,-35 37 0 0 0,-6 4 302 0 0,-173 224-1026 0 0,225-286 882 0 0,-1 0 0 0 0,-1-2 0 0 0,-1 0 0 0 0,-1-1-1 0 0,-1 0 1 0 0,0-2 0 0 0,-29 17 0 0 0,32-18-196 0 0,17-14 270 0 0,0 1 0 0 0,-1-1 0 0 0,1 0 0 0 0,-1 0 0 0 0,1 0-1 0 0,-1 0 1 0 0,0 0 0 0 0,0-1 0 0 0,0 1 0 0 0,0-1 0 0 0,0 0-1 0 0,-4 2 1 0 0,5-3-9 0 0,1-1 1 0 0,0 1-1 0 0,-1-1 0 0 0,1 1 0 0 0,-1-1 0 0 0,1 1 0 0 0,0-1 0 0 0,-1 0 1 0 0,1 1-1 0 0,0-1 0 0 0,0 0 0 0 0,0 0 0 0 0,-1 0 0 0 0,1 0 1 0 0,0 0-1 0 0,0 0 0 0 0,-1-3 0 0 0,1 3 29 0 0,0-1-1 0 0,0 1 1 0 0,0-1 0 0 0,-1 1-1 0 0,1 0 1 0 0,0 0-1 0 0,-1 0 1 0 0,1 0 0 0 0,0 0-1 0 0,-1 0 1 0 0,1 0 0 0 0,-1 0-1 0 0,0 0 1 0 0,1 1 0 0 0,-1-1-1 0 0,0 1 1 0 0,1-1-1 0 0,-4 1 1 0 0,3-1 14 0 0,0 1 0 0 0,1 0 0 0 0,-1 0 0 0 0,0-1 0 0 0,0 1 0 0 0,0-1 0 0 0,1 1 0 0 0,-1-1 0 0 0,0 0 0 0 0,1 0 0 0 0,-4-1 0 0 0,5 1 0 0 0,-1 0 0 0 0,0 1 0 0 0,0-1 0 0 0,0 1 0 0 0,0-1 0 0 0,0 1 0 0 0,0-1 0 0 0,0 1 0 0 0,0 0 0 0 0,0-1 0 0 0,0 1 0 0 0,0 0 0 0 0,0 0 0 0 0,0 0 0 0 0,0 0 0 0 0,0 0 0 0 0,0 0 0 0 0,0 0 0 0 0,0 0 0 0 0,0 0 0 0 0,0 0 0 0 0,0 1 0 0 0,0-1 0 0 0,0 0 0 0 0,-2 2 0 0 0,-4 0 0 0 0,0 0 0 0 0,0 0 0 0 0,0 0 0 0 0,0-1 0 0 0,-1 0 0 0 0,1-1 0 0 0,0 1 0 0 0,0-2 0 0 0,-1 1 0 0 0,1-1 0 0 0,0 0 0 0 0,0 0 0 0 0,-1-1 0 0 0,-6-2 0 0 0,1 1 0 0 0,-1 0 0 0 0,-26-1 0 0 0,-21 2-261 0 0,-91-15 1 0 0,131 16 255 0 0,1 0 0 0 0,0 1 1 0 0,-1 1-1 0 0,1 1 0 0 0,0 1 1 0 0,-24 7-1 0 0,25-6 7 0 0,-1 0-1 0 0,1-1 0 0 0,-1-1 1 0 0,0 0-1 0 0,0-2 1 0 0,-34-3-1 0 0,26-2-5 0 0,4 0-19 0 0,-49-3 1 0 0,64 8 20 0 0,1 0 1 0 0,0 1 0 0 0,0 0-1 0 0,0 0 1 0 0,-1 1 0 0 0,1 0-1 0 0,1 0 1 0 0,-1 1 0 0 0,-14 7-1 0 0,16-7-86 0 0,1 0-1 0 0,-1 0 1 0 0,1 0 0 0 0,-1-1-1 0 0,0 0 1 0 0,0 0 0 0 0,0 0-1 0 0,-1-1 1 0 0,1 0-1 0 0,0 0 1 0 0,0 0 0 0 0,-1-1-1 0 0,1 0 1 0 0,0 0-1 0 0,-1-1 1 0 0,1 1 0 0 0,-10-4-1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21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1105 554 456 0 0,'19'-84'632'0'0,"-3"-1"0"0"0,8-138 1 0 0,-21 187-337 0 0,0 8 581 0 0,-1 0 1 0 0,-3-39-1 0 0,1 67-861 0 0,0 0 0 0 0,0 0 0 0 0,0 0-1 0 0,0 0 1 0 0,0 0 0 0 0,0-1 0 0 0,0 1-1 0 0,0 0 1 0 0,0 0 0 0 0,0 0 0 0 0,0 0 0 0 0,0 0-1 0 0,0 0 1 0 0,-1 0 0 0 0,1 0 0 0 0,0 0 0 0 0,0 0-1 0 0,0 0 1 0 0,0-1 0 0 0,0 1 0 0 0,0 0 0 0 0,0 0-1 0 0,0 0 1 0 0,0 0 0 0 0,0 0 0 0 0,0 0 0 0 0,0 0-1 0 0,0 0 1 0 0,0 0 0 0 0,-1 0 0 0 0,1 0 0 0 0,0 0-1 0 0,0 0 1 0 0,0 0 0 0 0,0 0 0 0 0,0 0 0 0 0,0 0-1 0 0,0 0 1 0 0,0 0 0 0 0,0 0 0 0 0,-1 0-1 0 0,1 0 1 0 0,0 0 0 0 0,0 0 0 0 0,0 0 0 0 0,0 0-1 0 0,0 0 1 0 0,0 0 0 0 0,0 0 0 0 0,0 0 0 0 0,0 0-1 0 0,0 0 1 0 0,-1 0 0 0 0,1 0 0 0 0,0 0 0 0 0,0 0-1 0 0,0 0 1 0 0,0 0 0 0 0,0 0 0 0 0,0 1 0 0 0,0-1-1 0 0,0 0 1 0 0,0 0 0 0 0,0 0 0 0 0,0 0 0 0 0,-8 9 355 0 0,-4 12-113 0 0,-61 159 64 0 0,-27 61 187 0 0,-241 536 1505 0 0,187-367-1767 0 0,71-187-172 0 0,-163 474 3552 0 0,124-257-2277 0 0,99-341-3346 0 0,19-82-2799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22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6449 0 0,'-1'1'5'0'0,"1"0"-1"0"0,-1 0 0 0 0,1 0 1 0 0,-1 0-1 0 0,1 0 0 0 0,0 1 1 0 0,0-1-1 0 0,-1 0 0 0 0,1 0 1 0 0,0 1-1 0 0,0-1 0 0 0,0 0 1 0 0,0 0-1 0 0,0 1 0 0 0,0-1 1 0 0,1 0-1 0 0,0 3 0 0 0,17 12-251 0 0,-12-12 232 0 0,19 12 311 0 0,0-1-1 0 0,1-2 1 0 0,0-1-1 0 0,1 0 0 0 0,1-2 1 0 0,-1-2-1 0 0,1 0 1 0 0,46 6-1 0 0,24-3 1857 0 0,119-2-1 0 0,-32-3-1071 0 0,110-7-995 0 0,-183-3 369 0 0,-79 4-1233 0 0,-2 1-4190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22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7490 0 0,'2'3'128'0'0,"0"0"1"0"0,0 0-1 0 0,1 0 1 0 0,-1 0-1 0 0,1 0 1 0 0,0 0 0 0 0,0-1-1 0 0,0 1 1 0 0,0-1-1 0 0,7 4 1 0 0,-2 0 228 0 0,18 13 94 0 0,0-2 1 0 0,1 0 0 0 0,1-2 0 0 0,0-2-1 0 0,36 14 1 0 0,153 35 1121 0 0,-150-45-2867 0 0,0 2 0 0 0,91 39 0 0 0,-116-36-2855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23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986 17 10594 0 0,'-12'-5'341'0'0,"9"3"-267"0"0,0 1 0 0 0,-1-1-1 0 0,1 1 1 0 0,-1-1 0 0 0,1 1 0 0 0,-1 0-1 0 0,0 1 1 0 0,1-1 0 0 0,-1 1 0 0 0,-5-1 0 0 0,5 3-17 0 0,-1 0 0 0 0,1 0 0 0 0,0 1 1 0 0,0-1-1 0 0,0 1 0 0 0,0 0 0 0 0,0 0 1 0 0,1 0-1 0 0,-1 0 0 0 0,1 1 1 0 0,0 0-1 0 0,0 0 0 0 0,0-1 0 0 0,1 2 1 0 0,-3 3-1 0 0,-4 10 211 0 0,1 0 1 0 0,-8 27 0 0 0,5-13-224 0 0,-99 254 20 0 0,-136 370-2094 0 0,186-490 2273 0 0,-144 464 2924 0 0,160-449-2152 0 0,12-40-510 0 0,-74 201 0 0 0,104-337-511 0 0,0 0-12 0 0,0 1 0 0 0,0-1 0 0 0,-1 0 1 0 0,1 0-1 0 0,-1 0 0 0 0,-5 6 1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36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18 109 1376 0 0,'-2'-1'192'0'0,"1"0"0"0"0,0 1 0 0 0,0-1 0 0 0,0 0 0 0 0,-1 1-1 0 0,1-1 1 0 0,0 0 0 0 0,0 0 0 0 0,-5-12 5315 0 0,14 4-5630 0 0,0 0 0 0 0,1 0-1 0 0,0 1 1 0 0,1 1 0 0 0,11-9 0 0 0,7-5-1545 0 0,-15 11 866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37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3225 0 0,'18'-15'9471'0'0,"-17"15"-9261"0"0,4 6 812 0 0,0 0-2651 0 0,16 19 1978 0 0,-18-20-292 0 0,0 0 0 0 0,0-1 0 0 0,1 0-1 0 0,0 0 1 0 0,-1 0 0 0 0,1 0 0 0 0,0-1-1 0 0,1 1 1 0 0,-1-1 0 0 0,1 0-1 0 0,-1-1 1 0 0,1 1 0 0 0,0-1 0 0 0,0 0-1 0 0,0 0 1 0 0,0 0 0 0 0,11 2 0 0 0,13-1 68 0 0,-25-3-309 0 0,1 0-1 0 0,-1 1 0 0 0,0-1 1 0 0,1 1-1 0 0,-1 0 0 0 0,0 0 1 0 0,0 0-1 0 0,0 0 0 0 0,0 1 1 0 0,0 0-1 0 0,0 0 0 0 0,0 0 1 0 0,0 0-1 0 0,-1 1 0 0 0,1-1 1 0 0,-1 1-1 0 0,0 0 0 0 0,1 0 1 0 0,2 4-1 0 0,7 14-736 0 0,-12-18 724 0 0,1 0 0 0 0,0 0 0 0 0,0 0 0 0 0,0 0 0 0 0,0 0 0 0 0,0 0 0 0 0,0 0 0 0 0,1 0 0 0 0,-1-1 0 0 0,1 1 0 0 0,6 3 0 0 0,-12-6 262 0 0,1 0-1 0 0,-1 1 0 0 0,1-1 0 0 0,-1 1 0 0 0,1-1 1 0 0,0 1-1 0 0,-1 0 0 0 0,1 0 0 0 0,0 0 0 0 0,0 1 1 0 0,-1-1-1 0 0,1 0 0 0 0,0 1 0 0 0,0-1 0 0 0,0 1 1 0 0,1 0-1 0 0,-1-1 0 0 0,0 1 0 0 0,1 0 0 0 0,-1 0 0 0 0,-1 4 1 0 0,-38 52 326 0 0,20-18-269 0 0,-33 83 0 0 0,47-100-329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23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 10594 0 0,'-6'-3'805'0'0,"4"3"-569"0"0,16 15-422 0 0,24 55 885 0 0,-4 2 1 0 0,-3 1-1 0 0,24 85 0 0 0,-12-36-30 0 0,69 157 264 0 0,-88-230-855 0 0,2-1 0 0 0,2-1 1 0 0,51 64-1 0 0,53 46-8 0 0,-41-52-45 0 0,84 128 0 0 0,-45-16 368 0 0,120 272 1 0 0,-196-367-1784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24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455 296 1376 0 0,'-15'4'-5'0'0,"1"1"-1"0"0,-1 1 0 0 0,1 1 0 0 0,0 0 0 0 0,1 0 1 0 0,0 1-1 0 0,-21 18 0 0 0,-17 10-13 0 0,27-21 162 0 0,-1 0 0 0 0,-1-1 1 0 0,0-2-1 0 0,0-1 0 0 0,-1 0 0 0 0,-1-2 0 0 0,-56 10 1 0 0,84-19-126 0 0,0 1 0 0 0,0-1 1 0 0,0 0-1 0 0,0 0 0 0 0,-1 0 1 0 0,1 0-1 0 0,0 0 0 0 0,0 0 1 0 0,0 0-1 0 0,0 0 0 0 0,0 0 1 0 0,-1 0-1 0 0,1 0 0 0 0,0 0 1 0 0,0 0-1 0 0,0 0 0 0 0,0 0 1 0 0,0 0-1 0 0,-1 0 0 0 0,1 0 1 0 0,0 0-1 0 0,0 0 0 0 0,0 0 1 0 0,0 0-1 0 0,0 0 1 0 0,-1 0-1 0 0,1 0 0 0 0,0 0 1 0 0,0 0-1 0 0,0 0 0 0 0,0 0 1 0 0,0 0-1 0 0,0-1 0 0 0,-1 1 1 0 0,1 0-1 0 0,0 0 0 0 0,0 0 1 0 0,0 0-1 0 0,0 0 0 0 0,0 0 1 0 0,0 0-1 0 0,0-1 0 0 0,0 1 1 0 0,0 0-1 0 0,0 0 0 0 0,0 0 1 0 0,0 0-1 0 0,0 0 0 0 0,-1-1 1 0 0,1 1-1 0 0,0 0 1 0 0,0 0-1 0 0,0 0 0 0 0,0-1 1 0 0,9-8 819 0 0,20-13 432 0 0,-24 18-997 0 0,38-24 1338 0 0,1 2 0 0 0,59-26 0 0 0,-28 15-903 0 0,-17 6-815 0 0,-2-3 1 0 0,-1-2 0 0 0,85-74-1 0 0,-28 16-2707 0 0,-86 72-229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24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0 3225 0 0,'-1'0'123'0'0,"0"0"0"0"0,0 0 0 0 0,0 0 0 0 0,0 1 1 0 0,1-1-1 0 0,-1 0 0 0 0,0 0 0 0 0,0 1 0 0 0,0-1 1 0 0,0 0-1 0 0,1 1 0 0 0,-1-1 0 0 0,0 1 0 0 0,0-1 0 0 0,1 1 1 0 0,-1 0-1 0 0,0-1 0 0 0,1 1 0 0 0,-1 0 0 0 0,0-1 1 0 0,1 1-1 0 0,-1 0 0 0 0,1 0 0 0 0,0-1 0 0 0,-1 1 0 0 0,1 0 1 0 0,-1 0-1 0 0,1 0 0 0 0,0 0 0 0 0,0 0 0 0 0,0-1 1 0 0,-1 1-1 0 0,1 0 0 0 0,0 0 0 0 0,0 0 0 0 0,0 0 0 0 0,0 0 1 0 0,0 0-1 0 0,1 0 0 0 0,-1 1 0 0 0,-1 10-428 0 0,-2 4 1058 0 0,2 1 0 0 0,-1 0 1 0 0,3 22-1 0 0,0-30-584 0 0,0 0 0 0 0,1 0 0 0 0,0-1 1 0 0,1 1-1 0 0,0-1 0 0 0,0 0 0 0 0,1 1 0 0 0,5 7 0 0 0,57 97 1269 0 0,58 107 246 0 0,126 238-147 0 0,-190-358-1476 0 0,-4-6-25 0 0,3-3-1 0 0,80 94 1 0 0,-67-102 181 0 0,22 27 934 0 0,152 137 1 0 0,-78-85-1072 0 0,-112-105-18 0 0,-38-43 146 0 0,-15-12-153 0 0,1 1 0 0 0,-1-1 0 0 0,0 1 0 0 0,0 0 0 0 0,0 0 0 0 0,0 0 0 0 0,4 6 0 0 0,-7-7-244 0 0,0-1 0 0 0,0 0 1 0 0,0 0-1 0 0,0 0 1 0 0,0 1-1 0 0,-1-1 0 0 0,1 0 1 0 0,0 0-1 0 0,-1 0 0 0 0,1 0 1 0 0,-1 0-1 0 0,1 0 1 0 0,-1 0-1 0 0,0 0 0 0 0,1 0 1 0 0,-1 0-1 0 0,0 0 0 0 0,0 0 1 0 0,0 0-1 0 0,1 0 0 0 0,-1 0 1 0 0,-2 1-1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25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0 466 14747 0 0,'1'-2'102'0'0,"0"0"1"0"0,0-1-1 0 0,1 1 1 0 0,-1 0-1 0 0,0 0 0 0 0,1 0 1 0 0,-1 0-1 0 0,1 0 0 0 0,0 0 1 0 0,0 1-1 0 0,-1-1 0 0 0,1 0 1 0 0,0 1-1 0 0,0 0 0 0 0,1-1 1 0 0,2 0-1 0 0,45-20-152 0 0,-20 10 305 0 0,675-342 5 0 0,-666 331-342 0 0,-10 0 72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37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252 323 4145 0 0,'-5'-3'1017'0'0,"0"0"-1"0"0,1 0 1 0 0,0-1 0 0 0,0 1 0 0 0,0-1 0 0 0,-6-8-1 0 0,5 7-1078 0 0,1 0 0 0 0,-1 0 0 0 0,0 0 0 0 0,-1 1 0 0 0,-5-5 0 0 0,5 4 229 0 0,0-1 0 0 0,0 1-1 0 0,0-1 1 0 0,1-1-1 0 0,0 1 1 0 0,1-1 0 0 0,-1 0-1 0 0,-3-9 1 0 0,-12-16-506 0 0,4 10-415 0 0,-9-11-1754 0 0,-38-68 0 0 0,58 96 524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38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3225 0 0,'1'2'240'0'0,"1"-2"-26"0"0,1 0 1 0 0,-1 0 0 0 0,0 0-1 0 0,0 0 1 0 0,0-1 0 0 0,0 1-1 0 0,0-1 1 0 0,1 1 0 0 0,-1-1-1 0 0,0 0 1 0 0,0 0 0 0 0,0 0-1 0 0,2-1 1 0 0,1 0 479 0 0,85-22 1988 0 0,-17 6-3103 0 0,-58 14-382 0 0,-1 1-2322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38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2745 0 0,'0'0'38'0'0,"0"0"0"0"0,0-1 0 0 0,0 1 1 0 0,0 0-1 0 0,0 0 0 0 0,0-1 0 0 0,0 1 0 0 0,0 0 1 0 0,0 0-1 0 0,0 0 0 0 0,0-1 0 0 0,0 1 1 0 0,0 0-1 0 0,0 0 0 0 0,1-1 0 0 0,-1 1 1 0 0,0 0-1 0 0,0 0 0 0 0,0 0 0 0 0,0-1 1 0 0,0 1-1 0 0,0 0 0 0 0,1 0 0 0 0,-1 0 1 0 0,0 0-1 0 0,0-1 0 0 0,0 1 0 0 0,1 0 0 0 0,-1 0 1 0 0,0 0-1 0 0,0 0 0 0 0,0 0 0 0 0,1 0 1 0 0,-1 0-1 0 0,0 0 0 0 0,0 0 0 0 0,0-1 1 0 0,1 1-1 0 0,-1 0 0 0 0,0 0 0 0 0,0 0 1 0 0,1 0-1 0 0,-1 0 0 0 0,0 1 0 0 0,15 5 2200 0 0,10 15 260 0 0,-8 2-296 0 0,23 39 0 0 0,-7-2-5619 0 0,-20-36-946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25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42 4609 0 0,'-14'-9'159'0'0,"8"5"344"0"0,0 0 1 0 0,-1 0-1 0 0,1 1 0 0 0,-1-1 1 0 0,0 1-1 0 0,0 1 1 0 0,0-1-1 0 0,0 1 1 0 0,-13-1-1 0 0,20 3-452 0 0,0-1 0 0 0,0 1 0 0 0,-1 0-1 0 0,1 0 1 0 0,0 0 0 0 0,-1 0 0 0 0,1 0 0 0 0,0 0 0 0 0,-1 0-1 0 0,1 1 1 0 0,0-1 0 0 0,-1 0 0 0 0,1 0 0 0 0,0 0-1 0 0,0 0 1 0 0,-1 0 0 0 0,1 0 0 0 0,0 1 0 0 0,-1-1 0 0 0,1 0-1 0 0,0 0 1 0 0,0 0 0 0 0,0 0 0 0 0,-1 1 0 0 0,1-1 0 0 0,0 0-1 0 0,0 0 1 0 0,0 1 0 0 0,-1-1 0 0 0,1 0 0 0 0,0 1 0 0 0,0-1-1 0 0,0 0 1 0 0,0 0 0 0 0,0 1 0 0 0,4 12 949 0 0,13 10-403 0 0,9 4-449 0 0,1-2-1 0 0,34 24 1 0 0,31 29 178 0 0,111 146-110 0 0,-68-70-195 0 0,-79-88-410 0 0,-21-19-3167 0 0,-7-6-869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26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2137 3225 0 0,'-27'14'265'0'0,"26"-14"-377"0"0,19-2 2146 0 0,-3-7-1584 0 0,0-2-1 0 0,0 0 1 0 0,-1 0 0 0 0,-1-1-1 0 0,0-1 1 0 0,19-23 0 0 0,59-95 515 0 0,-74 105-776 0 0,136-224 1094 0 0,84-123 71 0 0,-86 162-757 0 0,152-203 281 0 0,-211 301-782 0 0,159-153 1 0 0,-64 97-183 0 0,-106 99-4009 0 0,-55 48-134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26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9506 0 0,'0'0'17'0'0,"0"0"-1"0"0,-1-1 1 0 0,1 1 0 0 0,0 0-1 0 0,0 0 1 0 0,-1 0 0 0 0,1 0 0 0 0,0 0-1 0 0,0 0 1 0 0,0 0 0 0 0,-1 0-1 0 0,1 0 1 0 0,0 0 0 0 0,0 0-1 0 0,0 0 1 0 0,-1 0 0 0 0,1 1-1 0 0,0-1 1 0 0,0 0 0 0 0,0 0 0 0 0,-1 0-1 0 0,1 0 1 0 0,0 0 0 0 0,0 0-1 0 0,0 0 1 0 0,0 1 0 0 0,-1-1-1 0 0,1 0 1 0 0,0 0 0 0 0,0 0-1 0 0,0 0 1 0 0,0 1 0 0 0,0-1-1 0 0,0 0 1 0 0,-1 0 0 0 0,1 0 0 0 0,0 0-1 0 0,0 1 1 0 0,0-1 0 0 0,0 0-1 0 0,0 0 1 0 0,0 0 0 0 0,0 1-1 0 0,0-1 1 0 0,0 0 0 0 0,0 0-1 0 0,0 1 1 0 0,0-1 0 0 0,0 0 0 0 0,0 0-1 0 0,0 0 1 0 0,0 1 0 0 0,0-1-1 0 0,0 0 1 0 0,0 0 0 0 0,1 0-1 0 0,-1 1 1 0 0,0-1 0 0 0,8 24 531 0 0,16 24 74 0 0,-24-48-619 0 0,29 51 231 0 0,3-2 1 0 0,1 0-1 0 0,2-3 1 0 0,3 0-1 0 0,1-3 1 0 0,2-1-1 0 0,2-2 1 0 0,2-2-1 0 0,1-2 1 0 0,56 33-1 0 0,-26-25 182 0 0,53 35-5 0 0,-109-65-392 0 0,0 0 1 0 0,-1 2-1 0 0,34 36 0 0 0,-49-46-147 0 0,1 0 0 0 0,0 0-1 0 0,-1 0 1 0 0,0 1 0 0 0,-1-1-1 0 0,0 1 1 0 0,0 0 0 0 0,0 0-1 0 0,-1 0 1 0 0,1 1-1 0 0,-2-1 1 0 0,1 1 0 0 0,-1-1-1 0 0,-1 1 1 0 0,1-1 0 0 0,-2 16-1 0 0,-2-1-4594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27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1815 8754 0 0,'-19'3'657'0'0,"9"-2"-237"0"0,25-12 71 0 0,6-5-161 0 0,-1-1 0 0 0,-1-1 1 0 0,0-1-1 0 0,-2 0 0 0 0,0-1 0 0 0,14-23 0 0 0,-11 16-64 0 0,89-119 493 0 0,147-180-55 0 0,61-46-542 0 0,-237 268-165 0 0,4 3 0 0 0,147-135 0 0 0,-22 30 496 0 0,-126 111-4487 0 0,-46 53-731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33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9 1376 0 0,'-35'2'9166'0'0,"39"2"-8691"0"0,130 93 3583 0 0,-125-90-3949 0 0,-1 1 1 0 0,0 0-1 0 0,10 11 0 0 0,-17-18-94 0 0,0 0 0 0 0,1 1 1 0 0,-1-1-1 0 0,0 1 0 0 0,0-1 0 0 0,0 1 0 0 0,0 0 0 0 0,0-1 1 0 0,0 1-1 0 0,-1 0 0 0 0,1 0 0 0 0,-1 0 0 0 0,1-1 0 0 0,-1 1 1 0 0,0 0-1 0 0,1 0 0 0 0,-1 0 0 0 0,0 0 0 0 0,0 0 0 0 0,0 0 1 0 0,-1 0-1 0 0,1-1 0 0 0,0 1 0 0 0,-1 0 0 0 0,1 0 0 0 0,-1 0 1 0 0,-1 2-1 0 0,2-4-15 0 0,0 1 0 0 0,-1-1 1 0 0,1 0-1 0 0,0 1 1 0 0,-1-1-1 0 0,1 0 0 0 0,0 0 1 0 0,-1 0-1 0 0,1 1 1 0 0,0-1-1 0 0,-1 0 0 0 0,1 0 1 0 0,0 0-1 0 0,-1 0 0 0 0,1 0 1 0 0,0 0-1 0 0,-1 0 1 0 0,1 0-1 0 0,0 0 0 0 0,-1 0 1 0 0,1 0-1 0 0,-1 0 0 0 0,1 0 1 0 0,0 0-1 0 0,-1 0 1 0 0,1 0-1 0 0,0 0 0 0 0,-1 0 1 0 0,1 0-1 0 0,-1 0 0 0 0,1-1 1 0 0,-1 1-1 0 0,-15-12-4 0 0,-10-15 60 0 0,-22-33 82 0 0,-42-47 44 0 0,95 115 7 0 0,0 0 1 0 0,-1 1-1 0 0,0-1 1 0 0,-1 1-1 0 0,4 11 0 0 0,19 43 539 0 0,-1-30-317 0 0,-24-32-450 0 0,0 0-1 0 0,-1 0 1 0 0,1-1-1 0 0,0 1 1 0 0,0 0-1 0 0,0-1 0 0 0,-1 1 1 0 0,1 0-1 0 0,0-1 1 0 0,0 1-1 0 0,0-1 1 0 0,0 0-1 0 0,0 1 1 0 0,0-1-1 0 0,0 0 0 0 0,0 1 1 0 0,0-1-1 0 0,0 0 1 0 0,0 0-1 0 0,0 0 1 0 0,0 0-1 0 0,1 0 1 0 0,-1 0-1 0 0,0 0 1 0 0,0 0-1 0 0,0-1 0 0 0,0 1 1 0 0,0 0-1 0 0,0 0 1 0 0,0-1-1 0 0,0 1 1 0 0,0-1-1 0 0,0 1 1 0 0,-1-1-1 0 0,1 1 1 0 0,1-2-1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34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44 387 1872 0 0,'-1'0'100'0'0,"-1"0"0"0"0,0 0 0 0 0,0 0-1 0 0,1 0 1 0 0,-1 0 0 0 0,0-1 0 0 0,1 1 0 0 0,-1 0-1 0 0,0-1 1 0 0,1 0 0 0 0,-1 1 0 0 0,1-1-1 0 0,-1 0 1 0 0,1 0 0 0 0,-1 1 0 0 0,1-1-1 0 0,-1-1 1 0 0,1 1 0 0 0,0 0 0 0 0,-1 0 0 0 0,1 0-1 0 0,0-1 1 0 0,0 1 0 0 0,0 0 0 0 0,0-1-1 0 0,0 1 1 0 0,1-1 0 0 0,-1 1 0 0 0,0-1-1 0 0,1 0 1 0 0,-1 1 0 0 0,1-1 0 0 0,-1 0 0 0 0,1 1-1 0 0,0-1 1 0 0,0 0 0 0 0,-1 1 0 0 0,1-1-1 0 0,1 0 1 0 0,-1-1 0 0 0,0-1 126 0 0,1 0-1 0 0,-1 1 1 0 0,1-1 0 0 0,0 1 0 0 0,0-1-1 0 0,0 1 1 0 0,1 0 0 0 0,-1-1-1 0 0,1 1 1 0 0,0 0 0 0 0,0 0 0 0 0,0 0-1 0 0,0 0 1 0 0,0 0 0 0 0,1 0-1 0 0,-1 1 1 0 0,1-1 0 0 0,5-3 0 0 0,14-10 201 0 0,-1-1 0 0 0,-1-1 0 0 0,-1 0 1 0 0,0-2-1 0 0,30-40 0 0 0,0 0 128 0 0,3 4-2078 0 0,-37 44-2770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34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1 243 456 0 0,'1'-3'469'0'0,"0"-1"-1"0"0,0 0 1 0 0,1 1-1 0 0,-1 0 1 0 0,1-1 0 0 0,0 1-1 0 0,4-5 1 0 0,19-30 2016 0 0,37-42 0 0 0,8 9-2111 0 0,-59 60-393 0 0,-3 0 19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28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79 526 4033 0 0,'-11'10'166'0'0,"0"0"0"0"0,1 1 0 0 0,1 0 0 0 0,0 0 1 0 0,0 1-1 0 0,-8 16 0 0 0,17-28-141 0 0,-1 1 0 0 0,1-1 0 0 0,0 0 0 0 0,0 1 1 0 0,-1-1-1 0 0,1 0 0 0 0,0 1 0 0 0,0-1 0 0 0,0 0 1 0 0,0 1-1 0 0,0-1 0 0 0,-1 0 0 0 0,1 1 0 0 0,0-1 0 0 0,0 1 1 0 0,0-1-1 0 0,0 0 0 0 0,0 1 0 0 0,0-1 0 0 0,0 1 0 0 0,0-1 1 0 0,0 0-1 0 0,1 1 0 0 0,-1-1 0 0 0,0 0 0 0 0,0 1 0 0 0,0-1 1 0 0,0 1-1 0 0,0-1 0 0 0,1 0 0 0 0,-1 1 0 0 0,12-1 469 0 0,17-14 69 0 0,47-39 963 0 0,71-65 0 0 0,27-20-654 0 0,191-113-1472 0 0,-304 211-1119 0 0,-32 23-1503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28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1834 2163 8754 0 0,'-6'-2'0'0'0,"-21"-3"1621"0"0,26 5-1558 0 0,0 0-1 0 0,0 0 1 0 0,0 0-1 0 0,1 1 1 0 0,-1-1-1 0 0,0 0 1 0 0,0 0-1 0 0,0 1 1 0 0,0-1-1 0 0,0 1 1 0 0,1-1-1 0 0,-1 0 1 0 0,0 1-1 0 0,0 0 1 0 0,0-1-1 0 0,1 1 1 0 0,-1-1-1 0 0,0 1 1 0 0,1 0-1 0 0,-1-1 1 0 0,1 1-1 0 0,-1 0 1 0 0,1 0-1 0 0,-1 0 1 0 0,1-1-1 0 0,-1 1 1 0 0,1 0-1 0 0,-1 1 1 0 0,3 6 2716 0 0,-17-16-2332 0 0,0 0 1 0 0,0-2-1 0 0,0 0 0 0 0,2 0 0 0 0,-22-21 1 0 0,8 3 103 0 0,-37-52 0 0 0,-38-70 274 0 0,7-5 0 0 0,-85-188 1 0 0,112 209-637 0 0,-6 2 0 0 0,-5 3 1 0 0,-138-169-1 0 0,164 239-291 0 0,-94-83 0 0 0,-73-37 322 0 0,-52-46-199 0 0,265 218-210 0 0,-24-21 26 0 0,29 27-7 0 0,0-1 0 0 0,0 1 1 0 0,1-1-1 0 0,-1 1 0 0 0,0 0 0 0 0,0 0 1 0 0,0 0-1 0 0,0 0 0 0 0,-1 1 1 0 0,1-1-1 0 0,0 0 0 0 0,0 1 1 0 0,-4-1-1 0 0,1 4-1991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29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0 1 4561 0 0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29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849 171 920 0 0,'-6'-20'665'0'0,"-24"-60"1288"0"0,27 74-1792 0 0,0 0 0 0 0,0 1 0 0 0,0-1 0 0 0,-1 1 0 0 0,1 0 0 0 0,-1 0 0 0 0,0 0 0 0 0,-1 0 0 0 0,1 1 0 0 0,-10-7 0 0 0,11 10-121 0 0,0-1-1 0 0,0 1 1 0 0,0 0-1 0 0,-1 0 1 0 0,1 1-1 0 0,0-1 1 0 0,-1 1-1 0 0,1-1 1 0 0,-1 1-1 0 0,1 0 1 0 0,0 0-1 0 0,-1 1 1 0 0,1-1 0 0 0,-1 1-1 0 0,1 0 1 0 0,0-1-1 0 0,-1 2 1 0 0,1-1-1 0 0,0 0 1 0 0,0 1-1 0 0,0-1 1 0 0,0 1-1 0 0,0 0 1 0 0,0 0-1 0 0,-2 2 1 0 0,-10 8-73 0 0,0 0 0 0 0,1 1 0 0 0,-14 16 0 0 0,25-27 43 0 0,-30 39 137 0 0,1 1 0 0 0,2 2 1 0 0,-47 90-1 0 0,2-1 116 0 0,43-86-930 0 0,-2-1 0 0 0,-2-1 0 0 0,-2-3 0 0 0,-77 68-1 0 0,99-96 307 0 0,0 2-1 0 0,1 0 0 0 0,-24 33 0 0 0,32-50 302 0 0,0-4 60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30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5929 0 0,'37'55'2529'0'0,"-20"-34"-2111"0"0,2 0 1 0 0,1-1 0 0 0,1-1-1 0 0,25 19 1 0 0,100 59 380 0 0,-12-7-181 0 0,-86-56-550 0 0,-1 3 1 0 0,-3 1-1 0 0,0 3 1 0 0,-3 1-1 0 0,54 73 1 0 0,49 113-56 0 0,-84-128 88 0 0,91 118 1 0 0,-133-195 24 0 0,131 167 774 0 0,-109-134-577 0 0,48 93 0 0 0,-64-99-19 0 0,16 56 0 0 0,-24-59 144 0 0,42 82 0 0 0,-41-97 1 0 0,20 63 0 0 0,-15-39-2284 0 0,-17-44-3525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35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3225 0 0,'0'2'322'0'0,"2"-1"16"0"0,-1 0-1 0 0,1 0 0 0 0,0 0 0 0 0,-1 0 0 0 0,1 0 1 0 0,0 0-1 0 0,0 0 0 0 0,0-1 0 0 0,0 1 0 0 0,0 0 1 0 0,0-1-1 0 0,0 0 0 0 0,3 1 0 0 0,8 2 981 0 0,-1 3-1308 0 0,-1 2 0 0 0,-1-1-1 0 0,1 1 1 0 0,-1 0 0 0 0,-1 1 0 0 0,14 16 0 0 0,18 15-2515 0 0,-18-19 1564 0 0,-10-10 477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35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0 431 920 0 0,'0'1'94'0'0,"1"-15"510"0"0,1 0 0 0 0,0 0 1 0 0,1 0-1 0 0,0 0 1 0 0,1 1-1 0 0,0 0 1 0 0,10-18-1 0 0,49-86 2528 0 0,-53 102-2914 0 0,0-1 1 0 0,2 2-1 0 0,-1 0 1 0 0,2 0-1 0 0,0 1 1 0 0,27-21-1 0 0,-20 20-1293 0 0,0 0 0 0 0,34-15 1 0 0,-31 19-1699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35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64 4145 0 0,'-2'-2'373'0'0,"-1"-1"0"0"0,0 0 0 0 0,1 0 0 0 0,-1 0 0 0 0,1 0 0 0 0,0 0-1 0 0,0 0 1 0 0,0 0 0 0 0,0-1 0 0 0,1 1 0 0 0,0-1 0 0 0,-1 1 0 0 0,1-1 0 0 0,0 0 0 0 0,1 1 0 0 0,-2-9 0 0 0,3 12-328 0 0,0 0-1 0 0,-1 0 1 0 0,1 0 0 0 0,-1-1 0 0 0,1 1-1 0 0,0 0 1 0 0,-1 0 0 0 0,1 0 0 0 0,0 0-1 0 0,-1 0 1 0 0,1 0 0 0 0,0 0 0 0 0,-1 0-1 0 0,1 0 1 0 0,0 1 0 0 0,-1-1-1 0 0,1 0 1 0 0,-1 0 0 0 0,1 1 0 0 0,0-1-1 0 0,-1 0 1 0 0,1 1 0 0 0,-1-1 0 0 0,1 0-1 0 0,-1 1 1 0 0,1-1 0 0 0,-1 1 0 0 0,1-1-1 0 0,-1 1 1 0 0,0-1 0 0 0,1 2 0 0 0,19 14-1089 0 0,52 54-2627 0 0,-47-46 910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42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96 3225 0 0,'-1'-1'19'0'0,"1"1"1"0"0,-1 0 0 0 0,1 0-1 0 0,-1-1 1 0 0,1 1 0 0 0,-1 0 0 0 0,0 0-1 0 0,1 0 1 0 0,-1 0 0 0 0,1 0-1 0 0,-1 0 1 0 0,0 0 0 0 0,1 0-1 0 0,-1 0 1 0 0,1 0 0 0 0,-1 0 0 0 0,0 0-1 0 0,1 1 1 0 0,-1-1 0 0 0,1 0-1 0 0,-1 0 1 0 0,1 1 0 0 0,-1-1-1 0 0,1 0 1 0 0,-1 1 0 0 0,1-1-1 0 0,-1 0 1 0 0,1 1 0 0 0,-1-1 0 0 0,1 1-1 0 0,-1-1 1 0 0,1 0 0 0 0,0 1-1 0 0,-1-1 1 0 0,1 1 0 0 0,0-1-1 0 0,0 1 1 0 0,-1 0 0 0 0,1-1-1 0 0,0 1 1 0 0,0-1 0 0 0,0 1 0 0 0,0-1-1 0 0,-1 2 1 0 0,1 1 125 0 0,0 1-1 0 0,1-1 1 0 0,-1 1-1 0 0,1-1 1 0 0,-1 1 0 0 0,1-1-1 0 0,2 5 1 0 0,-2-5-11 0 0,0 0 0 0 0,0 0 0 0 0,0 0 0 0 0,0 0 0 0 0,1 0 0 0 0,-1-1 0 0 0,1 1 0 0 0,0 0 1 0 0,0-1-1 0 0,0 0 0 0 0,0 1 0 0 0,0-1 0 0 0,1 0 0 0 0,-1 0 0 0 0,4 2 0 0 0,-4-3-28 0 0,0 0-1 0 0,1 0 1 0 0,-1 0-1 0 0,0-1 1 0 0,0 1-1 0 0,1-1 1 0 0,-1 1-1 0 0,0-1 1 0 0,1 0-1 0 0,-1 0 1 0 0,0 0 0 0 0,1 0-1 0 0,-1 0 1 0 0,0-1-1 0 0,1 1 1 0 0,2-2-1 0 0,0 1-27 0 0,-1-1 1 0 0,1 0-1 0 0,-1-1 0 0 0,1 1 0 0 0,-1-1 0 0 0,0 0 1 0 0,0 0-1 0 0,-1 0 0 0 0,1-1 0 0 0,-1 1 0 0 0,1-1 1 0 0,-1 0-1 0 0,0 0 0 0 0,0 0 0 0 0,-1 0 0 0 0,1-1 1 0 0,-1 1-1 0 0,2-6 0 0 0,-2 3-55 0 0,0 0 0 0 0,-1 0-1 0 0,0 0 1 0 0,0 0 0 0 0,-1 0 0 0 0,0 0-1 0 0,0 0 1 0 0,-1-1 0 0 0,-1-6 0 0 0,2 12-35 0 0,0 1 0 0 0,0-1 1 0 0,0 0-1 0 0,-1 0 1 0 0,1 1-1 0 0,-1-1 0 0 0,1 1 1 0 0,-1-1-1 0 0,1 0 1 0 0,-1 1-1 0 0,0-1 0 0 0,0 1 1 0 0,0 0-1 0 0,0-1 1 0 0,0 1-1 0 0,0 0 0 0 0,0-1 1 0 0,-1 1-1 0 0,1 0 1 0 0,0 0-1 0 0,-1 0 0 0 0,1 0 1 0 0,-1 0-1 0 0,1 1 1 0 0,-1-1-1 0 0,1 0 0 0 0,-1 1 1 0 0,1-1-1 0 0,-1 1 1 0 0,0-1-1 0 0,1 1 0 0 0,-1 0 1 0 0,0-1-1 0 0,1 1 1 0 0,-1 0-1 0 0,0 0 0 0 0,0 1 1 0 0,1-1-1 0 0,-1 0 1 0 0,0 0-1 0 0,1 1 0 0 0,-1-1 1 0 0,-1 2-1 0 0,-3 0-115 0 0,0 1-1 0 0,1 0 1 0 0,-1 0-1 0 0,1 1 1 0 0,0 0-1 0 0,0 0 1 0 0,0 0 0 0 0,0 0-1 0 0,1 1 1 0 0,0 0-1 0 0,0 0 1 0 0,0 0-1 0 0,0 0 1 0 0,1 1-1 0 0,0-1 1 0 0,0 1-1 0 0,1 0 1 0 0,-1 0-1 0 0,1 0 1 0 0,-1 6 0 0 0,-1 5 73 0 0,0 0 1 0 0,1 0 0 0 0,1 0 0 0 0,0 0 0 0 0,2 0 0 0 0,1 21 0 0 0,-1-36 81 0 0,0 0 1 0 0,0 0 0 0 0,0-1 0 0 0,1 1-1 0 0,-1 0 1 0 0,0-1 0 0 0,1 1 0 0 0,0 0 0 0 0,-1-1-1 0 0,1 1 1 0 0,0-1 0 0 0,0 1 0 0 0,1 1-1 0 0,-2-3 39 0 0,1 1-1 0 0,-1-1 0 0 0,1 1 0 0 0,-1-1 1 0 0,1 0-1 0 0,0 1 0 0 0,-1-1 0 0 0,1 0 1 0 0,-1 1-1 0 0,1-1 0 0 0,0 0 0 0 0,-1 0 1 0 0,1 0-1 0 0,0 1 0 0 0,-1-1 0 0 0,1 0 1 0 0,0 0-1 0 0,-1 0 0 0 0,1 0 0 0 0,0 0 1 0 0,-1-1-1 0 0,1 1 0 0 0,0 0 0 0 0,2-1 87 0 0,-1 0-1 0 0,0 0 1 0 0,1 0-1 0 0,-1-1 1 0 0,0 1-1 0 0,0-1 1 0 0,0 1-1 0 0,0-1 1 0 0,-1 0-1 0 0,1 0 1 0 0,0 0-1 0 0,-1 0 1 0 0,1 0-1 0 0,-1 0 1 0 0,2-4 0 0 0,0 2-183 0 0,-1-1 0 0 0,0 1 1 0 0,-1 0-1 0 0,1-1 1 0 0,-1 1-1 0 0,0-1 1 0 0,0 0-1 0 0,0 1 1 0 0,0-1-1 0 0,-1 0 1 0 0,0 0-1 0 0,0 1 1 0 0,0-1-1 0 0,-1 0 1 0 0,1 0-1 0 0,-1 1 1 0 0,0-1-1 0 0,-1 0 1 0 0,1 1-1 0 0,-1-1 1 0 0,0 1-1 0 0,0 0 0 0 0,0 0 1 0 0,-1-1-1 0 0,1 2 1 0 0,-1-1-1 0 0,0 0 1 0 0,-4-4-1 0 0,7 8 24 0 0,0 0-1 0 0,0 0 1 0 0,-1-1-1 0 0,1 1 0 0 0,0 0 1 0 0,0 0-1 0 0,-1-1 1 0 0,1 1-1 0 0,0 0 1 0 0,0 0-1 0 0,-1 0 0 0 0,1-1 1 0 0,0 1-1 0 0,-1 0 1 0 0,1 0-1 0 0,0 0 1 0 0,-1 0-1 0 0,1 0 0 0 0,0 0 1 0 0,-1 0-1 0 0,1 0 1 0 0,0 0-1 0 0,-1 0 0 0 0,1 0 1 0 0,0 0-1 0 0,-1 0 1 0 0,1 0-1 0 0,0 0 1 0 0,-1 0-1 0 0,1 0 0 0 0,0 0 1 0 0,-1 0-1 0 0,1 0 1 0 0,0 1-1 0 0,0-1 1 0 0,-1 0-1 0 0,1 0 0 0 0,0 0 1 0 0,-1 1-1 0 0,-7 15-178 0 0,3 20-244 0 0,5-34 445 0 0,1 1 0 0 0,-1-1 1 0 0,0 1-1 0 0,1 0 0 0 0,0-1 1 0 0,-1 0-1 0 0,1 1 1 0 0,0-1-1 0 0,0 1 0 0 0,1-1 1 0 0,-1 0-1 0 0,0 0 0 0 0,1 0 1 0 0,-1 0-1 0 0,1 0 0 0 0,3 3 1 0 0,-5-4 30 0 0,1-1 1 0 0,0 1 0 0 0,0 0-1 0 0,0-1 1 0 0,0 1 0 0 0,0-1 0 0 0,0 1-1 0 0,0-1 1 0 0,0 1 0 0 0,0-1 0 0 0,0 0-1 0 0,0 1 1 0 0,1-1 0 0 0,-1 0 0 0 0,0 0-1 0 0,0 0 1 0 0,0 0 0 0 0,0 0 0 0 0,0 0-1 0 0,0 0 1 0 0,0 0 0 0 0,1-1-1 0 0,-1 1 1 0 0,0 0 0 0 0,0-1 0 0 0,0 1-1 0 0,0-1 1 0 0,0 1 0 0 0,0-1 0 0 0,0 1-1 0 0,0-1 1 0 0,0 0 0 0 0,-1 1 0 0 0,1-1-1 0 0,0 0 1 0 0,0 0 0 0 0,0 0-1 0 0,-1 0 1 0 0,1-1 0 0 0,3-3-413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42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58 3225 0 0,'-3'-2'373'0'0,"1"0"0"0"0,0-1 0 0 0,0 1 1 0 0,-1-1-1 0 0,1 0 0 0 0,1 1 0 0 0,-1-1 1 0 0,0 0-1 0 0,1 0 0 0 0,-1 0 0 0 0,-1-5 1 0 0,3 7-232 0 0,0 0 1 0 0,0 1 0 0 0,-1-1 0 0 0,1 0 0 0 0,0 0 0 0 0,0 0 0 0 0,0 1 0 0 0,0-1-1 0 0,0 0 1 0 0,0 0 0 0 0,0 0 0 0 0,0 0 0 0 0,0 0 0 0 0,0 1 0 0 0,0-1 0 0 0,0 0-1 0 0,1 0 1 0 0,-1 0 0 0 0,1-1 0 0 0,0 2-25 0 0,-1 0 0 0 0,1-1-1 0 0,0 1 1 0 0,0 0 0 0 0,-1-1 0 0 0,1 1 0 0 0,0 0 0 0 0,0 0-1 0 0,-1 0 1 0 0,1 0 0 0 0,0 0 0 0 0,0 0 0 0 0,0 0-1 0 0,0 0 1 0 0,-1 0 0 0 0,1 0 0 0 0,0 0 0 0 0,0 0 0 0 0,0 0-1 0 0,-1 1 1 0 0,1-1 0 0 0,0 0 0 0 0,0 1 0 0 0,-1-1-1 0 0,2 1 1 0 0,37 18 1521 0 0,0 2-1 0 0,45 32 1 0 0,-50-30-1698 0 0,0-2 0 0 0,2-1 1 0 0,38 15-1 0 0,-62-30-730 0 0,0 0-1 0 0,-1 1 1 0 0,18 11 0 0 0,-15-6-1431 0 0,-1-1 0 0 0,15 16 0 0 0,-28-25 2093 0 0,1-1-1 0 0,-1 1 0 0 0,1 0 1 0 0,-1-1-1 0 0,1 1 0 0 0,0-1 0 0 0,-1 1 1 0 0,1-1-1 0 0,0 1 0 0 0,-1-1 0 0 0,1 0 1 0 0,0 1-1 0 0,0-1 0 0 0,-1 0 0 0 0,1 1 1 0 0,0-1-1 0 0,0 0 0 0 0,0 0 0 0 0,0 0 1 0 0,-1 0-1 0 0,1 0 0 0 0,0 0 0 0 0,0 0 1 0 0,0 0-1 0 0,-1 0 0 0 0,1 0 0 0 0,0 0 1 0 0,0-1-1 0 0,0 1 0 0 0,-1 0 0 0 0,1-1 1 0 0,0 1-1 0 0,0 0 0 0 0,-1-1 1 0 0,1 1-1 0 0,1-1 0 0 0,-1-1 118 0 0,0 1-1 0 0,0 0 0 0 0,0 0 1 0 0,-1-1-1 0 0,1 1 1 0 0,0 0-1 0 0,0-1 1 0 0,-1 1-1 0 0,1-1 1 0 0,-1 1-1 0 0,1-1 1 0 0,-1 1-1 0 0,1-1 1 0 0,-1 1-1 0 0,0-1 1 0 0,0 1-1 0 0,0-1 1 0 0,0-2-1 0 0,-3-13 26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43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25 3313 0 0,'-3'-6'-475'0'0,"-11"-12"2870"0"0,13 18-2264 0 0,0 0 1 0 0,1 0-1 0 0,-1-1 1 0 0,0 1-1 0 0,1 0 0 0 0,-1 1 1 0 0,0-1-1 0 0,1 0 1 0 0,-1 0-1 0 0,0 0 1 0 0,0 0-1 0 0,1 0 1 0 0,-1 1-1 0 0,1-1 1 0 0,-1 0-1 0 0,0 1 1 0 0,1-1-1 0 0,-1 0 1 0 0,1 1-1 0 0,-1-1 1 0 0,0 1-1 0 0,1-1 1 0 0,-1 1-1 0 0,1-1 1 0 0,0 1-1 0 0,-1-1 1 0 0,1 1-1 0 0,-1 0 0 0 0,1-1 1 0 0,0 1-1 0 0,0-1 1 0 0,-1 2-1 0 0,-15 23 2070 0 0,-22 44-1 0 0,-26 85-494 0 0,42-95-940 0 0,13-38-809 0 0,-55 152 2085 0 0,39-84-3042 0 0,10 1-4296 0 0,13-65 62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44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0 3153 0 0,'-12'11'280'0'0,"7"-8"-280"0"0,1 1 0 0 0,2-1 0 0 0,1-1 0 0 0,-1 0 0 0 0,2 0 0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45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2665 723 456 0 0,'8'-10'632'0'0,"0"0"1"0"0,0 0-1 0 0,-2 0 0 0 0,1-1 0 0 0,-1 0 1 0 0,-1-1-1 0 0,0 1 0 0 0,0-1 1 0 0,-1 0-1 0 0,-1 0 0 0 0,0 0 0 0 0,2-23 1 0 0,-2 6-219 0 0,-2-1 0 0 0,0 1 0 0 0,-2-1 0 0 0,-7-39 0 0 0,5 52-142 0 0,-1 1-1 0 0,-1 0 1 0 0,0 0 0 0 0,-1 0-1 0 0,-1 1 1 0 0,-1 0-1 0 0,0 0 1 0 0,-1 1 0 0 0,0 0-1 0 0,-1 1 1 0 0,-1 0-1 0 0,0 0 1 0 0,0 1 0 0 0,-1 0-1 0 0,-1 1 1 0 0,-26-17-1 0 0,17 13-41 0 0,-1 2-1 0 0,0 1 0 0 0,-1 0 0 0 0,0 2 0 0 0,-1 1 0 0 0,0 1 0 0 0,0 1 0 0 0,-1 1 1 0 0,0 1-1 0 0,-29-1 0 0 0,-66-2 152 0 0,-176 11 1 0 0,258 2-439 0 0,1 2-1 0 0,0 1 1 0 0,1 2 0 0 0,0 2 0 0 0,1 1 0 0 0,0 2 0 0 0,-63 36 0 0 0,45-17-186 0 0,1 2 1 0 0,1 3-1 0 0,-89 87 1 0 0,63-44-86 0 0,5 4 0 0 0,-90 135 1 0 0,-95 206-155 0 0,197-315 422 0 0,4 2 0 0 0,5 2 0 0 0,-60 205 0 0 0,-108 727-108 0 0,135-327 153 0 0,57 5-42 0 0,43-438 31 0 0,73 402-1 0 0,35 101-115 0 0,-40 5-863 0 0,28 161 661 0 0,-23-266 264 0 0,-77-553 33 0 0,-5-49 191 0 0,26 133 0 0 0,-30-213-213 0 0,0 0-1 0 0,0-1 1 0 0,1 1-1 0 0,0-1 1 0 0,0 0 0 0 0,1 0-1 0 0,0 0 1 0 0,1 0-1 0 0,0-1 1 0 0,0 1-1 0 0,11 10 1 0 0,0-5-4620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46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14 203 3681 0 0,'-4'6'180'0'0,"-6"18"4135"0"0,15-24-4220 0 0,-1 1-93 0 0,1 0 0 0 0,0 0 0 0 0,-1 1 0 0 0,0-1-1 0 0,1 1 1 0 0,-1 0 0 0 0,0 0 0 0 0,0 0 0 0 0,6 5 0 0 0,-5-5 56 0 0,0 1 1 0 0,0-1-1 0 0,0 0 1 0 0,1-1-1 0 0,-1 1 1 0 0,0-1-1 0 0,1 0 1 0 0,-1 0-1 0 0,9 0 1 0 0,55-4 972 0 0,-25 1-623 0 0,386-15 2156 0 0,-344 8-2282 0 0,-1-4-1 0 0,166-48 1 0 0,40-26-141 0 0,-206 66 224 0 0,130-14 1 0 0,297 25 886 0 0,-123 9-1109 0 0,-383 1-447 0 0,24-3 255 0 0,-16-4-5322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48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2304 0 0,'8'34'2561'0'0,"0"134"2799"0"0,1 2-4319 0 0,39 500-754 0 0,-42-578-278 0 0,-8 56-9 0 0,-1-49 0 0 0,3-95 68 0 0,-1 1 0 0 0,1-1 0 0 0,-1 0 0 0 0,0 0 0 0 0,0 0 0 0 0,-1 0 0 0 0,1 0 0 0 0,-1 0 0 0 0,0 0 0 0 0,0-1-1 0 0,0 1 1 0 0,0-1 0 0 0,0 1 0 0 0,-1-1 0 0 0,-3 4 0 0 0,-8 12 196 0 0,11-13-331 0 0,0 0 0 0 0,0 0-1 0 0,0 0 1 0 0,1 1-1 0 0,0-1 1 0 0,0 1-1 0 0,1-1 1 0 0,-1 11 0 0 0,2-17-103 0 0,1 1 1 0 0,-1 0-1 0 0,0 0 0 0 0,1-1 1 0 0,-1 1-1 0 0,1 0 1 0 0,0 0-1 0 0,-1-1 1 0 0,1 1-1 0 0,-1-1 1 0 0,1 1-1 0 0,0-1 1 0 0,-1 1-1 0 0,1-1 1 0 0,0 1-1 0 0,0-1 0 0 0,-1 1 1 0 0,1-1-1 0 0,0 0 1 0 0,0 1-1 0 0,0-1 1 0 0,0 0-1 0 0,-1 0 1 0 0,1 0-1 0 0,0 0 1 0 0,0 0-1 0 0,0 0 0 0 0,0 0 1 0 0,0 0-1 0 0,1 0 1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49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2 265 456 0 0,'-1'-2'53'0'0,"1"1"-1"0"0,0 0 1 0 0,0 0-1 0 0,-1 0 0 0 0,1-1 1 0 0,0 1-1 0 0,0 0 1 0 0,0 0-1 0 0,0-1 1 0 0,0 1-1 0 0,0 0 1 0 0,1 0-1 0 0,-1-1 1 0 0,0 1-1 0 0,1 0 1 0 0,-1 0-1 0 0,1 0 1 0 0,-1 0-1 0 0,1 0 1 0 0,-1-1-1 0 0,1 1 1 0 0,0 0-1 0 0,0-1 1 0 0,2 0 138 0 0,-1 0 1 0 0,0 0 0 0 0,1 0-1 0 0,-1 1 1 0 0,1-1 0 0 0,-1 0 0 0 0,1 1-1 0 0,0 0 1 0 0,4-2 0 0 0,0 1 244 0 0,0 0 1 0 0,-1 0-1 0 0,1 1 1 0 0,0 0-1 0 0,0 0 1 0 0,1 1 0 0 0,-1 0-1 0 0,7 1 1 0 0,168 18 3126 0 0,96-13-2888 0 0,-60-3-648 0 0,210-5 670 0 0,-258-2-46 0 0,188-14 1348 0 0,-230 10-1642 0 0,153-20-24 0 0,93-4-211 0 0,24 36-135 0 0,143-4 436 0 0,-305-20-148 0 0,-14 1 115 0 0,-165 17-291 0 0,109 10 1 0 0,-107-1-105 0 0,40 6-113 0 0,180 1 0 0 0,-246-16 69 0 0,0 0-1 0 0,0-3 0 0 0,-1 0 0 0 0,0-2 0 0 0,0-2 0 0 0,0-1 0 0 0,-1-1 1 0 0,0-1-1 0 0,42-25 0 0 0,0-3-5849 0 0,-58 31 1822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3:50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0 1376 0 0,'-3'1'204'0'0,"1"-1"-1"0"0,0 1 1 0 0,-1-1-1 0 0,1 1 1 0 0,0 0-1 0 0,0 0 1 0 0,-1 0-1 0 0,1 0 1 0 0,0 0-1 0 0,0 0 1 0 0,0 1-1 0 0,1-1 1 0 0,-1 1-1 0 0,0 0 1 0 0,0-1-1 0 0,1 1 1 0 0,-1 0-1 0 0,1 0 1 0 0,-1 0-1 0 0,1 0 1 0 0,0 0-1 0 0,0 0 1 0 0,0 0-1 0 0,0 0 1 0 0,0 4-1 0 0,-4 7-17 0 0,0 1 0 0 0,-4 27 0 0 0,7-32 9 0 0,-8 53 64 0 0,2 1 0 0 0,4 0 0 0 0,2 0 0 0 0,9 99 0 0 0,2-42 273 0 0,46 395 951 0 0,-53-501-1456 0 0,0 0-1 0 0,-2 0 1 0 0,1 0-1 0 0,-2 0 1 0 0,0 0 0 0 0,-5 25-1 0 0,-17 41-2655 0 0,21-72 1565 0 0,1-1-1646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01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0 424 8754 0 0,'14'-16'3459'0'0,"-6"6"-3101"0"0,128-169 1544 0 0,-40 49-900 0 0,-60 84-2037 0 0,-3 4-4139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02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71 8498 0 0,'-22'-22'566'0'0,"19"18"-244"0"0,0 0 0 0 0,-1 0-1 0 0,1 0 1 0 0,-1 1 0 0 0,0-1 0 0 0,0 1-1 0 0,0 0 1 0 0,0 0 0 0 0,-1 0 0 0 0,1 1 0 0 0,-1 0-1 0 0,1-1 1 0 0,-1 2 0 0 0,0-1 0 0 0,-8-1-1 0 0,24 28 558 0 0,209 416 2716 0 0,-148-307-3045 0 0,47 66 164 0 0,-93-163-1159 0 0,2 0-1 0 0,1-2 1 0 0,35 32 0 0 0,-36-42-6082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02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 5529 0 0,'-15'3'9362'0'0,"14"3"-8732"0"0,4 70-1405 0 0,0-63 8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02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19 250 5065 0 0,'-16'11'427'0'0,"16"-11"-411"0"0,0 0 0 0 0,0 0 1 0 0,0 0-1 0 0,0 0 0 0 0,0 0 0 0 0,0 0 1 0 0,0 0-1 0 0,0 0 0 0 0,0-1 1 0 0,0 1-1 0 0,0 0 0 0 0,0 0 0 0 0,0 0 1 0 0,0 0-1 0 0,0 0 0 0 0,0 0 0 0 0,0 0 1 0 0,0 0-1 0 0,0 0 0 0 0,0 0 0 0 0,0 0 1 0 0,0 0-1 0 0,0 0 0 0 0,0 0 0 0 0,0 0 1 0 0,0 0-1 0 0,0-1 0 0 0,0 1 0 0 0,-1 0 1 0 0,1 0-1 0 0,0 0 0 0 0,0 0 0 0 0,0 0 1 0 0,0 0-1 0 0,0 0 0 0 0,0 0 0 0 0,0 0 1 0 0,0 0-1 0 0,0 0 0 0 0,0 0 0 0 0,0 0 1 0 0,0 0-1 0 0,0 0 0 0 0,-1 0 0 0 0,1 0 1 0 0,0 0-1 0 0,0 0 0 0 0,0 0 0 0 0,0 0 1 0 0,0 0-1 0 0,0 0 0 0 0,0 0 0 0 0,0 1 1 0 0,0-1-1 0 0,0 0 0 0 0,0 0 1 0 0,0 0-1 0 0,0 0 0 0 0,0 0 0 0 0,0 0 1 0 0,-1 0-1 0 0,1 0 0 0 0,16-23 1998 0 0,-8 11-1870 0 0,15-22-75 0 0,2 0-1 0 0,1 2 1 0 0,1 0 0 0 0,61-51 0 0 0,-74 73-853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03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0 4145 0 0,'-12'9'283'0'0,"1"1"0"0"0,0 0 0 0 0,0 1 0 0 0,1 0 0 0 0,1 0 0 0 0,-14 22 0 0 0,17-24-23 0 0,1 0 1 0 0,0 0-1 0 0,1 1 0 0 0,0-1 0 0 0,0 1 0 0 0,1 0 0 0 0,0 0 0 0 0,1 0 0 0 0,0 1 0 0 0,0 13 0 0 0,2-20-168 0 0,0 0 0 0 0,0-1 1 0 0,0 1-1 0 0,1 0 0 0 0,0-1 0 0 0,-1 1 0 0 0,1-1 0 0 0,1 1 0 0 0,-1-1 0 0 0,0 1 0 0 0,1-1 1 0 0,0 0-1 0 0,0 1 0 0 0,0-1 0 0 0,0 0 0 0 0,0 0 0 0 0,5 4 0 0 0,-2-3 9 0 0,-1-1 1 0 0,1 0-1 0 0,-1 0 0 0 0,1-1 1 0 0,0 1-1 0 0,0-1 0 0 0,1 0 0 0 0,-1 0 1 0 0,0-1-1 0 0,10 2 0 0 0,5-1 90 0 0,1 0 1 0 0,-1-2-1 0 0,1-1 0 0 0,-1 0 0 0 0,24-5 1 0 0,-25 2-129 0 0,-10 2 34 0 0,1 0 0 0 0,-1 1 0 0 0,1 0 0 0 0,0 1 0 0 0,11 0 0 0 0,-18 1-96 0 0,-1-1-1 0 0,0 1 1 0 0,1-1 0 0 0,-1 1 0 0 0,0 0-1 0 0,1 0 1 0 0,-1 0 0 0 0,0 0-1 0 0,0 0 1 0 0,0 0 0 0 0,0 0-1 0 0,0 1 1 0 0,0-1 0 0 0,0 1 0 0 0,0 0-1 0 0,-1-1 1 0 0,1 1 0 0 0,-1 0-1 0 0,1 0 1 0 0,-1 0 0 0 0,0 0-1 0 0,0 0 1 0 0,0 1 0 0 0,0-1 0 0 0,0 0-1 0 0,1 3 1 0 0,1 8 27 0 0,0 1 1 0 0,-1 0-1 0 0,0 0 1 0 0,-1-1-1 0 0,0 1 1 0 0,-2 16-1 0 0,-13 83-3715 0 0,14-108 3211 0 0,-4 18-3650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03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18 393 5529 0 0,'0'0'123'0'0,"-1"-1"-1"0"0,1 1 0 0 0,-1 0 1 0 0,0-1-1 0 0,1 1 1 0 0,-1-1-1 0 0,1 1 1 0 0,-1 0-1 0 0,0 0 1 0 0,1-1-1 0 0,-1 1 0 0 0,1 0 1 0 0,-1 0-1 0 0,0 0 1 0 0,1 0-1 0 0,-1 0 1 0 0,0 0-1 0 0,1 0 0 0 0,-1 0 1 0 0,0 0-1 0 0,1 0 1 0 0,-1 0-1 0 0,0 0 1 0 0,1 0-1 0 0,-2 1 0 0 0,14 12 4881 0 0,5 4-5180 0 0,25 36 752 0 0,-21-25-389 0 0,2 0 1 0 0,33 31-1 0 0,-47-51-132 0 0,0-1 0 0 0,1 1-1 0 0,0-2 1 0 0,0 1-1 0 0,1-1 1 0 0,-1-1 0 0 0,1 0-1 0 0,0-1 1 0 0,1 0-1 0 0,20 5 1 0 0,-30-9-28 0 0,0 1 1 0 0,-1-1-1 0 0,1 0 1 0 0,-1 0-1 0 0,1 0 0 0 0,0 0 1 0 0,-1 0-1 0 0,1 0 1 0 0,0 0-1 0 0,-1 0 0 0 0,1-1 1 0 0,0 1-1 0 0,-1-1 1 0 0,1 1-1 0 0,-1-1 0 0 0,1 0 1 0 0,-1 1-1 0 0,1-1 1 0 0,-1 0-1 0 0,0 0 0 0 0,1 0 1 0 0,-1 0-1 0 0,1-1 1 0 0,0-1 22 0 0,0 0 0 0 0,-1 1 0 0 0,1-1 0 0 0,-1 0 0 0 0,0 1 0 0 0,1-1 0 0 0,-2 0 0 0 0,1 0 0 0 0,0 0 0 0 0,0 0 0 0 0,0-5 0 0 0,-1-9 257 0 0,0 1 0 0 0,-1 0 1 0 0,-4-28-1 0 0,4 39-195 0 0,-12-56 241 0 0,-3 1-1 0 0,-2 0 1 0 0,-39-86 0 0 0,15 43-1631 0 0,40 99 1124 0 0,-1-4-246 0 0,1 1-1 0 0,-1 0 1 0 0,1-1-1 0 0,0 0 1 0 0,0-9 0 0 0,4-4-925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04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58 5065 0 0,'-17'-13'1841'0'0,"-1"2"0"0"0,0 0-1 0 0,-27-11 1 0 0,45 22-1796 0 0,0 0-1 0 0,0 0 1 0 0,0 0-1 0 0,0 0 1 0 0,-1 0-1 0 0,1 0 1 0 0,0 0-1 0 0,-1 1 491 0 0,1-1-490 0 0,0 0-1 0 0,0 0 1 0 0,0 0-1 0 0,0 0 1 0 0,0 0-1 0 0,0 0 1 0 0,0 1-1 0 0,-1-1 1 0 0,1 0 0 0 0,0 0-1 0 0,0 0 1 0 0,0 0-1 0 0,0 0 1 0 0,0 0-1 0 0,0 1 1 0 0,0-1-1 0 0,0 0 1 0 0,0 0-1 0 0,0 0 1 0 0,0 0 0 0 0,0 0-1 0 0,1 0 1 0 0,-1 1-1 0 0,1 0 491 0 0,-1-1-491 0 0,0 0 1 0 0,6 17 906 0 0,11 19-519 0 0,-16-35-343 0 0,33 62 279 0 0,3-2 0 0 0,65 81 0 0 0,-89-125-396 0 0,1-1 0 0 0,1 0-1 0 0,1-1 1 0 0,0 0 0 0 0,31 20 0 0 0,-42-31 21 0 0,0-1-1 0 0,0 0 0 0 0,1 0 1 0 0,-1 0-1 0 0,1 0 1 0 0,0-1-1 0 0,-1 0 1 0 0,1 0-1 0 0,1-1 1 0 0,-1 0-1 0 0,0 0 0 0 0,0 0 1 0 0,0-1-1 0 0,0 0 1 0 0,1 0-1 0 0,-1 0 1 0 0,0-1-1 0 0,0 0 1 0 0,0 0-1 0 0,0-1 1 0 0,0 1-1 0 0,0-1 0 0 0,0-1 1 0 0,7-3-1 0 0,-9 4-19 0 0,0-1-1 0 0,-1 0 0 0 0,1 0 0 0 0,-1 0 1 0 0,1 0-1 0 0,-1 0 0 0 0,0-1 0 0 0,0 0 1 0 0,-1 1-1 0 0,1-1 0 0 0,-1 0 1 0 0,1 0-1 0 0,-1 0 0 0 0,1-5 0 0 0,-1 1-2 0 0,0 1-1 0 0,0-1 1 0 0,-1 0-1 0 0,0 1 1 0 0,0-1-1 0 0,-1 0 1 0 0,-1-13-1 0 0,-1 2-795 0 0,-1 0 0 0 0,-2 0 0 0 0,0 0-1 0 0,0 1 1 0 0,-16-33 0 0 0,14 38-3537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04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11 5065 0 0,'-1'-1'140'0'0,"-1"0"0"0"0,0 0-1 0 0,0 0 1 0 0,0 0 0 0 0,0 0 0 0 0,0 0-1 0 0,-1 0 1 0 0,1 0 0 0 0,0 1 0 0 0,0-1-1 0 0,0 1 1 0 0,-1 0 0 0 0,1 0 0 0 0,0 0 0 0 0,0 0-1 0 0,-1 0 1 0 0,1 0 0 0 0,0 0 0 0 0,0 1-1 0 0,-1-1 1 0 0,1 1 0 0 0,0 0 0 0 0,0-1-1 0 0,0 1 1 0 0,0 0 0 0 0,0 0 0 0 0,0 1-1 0 0,0-1 1 0 0,-3 3 0 0 0,-3 2 369 0 0,0-1 1 0 0,0 2-1 0 0,1-1 1 0 0,0 1-1 0 0,-11 13 1 0 0,5 1-213 0 0,0 0 0 0 0,1 1 1 0 0,1 0-1 0 0,2 1 1 0 0,0 0-1 0 0,1 1 0 0 0,1 0 1 0 0,1 0-1 0 0,2 0 1 0 0,-3 31-1 0 0,7-48-253 0 0,0 0 0 0 0,0 0 0 0 0,0-1 0 0 0,1 1-1 0 0,0 0 1 0 0,0-1 0 0 0,1 1 0 0 0,4 11 0 0 0,-5-16-53 0 0,-1-1 1 0 0,1 1-1 0 0,0 0 0 0 0,0-1 1 0 0,0 1-1 0 0,0-1 0 0 0,1 1 1 0 0,-1-1-1 0 0,0 1 0 0 0,1-1 0 0 0,-1 0 1 0 0,0 0-1 0 0,1 0 0 0 0,0 0 1 0 0,-1 0-1 0 0,1 0 0 0 0,0 0 1 0 0,-1 0-1 0 0,1-1 0 0 0,0 1 1 0 0,0-1-1 0 0,0 1 0 0 0,-1-1 1 0 0,1 1-1 0 0,0-1 0 0 0,0 0 1 0 0,0 0-1 0 0,0 0 0 0 0,0 0 1 0 0,0-1-1 0 0,-1 1 0 0 0,1 0 1 0 0,0-1-1 0 0,0 1 0 0 0,3-2 1 0 0,1-1-197 0 0,0 0 1 0 0,0 0-1 0 0,-1 0 0 0 0,1-1 1 0 0,-1 0-1 0 0,1 0 1 0 0,-1 0-1 0 0,-1-1 1 0 0,1 0-1 0 0,0 0 1 0 0,-1 0-1 0 0,0 0 0 0 0,-1-1 1 0 0,1 0-1 0 0,-1 1 1 0 0,0-1-1 0 0,0 0 1 0 0,2-10-1 0 0,5-13-547 0 0,-2-1-1 0 0,8-53 0 0 0,-9 43 762 0 0,-5 31-14 0 0,14-59 530 0 0,-15 65-400 0 0,1-1 1 0 0,-1 1 0 0 0,0-1 0 0 0,1 1 0 0 0,-1 0-1 0 0,1 0 1 0 0,0 0 0 0 0,0 0 0 0 0,0 0 0 0 0,1 0-1 0 0,-1 0 1 0 0,1 1 0 0 0,-1-1 0 0 0,1 1-1 0 0,5-3 1 0 0,-6 4-64 0 0,-1 1 0 0 0,0 0 0 0 0,1 0 0 0 0,-1 0 0 0 0,0 0 0 0 0,1 0 0 0 0,-1 0 0 0 0,1 0 0 0 0,-1 0 0 0 0,0 0 0 0 0,1 1 0 0 0,-1-1 0 0 0,0 1 0 0 0,1-1 0 0 0,-1 1 0 0 0,0-1 0 0 0,0 1 0 0 0,0 0 0 0 0,1-1 0 0 0,-1 1 0 0 0,0 0 0 0 0,0 0 0 0 0,0 0 0 0 0,0 0 0 0 0,0 0 0 0 0,-1 0 0 0 0,1 0 0 0 0,0 0 0 0 0,0 1 0 0 0,-1-1 0 0 0,1 0 0 0 0,-1 0 0 0 0,1 1 0 0 0,0 1 0 0 0,19 54 527 0 0,-18-49-488 0 0,5 14-31 0 0,18 55-453 0 0,-14-57-306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04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55 126 7370 0 0,'-7'-14'67'0'0,"-25"-53"2162"0"0,17 22 2844 0 0,36 63-2082 0 0,1 11-2866 0 0,-2 2 0 0 0,-1 0-1 0 0,-1 1 1 0 0,19 49-1 0 0,11 20-1543 0 0,-24-56-357 0 0,-1-3-3804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04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24 205 5529 0 0,'-9'-2'240'0'0,"4"-1"56"0"0,1 1-232 0 0,1-2-64 0 0,1 3 0 0 0,2-3 0 0 0,0-1 0 0 0,0-4-104 0 0,2-6 24 0 0,1-6 8 0 0,4-6-248 0 0,0 3-40 0 0,5 1-16 0 0,2 2 0 0 0,4 2 288 0 0,-6 5 88 0 0,-3 4 0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05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13 6913 0 0,'-8'-13'4195'0'0,"13"15"-3303"0"0,4 1-564 0 0,1 1 1 0 0,-1 1 0 0 0,-1-1-1 0 0,1 1 1 0 0,-1 1-1 0 0,1 0 1 0 0,-2 0-1 0 0,1 0 1 0 0,-1 1-1 0 0,0 0 1 0 0,0 1 0 0 0,-1-1-1 0 0,0 1 1 0 0,10 17-1 0 0,6 15-304 0 0,-2 0 0 0 0,17 46 1 0 0,-18-39-1012 0 0,-4-13-759 0 0,-2-2-3520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05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1 292 6913 0 0,'0'-5'121'0'0,"-1"0"0"0"0,1 0 0 0 0,0 0 0 0 0,1 0 0 0 0,-1 0 0 0 0,1 0 0 0 0,0 0 0 0 0,0 0 0 0 0,1 0-1 0 0,2-7 1 0 0,26-51 958 0 0,-15 35-711 0 0,-8 12-135 0 0,1 1 1 0 0,1 0-1 0 0,12-17 0 0 0,-17 27-381 0 0,-1 1-1 0 0,1 0 1 0 0,0 0 0 0 0,1 0 0 0 0,-1 0-1 0 0,0 1 1 0 0,1 0 0 0 0,0 0 0 0 0,0 0-1 0 0,0 0 1 0 0,0 1 0 0 0,0 0-1 0 0,10-3 1 0 0,33-5 59 0 0,-32 8 89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05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152 222 3585 0 0,'1'-12'0'0'0,"0"0"1"0"0,-1 0-1 0 0,0 0 1 0 0,-1 0-1 0 0,0 0 0 0 0,-1 0 1 0 0,0 0-1 0 0,-1 0 1 0 0,0 0-1 0 0,-1 0 1 0 0,-1 1-1 0 0,0 0 1 0 0,0 0-1 0 0,-8-12 0 0 0,11 21 68 0 0,1-1-1 0 0,-1 1 1 0 0,0 0-1 0 0,0 0 1 0 0,0-1-1 0 0,0 1 1 0 0,0 0-1 0 0,0 1 1 0 0,-1-1-1 0 0,1 0 1 0 0,0 1-1 0 0,-1-1 1 0 0,0 1-1 0 0,1 0 1 0 0,-1 0-1 0 0,0 0 1 0 0,0 0-1 0 0,1 0 1 0 0,-1 1-1 0 0,0-1 1 0 0,0 1-1 0 0,0-1 1 0 0,0 1-1 0 0,-5 1 0 0 0,6 0-6 0 0,0-1 0 0 0,-1 1 0 0 0,1 0 0 0 0,0 1 0 0 0,-1-1 0 0 0,1 0 0 0 0,0 1 0 0 0,0-1 0 0 0,0 1 0 0 0,0-1 0 0 0,1 1 0 0 0,-1 0 0 0 0,0 0 0 0 0,1 0-1 0 0,-1 0 1 0 0,1 0 0 0 0,0 0 0 0 0,-1 1 0 0 0,1-1 0 0 0,0 0 0 0 0,0 1 0 0 0,1-1 0 0 0,-1 1 0 0 0,0-1 0 0 0,1 1 0 0 0,0-1 0 0 0,-1 1 0 0 0,1 2 0 0 0,-1 2-111 0 0,1 0 0 0 0,0 1 1 0 0,0-1-1 0 0,0 0 1 0 0,1 0-1 0 0,0 0 0 0 0,0 0 1 0 0,1 0-1 0 0,0-1 1 0 0,0 1-1 0 0,0 0 0 0 0,1-1 1 0 0,0 1-1 0 0,1-1 1 0 0,7 11-1 0 0,-7-12 14 0 0,0-1 0 0 0,1 0-1 0 0,-1 0 1 0 0,1 0 0 0 0,0 0 0 0 0,0-1 0 0 0,0 0-1 0 0,0 0 1 0 0,1 0 0 0 0,-1-1 0 0 0,1 0-1 0 0,0 0 1 0 0,-1 0 0 0 0,1-1 0 0 0,0 0 0 0 0,0 0-1 0 0,0 0 1 0 0,12-1 0 0 0,-8 0-92 0 0,0-1 1 0 0,0 0-1 0 0,0-1 0 0 0,0 0 0 0 0,0-1 1 0 0,0 0-1 0 0,0 0 0 0 0,-1-1 1 0 0,0 0-1 0 0,0-1 0 0 0,0 0 1 0 0,0 0-1 0 0,-1-1 0 0 0,14-12 1 0 0,3-5 127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06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0 164 6913 0 0,'9'-1'-250'0'0,"0"-1"792"0"0,0 1 0 0 0,-1 0 0 0 0,1 1 0 0 0,0-1 0 0 0,14 3 0 0 0,-13 1-292 0 0,0 1 0 0 0,0 0 0 0 0,0 1 0 0 0,0 0 0 0 0,-1 1 0 0 0,0 0 0 0 0,0 0 0 0 0,-1 1 0 0 0,1 0 0 0 0,13 16 0 0 0,-10-12-189 0 0,0 0 1 0 0,0 0-1 0 0,26 15 1 0 0,-38-26-47 0 0,0 0 1 0 0,0 0 0 0 0,0 1-1 0 0,0-1 1 0 0,0 0 0 0 0,0 0-1 0 0,0 0 1 0 0,0 0-1 0 0,0 0 1 0 0,0 0 0 0 0,0 0-1 0 0,0 0 1 0 0,0 0 0 0 0,1 0-1 0 0,-1 0 1 0 0,0 1-1 0 0,0-1 1 0 0,0 0 0 0 0,0 0-1 0 0,0 0 1 0 0,0 0 0 0 0,0 0-1 0 0,1 0 1 0 0,-1 0-1 0 0,0 0 1 0 0,0 0 0 0 0,0 0-1 0 0,0 0 1 0 0,0 0 0 0 0,0 0-1 0 0,0 0 1 0 0,1 0-1 0 0,-1 0 1 0 0,0 0 0 0 0,0 0-1 0 0,0 0 1 0 0,0 0 0 0 0,0 0-1 0 0,0-1 1 0 0,0 1-1 0 0,0 0 1 0 0,1 0 0 0 0,-1 0-1 0 0,0 0 1 0 0,0 0 0 0 0,0 0-1 0 0,0 0 1 0 0,0 0 0 0 0,0 0-1 0 0,0 0 1 0 0,0-1-1 0 0,0 1 1 0 0,0 0 0 0 0,0 0-1 0 0,0 0 1 0 0,0 0 0 0 0,0 0-1 0 0,1 0 1 0 0,-1-1-1 0 0,-5-10 819 0 0,-18-28 344 0 0,2 4-928 0 0,12 17-882 0 0,1-1 0 0 0,1 0 0 0 0,1-1 0 0 0,0 0-1 0 0,2 0 1 0 0,-4-38 0 0 0,5 23-3763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06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1 195 3681 0 0,'6'16'750'0'0,"0"0"0"0"0,0 0 0 0 0,-2 1 0 0 0,4 25 0 0 0,-6-27-432 0 0,1 0 0 0 0,1 0 0 0 0,0 0 0 0 0,1-1 1 0 0,0 1-1 0 0,10 16 0 0 0,-15-29-324 0 0,1-1-1 0 0,-1 0 1 0 0,1 0-1 0 0,-1 0 1 0 0,1 0 0 0 0,0 0-1 0 0,-1 0 1 0 0,1 0-1 0 0,0 0 1 0 0,0-1 0 0 0,0 1-1 0 0,0 0 1 0 0,0 0-1 0 0,0-1 1 0 0,0 1 0 0 0,0 0-1 0 0,0-1 1 0 0,0 1-1 0 0,0-1 1 0 0,1 0 0 0 0,-1 1-1 0 0,2-1 1 0 0,-2 0-23 0 0,0 0 1 0 0,1-1-1 0 0,-1 1 1 0 0,0 0-1 0 0,0-1 1 0 0,0 0 0 0 0,0 1-1 0 0,0-1 1 0 0,0 1-1 0 0,0-1 1 0 0,0 0-1 0 0,0 0 1 0 0,0 0-1 0 0,-1 0 1 0 0,1 1 0 0 0,0-1-1 0 0,0 0 1 0 0,0-2-1 0 0,3-4-159 0 0,-1 0 0 0 0,1 0 0 0 0,-2 0 0 0 0,1 0 0 0 0,2-13 0 0 0,3-32 501 0 0,2-72 1 0 0,-3 14 1975 0 0,-6 93-1750 0 0,-1 13-360 0 0,0 0 0 0 0,0 0 0 0 0,0 1 0 0 0,0-1 0 0 0,1 0 0 0 0,0 0 0 0 0,0 0 0 0 0,0 0 0 0 0,0 1-1 0 0,0-1 1 0 0,1 0 0 0 0,0 1 0 0 0,0 0 0 0 0,0-1 0 0 0,0 1 0 0 0,4-5 0 0 0,-6 8-142 0 0,1 0 1 0 0,-1 0-1 0 0,1 0 0 0 0,-1-1 1 0 0,1 1-1 0 0,-1 0 0 0 0,1 0 1 0 0,-1 0-1 0 0,1 0 0 0 0,-1 0 1 0 0,1 0-1 0 0,0 0 0 0 0,-1 0 1 0 0,1 0-1 0 0,-1 1 0 0 0,1-1 1 0 0,-1 0-1 0 0,1 0 0 0 0,-1 0 1 0 0,1 1-1 0 0,-1-1 0 0 0,1 0 1 0 0,-1 1-1 0 0,1-1 0 0 0,-1 0 1 0 0,0 1-1 0 0,1-1 0 0 0,-1 0 1 0 0,0 1-1 0 0,1-1 0 0 0,-1 1 1 0 0,0-1-1 0 0,1 1 0 0 0,-1-1 1 0 0,0 1-1 0 0,1 0 0 0 0,10 20 497 0 0,38 116 695 0 0,12 32-838 0 0,53 48 78 0 0,13 31 892 0 0,-115-218-1209 0 0,-1 1 1 0 0,-2 0-1 0 0,-1 0 1 0 0,-1 1-1 0 0,-2 0 1 0 0,3 55-1 0 0,-10-39-633 0 0,-3-1 0 0 0,-1 1 0 0 0,-17 64 0 0 0,8-47-6315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08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419 1140 1376 0 0,'-114'101'3491'0'0,"-14"10"-1256"0"0,111-99-1877 0 0,0 0 0 0 0,-1-2 0 0 0,0 0 0 0 0,-1-1 0 0 0,0 0 1 0 0,-25 6-1 0 0,43-14-304 0 0,0-1 0 0 0,0 0 1 0 0,0 1-1 0 0,0-1 0 0 0,1 0 1 0 0,-1 0-1 0 0,0 1 0 0 0,0-1 1 0 0,0 0-1 0 0,0 0 0 0 0,0 0 1 0 0,0 0-1 0 0,0 0 0 0 0,0 0 1 0 0,0 0-1 0 0,0-1 1 0 0,1 1-1 0 0,-1 0 0 0 0,0 0 1 0 0,0-1-1 0 0,0 1 0 0 0,0 0 1 0 0,-1-2-1 0 0,2 2-10 0 0,0-1 1 0 0,-1 0-1 0 0,1 0 0 0 0,0 0 1 0 0,0 0-1 0 0,0 1 0 0 0,0-1 1 0 0,0 0-1 0 0,0 0 1 0 0,0 0-1 0 0,0 1 0 0 0,0-1 1 0 0,0 0-1 0 0,1 0 0 0 0,-1 0 1 0 0,0 1-1 0 0,0-1 0 0 0,1 0 1 0 0,-1 0-1 0 0,1 0 0 0 0,28-42 789 0 0,-28 41-823 0 0,50-56 1090 0 0,99-89 1 0 0,-11 13 136 0 0,-38 26-416 0 0,265-262 541 0 0,-36 36-2813 0 0,-226 220-252 0 0,-28 44-3253 0 0,-39 40 543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09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15 175 5985 0 0,'-14'7'2528'0'0,"18"-18"22"0"0,21-26-740 0 0,48-47-1044 0 0,-46 55-4351 0 0,-8 9-740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09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1229 1032 5065 0 0,'0'-20'7034'0'0,"-9"5"-6290"0"0,-1 0 1 0 0,-1 1-1 0 0,-1 0 0 0 0,0 1 1 0 0,-1 0-1 0 0,-15-12 1 0 0,-99-69 1534 0 0,54 42-1192 0 0,-240-221 1134 0 0,34 26-1786 0 0,54 80-1507 0 0,124 106-3674 0 0,86 53 3123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10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6913 0 0,'5'1'508'0'0,"0"0"0"0"0,1 0 0 0 0,-1 0-1 0 0,0 0 1 0 0,-1 1 0 0 0,1 0-1 0 0,0 0 1 0 0,0 0 0 0 0,-1 0-1 0 0,1 1 1 0 0,-1 0 0 0 0,0 0-1 0 0,0 0 1 0 0,7 7 0 0 0,6 7 435 0 0,28 36 0 0 0,-26-29-332 0 0,9 10-4 0 0,233 256 1187 0 0,-163-192-2362 0 0,-7 4-3380 0 0,-56-60-1625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13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78 910 5441 0 0,'-65'79'2586'0'0,"53"-66"-1160"0"0,18-20-240 0 0,15-19-303 0 0,98-142 1726 0 0,104-132 688 0 0,-103 157-2848 0 0,125-194 1 0 0,-232 317-2471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14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362 207 456 0 0,'-53'-11'743'0'0,"41"8"-760"0"0,1 0 0 0 0,-1 1 0 0 0,1 0-1 0 0,-1 0 1 0 0,0 2 0 0 0,0-1 0 0 0,-22 3 0 0 0,33-1 29 0 0,-1-1 0 0 0,1 0 0 0 0,0 1 0 0 0,0-1 0 0 0,0 1 0 0 0,-1-1 0 0 0,1 1 0 0 0,0 0 0 0 0,0 0 0 0 0,0-1 0 0 0,0 1 0 0 0,0 0 0 0 0,0 0 0 0 0,1 0 0 0 0,-1 0 0 0 0,0 0 0 0 0,0 0 0 0 0,0 2 0 0 0,2 3 367 0 0,10-9-234 0 0,-9 3 193 0 0,1-4-322 0 0,-2 3-47 0 0,-1 0-1 0 0,1 1 0 0 0,0-1 0 0 0,0 0 0 0 0,0 0 1 0 0,-1 0-1 0 0,1 0 0 0 0,-1 0 0 0 0,1 0 0 0 0,-1-1 0 0 0,1 1 1 0 0,-1 0-1 0 0,0 0 0 0 0,1 0 0 0 0,-1 0 0 0 0,0 0 0 0 0,0-1 1 0 0,0 1-1 0 0,0 0 0 0 0,0 0 0 0 0,0 0 0 0 0,0-1 0 0 0,0 1 1 0 0,0 0-1 0 0,-1 0 0 0 0,1 0 0 0 0,0 0 0 0 0,-1 0 1 0 0,1-1-1 0 0,-1 1 0 0 0,0 0 0 0 0,1 0 0 0 0,-1 0 0 0 0,0 0 1 0 0,1 0-1 0 0,-1 1 0 0 0,0-1 0 0 0,0 0 0 0 0,0 0 0 0 0,0 0 1 0 0,0 1-1 0 0,0-1 0 0 0,-2-1 0 0 0,-57-61 59 0 0,46 46 1181 0 0,-1 0 0 0 0,-1 1 1 0 0,-24-18-1 0 0,3 28 13634 0 0,52 33-14754 0 0,2-1-1 0 0,1 0 1 0 0,1-1 0 0 0,43 42 0 0 0,-33-35-57 0 0,27 31-33 0 0,105 111-29 0 0,-118-133 10 0 0,1-1-1 0 0,50 33 1 0 0,-66-52-179 0 0,35 22-763 0 0,-20-25-3283 0 0,-37-20 1791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14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32 6913 0 0,'-21'-31'12003'0'0,"33"37"-11577"0"0,0 0 0 0 0,0 1 0 0 0,-1 1 0 0 0,0 0 0 0 0,16 15 1 0 0,48 55 672 0 0,-58-57-1708 0 0,1-1 0 0 0,1-1 0 0 0,1-1 0 0 0,1-1 0 0 0,25 17-1 0 0,-28-23-1881 0 0,-1-3-3693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15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1848 3225 0 0,'2'-10'388'0'0,"0"-1"0"0"0,1 1 0 0 0,0-1 1 0 0,1 1-1 0 0,0 0 0 0 0,0 0 0 0 0,1 1 0 0 0,1-1 1 0 0,-1 1-1 0 0,8-9 0 0 0,2-6-263 0 0,100-148 932 0 0,-23 37 405 0 0,74-113 3119 0 0,231-263-1 0 0,-38 44-3458 0 0,-340 440-1655 0 0,-9 9-486 0 0,1 2-1 0 0,1-1 1 0 0,1 2-1 0 0,0-1 1 0 0,1 2-1 0 0,0 0 1 0 0,20-14-1 0 0,-24 20 977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17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722 0 2761 0 0,'-21'30'3495'0'0,"-3"1"3389"0"0,2 5-5247 0 0,-17 23-1675 0 0,-11-4 350 0 0,-84 74 0 0 0,-68 36-24 0 0,-1 0 1505 0 0,189-155-1471 0 0,14-9-399 0 0,0-1 1 0 0,-1 0-1 0 0,1 0 0 0 0,0 1 0 0 0,0-1 1 0 0,-1 0-1 0 0,1 1 0 0 0,0-1 0 0 0,-1 0 1 0 0,1 0-1 0 0,0 0 0 0 0,-1 1 0 0 0,1-1 0 0 0,0 0 1 0 0,-1 0-1 0 0,1 0 0 0 0,0 0 0 0 0,-1 0 1 0 0,1 0-1 0 0,0 0 0 0 0,-1 0 0 0 0,1 0 0 0 0,-1 0 1 0 0,1 0-1 0 0,0 0 0 0 0,-1 0 0 0 0,1 0 1 0 0,0 0-1 0 0,-1 0 0 0 0,1 0 0 0 0,-1 0 1 0 0,1 0-1 0 0,0-1 0 0 0,-1 1 0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18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1840 0 0,'11'5'13581'0'0,"14"23"-10661"0"0,23 23-2065 0 0,184 107 751 0 0,126 155-373 0 0,-148-142-1061 0 0,-26-24 45 0 0,-154-119-190 0 0,0 1 0 0 0,-2 1 1 0 0,40 56-1 0 0,-59-69-1232 0 0,1 1 0 0 0,-2 0 1 0 0,0 0-1 0 0,-1 1 0 0 0,-1 0 1 0 0,-1 0-1 0 0,-1 0 0 0 0,4 35 1 0 0,-8-49 1139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18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5 4609 0 0,'-5'-4'6241'0'0,"29"8"-1714"0"0,14 2-3738 0 0,4 1 1224 0 0,-1 1 0 0 0,54 19 0 0 0,-82-22-2065 0 0,0 1 1 0 0,0 1-1 0 0,0 0 1 0 0,12 9-1 0 0,-16-10-469 0 0,-1 1 1 0 0,0 0-1 0 0,-1 0 0 0 0,0 1 1 0 0,0 0-1 0 0,9 13 1 0 0,-6-2-6221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19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1659 6 4145 0 0,'6'-5'3363'0'0,"-9"13"-1302"0"0,-10 13-1573 0 0,0 0 0 0 0,-1-1 1 0 0,-30 32-1 0 0,4-4 489 0 0,-282 309 2319 0 0,-17 25-2263 0 0,46-46-209 0 0,171-208 260 0 0,-112 151 0 0 0,168-188-488 0 0,-87 114-1176 0 0,144-193-4255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20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9 7834 0 0,'-12'-8'10078'0'0,"22"26"-9760"0"0,2-1 1 0 0,0-1-1 0 0,0 0 0 0 0,2 0 1 0 0,0-1-1 0 0,20 16 1 0 0,109 77 143 0 0,-12-10-254 0 0,-81-55-150 0 0,275 242 202 0 0,-23 21-513 0 0,-241-237-3331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21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1699 2304 0 0,'-22'21'434'0'0,"8"-7"1691"0"0,-24 27 0 0 0,90-94 2163 0 0,47-71-1491 0 0,118-133-130 0 0,242-260-1163 0 0,-14-85-727 0 0,-431 580-829 0 0,8-12-544 0 0,0 1 1 0 0,2 1-1 0 0,55-57 0 0 0,-65 78-675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21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13 419 2304 0 0,'-12'12'904'0'0,"12"-22"2504"0"0,9-12-101 0 0,-5 12-3897 0 0,138-207 5580 0 0,-95 151-4014 0 0,17-25-2517 0 0,-53 76-3463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22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5985 0 0,'4'0'551'0'0,"1"1"1"0"0,-1 0-1 0 0,1-1 0 0 0,-1 2 0 0 0,0-1 0 0 0,1 1 0 0 0,-1-1 0 0 0,0 1 1 0 0,0 0-1 0 0,0 1 0 0 0,0-1 0 0 0,-1 1 0 0 0,1-1 0 0 0,5 7 0 0 0,6 5-114 0 0,-1 2 0 0 0,12 16-1 0 0,-1-1 259 0 0,163 208 998 0 0,-29-34-503 0 0,-123-162-641 0 0,3-3 0 0 0,71 60 0 0 0,16-16 369 0 0,-91-63-720 0 0,-1 1 1 0 0,-1 2-1 0 0,50 46 0 0 0,-72-56-197 0 0,0 1 0 0 0,-1-1 0 0 0,-1 1 1 0 0,0 1-1 0 0,-1 0 0 0 0,-1 0 0 0 0,8 26 0 0 0,10 20-433 0 0,-18-50-1261 0 0,21 6-10231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24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0 2304 0 0,'-1'10'424'0'0,"-1"0"0"0"0,0 0 0 0 0,0 0-1 0 0,-1 0 1 0 0,-4 10 0 0 0,-8 27 1564 0 0,4-4-894 0 0,8-35-1055 0 0,0 0 0 0 0,1 0 1 0 0,0 1-1 0 0,1-1 0 0 0,0 0 0 0 0,0 0 0 0 0,0 1 0 0 0,1-1 0 0 0,1 0 0 0 0,1 12 0 0 0,0-13-3013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24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1 815 1376 0 0,'0'0'152'0'0,"18"-7"4889"0"0,-6-1-4603 0 0,1 1 0 0 0,0 0 0 0 0,0 1-1 0 0,1 1 1 0 0,0 0 0 0 0,0 1 0 0 0,0 0-1 0 0,0 1 1 0 0,0 1 0 0 0,1 0-1 0 0,-1 1 1 0 0,20 1 0 0 0,101 1 944 0 0,-42 2-782 0 0,0-4 1 0 0,167-24-1 0 0,-178 10-135 0 0,1 3-1 0 0,-1 3 1 0 0,152 5-1 0 0,242 22 251 0 0,-329-20-405 0 0,181-26 0 0 0,-133 10-99 0 0,241 7 0 0 0,-242 11-132 0 0,-36 1-67 0 0,-50 1-13 0 0,117-13 1 0 0,199-57-116 0 0,-216 32 93 0 0,910-186 2620 0 0,-954 187-2694 0 0,103-30 115 0 0,54-10 238 0 0,98-19 149 0 0,-230 49-204 0 0,-171 43 211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26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603 121 3225 0 0,'3'-5'418'0'0,"-1"0"0"0"0,0 0 0 0 0,0 0 0 0 0,0-1 1 0 0,-1 1-1 0 0,0-1 0 0 0,0 1 0 0 0,0-12 0 0 0,1 3-541 0 0,-2 13 97 0 0,0 0 1 0 0,0 0-1 0 0,0-1 0 0 0,0 1 0 0 0,0 0 0 0 0,0 0 0 0 0,0 0 0 0 0,0 0 0 0 0,-1 0 0 0 0,1 0 0 0 0,0 0 0 0 0,-1 0 0 0 0,1 0 0 0 0,-1 0 0 0 0,1 0 0 0 0,-1 0 0 0 0,0 0 0 0 0,1 0 0 0 0,-1 0 0 0 0,0 1 0 0 0,0-1 0 0 0,1 0 0 0 0,-1 0 0 0 0,0 1 0 0 0,0-1 0 0 0,0 1 0 0 0,0-1 0 0 0,0 1 0 0 0,0-1 0 0 0,0 1 0 0 0,-2-1 0 0 0,-41-9 1470 0 0,24 6-506 0 0,15 3-716 0 0,0 0 0 0 0,-1 0 0 0 0,1 0 0 0 0,0 0-1 0 0,0 1 1 0 0,0 0 0 0 0,0 0 0 0 0,-1 0-1 0 0,1 1 1 0 0,0 0 0 0 0,0 0 0 0 0,0 0-1 0 0,-9 4 1 0 0,7-1-84 0 0,0 0-1 0 0,0 1 1 0 0,0-1-1 0 0,1 2 1 0 0,-1-1-1 0 0,1 1 1 0 0,-10 12-1 0 0,0-2-130 0 0,0-1-1 0 0,-1 0 0 0 0,0-2 1 0 0,-33 20-1 0 0,20-13 265 0 0,21-12-109 0 0,1 1-1 0 0,0 0 1 0 0,1 1 0 0 0,0 0-1 0 0,0 0 1 0 0,1 1 0 0 0,0 0-1 0 0,-6 18 1 0 0,-5 20 618 0 0,3 2 1 0 0,1 0-1 0 0,-7 70 0 0 0,11-61-460 0 0,-41 285-146 0 0,16 1 0 0 0,15 2 0 0 0,27 376 0 0 0,132 834-174 0 0,-128-1452 0 0 0,73 469 0 0 0,80 139 1007 0 0,-34-161-283 0 0,-107-444-608 0 0,57 236-126 0 0,-52-242 201 0 0,57 130 0 0 0,-40-96-250 0 0,-20-52-801 0 0,-24-79 539 0 0,0 0-1 0 0,1-1 1 0 0,0 1 0 0 0,0-1-1 0 0,5 8 1 0 0,7 5-6141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28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3225 0 0,'22'5'4807'0'0,"-11"-1"-4613"0"0,-5-4-60 0 0,0 0 0 0 0,1-1 0 0 0,-1 1 1 0 0,0-1-1 0 0,1 0 0 0 0,-1 0 0 0 0,0-1 1 0 0,0 0-1 0 0,0 0 0 0 0,8-5 0 0 0,12-2 429 0 0,-9 4-334 0 0,-1 1 0 0 0,1 0 0 0 0,0 2 0 0 0,0 0 0 0 0,0 1 0 0 0,0 0 0 0 0,0 2 0 0 0,0 0 0 0 0,0 1 1 0 0,0 0-1 0 0,0 2 0 0 0,0 0 0 0 0,-1 1 0 0 0,0 0 0 0 0,0 1 0 0 0,0 1 0 0 0,-1 1 0 0 0,0 0 0 0 0,0 1 0 0 0,19 15 0 0 0,49 39-153 0 0,87 88 0 0 0,-159-139 27 0 0,0 0 0 0 0,-1 1 0 0 0,0 1 0 0 0,-1-1 0 0 0,11 24 0 0 0,26 78 949 0 0,-6-14-403 0 0,-28-76-618 0 0,77 189 1229 0 0,-80-187-1110 0 0,-1 1-1 0 0,-2-1 1 0 0,-1 2-1 0 0,-1-1 1 0 0,-2 0 0 0 0,0 33-1 0 0,-2 25-149 0 0,4 0 0 0 0,18 100 0 0 0,47 393 0 0 0,-50-405 0 0 0,14 446 54 0 0,-19 298 688 0 0,-12-703-469 0 0,-3 160 770 0 0,-28-2-629 0 0,24-336-396 0 0,-45 335 36 0 0,28 1-59 0 0,20-296 5 0 0,-19 115 0 0 0,-28 71 0 0 0,41-228 0 0 0,4-14 17 0 0,0-7 6 0 0,1 0 0 0 0,1 0 1 0 0,0 0-1 0 0,0 0 0 0 0,2 0 0 0 0,0 1 0 0 0,3 20 1 0 0,-1-18-22 0 0,-1 0 1 0 0,-1 0 0 0 0,0 0-1 0 0,-3 22 1 0 0,-1 21-3 0 0,17-31 296 0 0,-47-2-532 0 0,-44 57-97 0 0,14-12 92 0 0,33-41-1370 0 0,14-17-5754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31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59 10594 0 0,'-1'-1'171'0'0,"0"0"0"0"0,0 0-1 0 0,0 0 1 0 0,1 0 0 0 0,-1-1 0 0 0,0 1-1 0 0,0 0 1 0 0,1-1 0 0 0,-1 1 0 0 0,1 0-1 0 0,-1-1 1 0 0,1 1 0 0 0,0-1-1 0 0,-1 1 1 0 0,1 0 0 0 0,0-1 0 0 0,0 1-1 0 0,0-1 1 0 0,0 1 0 0 0,0-1 0 0 0,0 1-1 0 0,0-1 1 0 0,1 1 0 0 0,-1-1-1 0 0,1 1 1 0 0,-1 0 0 0 0,1-1 0 0 0,-1 1-1 0 0,1 0 1 0 0,0-1 0 0 0,-1 1 0 0 0,1 0-1 0 0,0 0 1 0 0,0 0 0 0 0,0 0-1 0 0,0-1 1 0 0,0 1 0 0 0,0 1 0 0 0,0-1-1 0 0,1 0 1 0 0,-1 0 0 0 0,0 0-1 0 0,0 1 1 0 0,1-1 0 0 0,-1 0 0 0 0,1 1-1 0 0,-1-1 1 0 0,0 1 0 0 0,1 0 0 0 0,-1-1-1 0 0,1 1 1 0 0,-1 0 0 0 0,1 0-1 0 0,-1 0 1 0 0,1 0 0 0 0,-1 0 0 0 0,1 0-1 0 0,1 1 1 0 0,9 3-29 0 0,0 0 0 0 0,0 1 0 0 0,-1 0 0 0 0,1 1 0 0 0,-1 0 0 0 0,-1 1 0 0 0,1 0 0 0 0,-1 1 0 0 0,-1 0 0 0 0,1 1 0 0 0,-1 0 0 0 0,14 18 0 0 0,-9-8-98 0 0,0 1 1 0 0,-1 1-1 0 0,-1 0 0 0 0,-1 1 0 0 0,14 39 0 0 0,16 100 6 0 0,-9-25-589 0 0,-25-115-132 0 0,1 1 0 0 0,0-1 0 0 0,1-1-1 0 0,13 20 1 0 0,0-11-3048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31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6449 0 0,'0'-2'577'0'0,"0"0"-465"0"0,6-3 1760 0 0,-5 2-832 0 0,3-3 8 0 0,-1 1-431 0 0,1 0-81 0 0,-1 1-24 0 0,-1 3 0 0 0,-2 13-4369 0 0,-2-3 2417 0 0,2 3 1176 0 0,-3-5 264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31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0 231 6681 0 0,'29'-8'3068'0'0,"24"-14"268"0"0,-14-1-1566 0 0,52-42-1 0 0,-62 42-3494 0 0,1 1 0 0 0,1 2 0 0 0,39-19 1 0 0,-50 30-1968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31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0 5065 0 0,'-5'5'434'0'0,"0"-1"0"0"0,0 1-1 0 0,0 0 1 0 0,1 1 0 0 0,0-1 0 0 0,0 1-1 0 0,1 0 1 0 0,-1 0 0 0 0,1 0 0 0 0,0 0-1 0 0,1 1 1 0 0,-3 8 0 0 0,4-11-191 0 0,1-1 0 0 0,-1 0 1 0 0,1 1-1 0 0,0-1 0 0 0,0 0 0 0 0,0 1 1 0 0,0-1-1 0 0,0 1 0 0 0,1-1 0 0 0,0 0 1 0 0,0 0-1 0 0,0 1 0 0 0,0-1 0 0 0,0 0 1 0 0,0 0-1 0 0,1 0 0 0 0,0 0 0 0 0,-1 0 1 0 0,1 0-1 0 0,0-1 0 0 0,0 1 0 0 0,1 0 1 0 0,-1-1-1 0 0,1 0 0 0 0,-1 0 0 0 0,5 3 1 0 0,2 0-68 0 0,0 0 1 0 0,0 0 0 0 0,1-1 0 0 0,-1-1 0 0 0,15 4-1 0 0,-15-5-156 0 0,-1 0-1 0 0,-1 1 0 0 0,1 0 0 0 0,0 0 0 0 0,-1 0 0 0 0,1 1 0 0 0,-1 0 1 0 0,0 1-1 0 0,7 6 0 0 0,-12-9-164 0 0,0 1-1 0 0,0 0 1 0 0,0-1-1 0 0,-1 1 1 0 0,1 0 0 0 0,-1 0-1 0 0,0 0 1 0 0,0 0 0 0 0,0 1-1 0 0,0-1 1 0 0,0 0 0 0 0,-1 0-1 0 0,1 1 1 0 0,-1-1-1 0 0,0 0 1 0 0,0 1 0 0 0,-1 2-1 0 0,-1 10-962 0 0,0 0 0 0 0,-6 20 0 0 0,5-22 221 0 0,-20 76-2574 0 0,15-69 3340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3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5985 0 0,'0'-3'467'0'0,"0"0"0"0"0,1 0-1 0 0,0 0 1 0 0,-1 0 0 0 0,1 0 0 0 0,0 1-1 0 0,0-1 1 0 0,1 0 0 0 0,-1 1 0 0 0,0-1-1 0 0,3-2 1 0 0,-4 5-369 0 0,0-1 0 0 0,1 1 0 0 0,-1-1 0 0 0,0 1 0 0 0,1-1 0 0 0,-1 1 0 0 0,1-1 0 0 0,-1 1 0 0 0,1 0 0 0 0,-1-1 0 0 0,1 1 0 0 0,-1 0 0 0 0,1-1 0 0 0,-1 1 0 0 0,1 0 0 0 0,-1 0 0 0 0,1 0 0 0 0,-1-1 0 0 0,1 1 0 0 0,0 0 0 0 0,-1 0-1 0 0,1 0 1 0 0,-1 0 0 0 0,1 0 0 0 0,-1 0 0 0 0,1 0 0 0 0,0 0 0 0 0,-1 0 0 0 0,1 0 0 0 0,-1 0 0 0 0,1 1 0 0 0,-1-1 0 0 0,1 0 0 0 0,0 0 0 0 0,-1 0 0 0 0,1 1 0 0 0,-1-1 0 0 0,1 0 0 0 0,-1 1 0 0 0,1-1 0 0 0,-1 0 0 0 0,0 1 0 0 0,1-1 0 0 0,-1 1 0 0 0,1-1 0 0 0,-1 1 0 0 0,0-1 0 0 0,1 1 0 0 0,-1-1 0 0 0,0 1 0 0 0,0-1 0 0 0,1 1 0 0 0,-1-1 0 0 0,0 1-1 0 0,0 0 1 0 0,0-1 0 0 0,0 1 0 0 0,0 0 0 0 0,11 26 508 0 0,-1 1 0 0 0,-2-1 0 0 0,0 2 0 0 0,5 47-1 0 0,2 121-401 0 0,-12-125-87 0 0,1 39-171 0 0,-3-54-375 0 0,1-1 1 0 0,19 98-1 0 0,-20-151 315 0 0,14 49-1054 0 0,-14-50 958 0 0,0 0 1 0 0,0 1-1 0 0,0-1 1 0 0,1 0-1 0 0,-1 1 1 0 0,0-1-1 0 0,1 0 1 0 0,0 0-1 0 0,-1 0 1 0 0,1 0-1 0 0,0 0 1 0 0,0-1-1 0 0,0 1 1 0 0,0 0-1 0 0,0-1 1 0 0,0 1 0 0 0,4 0-1 0 0,3 0-910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32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9674 0 0,'0'0'864'0'0,"0"2"-696"0"0,0 0-168 0 0,0-1 512 0 0,0 1 73 0 0,2 2 15 0 0,-2 3 0 0 0,0 1-600 0 0,0 3-88 0 0,-2 3-32 0 0,2 2-8 0 0,-2 1-1353 0 0,2 2-279 0 0,5 0-48 0 0,-5 1-17 0 0,0-5 1441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33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 4145 0 0,'0'1'319'0'0,"1"-1"-171"0"0,-1 1 0 0 0,0 0 0 0 0,1-1 0 0 0,-1 1-1 0 0,1-1 1 0 0,-1 1 0 0 0,1-1 0 0 0,-1 1 0 0 0,1-1 0 0 0,-1 1 0 0 0,1-1 0 0 0,-1 0 0 0 0,1 1 0 0 0,0-1 0 0 0,-1 0 0 0 0,1 1 0 0 0,-1-1 0 0 0,1 0 0 0 0,0 0 0 0 0,0 1 0 0 0,-1-1 0 0 0,1 0 0 0 0,0 0 0 0 0,-1 0 0 0 0,1 0 0 0 0,1 0 0 0 0,19 0 1579 0 0,5-6-1114 0 0,1-1-1 0 0,-1-1 1 0 0,0-1-1 0 0,-1-1 0 0 0,25-15 1 0 0,64-24-1287 0 0,-96 43-182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33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 3681 0 0,'-26'29'975'0'0,"1"-2"1487"0"0,-32 47 0 0 0,51-66-2083 0 0,1-1 1 0 0,1 2-1 0 0,-1-1 0 0 0,1 0 0 0 0,1 1 1 0 0,0 0-1 0 0,0 0 0 0 0,0 0 0 0 0,1 0 1 0 0,1 0-1 0 0,-1 13 0 0 0,2-20-303 0 0,0 0-1 0 0,0 0 1 0 0,0 0 0 0 0,0 0-1 0 0,1 0 1 0 0,-1 0 0 0 0,1-1-1 0 0,0 1 1 0 0,-1 0 0 0 0,1 0-1 0 0,0 0 1 0 0,0 0 0 0 0,0-1-1 0 0,0 1 1 0 0,0 0 0 0 0,1-1-1 0 0,-1 1 1 0 0,0-1 0 0 0,1 0-1 0 0,-1 1 1 0 0,1-1 0 0 0,0 0-1 0 0,-1 0 1 0 0,1 0 0 0 0,0 0-1 0 0,0 0 1 0 0,0 0 0 0 0,-1 0-1 0 0,1-1 1 0 0,3 1 0 0 0,6 2 161 0 0,0-1 0 0 0,0-1 0 0 0,1 0 0 0 0,15-1 1 0 0,6 2 111 0 0,-25-2-306 0 0,0 2 1 0 0,1-1-1 0 0,-1 1 0 0 0,-1 0 1 0 0,1 1-1 0 0,0 0 0 0 0,0 0 1 0 0,-1 0-1 0 0,0 1 0 0 0,0 0 1 0 0,10 8-1 0 0,-14-9-123 0 0,0 0 1 0 0,0 0-1 0 0,0 0 0 0 0,0 1 0 0 0,0-1 0 0 0,-1 1 1 0 0,0 0-1 0 0,0 0 0 0 0,0 0 0 0 0,0 0 0 0 0,0 0 1 0 0,-1 0-1 0 0,0 0 0 0 0,0 1 0 0 0,0-1 0 0 0,0 0 1 0 0,-1 1-1 0 0,0-1 0 0 0,0 0 0 0 0,0 1 0 0 0,0-1 1 0 0,-2 8-1 0 0,1-5-946 0 0,-1-1-1 0 0,1 1 1 0 0,-1-1-1 0 0,-5 11 1 0 0,-5 5-3970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34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26 6913 0 0,'-38'-25'12114'0'0,"61"113"-10226"0"0,20 91-1666 0 0,-34-126-1040 0 0,3 0 1 0 0,23 65 0 0 0,-26-96-160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34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8754 0 0,'14'-12'6174'0'0,"-14"12"-6105"0"0,-1 21-700 0 0,0-11-288 0 0,1 0 1 0 0,0 0 0 0 0,0 0-1 0 0,3 11 1 0 0,-3-19 769 0 0,1 1 0 0 0,0-1-1 0 0,0 1 1 0 0,0-1 0 0 0,0 1 0 0 0,0-1 0 0 0,0 1 0 0 0,0-1-1 0 0,1 0 1 0 0,-1 0 0 0 0,1 0 0 0 0,0 0 0 0 0,-1 0 0 0 0,1 0-1 0 0,0 0 1 0 0,0 0 0 0 0,1-1 0 0 0,-1 1 0 0 0,0-1 0 0 0,4 2-1 0 0,2 1 150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34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15 144 9674 0 0,'-1'0'72'0'0,"0"0"0"0"0,1 0 0 0 0,-1 0 0 0 0,1 0-1 0 0,-1 0 1 0 0,1 0 0 0 0,-1 0 0 0 0,1 0 0 0 0,-1 0 0 0 0,1 0 0 0 0,-1 0-1 0 0,1 0 1 0 0,-1-1 0 0 0,1 1 0 0 0,-1 0 0 0 0,1 0 0 0 0,-1 0 0 0 0,1-1-1 0 0,0 1 1 0 0,-1 0 0 0 0,1-1 0 0 0,-1 1 0 0 0,1 0 0 0 0,0-1 0 0 0,-1 1-1 0 0,1-1 1 0 0,0 1 0 0 0,-1-1 0 0 0,1 1 0 0 0,0 0 0 0 0,-1-2 0 0 0,6-16 1977 0 0,-2 14-1744 0 0,-1 0 0 0 0,1 1 1 0 0,0-1-1 0 0,0 1 0 0 0,0-1 0 0 0,0 1 1 0 0,6-4-1 0 0,13-4-329 0 0,0 1 0 0 0,39-12 0 0 0,10-4-2601 0 0,-43 15-1857 0 0,-14 6 461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35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1 2304 0 0,'-33'36'1875'0'0,"-42"61"0"0"0,40-51-798 0 0,-19 32 987 0 0,47-68-1489 0 0,2 0-1 0 0,-1 1 0 0 0,1 0 1 0 0,1 0-1 0 0,-6 22 0 0 0,10-32-483 0 0,0 0-1 0 0,0 1 1 0 0,0-1-1 0 0,0 0 1 0 0,0 0-1 0 0,0 0 1 0 0,0 0-1 0 0,0 0 1 0 0,0 1-1 0 0,1-1 1 0 0,-1 0-1 0 0,1 0 1 0 0,-1 0-1 0 0,1 0 0 0 0,-1 0 1 0 0,1 0-1 0 0,-1 0 1 0 0,1 0-1 0 0,0 0 1 0 0,0 0-1 0 0,-1 0 1 0 0,1-1-1 0 0,0 1 1 0 0,0 0-1 0 0,0 0 1 0 0,0-1-1 0 0,0 1 1 0 0,0-1-1 0 0,0 1 1 0 0,0-1-1 0 0,0 1 0 0 0,0-1 1 0 0,0 1-1 0 0,1-1 1 0 0,-1 0-1 0 0,0 0 1 0 0,0 0-1 0 0,0 0 1 0 0,1 0-1 0 0,10 2 207 0 0,-1-1 1 0 0,1-1-1 0 0,14-1 0 0 0,-6 1-54 0 0,-7 0-140 0 0,16 1 36 0 0,1 1 1 0 0,32 8-1 0 0,-54-9-138 0 0,0 1-1 0 0,-1 0 1 0 0,1 1-1 0 0,-1 0 1 0 0,0 0-1 0 0,0 0 1 0 0,0 1-1 0 0,0 0 1 0 0,0 1-1 0 0,-1-1 0 0 0,0 1 1 0 0,0 0-1 0 0,6 7 1 0 0,-11-10 40 0 0,1 0-1 0 0,-1 0 1 0 0,0 0 0 0 0,1 1 0 0 0,-1-1 0 0 0,0 0-1 0 0,-1 0 1 0 0,1 1 0 0 0,0-1 0 0 0,-1 1 0 0 0,1-1-1 0 0,-1 1 1 0 0,0-1 0 0 0,1 1 0 0 0,-1-1 0 0 0,-1 5-1 0 0,0-1 52 0 0,0 0-1 0 0,-1 0 0 0 0,1 0 1 0 0,-1-1-1 0 0,-1 1 0 0 0,-3 8 1 0 0,-4 3-182 0 0,0-1-1 0 0,-2 0 1 0 0,-16 19 0 0 0,7-13-730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36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 6913 0 0,'-9'21'1860'0'0,"3"-6"-951"0"0,1 0 0 0 0,1 0 0 0 0,1 0 1 0 0,0 0-1 0 0,0 0 0 0 0,2 1 0 0 0,0-1 1 0 0,1 1-1 0 0,0-1 0 0 0,4 24 0 0 0,5 6-478 0 0,2 0-1 0 0,18 51 0 0 0,16 59-3005 0 0,-40-125-3785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36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2761 0 0,'0'-1'248'0'0,"0"-1"-248"0"0,2 0 0 0 0,-2 0 0 0 0,0 1 256 0 0,2-1 0 0 0,-1-3 0 0 0,3-2 0 0 0,-1-4-256 0 0,1 2 0 0 0,1 2 0 0 0,0 2 0 0 0,2 2 0 0 0,-1-1 0 0 0,-1 2 0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36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0 111 2304 0 0,'40'-20'2793'0'0,"-7"2"-1304"0"0,37-23 1449 0 0,-22 15-5545 0 0,-36 21-373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37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0 6913 0 0,'-9'17'655'0'0,"0"1"-1"0"0,-9 28 1 0 0,16-40-293 0 0,0 0 0 0 0,1 1 0 0 0,-1-1 1 0 0,1 1-1 0 0,0-1 0 0 0,1 0 0 0 0,0 1 0 0 0,0-1 0 0 0,0 1 1 0 0,1-1-1 0 0,2 11 0 0 0,-1-13-215 0 0,0 0 0 0 0,0 0-1 0 0,1 0 1 0 0,-1-1 0 0 0,1 1 0 0 0,0 0 0 0 0,0-1 0 0 0,0 0 0 0 0,0 1 0 0 0,1-1-1 0 0,-1-1 1 0 0,1 1 0 0 0,0 0 0 0 0,0-1 0 0 0,0 0 0 0 0,0 0 0 0 0,0 0 0 0 0,5 1-1 0 0,9 3 418 0 0,0 0-1 0 0,36 5 1 0 0,-33-8-254 0 0,-15-3-272 0 0,1 1 0 0 0,-1 0 1 0 0,1 0-1 0 0,10 4 0 0 0,-16-4-104 0 0,-1-1 0 0 0,0 0 0 0 0,1 1 0 0 0,-1-1 0 0 0,1 0-1 0 0,-1 1 1 0 0,0-1 0 0 0,1 1 0 0 0,-1-1 0 0 0,0 0 0 0 0,1 1 0 0 0,-1-1 0 0 0,0 1 0 0 0,0-1-1 0 0,1 1 1 0 0,-1-1 0 0 0,0 1 0 0 0,0 0 0 0 0,0-1 0 0 0,0 1 0 0 0,0-1 0 0 0,0 1-1 0 0,0-1 1 0 0,0 1 0 0 0,0-1 0 0 0,0 1 0 0 0,0 0 0 0 0,0-1 0 0 0,0 1 0 0 0,0 0-1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38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6537 0 0,'6'12'254'0'0,"-4"-7"125"0"0,0-1 1 0 0,0 1 0 0 0,1-1-1 0 0,-1 0 1 0 0,7 7 0 0 0,-7-9-274 0 0,0-1 1 0 0,-1 1 0 0 0,1-1-1 0 0,0 0 1 0 0,0 0-1 0 0,0 0 1 0 0,0 0 0 0 0,0 0-1 0 0,0 0 1 0 0,1-1-1 0 0,-1 1 1 0 0,0-1 0 0 0,0 1-1 0 0,0-1 1 0 0,1 0-1 0 0,3 0 1 0 0,-1 0 112 0 0,-1 0 0 0 0,1-1 0 0 0,0 0 0 0 0,-1 0 0 0 0,1 0 0 0 0,-1 0 0 0 0,0-1 0 0 0,1 0 0 0 0,-1 0 0 0 0,0 0 0 0 0,0 0 0 0 0,6-4 1 0 0,-9 5-206 0 0,0 0 1 0 0,0 0 0 0 0,0 0 0 0 0,0 0-1 0 0,0 0 1 0 0,0 0 0 0 0,0 0 0 0 0,0-1-1 0 0,0 1 1 0 0,-1 0 0 0 0,1 0 0 0 0,-1-1-1 0 0,1 1 1 0 0,-1 0 0 0 0,1-1 0 0 0,-1 1-1 0 0,0-1 1 0 0,1 1 0 0 0,-1-1 0 0 0,0 1-1 0 0,0 0 1 0 0,0-1 0 0 0,0 1 0 0 0,0-1-1 0 0,0 1 1 0 0,-1-1 0 0 0,1 1 0 0 0,0 0-1 0 0,-1-1 1 0 0,1 1 0 0 0,-1 0 0 0 0,0-1-1 0 0,1 1 1 0 0,-1 0 0 0 0,0 0 0 0 0,0-1 0 0 0,0 1-1 0 0,0 0 1 0 0,0 0 0 0 0,0 0 0 0 0,0 0-1 0 0,-2-1 1 0 0,3 1 3 0 0,-1 0 0 0 0,0 0 0 0 0,0 1 0 0 0,0-1 0 0 0,1 0 0 0 0,-1 1 0 0 0,0-1 0 0 0,0 0 0 0 0,0 1-1 0 0,0-1 1 0 0,0 1 0 0 0,0 0 0 0 0,0-1 0 0 0,0 1 0 0 0,-1 0 0 0 0,1 0 0 0 0,0-1 0 0 0,0 1 0 0 0,0 0 0 0 0,0 0 0 0 0,0 0 0 0 0,0 0 0 0 0,0 1 0 0 0,0-1 0 0 0,-1 0 0 0 0,1 0-1 0 0,-1 1 1 0 0,0 0 15 0 0,-1 1-1 0 0,1-1 1 0 0,0 1-1 0 0,0-1 0 0 0,0 1 1 0 0,0 0-1 0 0,0 0 0 0 0,0 0 1 0 0,0 0-1 0 0,-2 5 1 0 0,-2 2-42 0 0,0 1 0 0 0,1 0 0 0 0,1 0 0 0 0,-6 17 0 0 0,9-24 24 0 0,0 0 1 0 0,0 0 0 0 0,1 0-1 0 0,-1 0 1 0 0,1 0 0 0 0,-1 0 0 0 0,1 0-1 0 0,0 0 1 0 0,0 0 0 0 0,0 0 0 0 0,0 0-1 0 0,1 0 1 0 0,0 0 0 0 0,-1 0-1 0 0,1 0 1 0 0,0 0 0 0 0,0 0 0 0 0,0 0-1 0 0,1 0 1 0 0,-1 0 0 0 0,1-1-1 0 0,0 1 1 0 0,-1-1 0 0 0,1 1 0 0 0,0-1-1 0 0,1 0 1 0 0,-1 0 0 0 0,0 0 0 0 0,0 0-1 0 0,1 0 1 0 0,0 0 0 0 0,-1 0-1 0 0,1-1 1 0 0,0 0 0 0 0,-1 1 0 0 0,1-1-1 0 0,0 0 1 0 0,0 0 0 0 0,0-1 0 0 0,0 1-1 0 0,0 0 1 0 0,5-1 0 0 0,-3 0 1 0 0,0 0 0 0 0,0 0 0 0 0,0-1 0 0 0,0 1 0 0 0,1-1 1 0 0,-1-1-1 0 0,0 1 0 0 0,0-1 0 0 0,-1 1 0 0 0,1-2 0 0 0,0 1 0 0 0,0 0 1 0 0,-1-1-1 0 0,0 0 0 0 0,1 0 0 0 0,-1 0 0 0 0,0 0 0 0 0,-1-1 1 0 0,1 0-1 0 0,-1 0 0 0 0,1 0 0 0 0,-1 0 0 0 0,0 0 0 0 0,0-1 0 0 0,-1 1 1 0 0,0-1-1 0 0,1 0 0 0 0,-2 1 0 0 0,1-1 0 0 0,0 0 0 0 0,-1 0 0 0 0,0-1 1 0 0,0 1-1 0 0,0-9 0 0 0,-1 12-13 0 0,-1 0 0 0 0,1 0 0 0 0,0 0 1 0 0,-1 1-1 0 0,0-1 0 0 0,1 0 0 0 0,-1 0 1 0 0,0 0-1 0 0,0 1 0 0 0,0-1 0 0 0,0 1 0 0 0,0-1 1 0 0,0 0-1 0 0,-1 1 0 0 0,1 0 0 0 0,0-1 0 0 0,-1 1 1 0 0,1 0-1 0 0,-1 0 0 0 0,0 0 0 0 0,1 0 0 0 0,-1 0 1 0 0,0 0-1 0 0,1 0 0 0 0,-1 0 0 0 0,0 1 1 0 0,0-1-1 0 0,0 1 0 0 0,0-1 0 0 0,0 1 0 0 0,0 0 1 0 0,0 0-1 0 0,-3 0 0 0 0,-2-1 194 0 0,1 1 1 0 0,0 0-1 0 0,0 0 1 0 0,-1 1-1 0 0,1 0 0 0 0,0 0 1 0 0,0 0-1 0 0,0 1 1 0 0,-9 3-1 0 0,14-4-186 0 0,0-1 0 0 0,-1 1 0 0 0,1 0-1 0 0,0-1 1 0 0,-1 1 0 0 0,1 0 0 0 0,0 0 0 0 0,0 0 0 0 0,0 0-1 0 0,0 0 1 0 0,0 0 0 0 0,0 0 0 0 0,0 0 0 0 0,0 1 0 0 0,1-1 0 0 0,-1 0-1 0 0,-1 3 1 0 0,2-3 5 0 0,0 0-1 0 0,0 0 1 0 0,0 0-1 0 0,0 0 0 0 0,0 0 1 0 0,0 0-1 0 0,0 0 1 0 0,0 0-1 0 0,1 0 1 0 0,-1 0-1 0 0,0 0 1 0 0,1-1-1 0 0,-1 1 0 0 0,0 0 1 0 0,1 0-1 0 0,-1 0 1 0 0,1 0-1 0 0,0 0 1 0 0,0 1-1 0 0,2 0 13 0 0,-1 0 0 0 0,1 0 0 0 0,-1 0 0 0 0,1 0 0 0 0,-1 0 0 0 0,1 0 0 0 0,0-1 0 0 0,0 1 0 0 0,0-1-1 0 0,0 0 1 0 0,0 0 0 0 0,0 0 0 0 0,0-1 0 0 0,5 2 0 0 0,5-2-600 0 0,0-1 0 0 0,0 0 0 0 0,0-1-1 0 0,0-1 1 0 0,20-6 0 0 0,20-3-1396 0 0,-43 10 568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38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28 6393 0 0,'-15'-6'441'0'0,"-1"2"0"0"0,1-1 0 0 0,-1 2 0 0 0,0 0-1 0 0,-29-1 1 0 0,31 3 43 0 0,11 0-317 0 0,1 1 0 0 0,-1 0 0 0 0,1-1 0 0 0,-1 1 0 0 0,1 1 0 0 0,-1-1 0 0 0,1 0 0 0 0,-1 0 0 0 0,1 1 0 0 0,0 0 0 0 0,-1-1 1 0 0,1 1-1 0 0,-1 0 0 0 0,-2 2 0 0 0,4-2-56 0 0,0 0 0 0 0,0 0 1 0 0,0 1-1 0 0,0-1 1 0 0,0 0-1 0 0,1 1 1 0 0,-1-1-1 0 0,0 1 0 0 0,1-1 1 0 0,-1 1-1 0 0,1-1 1 0 0,-1 1-1 0 0,1-1 1 0 0,0 1-1 0 0,0 0 0 0 0,0-1 1 0 0,0 1-1 0 0,0-1 1 0 0,0 1-1 0 0,0 0 1 0 0,0-1-1 0 0,1 1 0 0 0,0 2 1 0 0,1 6 151 0 0,1 1 1 0 0,0-1-1 0 0,1 0 0 0 0,0 0 1 0 0,0 0-1 0 0,12 18 1 0 0,-15-25-225 0 0,1 0 0 0 0,0 0 1 0 0,0-1-1 0 0,-1 1 1 0 0,2-1-1 0 0,-1 1 0 0 0,0-1 1 0 0,0 0-1 0 0,1 0 0 0 0,-1 0 1 0 0,1 0-1 0 0,0-1 1 0 0,-1 1-1 0 0,1-1 0 0 0,0 1 1 0 0,0-1-1 0 0,0 0 1 0 0,0 0-1 0 0,0 0 0 0 0,0-1 1 0 0,0 1-1 0 0,1-1 0 0 0,-1 1 1 0 0,0-1-1 0 0,0 0 1 0 0,0-1-1 0 0,0 1 0 0 0,4-1 1 0 0,-5 0-48 0 0,0 0 0 0 0,0 0 0 0 0,0-1 0 0 0,-1 1 0 0 0,1-1 0 0 0,-1 1 0 0 0,1-1 0 0 0,-1 1 1 0 0,0-1-1 0 0,1 0 0 0 0,-1 0 0 0 0,0 0 0 0 0,0 0 0 0 0,0 1 0 0 0,0-1 0 0 0,-1-1 0 0 0,1 1 0 0 0,-1 0 0 0 0,1 0 1 0 0,-1 0-1 0 0,1 0 0 0 0,-1 0 0 0 0,0-4 0 0 0,0-1-34 0 0,1 0 1 0 0,-1 0-1 0 0,0 0 1 0 0,-1-1-1 0 0,-2-12 1 0 0,2 16 25 0 0,0 0-1 0 0,-1 1 1 0 0,1-1-1 0 0,-1 1 1 0 0,1-1-1 0 0,-1 1 1 0 0,0 0-1 0 0,-1 0 1 0 0,1 0-1 0 0,0 0 1 0 0,-1 0 0 0 0,0 0-1 0 0,1 1 1 0 0,-6-4-1 0 0,6 5 22 0 0,1 0-1 0 0,-1 0 1 0 0,0 0-1 0 0,0 1 0 0 0,1-1 1 0 0,-1 1-1 0 0,0 0 1 0 0,0-1-1 0 0,0 1 1 0 0,0 0-1 0 0,1 0 1 0 0,-1 0-1 0 0,0 0 1 0 0,0 0-1 0 0,0 1 1 0 0,0-1-1 0 0,0 0 1 0 0,1 1-1 0 0,-1 0 0 0 0,0-1 1 0 0,0 1-1 0 0,1 0 1 0 0,-1 0-1 0 0,1 0 1 0 0,-1 0-1 0 0,1 0 1 0 0,-1 0-1 0 0,1 0 1 0 0,-1 1-1 0 0,1-1 1 0 0,-1 2-1 0 0,-4 3-2 0 0,1 1 1 0 0,-1-1-1 0 0,2 1 0 0 0,-1 0 1 0 0,1 0-1 0 0,0 1 0 0 0,1-1 1 0 0,-4 12-1 0 0,5-14-367 0 0,0 1-1 0 0,1-1 1 0 0,0 0 0 0 0,0 1 0 0 0,1-1 0 0 0,0 1-1 0 0,0-1 1 0 0,1 8 0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39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62 162 5065 0 0,'-11'-5'6200'0'0,"13"8"-6122"0"0,1 0-1 0 0,-1-1 1 0 0,1 1-1 0 0,-1-1 1 0 0,1 0-1 0 0,0 0 1 0 0,0 0 0 0 0,0 0-1 0 0,0 0 1 0 0,5 1-1 0 0,-6-3-35 0 0,-1 1 0 0 0,0-1 0 0 0,1 0 0 0 0,-1 0 0 0 0,0 1 0 0 0,1-1 0 0 0,-1 0 0 0 0,0 0-1 0 0,1-1 1 0 0,-1 1 0 0 0,0 0 0 0 0,0 0 0 0 0,1-1 0 0 0,-1 1 0 0 0,0 0 0 0 0,1-1 0 0 0,-1 1 0 0 0,0-1 0 0 0,0 0 0 0 0,0 1-1 0 0,0-1 1 0 0,0 0 0 0 0,0 0 0 0 0,0 0 0 0 0,0 0 0 0 0,0 0 0 0 0,0 0 0 0 0,0 0 0 0 0,0 0 0 0 0,-1 0 0 0 0,1 0-1 0 0,0 0 1 0 0,-1 0 0 0 0,1-1 0 0 0,-1 1 0 0 0,1 0 0 0 0,-1-2 0 0 0,3-3 50 0 0,-2-1 0 0 0,1 0 1 0 0,-1 1-1 0 0,1-1 0 0 0,-2 0 0 0 0,1 0 1 0 0,-1 0-1 0 0,0 0 0 0 0,-1 0 0 0 0,-2-12 1 0 0,3 15 2 0 0,-1-1-1 0 0,0 1 1 0 0,-1 0 0 0 0,1 0 0 0 0,-1 0 0 0 0,0 0 0 0 0,0 0-1 0 0,0 0 1 0 0,0 0 0 0 0,-1 0 0 0 0,0 1 0 0 0,1-1 0 0 0,-1 1-1 0 0,0 0 1 0 0,-1 0 0 0 0,1 0 0 0 0,-7-4 0 0 0,9 7-73 0 0,-1-1 0 0 0,1 1 0 0 0,-1 0 0 0 0,1-1 1 0 0,-1 1-1 0 0,1 0 0 0 0,-1 0 0 0 0,1 0 0 0 0,-1 0 0 0 0,1 1 1 0 0,-1-1-1 0 0,1 0 0 0 0,-1 1 0 0 0,1-1 0 0 0,-1 1 0 0 0,1-1 1 0 0,-1 1-1 0 0,1 0 0 0 0,0-1 0 0 0,0 1 0 0 0,-1 0 0 0 0,1 0 1 0 0,0 0-1 0 0,0 0 0 0 0,0 0 0 0 0,0 0 0 0 0,0 1 0 0 0,0-1 1 0 0,0 0-1 0 0,-1 2 0 0 0,-28 45-4040 0 0,27-43 2546 0 0,-7 17-3541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39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84 3225 0 0,'-6'0'158'0'0,"0"1"-1"0"0,0-1 1 0 0,0 1 0 0 0,0 0 0 0 0,0 1 0 0 0,0-1 0 0 0,0 1 0 0 0,-5 3 0 0 0,8-4-18 0 0,1 0 0 0 0,-1 1 1 0 0,1-1-1 0 0,0 1 1 0 0,0-1-1 0 0,0 1 1 0 0,0-1-1 0 0,0 1 0 0 0,0 0 1 0 0,0 0-1 0 0,1 0 1 0 0,-1 0-1 0 0,1 1 1 0 0,-1-1-1 0 0,1 0 0 0 0,0 0 1 0 0,0 1-1 0 0,0-1 1 0 0,0 1-1 0 0,0-1 1 0 0,0 4-1 0 0,1-5-105 0 0,0 0 1 0 0,-1-1-1 0 0,1 1 1 0 0,0 0-1 0 0,0-1 1 0 0,0 1-1 0 0,0-1 1 0 0,0 1-1 0 0,0 0 0 0 0,0-1 1 0 0,0 1-1 0 0,0 0 1 0 0,0-1-1 0 0,0 1 1 0 0,0 0-1 0 0,0-1 0 0 0,0 1 1 0 0,1-1-1 0 0,-1 1 1 0 0,0 0-1 0 0,0-1 1 0 0,1 1-1 0 0,-1-1 1 0 0,0 1-1 0 0,1-1 0 0 0,-1 1 1 0 0,1-1-1 0 0,-1 1 1 0 0,1-1-1 0 0,-1 1 1 0 0,1-1-1 0 0,-1 0 1 0 0,1 1-1 0 0,-1-1 0 0 0,1 0 1 0 0,-1 1-1 0 0,1-1 1 0 0,0 0-1 0 0,-1 0 1 0 0,1 1-1 0 0,0-1 0 0 0,-1 0 1 0 0,1 0-1 0 0,-1 0 1 0 0,1 0-1 0 0,0 0 1 0 0,-1 0-1 0 0,1 0 1 0 0,0 0-1 0 0,-1 0 0 0 0,1 0 1 0 0,0-1-1 0 0,-1 1 1 0 0,2-1-1 0 0,1 1 98 0 0,0-2 0 0 0,-1 1 0 0 0,1 0 0 0 0,0 0 0 0 0,0-1 0 0 0,-1 0 0 0 0,1 1 0 0 0,-1-1 0 0 0,0 0-1 0 0,4-4 1 0 0,-2 0 124 0 0,0 0-1 0 0,-1 0 0 0 0,1 0 1 0 0,-1 0-1 0 0,-1-1 0 0 0,1 1 1 0 0,-1-1-1 0 0,0 0 0 0 0,1-14 1 0 0,-2 19-175 0 0,-1-1 1 0 0,1 1-1 0 0,-1 0 1 0 0,0-1-1 0 0,0 1 1 0 0,0-1-1 0 0,-1 1 1 0 0,1 0-1 0 0,-1-1 1 0 0,1 1-1 0 0,-1 0 1 0 0,0-1-1 0 0,1 1 1 0 0,-1 0-1 0 0,-1 0 1 0 0,1 0-1 0 0,0 0 1 0 0,0 0-1 0 0,-1 0 1 0 0,1 0 0 0 0,-1 0-1 0 0,1 0 1 0 0,-1 1-1 0 0,0-1 1 0 0,0 1-1 0 0,0-1 1 0 0,0 1-1 0 0,0 0 1 0 0,0-1-1 0 0,0 1 1 0 0,0 0-1 0 0,-4-1 1 0 0,5 2-48 0 0,0 0 1 0 0,-1 0 0 0 0,1 0-1 0 0,0 0 1 0 0,0 0 0 0 0,0 1-1 0 0,0-1 1 0 0,0 0-1 0 0,0 0 1 0 0,0 1 0 0 0,0-1-1 0 0,0 1 1 0 0,0-1-1 0 0,0 1 1 0 0,0-1 0 0 0,0 1-1 0 0,0 0 1 0 0,0-1-1 0 0,1 1 1 0 0,-1 0 0 0 0,0 0-1 0 0,0-1 1 0 0,1 1-1 0 0,-1 0 1 0 0,0 0 0 0 0,1 0-1 0 0,-1 0 1 0 0,1 0-1 0 0,0 0 1 0 0,-1 0 0 0 0,1 0-1 0 0,0 0 1 0 0,-1 0 0 0 0,1 0-1 0 0,0 0 1 0 0,0 2-1 0 0,-6 42-2980 0 0,6-33-2490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40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 3681 0 0,'3'18'2279'0'0,"-1"-5"-1330"0"0,2 15 249 0 0,-4-27-1153 0 0,0 0 0 0 0,0 0-1 0 0,0 0 1 0 0,1 0 0 0 0,-1 0-1 0 0,0 0 1 0 0,0 0 0 0 0,1-1-1 0 0,-1 1 1 0 0,1 0 0 0 0,-1 0-1 0 0,1 0 1 0 0,-1-1 0 0 0,1 1-1 0 0,0 0 1 0 0,-1 0 0 0 0,1-1-1 0 0,0 1 1 0 0,1 0 0 0 0,-1-1-16 0 0,0 0 1 0 0,0 0 0 0 0,0-1 0 0 0,0 1 0 0 0,0-1 0 0 0,-1 1 0 0 0,1-1 0 0 0,0 1-1 0 0,0-1 1 0 0,0 0 0 0 0,0 1 0 0 0,-1-1 0 0 0,1 0 0 0 0,0 0 0 0 0,-1 0 0 0 0,1 1 0 0 0,0-1-1 0 0,-1 0 1 0 0,1 0 0 0 0,-1 0 0 0 0,1-1 0 0 0,12-25 322 0 0,-12 25-292 0 0,2-5-74 0 0,-1 1 0 0 0,0 0 0 0 0,0-1-1 0 0,0 1 1 0 0,0-10 0 0 0,-1 15-25 0 0,-1 0 0 0 0,0 0 1 0 0,1-1-1 0 0,-1 1 0 0 0,0 0 0 0 0,0 0 0 0 0,0-1 0 0 0,0 1 1 0 0,-1 0-1 0 0,1-1 0 0 0,0 1 0 0 0,0 0 0 0 0,-1 0 0 0 0,1 0 1 0 0,-1-1-1 0 0,1 1 0 0 0,-1 0 0 0 0,1 0 0 0 0,-1 0 0 0 0,0 0 1 0 0,0 0-1 0 0,1 0 0 0 0,-1 0 0 0 0,0 0 0 0 0,0 0 0 0 0,0 0 1 0 0,0 0-1 0 0,0 1 0 0 0,0-1 0 0 0,0 0 0 0 0,0 1 0 0 0,-1-1 1 0 0,1 1-1 0 0,-1-1 0 0 0,0 1 90 0 0,0 1-1 0 0,1-1 1 0 0,-1 1 0 0 0,1-1 0 0 0,-1 1-1 0 0,1 0 1 0 0,-1 0 0 0 0,1 0-1 0 0,-1 0 1 0 0,1 0 0 0 0,0 0 0 0 0,-1 0-1 0 0,1 0 1 0 0,0 0 0 0 0,0 1 0 0 0,0-1-1 0 0,0 0 1 0 0,0 1 0 0 0,0-1-1 0 0,1 1 1 0 0,-1-1 0 0 0,0 1 0 0 0,0 2-1 0 0,0-2 0 0 0,0-1-1 0 0,0 1 1 0 0,0 0-1 0 0,1-1 1 0 0,-1 1-1 0 0,0 0 1 0 0,1 0-1 0 0,-1 0 1 0 0,1 0-1 0 0,0 0 1 0 0,0-1-1 0 0,0 1 1 0 0,0 0-1 0 0,0 0 0 0 0,0 0 1 0 0,0 0-1 0 0,0 0 1 0 0,1 0-1 0 0,-1 0 1 0 0,2 2-1 0 0,0-2-417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41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117 129 920 0 0,'-1'-5'46'0'0,"1"0"-1"0"0,0-1 0 0 0,0 1 1 0 0,0 0-1 0 0,0 0 0 0 0,1 0 1 0 0,-1 0-1 0 0,1 0 0 0 0,1 0 1 0 0,1-6-1 0 0,-1 5 89 0 0,0 1 0 0 0,-1-1 0 0 0,0 1 0 0 0,0-1 0 0 0,0 0 0 0 0,-1 1 0 0 0,0-11 0 0 0,0 15-70 0 0,0 1 0 0 0,0-1 1 0 0,0 1-1 0 0,0-1 0 0 0,0 1 0 0 0,0-1 0 0 0,-1 1 0 0 0,1 0 0 0 0,0-1 0 0 0,0 1 0 0 0,0-1 0 0 0,-1 1 1 0 0,1-1-1 0 0,0 1 0 0 0,-1 0 0 0 0,1-1 0 0 0,0 1 0 0 0,0-1 0 0 0,-1 1 0 0 0,1 0 0 0 0,-1-1 1 0 0,1 1-1 0 0,0 0 0 0 0,-1 0 0 0 0,1-1 0 0 0,-1 1 0 0 0,1 0 0 0 0,-1 0 0 0 0,1 0 0 0 0,-1-1 0 0 0,1 1 1 0 0,-1 0-1 0 0,1 0 0 0 0,-1 0 0 0 0,1 0 0 0 0,-1 0 0 0 0,0 0 0 0 0,-22 7 1240 0 0,21-6-749 0 0,0 0 1 0 0,0 0-1 0 0,0 0 1 0 0,0-1-1 0 0,0 1 1 0 0,0 0-1 0 0,-1-1 0 0 0,1 0 1 0 0,0 1-1 0 0,0-1 1 0 0,0 0-1 0 0,-1 0 1 0 0,-2-1-1 0 0,0 0-374 0 0,1 0 0 0 0,-1 0 1 0 0,0 0-1 0 0,0 0 0 0 0,1 1 0 0 0,-1 0 1 0 0,-6 0-1 0 0,5 0 119 0 0,-6-2 2995 0 0,21 20-3164 0 0,1-2 0 0 0,1 1 0 0 0,0-1 0 0 0,1-1 0 0 0,0 0 0 0 0,19 17 0 0 0,-7-7 59 0 0,20 29-1 0 0,-25-27-205 0 0,1-1 0 0 0,1-1 0 0 0,1-1 0 0 0,1-1 0 0 0,42 32 0 0 0,-53-45 26 0 0,0 0 1 0 0,0 1-1 0 0,0 0 0 0 0,-2 1 0 0 0,1 0 0 0 0,-2 0 0 0 0,1 1 0 0 0,-2 1 1 0 0,0 0-1 0 0,0 0 0 0 0,-2 0 0 0 0,0 1 0 0 0,0 0 0 0 0,4 18 0 0 0,-8-23-11 0 0,1 0 0 0 0,0 0 0 0 0,0-1 0 0 0,1 1 0 0 0,1-1 0 0 0,-1 0 0 0 0,2 0 0 0 0,-1 0 0 0 0,1-1 0 0 0,0 0 0 0 0,1 0 0 0 0,0-1 0 0 0,8 8 0 0 0,-13-13-200 0 0,-1-1 1 0 0,1 1 0 0 0,-1 0-1 0 0,0-1 1 0 0,0 1 0 0 0,0 0-1 0 0,0 0 1 0 0,0 0 0 0 0,1 4-1 0 0,3 11-6276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42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30 849 920 0 0,'-1'0'83'0'0,"0"0"-1"0"0,0 0 0 0 0,0 0 1 0 0,0 0-1 0 0,-1 0 0 0 0,1 0 1 0 0,0-1-1 0 0,0 1 0 0 0,0 0 1 0 0,0-1-1 0 0,0 1 0 0 0,0-1 1 0 0,0 1-1 0 0,0-1 0 0 0,0 0 1 0 0,0 1-1 0 0,0-1 0 0 0,0 0 1 0 0,0 0-1 0 0,0 1 0 0 0,0-1 1 0 0,1 0-1 0 0,-1 0 0 0 0,0 0 1 0 0,1 0-1 0 0,-1 0 0 0 0,1 0 1 0 0,-1 0-1 0 0,1 0 0 0 0,-1 0 1 0 0,1-1-1 0 0,0 1 1 0 0,-1 0-1 0 0,1 0 0 0 0,0 0 1 0 0,0 0-1 0 0,0-1 0 0 0,0 1 1 0 0,0 0-1 0 0,0 0 0 0 0,0 0 1 0 0,1 0-1 0 0,0-3 0 0 0,0 1 175 0 0,0 0 0 0 0,1 0-1 0 0,-1 0 1 0 0,1 0-1 0 0,0 1 1 0 0,0-1 0 0 0,0 0-1 0 0,0 1 1 0 0,1-1-1 0 0,-1 1 1 0 0,1 0 0 0 0,-1 0-1 0 0,1 0 1 0 0,5-3-1 0 0,37-19 1073 0 0,-2-2-1 0 0,52-40 1 0 0,71-72 801 0 0,-143 118-1844 0 0,-1 2 107 0 0,41-37 270 0 0,2 2-1 0 0,75-45 0 0 0,-120 87-812 0 0,-2-2-1 0 0,1 0 0 0 0,24-23 1 0 0,-65 55-3501 0 0,-8-2 3498 0 0,29-16 180 0 0,1-1 1 0 0,0 0-1 0 0,0 0 0 0 0,0 0 1 0 0,0 0-1 0 0,0 0 0 0 0,0 0 1 0 0,0 0-1 0 0,0 0 0 0 0,-1 0 1 0 0,1 0-1 0 0,0 0 0 0 0,0 0 1 0 0,0-1-1 0 0,0 1 0 0 0,0 0 1 0 0,0 0-1 0 0,0 0 0 0 0,0 0 1 0 0,-1 0-1 0 0,1 0 0 0 0,0 0 1 0 0,0 0-1 0 0,0 0 0 0 0,0 0 1 0 0,0 0-1 0 0,0 0 0 0 0,0 0 1 0 0,0 0-1 0 0,0-1 0 0 0,0 1 1 0 0,0 0-1 0 0,0 0 0 0 0,0 0 1 0 0,-1 0-1 0 0,1 0 0 0 0,0 0 1 0 0,0 0-1 0 0,0 0 0 0 0,0-1 1 0 0,0 1-1 0 0,0 0 0 0 0,0 0 1 0 0,0 0-1 0 0,0 0 0 0 0,0 0 1 0 0,0 0-1 0 0,0 0 0 0 0,0-1 1 0 0,1 1-1 0 0,-1 0 0 0 0,0 0 1 0 0,0 0-1 0 0,0 0 0 0 0,0 0 0 0 0,0 0 1 0 0,0 0-1 0 0,0 0 0 0 0,0 0 1 0 0,0-1-1 0 0,0 1 0 0 0,0 0 1 0 0,6-13 748 0 0,8-11-335 0 0,1 3-500 0 0,33-37-1 0 0,-1 2 627 0 0,-39 47-1135 0 0,1-1-1 0 0,0 1 0 0 0,0 0 1 0 0,15-10-1 0 0,-17 14-596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42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5065 0 0,'0'0'113'0'0,"0"0"-1"0"0,-1 0 1 0 0,1 0-1 0 0,-1 0 1 0 0,1 0-1 0 0,0 0 1 0 0,-1 0-1 0 0,1 0 1 0 0,0 1-1 0 0,-1-1 0 0 0,1 0 1 0 0,0 0-1 0 0,-1 0 1 0 0,1 1-1 0 0,0-1 1 0 0,0 0-1 0 0,-1 0 1 0 0,1 1-1 0 0,0-1 1 0 0,0 0-1 0 0,-1 1 1 0 0,1-1-1 0 0,0 0 1 0 0,0 0-1 0 0,0 1 1 0 0,0-1-1 0 0,-1 1 1 0 0,1-1-1 0 0,0 0 1 0 0,0 1-1 0 0,0-1 1 0 0,0 0-1 0 0,0 1 1 0 0,0-1-1 0 0,0 0 1 0 0,0 1-1 0 0,0-1 1 0 0,0 1-1 0 0,0-1 1 0 0,0 0-1 0 0,0 1 1 0 0,0-1-1 0 0,1 0 1 0 0,-1 1-1 0 0,0 0 1 0 0,18 11 2286 0 0,-11-8-2699 0 0,1 0 926 0 0,0-1 0 0 0,0 0 1 0 0,0-1-1 0 0,15 3 0 0 0,4 1 39 0 0,-5 1-559 0 0,0 1-1 0 0,-1 1 1 0 0,0 1 0 0 0,0 1-1 0 0,24 16 1 0 0,-14-3 68 0 0,0 0 0 0 0,34 38 1 0 0,-31-32-130 0 0,0-2 1 0 0,2-1-1 0 0,69 38 1 0 0,-64-40 4 0 0,-41-25-95 0 0,8 5 328 0 0,0 0 1 0 0,0 1-1 0 0,0-1 1 0 0,8 10-1 0 0,-14-13-327 0 0,-1 0-1 0 0,1 0 0 0 0,-1 0 0 0 0,0 0 0 0 0,1 0 0 0 0,-1 0 1 0 0,0 0-1 0 0,0 0 0 0 0,1 4 0 0 0,-2-4-266 0 0,0 0 0 0 0,0-1 0 0 0,0 1 0 0 0,0 0 0 0 0,0-1 0 0 0,0 1 0 0 0,0-1 0 0 0,0 1 0 0 0,-1 0 0 0 0,1-1 0 0 0,-1 1 0 0 0,1-1 0 0 0,-1 1 0 0 0,1-1 0 0 0,-3 3 0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44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3945 3225 0 0,'2'-25'1800'0'0,"-8"-92"1183"0"0,0-29 365 0 0,94-641 3222 0 0,-45 538-5914 0 0,10 2-1 0 0,12 3 1 0 0,10 3-1 0 0,205-444 0 0 0,-125 381-454 0 0,16-34-326 0 0,-41 15-1526 0 0,-64 101-6441 0 0,-62 206 3117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45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9 114 7370 0 0,'-4'-29'3183'0'0,"3"27"-2999"0"0,0 0 0 0 0,0 1 0 0 0,1-1 0 0 0,-1 0 0 0 0,1 0 0 0 0,-1 0-1 0 0,1 0 1 0 0,0 0 0 0 0,0 0 0 0 0,0 0 0 0 0,0 0 0 0 0,0 0 0 0 0,1 0 0 0 0,-1 0 0 0 0,1 0-1 0 0,-1 0 1 0 0,1 0 0 0 0,-1 0 0 0 0,1 0 0 0 0,0 0 0 0 0,0 1 0 0 0,0-1 0 0 0,0 0-1 0 0,0 0 1 0 0,1 1 0 0 0,-1-1 0 0 0,2-1 0 0 0,1 0-49 0 0,0 0 0 0 0,0 0 0 0 0,0 0 0 0 0,0 0 0 0 0,1 1 0 0 0,-1-1 0 0 0,1 1 0 0 0,0 0 0 0 0,-1 1 0 0 0,1-1 0 0 0,0 1 1 0 0,0 0-1 0 0,0 0 0 0 0,0 1 0 0 0,0-1 0 0 0,0 1 0 0 0,0 0 0 0 0,0 0 0 0 0,0 1 0 0 0,1 0 0 0 0,-1 0 0 0 0,-1 0 0 0 0,1 0 0 0 0,0 1 0 0 0,5 2 0 0 0,13 5 177 0 0,0 2 0 0 0,0 1 0 0 0,36 26 0 0 0,-33-22-69 0 0,81 57 356 0 0,82 49-903 0 0,-169-111 25 0 0,1-1 0 0 0,1-1 0 0 0,0-1 0 0 0,0-1 0 0 0,0 0 0 0 0,1-2 0 0 0,30 4 0 0 0,-8-9-1334 0 0,-26-1-3288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45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332 115 2761 0 0,'-33'-37'2458'0'0,"27"28"-1672"0"0,-1 1 0 0 0,0 0-1 0 0,0 0 1 0 0,-1 1 0 0 0,-1-1 0 0 0,1 2-1 0 0,-1-1 1 0 0,-12-6 0 0 0,20 13-645 0 0,0-1 0 0 0,-1 0 0 0 0,1 1 0 0 0,0 0 0 0 0,-1-1 0 0 0,1 1 0 0 0,-1 0 0 0 0,1 0 0 0 0,-1-1 0 0 0,1 1 0 0 0,0 0 0 0 0,-1 0 0 0 0,1 1 0 0 0,-1-1 0 0 0,1 0 0 0 0,-1 0 0 0 0,1 1 1 0 0,0-1-1 0 0,-1 1 0 0 0,1-1 0 0 0,0 1 0 0 0,-1 0 0 0 0,1-1 0 0 0,0 1 0 0 0,0 0 0 0 0,0 0 0 0 0,-1 0 0 0 0,1 0 0 0 0,0 0 0 0 0,0 0 0 0 0,0 0 0 0 0,1 0 0 0 0,-1 0 0 0 0,0 1 0 0 0,0-1 0 0 0,1 0 1 0 0,-1 1-1 0 0,0 2 0 0 0,-3 6 96 0 0,0 0 0 0 0,1 1 0 0 0,1-1 0 0 0,-2 15 0 0 0,1-10-66 0 0,-42 182 27 0 0,21-108-113 0 0,-20 170 0 0 0,40-226-1633 0 0,-2-1-1 0 0,-1-1 0 0 0,-13 34 1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55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187 124 8290 0 0,'-3'-13'738'0'0,"0"0"0"0"0,0 0 1 0 0,-1 1-1 0 0,-1-1 0 0 0,0 1 1 0 0,-1 0-1 0 0,-9-14 0 0 0,15 25-674 0 0,-1 0 0 0 0,1 1 0 0 0,0-1 0 0 0,-1 1 0 0 0,1-1-1 0 0,-1 1 1 0 0,1-1 0 0 0,-1 1 0 0 0,1-1 0 0 0,-1 1 0 0 0,1 0 0 0 0,-1-1-1 0 0,1 1 1 0 0,-1-1 0 0 0,1 1 0 0 0,-1 0 0 0 0,0 0 0 0 0,1-1 0 0 0,-1 1-1 0 0,0 0 1 0 0,1 0 0 0 0,-1 0 0 0 0,0 0 0 0 0,1 0 0 0 0,-1 0-1 0 0,0 0 1 0 0,1 0 0 0 0,-1 0 0 0 0,-1 0 0 0 0,1 1-7 0 0,0-1 0 0 0,0 1 0 0 0,-1 0 0 0 0,1 0 0 0 0,0 0 0 0 0,0 0 1 0 0,0 0-1 0 0,0 0 0 0 0,0 0 0 0 0,0 1 0 0 0,1-1 0 0 0,-1 0 0 0 0,-1 2 0 0 0,-18 52 213 0 0,17-46-90 0 0,-18 58-255 0 0,2 2-1 0 0,4-1 1 0 0,3 2 0 0 0,2 0 0 0 0,4 0-1 0 0,3 0 1 0 0,3 1 0 0 0,13 105 0 0 0,-11-166-25 0 0,-1 0 1 0 0,2 0 0 0 0,-1 0 0 0 0,1 0 0 0 0,1-1-1 0 0,0 1 1 0 0,0-1 0 0 0,9 15 0 0 0,-10-21 16 0 0,-1 0 0 0 0,1 0 0 0 0,-1 0 0 0 0,1 0 0 0 0,0-1 0 0 0,0 1 0 0 0,0-1 0 0 0,1 0 0 0 0,-1 0 1 0 0,1 0-1 0 0,-1 0 0 0 0,1-1 0 0 0,-1 1 0 0 0,1-1 0 0 0,0 0 0 0 0,0 0 0 0 0,-1 0 0 0 0,1-1 0 0 0,0 1 0 0 0,0-1 0 0 0,0 0 1 0 0,0 0-1 0 0,0 0 0 0 0,0-1 0 0 0,6-1 0 0 0,11-3-97 0 0,0-2 0 0 0,-1 0 1 0 0,0-1-1 0 0,0-1 0 0 0,-1-1 1 0 0,0-1-1 0 0,-1 0 0 0 0,0-1 0 0 0,-1-2 1 0 0,0 1-1 0 0,-1-2 0 0 0,18-21 0 0 0,-28 28 161 0 0,-1 0-1 0 0,0-1 0 0 0,0 1 0 0 0,-1-1 0 0 0,0-1 0 0 0,-1 1 1 0 0,0 0-1 0 0,-1-1 0 0 0,1 0 0 0 0,-2 1 0 0 0,2-18 0 0 0,8-36 1563 0 0,-11 63-1493 0 0,0-1 1 0 0,0 1 0 0 0,0 0 0 0 0,0-1-1 0 0,0 1 1 0 0,0 0 0 0 0,0-1 0 0 0,0 1-1 0 0,0 0 1 0 0,0 0 0 0 0,0-1-1 0 0,0 1 1 0 0,1 0 0 0 0,-1 0 0 0 0,0-1-1 0 0,0 1 1 0 0,0 0 0 0 0,0 0 0 0 0,1-1-1 0 0,-1 1 1 0 0,0 0 0 0 0,0 0-1 0 0,1 0 1 0 0,-1-1 0 0 0,0 1 0 0 0,0 0-1 0 0,1 0 1 0 0,-1 0 0 0 0,0 0 0 0 0,0 0-1 0 0,1-1 1 0 0,-1 1 0 0 0,0 0-1 0 0,1 0 1 0 0,-1 0 0 0 0,1 0 0 0 0,7 10 997 0 0,8 25-128 0 0,-13-29-639 0 0,2 9-12 0 0,2-2 0 0 0,0 1 0 0 0,1-1 0 0 0,0 0 0 0 0,1 0 0 0 0,17 19 0 0 0,-21-28-198 0 0,-1 0 0 0 0,0 0 0 0 0,1 0-1 0 0,0-1 1 0 0,0 0 0 0 0,0 0 0 0 0,0 0 0 0 0,0-1 0 0 0,1 1 0 0 0,-1-1 0 0 0,1 0-1 0 0,0-1 1 0 0,-1 0 0 0 0,1 0 0 0 0,0 0 0 0 0,0 0 0 0 0,0-1 0 0 0,-1 0 0 0 0,1 0-1 0 0,11-2 1 0 0,-11 1-32 0 0,0 0-1 0 0,0-1 0 0 0,0 0 1 0 0,0 0-1 0 0,-1 0 1 0 0,1 0-1 0 0,0-1 0 0 0,-1 0 1 0 0,0 0-1 0 0,0-1 0 0 0,0 1 1 0 0,0-1-1 0 0,0 0 1 0 0,-1-1-1 0 0,5-4 0 0 0,-4 2-55 0 0,-1 0 0 0 0,0 0-1 0 0,0 0 1 0 0,0-1-1 0 0,-1 1 1 0 0,0-1-1 0 0,-1 0 1 0 0,0 0-1 0 0,0 0 1 0 0,1-8 0 0 0,-1-17-516 0 0,-1 1 1 0 0,-2-1-1 0 0,-1 1 1 0 0,-10-51-1 0 0,10 71 234 0 0,-29-164-4866 0 0,27 149 4115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55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14 6449 0 0,'-1'-12'678'0'0,"8"10"799"0"0,-6 3-1316 0 0,0-1 0 0 0,1 1 0 0 0,-1-1 0 0 0,0 1 1 0 0,1-1-1 0 0,-1 1 0 0 0,0 0 0 0 0,0 0 0 0 0,0 0 0 0 0,0 0 0 0 0,0 0 1 0 0,0 0-1 0 0,0 0 0 0 0,1 1 0 0 0,1 4 183 0 0,0 1-1 0 0,-1-1 0 0 0,1 0 1 0 0,-1 1-1 0 0,-1-1 1 0 0,1 1-1 0 0,0 12 1 0 0,1 55 798 0 0,-3-37-650 0 0,2 70 397 0 0,2 55-126 0 0,-1-132-759 0 0,0 1 0 0 0,3-1-1 0 0,9 35 1 0 0,-13-60-187 0 0,0 1-1 0 0,0 0 0 0 0,1 0 0 0 0,-1-1 0 0 0,1 1 1 0 0,0-1-1 0 0,1 0 0 0 0,-1 0 0 0 0,1 0 1 0 0,6 5-1 0 0,-9-9 45 0 0,0 0 0 0 0,0 0-1 0 0,0 0 1 0 0,0-1 0 0 0,1 1 0 0 0,-1 0 0 0 0,0-1 0 0 0,1 1 0 0 0,-1-1 0 0 0,1 1 0 0 0,-1-1 0 0 0,0 0-1 0 0,1 1 1 0 0,-1-1 0 0 0,1 0 0 0 0,-1 0 0 0 0,1 0 0 0 0,1-1 0 0 0,0 1-5 0 0,-1-1-1 0 0,1 0 1 0 0,-1 0 0 0 0,0-1 0 0 0,0 1 0 0 0,0 0 0 0 0,1-1 0 0 0,-1 1-1 0 0,0-1 1 0 0,-1 1 0 0 0,1-1 0 0 0,0 0 0 0 0,0 0 0 0 0,1-3 0 0 0,15-23-80 0 0,-1-1 0 0 0,-1-1 1 0 0,-1 0-1 0 0,-2-1 1 0 0,16-58-1 0 0,12-25 1255 0 0,-37 103-955 0 0,7-17 921 0 0,27-47 0 0 0,-34 69-691 0 0,0-1 0 0 0,0 1-1 0 0,1 0 1 0 0,0 0 0 0 0,0 1-1 0 0,0 0 1 0 0,1-1 0 0 0,-1 2-1 0 0,1-1 1 0 0,0 1-1 0 0,1 0 1 0 0,12-7 0 0 0,-17 11-211 0 0,-1-1 1 0 0,1 0-1 0 0,0 1 1 0 0,0 0 0 0 0,-1-1-1 0 0,1 1 1 0 0,0 0-1 0 0,0 0 1 0 0,0 0-1 0 0,0 0 1 0 0,-1 0 0 0 0,1 0-1 0 0,0 0 1 0 0,0 1-1 0 0,0-1 1 0 0,-1 1-1 0 0,1-1 1 0 0,0 1 0 0 0,0 0-1 0 0,-1-1 1 0 0,3 2-1 0 0,-2 1 3 0 0,1-1 0 0 0,-1 0-1 0 0,0 0 1 0 0,0 1 0 0 0,0-1-1 0 0,0 1 1 0 0,0 0 0 0 0,0-1 0 0 0,-1 1-1 0 0,1 0 1 0 0,0 4 0 0 0,2 6 100 0 0,0-1 0 0 0,-1 1 0 0 0,-1 1 1 0 0,2 22-1 0 0,2 114-2281 0 0,-3-120 799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56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 4609 0 0,'-3'0'523'0'0,"1"0"-1"0"0,-1 0 1 0 0,1 0 0 0 0,-1 1-1 0 0,1 0 1 0 0,-1-1-1 0 0,1 1 1 0 0,-1 0 0 0 0,1 0-1 0 0,0 0 1 0 0,0 0 0 0 0,-1 1-1 0 0,1-1 1 0 0,-2 3 0 0 0,0-1-174 0 0,1 1 0 0 0,-1-1 0 0 0,1 1 1 0 0,0 0-1 0 0,0 0 0 0 0,1 0 0 0 0,-3 5 0 0 0,-3 8-347 0 0,2 1 0 0 0,0-1 0 0 0,-4 21-1 0 0,5-20 544 0 0,-2 9-495 0 0,-20 84 84 0 0,25-100-253 0 0,1 0 0 0 0,0 1 0 0 0,0-1 1 0 0,1 0-1 0 0,0 1 0 0 0,1-1 0 0 0,4 17 0 0 0,-5-26 32 0 0,0-1-1 0 0,1 1 0 0 0,-1-1 0 0 0,0 1 1 0 0,1-1-1 0 0,-1 1 0 0 0,1-1 1 0 0,0 1-1 0 0,-1-1 0 0 0,1 0 1 0 0,0 1-1 0 0,0-1 0 0 0,0 0 1 0 0,0 0-1 0 0,0 0 0 0 0,0 0 1 0 0,0 1-1 0 0,0-1 0 0 0,0-1 1 0 0,1 1-1 0 0,-1 0 0 0 0,0 0 1 0 0,3 1-1 0 0,-2-2-11 0 0,0 0 0 0 0,-1 0 0 0 0,1-1 0 0 0,-1 1 0 0 0,1 0 0 0 0,0-1 0 0 0,-1 1 0 0 0,1-1 0 0 0,-1 1 0 0 0,1-1 0 0 0,-1 0 0 0 0,1 0 0 0 0,-1 1 0 0 0,1-1 0 0 0,-1 0 0 0 0,0 0 0 0 0,3-3 1 0 0,5-5-74 0 0,-1-1 0 0 0,1-1 0 0 0,-2 1 0 0 0,8-13 0 0 0,0-5 617 0 0,-1-1 1 0 0,11-34-1 0 0,-14 35 763 0 0,0 0 1 0 0,26-43-1 0 0,-37 70-1127 0 0,1 0-1 0 0,-1 0 1 0 0,1 0 0 0 0,0 0-1 0 0,-1 0 1 0 0,1 0-1 0 0,0 0 1 0 0,0 0 0 0 0,0 0-1 0 0,0 0 1 0 0,0 1-1 0 0,0-1 1 0 0,0 0 0 0 0,0 0-1 0 0,0 1 1 0 0,0-1-1 0 0,0 1 1 0 0,0-1 0 0 0,0 1-1 0 0,0 0 1 0 0,2-1-1 0 0,-2 1-22 0 0,0 0-1 0 0,0 1 1 0 0,0-1-1 0 0,0 1 1 0 0,0-1-1 0 0,-1 0 1 0 0,1 1-1 0 0,0-1 1 0 0,0 1-1 0 0,-1 0 1 0 0,1-1-1 0 0,0 1 1 0 0,-1 0-1 0 0,1-1 1 0 0,0 1-1 0 0,-1 0 1 0 0,1 0-1 0 0,-1-1 1 0 0,1 1-1 0 0,0 2 1 0 0,2 4 106 0 0,-1 1 1 0 0,1-1-1 0 0,-1 1 1 0 0,0-1-1 0 0,0 10 1 0 0,3 34 9 0 0,6 39-682 0 0,4-31-2672 0 0,-8-40-2611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56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1 176 7370 0 0,'2'-40'3513'0'0,"13"-79"0"0"0,-9 103-1325 0 0,-2 24-574 0 0,0 30-217 0 0,-1 12-813 0 0,22 288 1046 0 0,-14-246-3441 0 0,39 151 1 0 0,-36-194 178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56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13 107 9674 0 0,'-1'0'63'0'0,"1"0"-1"0"0,-1 0 1 0 0,1 0 0 0 0,-1 0-1 0 0,1 0 1 0 0,-1 0 0 0 0,1-1-1 0 0,-1 1 1 0 0,1 0-1 0 0,-1 0 1 0 0,1 0 0 0 0,-1 0-1 0 0,1-1 1 0 0,-1 1 0 0 0,1 0-1 0 0,-1 0 1 0 0,1-1 0 0 0,0 1-1 0 0,-1 0 1 0 0,1-1-1 0 0,0 1 1 0 0,-1-1 0 0 0,1 1-1 0 0,0 0 1 0 0,-1-1 0 0 0,1 1-1 0 0,0-1 1 0 0,0 1 0 0 0,-1-1-1 0 0,11-11 1393 0 0,31-10 197 0 0,-33 18-1486 0 0,39-18 522 0 0,-27 14-1732 0 0,1 0-1 0 0,0 2 0 0 0,33-7 1 0 0,-22 9 590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56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 10594 0 0,'-1'-1'262'0'0,"0"1"0"0"0,-1 0 0 0 0,1 0 0 0 0,-1 0 0 0 0,1 0 0 0 0,-1 0 0 0 0,1 0 0 0 0,0 0 0 0 0,-1 1 0 0 0,1-1 0 0 0,0 1 0 0 0,-1-1 0 0 0,1 1 0 0 0,-3 0 0 0 0,4 1 5 0 0,0-1 1 0 0,-1 1-1 0 0,1-1 1 0 0,0 1-1 0 0,0-1 1 0 0,0 1-1 0 0,0 0 1 0 0,0-1-1 0 0,1 1 1 0 0,-1-1-1 0 0,0 1 1 0 0,1-1-1 0 0,-1 0 0 0 0,2 3 1 0 0,47 242 3294 0 0,-35-161-3503 0 0,3-17-814 0 0,-5-38-107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57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75 5065 0 0,'-2'-7'448'0'0,"2"2"-352"0"0,2 0-96 0 0,-1 3 0 0 0,3 0 496 0 0,-2 2 80 0 0,1-5 25 0 0,2-5-1 0 0,2-1-256 0 0,2-1-56 0 0,0 3 0 0 0,-2 4-8 0 0,0 3-280 0 0,0 4 0 0 0,0 2 0 0 0,-4 1 0 0 0,-1 2 0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57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14 4609 0 0,'0'-1'80'0'0,"-1"0"0"0"0,1 1 1 0 0,0-1-1 0 0,-1 0 0 0 0,1 0 0 0 0,-1 1 1 0 0,0-1-1 0 0,1 0 0 0 0,-1 1 0 0 0,1-1 0 0 0,-1 0 1 0 0,0 1-1 0 0,0-1 0 0 0,1 1 0 0 0,-1-1 1 0 0,0 1-1 0 0,0-1 0 0 0,1 1 0 0 0,-1 0 0 0 0,0-1 1 0 0,0 1-1 0 0,0 0 0 0 0,0 0 0 0 0,0 0 1 0 0,0 0-1 0 0,1-1 0 0 0,-1 1 0 0 0,-2 1 0 0 0,1 0 162 0 0,0 0 0 0 0,-1 0 0 0 0,1 1 0 0 0,0-1 0 0 0,0 1 0 0 0,0-1 0 0 0,0 1 0 0 0,-2 3 0 0 0,1-2-217 0 0,-24 24 405 0 0,2 1 0 0 0,0 1-1 0 0,2 1 1 0 0,1 1 0 0 0,1 1 0 0 0,-23 52 0 0 0,41-78-364 0 0,1-1 0 0 0,0 1 1 0 0,0 0-1 0 0,1-1 0 0 0,-1 1 1 0 0,1 0-1 0 0,1 0 0 0 0,-1 0 1 0 0,1 0-1 0 0,0 0 0 0 0,1 0 1 0 0,-1 0-1 0 0,1 0 0 0 0,2 6 1 0 0,-2-7-116 0 0,2 0 0 0 0,-1 0 0 0 0,0 0 0 0 0,1-1 0 0 0,0 1 0 0 0,0-1 0 0 0,0 0 0 0 0,1 0 0 0 0,-1 0 0 0 0,1 0 0 0 0,0-1 0 0 0,0 1 0 0 0,0-1 0 0 0,1 0 0 0 0,-1 0 0 0 0,6 2 0 0 0,10 4-246 0 0,0-1 0 0 0,0-1 0 0 0,0-1 0 0 0,42 8-1 0 0,-45-12 340 0 0,1 2-1 0 0,-1 0 0 0 0,0 1 0 0 0,0 0 0 0 0,0 2 0 0 0,-1 0 0 0 0,26 15 0 0 0,-40-21 5 0 0,-1-1-1 0 0,0 1 1 0 0,0 0 0 0 0,1 0-1 0 0,-1 0 1 0 0,0-1-1 0 0,0 1 1 0 0,0 0-1 0 0,0 1 1 0 0,0-1-1 0 0,0 0 1 0 0,0 0-1 0 0,0 0 1 0 0,-1 1-1 0 0,1-1 1 0 0,0 0-1 0 0,-1 1 1 0 0,1-1-1 0 0,-1 0 1 0 0,1 1-1 0 0,-1-1 1 0 0,0 1 0 0 0,1-1-1 0 0,-1 1 1 0 0,0-1-1 0 0,0 0 1 0 0,0 1-1 0 0,0-1 1 0 0,-1 1-1 0 0,1-1 1 0 0,0 1-1 0 0,0-1 1 0 0,-1 1-1 0 0,1-1 1 0 0,-1 0-1 0 0,1 1 1 0 0,-2 0-1 0 0,0 2-82 0 0,0-1 0 0 0,-1-1 0 0 0,1 1 0 0 0,-1 0 0 0 0,0-1 0 0 0,1 1-1 0 0,-5 2 1 0 0,-14 8-3089 0 0,4-5-982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58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80 8290 0 0,'-7'-8'1071'0'0,"2"0"0"0"0,-1-1 0 0 0,1 0 1 0 0,0 0-1 0 0,0 0 0 0 0,-4-15 0 0 0,8 21-558 0 0,13 38 570 0 0,-1 0 0 0 0,-2 1 0 0 0,-2 1 0 0 0,4 36-1 0 0,4 158-1283 0 0,-13-165 574 0 0,21 281-1426 0 0,5-118-2868 0 0,-23-193 2235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58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31 316 3225 0 0,'-31'2'4821'0'0,"43"-2"-2567"0"0,2-1-2070 0 0,-1 0 1 0 0,1-1 0 0 0,-1 0 0 0 0,0-1 0 0 0,18-7 0 0 0,65-29 1020 0 0,-64 25-1072 0 0,193-96-3572 0 0,-76 35 1441 0 0,-108 53 1485 0 0,-28 14 578 0 0,1 1 0 0 0,0 0 0 0 0,29-9 1 0 0,-42 16 6 0 0,-1 0 1 0 0,1 0 0 0 0,-1 0-1 0 0,0 0 1 0 0,1 0 0 0 0,-1 1 0 0 0,0-1-1 0 0,1 0 1 0 0,-1 0 0 0 0,1 0 0 0 0,-1 1-1 0 0,0-1 1 0 0,1 0 0 0 0,-1 0-1 0 0,0 1 1 0 0,0-1 0 0 0,1 0 0 0 0,-1 1-1 0 0,0-1 1 0 0,0 0 0 0 0,1 1 0 0 0,-1-1-1 0 0,0 0 1 0 0,0 1 0 0 0,0-1 0 0 0,0 0-1 0 0,0 1 1 0 0,1-1 0 0 0,-1 1-1 0 0,0-1 1 0 0,0 0 0 0 0,0 1 0 0 0,0-1-1 0 0,0 1 1 0 0,0-1 0 0 0,0 1 0 0 0,0-1-1 0 0,0 0 1 0 0,-1 1 0 0 0,1-1 0 0 0,0 0-1 0 0,0 1 1 0 0,-4 32 2627 0 0,1-11-1694 0 0,7 62 506 0 0,20 121 1 0 0,-22-192-1630 0 0,0-1 0 0 0,1 1 1 0 0,1-1-1 0 0,0 1 1 0 0,8 14-1 0 0,-11-25 51 0 0,0 0 0 0 0,0 0 0 0 0,0 0 0 0 0,1 0 1 0 0,-1 0-1 0 0,1-1 0 0 0,-1 1 0 0 0,1-1 0 0 0,-1 1 0 0 0,1-1 0 0 0,0 1 0 0 0,0-1 0 0 0,0 0 0 0 0,0 0 1 0 0,0 0-1 0 0,2 1 0 0 0,-2-2 3 0 0,0 1 1 0 0,0-1-1 0 0,0 0 1 0 0,0-1-1 0 0,0 1 1 0 0,0 0-1 0 0,-1-1 1 0 0,1 1-1 0 0,0-1 1 0 0,0 1 0 0 0,0-1-1 0 0,0 0 1 0 0,-1 1-1 0 0,1-1 1 0 0,0 0-1 0 0,-1 0 1 0 0,1-1-1 0 0,-1 1 1 0 0,1 0-1 0 0,-1 0 1 0 0,1-1-1 0 0,0-1 1 0 0,8-9-13 0 0,0 0 0 0 0,-1 0 0 0 0,-1 0 0 0 0,0-1 0 0 0,-1 0 0 0 0,0-1 0 0 0,5-16 0 0 0,-2 7 1230 0 0,18-31 0 0 0,-27 52-1029 0 0,0 0 1 0 0,0 1 0 0 0,0-1 0 0 0,0 1 0 0 0,0-1-1 0 0,0 1 1 0 0,1 0 0 0 0,-1-1 0 0 0,0 1 0 0 0,1 0-1 0 0,-1 0 1 0 0,1 0 0 0 0,1-1 0 0 0,-2 2-62 0 0,0 0 1 0 0,-1 0-1 0 0,1 0 0 0 0,0 0 1 0 0,-1 0-1 0 0,1 0 1 0 0,0 0-1 0 0,-1 0 0 0 0,1 0 1 0 0,0 0-1 0 0,-1 0 0 0 0,1 0 1 0 0,-1 0-1 0 0,1 0 1 0 0,0 1-1 0 0,-1-1 0 0 0,1 0 1 0 0,-1 0-1 0 0,1 1 1 0 0,0-1-1 0 0,-1 0 0 0 0,1 1 1 0 0,-1-1-1 0 0,1 1 1 0 0,2 2 62 0 0,-1 0 0 0 0,0 0 0 0 0,0 0 0 0 0,-1 0 0 0 0,1 1 0 0 0,-1-1 1 0 0,1 1-1 0 0,-1-1 0 0 0,0 0 0 0 0,0 1 0 0 0,0 4 0 0 0,4 17-273 0 0,25 136 1340 0 0,0-56-7671 0 0,-18-70 76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59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1 272 4609 0 0,'12'-1'201'0'0,"0"-1"0"0"0,0 0 0 0 0,0 0 0 0 0,-1-1 0 0 0,1-1 0 0 0,-1 0 0 0 0,1 0 0 0 0,-1-1 0 0 0,0-1 0 0 0,-1 0 0 0 0,0 0 0 0 0,16-13 0 0 0,-19 13-269 0 0,0 0 0 0 0,0 0 0 0 0,0 0 0 0 0,-1-1 0 0 0,1 0-1 0 0,-2 0 1 0 0,1 0 0 0 0,-1-1 0 0 0,0 0 0 0 0,-1 0 0 0 0,0-1 0 0 0,0 1 0 0 0,-1-1-1 0 0,0 1 1 0 0,0-1 0 0 0,-1 0 0 0 0,1-10 0 0 0,-2 17 153 0 0,-1 0 0 0 0,0 0 0 0 0,0-1 0 0 0,1 1 0 0 0,-1 0 0 0 0,-1 0 0 0 0,1 0 0 0 0,0 0 0 0 0,0 0 0 0 0,-1-1 0 0 0,1 1 0 0 0,-1 0 0 0 0,0 0 0 0 0,0 0 0 0 0,0 0 0 0 0,0 0 0 0 0,0 1 1 0 0,0-1-1 0 0,0 0 0 0 0,-1 0 0 0 0,1 1 0 0 0,0-1 0 0 0,-1 1 0 0 0,0-1 0 0 0,1 1 0 0 0,-1-1 0 0 0,0 1 0 0 0,1 0 0 0 0,-1 0 0 0 0,0 0 0 0 0,0 0 0 0 0,0 0 0 0 0,0 1 0 0 0,0-1 0 0 0,0 0 0 0 0,-4 0 0 0 0,1 1 168 0 0,0 0 0 0 0,-1 1 0 0 0,1-1 0 0 0,0 1 0 0 0,0 0 0 0 0,0 0 0 0 0,0 0 0 0 0,1 1 0 0 0,-1 0 0 0 0,0 0 0 0 0,1 0 0 0 0,-1 1 0 0 0,1-1 0 0 0,-7 6 0 0 0,0 1 17 0 0,1 1 0 0 0,0 0-1 0 0,0 0 1 0 0,1 1-1 0 0,1 0 1 0 0,0 1 0 0 0,0 0-1 0 0,1 0 1 0 0,1 0 0 0 0,0 1-1 0 0,0 0 1 0 0,2 1-1 0 0,-1-1 1 0 0,2 1 0 0 0,0-1-1 0 0,0 1 1 0 0,0 21-1 0 0,3-30-184 0 0,1 0 0 0 0,0 0-1 0 0,0 0 1 0 0,0 0-1 0 0,0 0 1 0 0,1 0 0 0 0,0 0-1 0 0,0-1 1 0 0,0 1-1 0 0,0-1 1 0 0,1 0 0 0 0,0 1-1 0 0,0-1 1 0 0,0 0-1 0 0,0 0 1 0 0,6 4 0 0 0,29 19-813 0 0,6-10-4214 0 0,-12-9-879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59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4 103 9674 0 0,'-1'-7'268'0'0,"0"1"0"0"0,0-1-1 0 0,0 0 1 0 0,1 0 0 0 0,0 0 0 0 0,1-8-1 0 0,0 13-28 0 0,-1-1 0 0 0,1 0 0 0 0,0 0 0 0 0,0 1 0 0 0,0-1-1 0 0,0 1 1 0 0,0-1 0 0 0,1 1 0 0 0,-1-1 0 0 0,1 1 0 0 0,-1 0-1 0 0,1-1 1 0 0,0 1 0 0 0,0 0 0 0 0,0 0 0 0 0,0 0 0 0 0,4-2-1 0 0,-6 4-210 0 0,1 0 0 0 0,-1 0 0 0 0,0-1 0 0 0,1 1 0 0 0,-1 0 0 0 0,0 0 0 0 0,1 0 0 0 0,-1 0 0 0 0,1 0 0 0 0,-1-1 0 0 0,0 1 0 0 0,1 0 0 0 0,-1 0 0 0 0,0 0 0 0 0,1 0 0 0 0,-1 0-1 0 0,0 0 1 0 0,1 0 0 0 0,-1 1 0 0 0,1-1 0 0 0,-1 0 0 0 0,0 0 0 0 0,1 0 0 0 0,-1 0 0 0 0,0 0 0 0 0,1 0 0 0 0,-1 1 0 0 0,0-1 0 0 0,1 0 0 0 0,-1 0 0 0 0,0 1 0 0 0,0-1 0 0 0,1 0 0 0 0,-1 1-1 0 0,9 15 390 0 0,0 25-246 0 0,-9-38-134 0 0,2 9 12 0 0,7 38-103 0 0,17 61 1 0 0,-21-96-10 0 0,-1-1 1 0 0,2 0-1 0 0,0-1 0 0 0,1 1 1 0 0,0-1-1 0 0,1 0 0 0 0,1-1 0 0 0,19 23 1 0 0,-26-33 88 0 0,0 0 1 0 0,1 1-1 0 0,-1-1 1 0 0,1 0-1 0 0,-1 0 1 0 0,1 0-1 0 0,0-1 0 0 0,0 1 1 0 0,0-1-1 0 0,0 1 1 0 0,0-1-1 0 0,0 0 1 0 0,0 0-1 0 0,0-1 1 0 0,1 1-1 0 0,-1-1 1 0 0,0 1-1 0 0,0-1 1 0 0,1 0-1 0 0,-1 0 1 0 0,0 0-1 0 0,0-1 1 0 0,1 1-1 0 0,5-3 1 0 0,-5 1 49 0 0,1 0 0 0 0,-1 0 0 0 0,0-1 0 0 0,0 1 0 0 0,1-1 1 0 0,-2 0-1 0 0,1 0 0 0 0,0-1 0 0 0,-1 1 0 0 0,1-1 0 0 0,-1 0 0 0 0,0 0 1 0 0,0 0-1 0 0,-1 0 0 0 0,4-8 0 0 0,1-3-73 0 0,0-1 1 0 0,-2 0-1 0 0,0 0 1 0 0,0-1-1 0 0,-2 1 0 0 0,3-30 1 0 0,-4-28-1897 0 0,-5 0-3638 0 0,2 45 640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4:59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22 2761 0 0,'-14'2'6825'0'0,"13"4"-5862"0"0,-2 22 65 0 0,0-1-1 0 0,2 1 1 0 0,3 36 0 0 0,-2-53-775 0 0,1-1 0 0 0,1 0 0 0 0,0 0-1 0 0,0 1 1 0 0,1-2 0 0 0,1 1 0 0 0,-1 0 0 0 0,2-1 0 0 0,-1 1 0 0 0,1-1 0 0 0,0 0 0 0 0,13 15 0 0 0,-16-22-203 0 0,0 1 0 0 0,1-1 0 0 0,-1 0 0 0 0,1 0 0 0 0,-1 0 0 0 0,1 0 0 0 0,0 0 0 0 0,-1-1 0 0 0,1 1 0 0 0,0-1 0 0 0,0 1 0 0 0,0-1 0 0 0,0 0 0 0 0,1-1 0 0 0,-1 1 0 0 0,0 0 1 0 0,0-1-1 0 0,1 0 0 0 0,-1 1 0 0 0,0-1 0 0 0,0-1 0 0 0,1 1 0 0 0,-1 0 0 0 0,0-1 0 0 0,0 0 0 0 0,0 1 0 0 0,0-1 0 0 0,1-1 0 0 0,-1 1 0 0 0,-1 0 0 0 0,7-4 0 0 0,-5 2-118 0 0,0 0 0 0 0,-1 0 0 0 0,1 0 0 0 0,-1 0 0 0 0,1-1 0 0 0,-1 1 0 0 0,0-1 0 0 0,-1 0 0 0 0,1 0 0 0 0,-1 0-1 0 0,1-1 1 0 0,-1 1 0 0 0,0 0 0 0 0,-1-1 0 0 0,1 1 0 0 0,-1-1 0 0 0,0 0 0 0 0,0 1 0 0 0,0-1 0 0 0,-1 0 0 0 0,0-7 0 0 0,-1 0 9 0 0,-1 0 1 0 0,0 0-1 0 0,-1 0 1 0 0,0 0-1 0 0,-1 0 1 0 0,0 1-1 0 0,-1 0 1 0 0,-1 0-1 0 0,0 0 1 0 0,0 0-1 0 0,-1 1 1 0 0,0 0-1 0 0,-9-9 1 0 0,9 11-119 0 0,0 1 0 0 0,0 0 0 0 0,-1 1-1 0 0,0 0 1 0 0,0 0 0 0 0,0 1 0 0 0,-13-7 0 0 0,15 10-271 0 0,0-1 0 0 0,0 1-1 0 0,-1 0 1 0 0,1 0-1 0 0,-1 1 1 0 0,1 0 0 0 0,-1 0-1 0 0,0 1 1 0 0,1-1-1 0 0,-1 2 1 0 0,-10 0 0 0 0,-12 5-4051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00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40 9218 0 0,'-5'-40'3642'0'0,"6"43"-3111"0"0,1-1 0 0 0,-2 1 1 0 0,1-1-1 0 0,0 1 0 0 0,0 0 0 0 0,-1-1 0 0 0,1 1 1 0 0,-1 4-1 0 0,1-3-61 0 0,43 262 3083 0 0,25 132-3294 0 0,-44-275-732 0 0,-10-52-1314 0 0,-1-1-4208 0 0,-9-33 89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00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21 4609 0 0,'-12'-21'11973'0'0,"16"24"-10861"0"0,3 1-860 0 0,-1 1 0 0 0,0 0 0 0 0,0 0-1 0 0,-1 1 1 0 0,1-1 0 0 0,-1 1 0 0 0,-1 0-1 0 0,1 1 1 0 0,-1-1 0 0 0,0 1 0 0 0,0 0-1 0 0,-1 0 1 0 0,5 14 0 0 0,4 16 66 0 0,11 58 0 0 0,-19-80-198 0 0,43 287-27 0 0,-23-133-1519 0 0,7-2-3942 0 0,-22-133-384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00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0 349 2761 0 0,'0'-1'21'0'0,"1"-1"1"0"0,-1 1 0 0 0,1-1 0 0 0,-1 1-1 0 0,1-1 1 0 0,-1 1 0 0 0,1-1 0 0 0,0 1 0 0 0,0 0-1 0 0,0-1 1 0 0,0 1 0 0 0,0 0 0 0 0,0 0-1 0 0,0 0 1 0 0,0 0 0 0 0,0 0 0 0 0,1 0 0 0 0,-1 0-1 0 0,2-1 1 0 0,32-17 447 0 0,-23 13-293 0 0,74-36 2700 0 0,159-53 0 0 0,-3 2-4365 0 0,-219 83 1064 0 0,0-2 819 0 0,1 2 0 0 0,-1 1 0 0 0,2 1 0 0 0,42-9 0 0 0,-67 17-361 0 0,1 0 0 0 0,-1-1 1 0 0,0 1-1 0 0,1 0 0 0 0,-1 0 1 0 0,0 0-1 0 0,1 0 0 0 0,-1 0 1 0 0,0 0-1 0 0,1 0 0 0 0,-1 0 1 0 0,0 0-1 0 0,1 0 0 0 0,-1 0 1 0 0,0 0-1 0 0,1 0 1 0 0,-1 0-1 0 0,1 0 0 0 0,-1 1 1 0 0,0-1-1 0 0,0 0 0 0 0,1 0 1 0 0,-1 0-1 0 0,0 0 0 0 0,1 1 1 0 0,-1-1-1 0 0,0 0 0 0 0,0 0 1 0 0,1 1-1 0 0,-1-1 0 0 0,0 0 1 0 0,0 1-1 0 0,1-1 0 0 0,-6 12 732 0 0,-18 12 310 0 0,21-22-865 0 0,-10 10 217 0 0,0 0 0 0 0,1 1 0 0 0,0 0 0 0 0,1 1 0 0 0,-12 21 0 0 0,19-29-304 0 0,0 0 1 0 0,1 0-1 0 0,0-1 1 0 0,1 1-1 0 0,-1 0 1 0 0,1 1-1 0 0,1-1 1 0 0,-1 0-1 0 0,1 0 1 0 0,0 0-1 0 0,0 0 1 0 0,0 1-1 0 0,1-1 0 0 0,0 0 1 0 0,0 0-1 0 0,1 0 1 0 0,0 0-1 0 0,4 8 1 0 0,-6-11-142 0 0,1 0 0 0 0,0-1 1 0 0,1 1-1 0 0,-1-1 0 0 0,0 1 0 0 0,1-1 0 0 0,-1 0 1 0 0,1 1-1 0 0,0-1 0 0 0,0 0 0 0 0,0 0 1 0 0,0 0-1 0 0,0 0 0 0 0,0-1 0 0 0,0 1 1 0 0,1-1-1 0 0,-1 1 0 0 0,1-1 0 0 0,-1 0 0 0 0,5 2 1 0 0,-3-3-5 0 0,-1 1 1 0 0,0-2 0 0 0,0 1 0 0 0,1 0-1 0 0,-1-1 1 0 0,0 1 0 0 0,0-1-1 0 0,0 0 1 0 0,0 0 0 0 0,1 0 0 0 0,-1 0-1 0 0,-1-1 1 0 0,1 1 0 0 0,0-1-1 0 0,0 0 1 0 0,-1 0 0 0 0,6-4 0 0 0,10-10 202 0 0,-1-1 1 0 0,20-24 0 0 0,7-7 654 0 0,-42 46-776 0 0,-1 1-1 0 0,0-1 0 0 0,1 1 0 0 0,0-1 1 0 0,-1 1-1 0 0,1 0 0 0 0,0 0 0 0 0,-1 0 1 0 0,1 0-1 0 0,0 0 0 0 0,0 0 0 0 0,0 0 1 0 0,0 1-1 0 0,0-1 0 0 0,0 1 1 0 0,0-1-1 0 0,0 1 0 0 0,3 0 0 0 0,-3 0-3 0 0,-1 1 0 0 0,1-1 0 0 0,0 1 0 0 0,-1-1 0 0 0,1 1 0 0 0,0 0 0 0 0,-1 0 0 0 0,1-1 0 0 0,-1 1 0 0 0,0 0 0 0 0,1 0 0 0 0,-1 1 0 0 0,0-1 0 0 0,1 0 0 0 0,-1 0 0 0 0,0 1 0 0 0,1 1 0 0 0,2 3 16 0 0,-1 0-1 0 0,0 1 0 0 0,0-1 1 0 0,0 1-1 0 0,-1-1 0 0 0,0 1 1 0 0,0 0-1 0 0,-1 0 0 0 0,1 10 1 0 0,8 101-3053 0 0,-6-97-3665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01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76 4033 0 0,'-12'-33'-17'0'0,"10"30"401"0"0,0 0 0 0 0,0 0 0 0 0,0-1 1 0 0,0 1-1 0 0,-1 1 0 0 0,0-1 0 0 0,1 0 1 0 0,-1 1-1 0 0,0-1 0 0 0,-5-2 1 0 0,6 4-150 0 0,0-1 0 0 0,-1 1 0 0 0,1 0 0 0 0,-1 1 0 0 0,0-1 0 0 0,1 0 0 0 0,-1 1 0 0 0,1-1 0 0 0,-1 1 0 0 0,0 0 0 0 0,1 0 0 0 0,-1 0 0 0 0,0 0 0 0 0,1 0 0 0 0,-1 1 0 0 0,0-1 0 0 0,1 1 0 0 0,-1 0 0 0 0,1 0 0 0 0,-1 0 0 0 0,1 0 0 0 0,-1 0 0 0 0,1 0 0 0 0,0 1 0 0 0,0-1 0 0 0,-1 1 0 0 0,1-1 0 0 0,-2 3 0 0 0,-9 9 108 0 0,0 0 1 0 0,1 1 0 0 0,0 0-1 0 0,1 1 1 0 0,0 1-1 0 0,2-1 1 0 0,0 2-1 0 0,0-1 1 0 0,2 1-1 0 0,0 0 1 0 0,1 1 0 0 0,-5 20-1 0 0,11-37-378 0 0,-1 1-1 0 0,1 0 1 0 0,0-1 0 0 0,-1 1-1 0 0,1 0 1 0 0,0-1 0 0 0,0 1-1 0 0,0 0 1 0 0,0-1 0 0 0,1 1-1 0 0,-1 0 1 0 0,0-1 0 0 0,1 1-1 0 0,-1 0 1 0 0,1-1 0 0 0,-1 1-1 0 0,1-1 1 0 0,0 1 0 0 0,-1-1-1 0 0,1 1 1 0 0,2 1 0 0 0,-2-2-52 0 0,1 0 0 0 0,-1 0 1 0 0,0-1-1 0 0,1 1 0 0 0,-1-1 1 0 0,1 1-1 0 0,-1-1 0 0 0,1 0 1 0 0,-1 0-1 0 0,1 1 0 0 0,-1-1 1 0 0,1 0-1 0 0,-1 0 0 0 0,1 0 1 0 0,-1-1-1 0 0,0 1 1 0 0,1 0-1 0 0,-1 0 0 0 0,2-1 1 0 0,7-3-369 0 0,0 0-1 0 0,0 0 1 0 0,0 0 0 0 0,-1-1 0 0 0,11-8 0 0 0,42-33-784 0 0,-33 24 260 0 0,53-32-1 0 0,-81 53 1054 0 0,1 0-1 0 0,0 0 1 0 0,-1 1-1 0 0,1-1 1 0 0,0 0-1 0 0,0 0 1 0 0,0 1-1 0 0,0 0 1 0 0,-1-1-1 0 0,1 1 1 0 0,0 0-1 0 0,0 0 1 0 0,0 0-1 0 0,0 0 1 0 0,0 0-1 0 0,0 0 1 0 0,0 0-1 0 0,0 1 1 0 0,-1-1-1 0 0,1 1 1 0 0,0-1-1 0 0,0 1 1 0 0,0 0-1 0 0,-1 0 1 0 0,1 0 0 0 0,0 0-1 0 0,-1 0 1 0 0,1 0-1 0 0,-1 0 1 0 0,1 0-1 0 0,-1 1 1 0 0,0-1-1 0 0,1 1 1 0 0,-1-1-1 0 0,0 1 1 0 0,0-1-1 0 0,0 1 1 0 0,0 0-1 0 0,0-1 1 0 0,0 1-1 0 0,-1 0 1 0 0,2 2-1 0 0,2 9 336 0 0,0-1-1 0 0,-1 1 0 0 0,0 0 0 0 0,2 24 0 0 0,-3-5-392 0 0,-2-1-1 0 0,-1 1 0 0 0,-1 0 0 0 0,-2-1 1 0 0,-15 60-1 0 0,4-39-1264 0 0,-2-1 1 0 0,-38 81-1 0 0,34-91-3406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01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1 257 6913 0 0,'23'-5'1127'0'0,"-1"-2"0"0"0,0 0 0 0 0,0-2 0 0 0,0 0 0 0 0,36-22 0 0 0,-52 27-1129 0 0,0 0-1 0 0,-1-1 1 0 0,0 1-1 0 0,0-1 0 0 0,0 0 1 0 0,0-1-1 0 0,-1 1 1 0 0,0-1-1 0 0,0 1 0 0 0,4-11 1 0 0,-6 12-202 0 0,0-1 0 0 0,0-1 1 0 0,-1 1-1 0 0,0 0 0 0 0,0 0 1 0 0,0 0-1 0 0,-1-1 0 0 0,0 1 1 0 0,0 0-1 0 0,0-1 0 0 0,-1 1 0 0 0,0 0 1 0 0,0 0-1 0 0,0-1 0 0 0,-3-6 1 0 0,4 10 270 0 0,0 1 0 0 0,-1-1 0 0 0,1 0 0 0 0,0 1 0 0 0,-1-1 0 0 0,0 1 0 0 0,1-1 0 0 0,-1 1 0 0 0,0 0 0 0 0,0-1 0 0 0,1 1 0 0 0,-1 0 0 0 0,0-1 0 0 0,-1 1 0 0 0,1 0 0 0 0,0 0 0 0 0,0 0 0 0 0,0 0 0 0 0,-1 0 0 0 0,1 0 0 0 0,0 0 0 0 0,-1 0 0 0 0,1 1 0 0 0,-1-1 0 0 0,1 0 0 0 0,-1 1 0 0 0,1 0 0 0 0,-1-1 0 0 0,1 1 0 0 0,-1 0 0 0 0,0-1 0 0 0,1 1 0 0 0,-1 0 0 0 0,1 0 0 0 0,-1 0 0 0 0,0 1 0 0 0,1-1 0 0 0,-1 0 0 0 0,1 1 0 0 0,-1-1 0 0 0,1 1 0 0 0,-1-1 0 0 0,1 1 0 0 0,-1 0 0 0 0,1-1 0 0 0,-1 1 1 0 0,-1 2-1 0 0,-4 1 305 0 0,1 1 0 0 0,-1 1 1 0 0,1-1-1 0 0,0 1 0 0 0,1 0 1 0 0,-1 0-1 0 0,1 0 0 0 0,-5 10 1 0 0,6-10-223 0 0,1 0 0 0 0,0 1 0 0 0,0-1 0 0 0,0 1 0 0 0,1 0 0 0 0,0 0 0 0 0,0 0 0 0 0,0 0 0 0 0,1 0 0 0 0,1 0 0 0 0,-1 0 0 0 0,1 0 0 0 0,0 0 0 0 0,0 1 0 0 0,1-1 0 0 0,3 13 0 0 0,-1-11-34 0 0,0-1 0 0 0,1 1-1 0 0,0 0 1 0 0,1-1 0 0 0,0 0 0 0 0,0 0 0 0 0,0 0 0 0 0,1-1 0 0 0,1 0 0 0 0,-1 0 0 0 0,1 0 0 0 0,10 7-1 0 0,79 52-346 0 0,-79-55-254 0 0,15 10-511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02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73 4145 0 0,'0'-3'284'0'0,"-1"0"1"0"0,0 0-1 0 0,1 0 0 0 0,-1 1 1 0 0,-1-1-1 0 0,1 0 1 0 0,0 0-1 0 0,-1 0 0 0 0,1 1 1 0 0,-1-1-1 0 0,0 1 1 0 0,0-1-1 0 0,0 1 0 0 0,0 0 1 0 0,-4-4-1 0 0,3 3 234 0 0,0 0 1 0 0,-1 0-1 0 0,1 1 0 0 0,-1-1 0 0 0,0 1 0 0 0,0 0 0 0 0,0 0 1 0 0,0 0-1 0 0,0 1 0 0 0,-6-2 0 0 0,5 2-297 0 0,1 1 0 0 0,0 0 0 0 0,-1 1-1 0 0,1-1 1 0 0,0 1 0 0 0,-1 0 0 0 0,1 0 0 0 0,0 0-1 0 0,0 1 1 0 0,0-1 0 0 0,0 1 0 0 0,0 0 0 0 0,0 0 0 0 0,1 0-1 0 0,-1 1 1 0 0,0-1 0 0 0,1 1 0 0 0,0 0 0 0 0,0 0 0 0 0,0 0-1 0 0,0 0 1 0 0,0 1 0 0 0,-2 4 0 0 0,-5 6-62 0 0,1 0 1 0 0,0 1-1 0 0,1 1 1 0 0,-8 22-1 0 0,3-3-145 0 0,1 0 0 0 0,-7 36-1 0 0,17-60-59 0 0,0 1 0 0 0,0-1 0 0 0,2 1 1 0 0,-1-1-1 0 0,1 1 0 0 0,1-1 0 0 0,0 0 0 0 0,1 1 0 0 0,0-1 0 0 0,6 20 0 0 0,-7-29-20 0 0,-1 0-1 0 0,1 0 0 0 0,0 0 1 0 0,0 0-1 0 0,-1-1 0 0 0,1 1 1 0 0,1 0-1 0 0,-1 0 0 0 0,0 0 1 0 0,0-1-1 0 0,1 1 1 0 0,-1-1-1 0 0,1 1 0 0 0,-1-1 1 0 0,1 0-1 0 0,0 1 0 0 0,-1-1 1 0 0,1 0-1 0 0,0 0 0 0 0,0 0 1 0 0,0 0-1 0 0,3 1 0 0 0,-2-2-84 0 0,0 0-1 0 0,-1-1 0 0 0,1 1 0 0 0,0 0 1 0 0,-1-1-1 0 0,1 1 0 0 0,-1-1 0 0 0,1 0 1 0 0,0 0-1 0 0,-1 0 0 0 0,0 0 0 0 0,1 0 1 0 0,-1-1-1 0 0,0 1 0 0 0,3-3 0 0 0,7-6-514 0 0,-1 0-1 0 0,0-1 0 0 0,0 0 0 0 0,16-24 0 0 0,-11 11 274 0 0,0 0 0 0 0,-1-1-1 0 0,19-45 1 0 0,-29 58 765 0 0,-1 0 1 0 0,-1 0-1 0 0,0 0 0 0 0,0 0 0 0 0,-1-1 1 0 0,-1 1-1 0 0,0-1 0 0 0,-1 1 1 0 0,0-1-1 0 0,0 1 0 0 0,-4-14 0 0 0,4 25-272 0 0,0 1-1 0 0,0 0 0 0 0,-1-1 0 0 0,1 1 1 0 0,0-1-1 0 0,0 1 0 0 0,0 0 0 0 0,0-1 0 0 0,0 1 1 0 0,0-1-1 0 0,-1 1 0 0 0,1-1 0 0 0,0 1 1 0 0,0 0-1 0 0,0-1 0 0 0,1 1 0 0 0,-1-1 1 0 0,0 1-1 0 0,0-1 0 0 0,0 1 0 0 0,0 0 1 0 0,0-1-1 0 0,0 1 0 0 0,1 0 0 0 0,-1-1 0 0 0,0 1 1 0 0,0-1-1 0 0,0 1 0 0 0,1-1 0 0 0,11 8 1966 0 0,-4-2-2170 0 0,17 13 373 0 0,-2 1 0 0 0,0 0 0 0 0,-1 2-1 0 0,23 29 1 0 0,34 32-7535 0 0,-60-67 961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02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 7834 0 0,'0'0'91'0'0,"-1"0"0"0"0,1-1 0 0 0,-1 1-1 0 0,1 0 1 0 0,-1 0 0 0 0,0 0 0 0 0,1-1 0 0 0,-1 1 0 0 0,1 0 0 0 0,-1 0 0 0 0,0 0 0 0 0,1 0 0 0 0,-1 0 0 0 0,0 0 0 0 0,1 0 0 0 0,-1 0 0 0 0,1 0 0 0 0,-1 1 0 0 0,0-1 0 0 0,1 0-1 0 0,-1 0 1 0 0,1 0 0 0 0,-1 1 0 0 0,0-1 0 0 0,1 0 0 0 0,-1 1 0 0 0,1-1 0 0 0,-1 1 0 0 0,0 0 0 0 0,0 0 139 0 0,0 1 1 0 0,1-1-1 0 0,-1 1 0 0 0,0-1 0 0 0,1 1 1 0 0,0-1-1 0 0,-1 1 0 0 0,1 0 1 0 0,0-1-1 0 0,0 1 0 0 0,-1 3 0 0 0,9 53 3599 0 0,-7-49-3569 0 0,13 50 1154 0 0,3-1-1 0 0,39 92 1 0 0,-11-34-959 0 0,62 209-2530 0 0,-91-276-5157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02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1 293 4865 0 0,'5'-7'104'0'0,"-2"1"24"0"0,3 1 8 0 0,1 0 0 0 0,0 1-136 0 0,0-1 0 0 0,5-2 0 0 0,11-5 0 0 0,11-6 928 0 0,12-6 161 0 0,10-6 31 0 0,3 1 8 0 0,2-1-1064 0 0,0 4-224 0 0,-1 3-32 0 0,-3 2-16 0 0,3 0 144 0 0,-8 2 64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03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5529 0 0,'2'5'5305'0'0,"25"10"-2752"0"0,41 20 25 0 0,9 2 1 0 0,129 84 0 0 0,-171-96-2616 0 0,-1 1-1 0 0,-1 3 1 0 0,-1 0-1 0 0,-2 2 0 0 0,40 51 1 0 0,-49-52-859 0 0,-1 0 0 0 0,-2 1 1 0 0,0 1-1 0 0,-3 0 0 0 0,16 45 0 0 0,-17-33-640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03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25 8290 0 0,'4'-12'53'0'0,"-1"0"1901"0"0,-12 23 345 0 0,1 2-1328 0 0,-53 86 3474 0 0,23-34-3405 0 0,-47 112 0 0 0,-134 438-2089 0 0,213-598 782 0 0,1-2-125 0 0,-1 1 0 0 0,2-1 0 0 0,0 1 0 0 0,1-1 0 0 0,0 1-1 0 0,2 0 1 0 0,0 31 0 0 0,4-38-208 0 0,2-3-28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03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21 155 3681 0 0,'-3'-5'303'0'0,"0"0"0"0"0,1-1 1 0 0,0 0-1 0 0,-1 0 0 0 0,2 0 0 0 0,-1 0 0 0 0,1 0 1 0 0,0 0-1 0 0,0 0 0 0 0,0-10 0 0 0,1 13-81 0 0,0 0-1 0 0,0 0 1 0 0,0 0-1 0 0,0-1 1 0 0,1 1-1 0 0,-1 0 1 0 0,1 0-1 0 0,0 0 1 0 0,0 0-1 0 0,0 0 1 0 0,0 0-1 0 0,1 0 1 0 0,-1 0-1 0 0,1 1 1 0 0,0-1-1 0 0,0 0 1 0 0,0 1-1 0 0,0-1 1 0 0,0 1-1 0 0,0 0 1 0 0,4-3-1 0 0,-2 3-35 0 0,-1 0-1 0 0,1 0 1 0 0,0 0 0 0 0,0 1-1 0 0,0-1 1 0 0,-1 1-1 0 0,1 0 1 0 0,1 0 0 0 0,-1 1-1 0 0,0-1 1 0 0,0 1-1 0 0,0 0 1 0 0,0 0 0 0 0,0 0-1 0 0,0 0 1 0 0,8 3-1 0 0,-6-1-61 0 0,0 0 0 0 0,0 0 0 0 0,0 1 0 0 0,0 0-1 0 0,0 1 1 0 0,-1-1 0 0 0,1 1 0 0 0,-1 0-1 0 0,8 8 1 0 0,-1 1-158 0 0,-1 0 1 0 0,0 1-1 0 0,-1 0 0 0 0,0 1 1 0 0,-1 0-1 0 0,-1 0 0 0 0,6 18 1 0 0,-5-7-393 0 0,-1 0 0 0 0,-1 0 1 0 0,-2 1-1 0 0,0 0 1 0 0,0 35-1 0 0,-3-36-4439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05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52 172 6913 0 0,'-1'-6'1195'0'0,"1"-1"0"0"0,-1 0 0 0 0,0 0 0 0 0,-1 1 0 0 0,1-1 0 0 0,-1 1 0 0 0,0-1 0 0 0,-2-5 3201 0 0,4 6-3478 0 0,-3-7-874 0 0,1-1 21 0 0,-2 0 0 0 0,0 0 0 0 0,0 1 0 0 0,-9-18-1 0 0,13 30-123 0 0,0 1 0 0 0,-1 0 0 0 0,1 0 0 0 0,0 0 0 0 0,0 0 0 0 0,0 0-1 0 0,-1 0 1 0 0,1 0 0 0 0,0 0 0 0 0,0 0 0 0 0,0 0 0 0 0,0 0 0 0 0,-1 0-1 0 0,1 0 1 0 0,0 0 0 0 0,0 0 0 0 0,0 0 0 0 0,-1 0 0 0 0,1 0 0 0 0,0 0-1 0 0,0 0 1 0 0,0 0 0 0 0,-1 0 0 0 0,1 0 0 0 0,0 0 0 0 0,0 0 0 0 0,0 0-1 0 0,0 0 1 0 0,-1 1 0 0 0,1-1 0 0 0,0 0 0 0 0,0 0 0 0 0,0 0-1 0 0,0 0 1 0 0,0 0 0 0 0,-1 1 0 0 0,1-1 0 0 0,0 0 0 0 0,0 0 0 0 0,0 0-1 0 0,0 0 1 0 0,0 1 0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02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1 7082 0 0,'-2'30'799'0'0,"2"-15"-601"0"0,-7 180 470 0 0,-23 966 860 0 0,69 0-843 0 0,81-173 1464 0 0,3 36 729 0 0,-108-798-2276 0 0,12 130-323 0 0,-24-325-357 0 0,-2-11-385 0 0,1-1 1 0 0,1 0-1 0 0,0 0 1 0 0,1 0-1 0 0,12 32 1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02.9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18 6913 0 0,'-17'-4'490'0'0,"10"3"-367"0"0,1 0 0 0 0,0-1 0 0 0,0 0 0 0 0,0 0 0 0 0,-8-4-1 0 0,72 9 2480 0 0,66 3-1592 0 0,126 11 55 0 0,503 122-439 0 0,-642-116-602 0 0,-55-14-529 0 0,1-2-1 0 0,-1-3 1 0 0,1-2 0 0 0,0-3 0 0 0,97-13 0 0 0,-108 8-753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03.4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178 1 6449 0 0,'-2'1'51'0'0,"0"0"-1"0"0,1 0 1 0 0,-1 0-1 0 0,0 0 0 0 0,0 0 1 0 0,1 0-1 0 0,-1 1 0 0 0,1-1 1 0 0,-1 1-1 0 0,1-1 1 0 0,0 1-1 0 0,-1-1 0 0 0,1 1 1 0 0,0 0-1 0 0,0 0 1 0 0,0 0-1 0 0,0-1 0 0 0,0 3 1 0 0,-11 41 268 0 0,8-26-90 0 0,-42 199 778 0 0,10 1-1 0 0,9 1 1 0 0,2 255 0 0 0,78 667 150 0 0,-21-840-957 0 0,13 175 505 0 0,-18 236 897 0 0,-18-401-782 0 0,51 527 112 0 0,-54-751-2942 0 0,-4-63-2277 0 0,-1-14-501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03.7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21 167 10594 0 0,'-1'0'40'0'0,"0"0"0"0"0,0 1 0 0 0,0-1 1 0 0,1 0-1 0 0,-1 0 0 0 0,0 0 0 0 0,0 0 0 0 0,0 0 0 0 0,0-1 0 0 0,0 1 0 0 0,0 0 0 0 0,0 0 0 0 0,0-1 0 0 0,0 1 0 0 0,0 0 0 0 0,0-1 0 0 0,1 1 0 0 0,-1-1 0 0 0,0 1 0 0 0,-1-2 1 0 0,2 1-69 0 0,0 1 1 0 0,0-1-1 0 0,1 1 1 0 0,-1-1-1 0 0,0 0 1 0 0,0 1-1 0 0,1-1 1 0 0,-1 1-1 0 0,1-1 1 0 0,-1 0-1 0 0,0 1 1 0 0,1-1-1 0 0,-1 1 1 0 0,1 0-1 0 0,-1-1 1 0 0,1 1-1 0 0,-1-1 1 0 0,1 1-1 0 0,0 0 1 0 0,-1-1-1 0 0,1 1 1 0 0,43-21 18 0 0,34-3 718 0 0,1 4 0 0 0,145-19-1 0 0,168 9 2167 0 0,-231 21-2471 0 0,-56 4-4852 0 0,-57 2-610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04.4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2 537 2761 0 0,'-1'2'209'0'0,"1"0"-1"0"0,0-1 1 0 0,0 1 0 0 0,0 0 0 0 0,-1 0 0 0 0,1 0 0 0 0,1-1 0 0 0,-1 1 0 0 0,0 0 0 0 0,0 0 0 0 0,2 3 0 0 0,3-3 1514 0 0,1-12-599 0 0,7-29 525 0 0,-2 0 1 0 0,10-64-1 0 0,1-86-1412 0 0,-19 158-198 0 0,0-51-81 0 0,-1 11-4629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04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 3225 0 0,'29'-8'4121'0'0,"-13"4"-3422"0"0,-1 2 0 0 0,1 0 0 0 0,-1 1 0 0 0,1 0 0 0 0,0 2 0 0 0,0 0 0 0 0,18 3 0 0 0,111 31 780 0 0,-104-22-1371 0 0,79 11-1 0 0,-117-23-137 0 0,13 0-297 0 0,0 2 0 0 0,25 6 1 0 0,-35-8-621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04.9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0 3225 0 0,'-2'2'155'0'0,"0"0"0"0"0,0 1 0 0 0,0-1 0 0 0,0 0 0 0 0,0 1 1 0 0,0-1-1 0 0,1 1 0 0 0,0 0 0 0 0,-1-1 0 0 0,1 1 0 0 0,0 0 0 0 0,0 0 0 0 0,0 4 1 0 0,-5 44 2066 0 0,4-26-1966 0 0,1-10-4 0 0,-13 182 2508 0 0,14-168-2880 0 0,1-1-1 0 0,1 0 1 0 0,2 0-1 0 0,14 55 1 0 0,-8-56-11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06.6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 1378 3225 0 0,'-4'-1'-128'0'0,"0"0"1"0"0,1 1 0 0 0,-1-1-1 0 0,0 1 1 0 0,0 0 0 0 0,0 0-1 0 0,0 1 1 0 0,0-1 0 0 0,1 1-1 0 0,-6 1 1 0 0,-18 10 2001 0 0,56-31-651 0 0,94-116-454 0 0,-12 12-27 0 0,38-10-286 0 0,10-10-126 0 0,-80 61-178 0 0,-18 19-12 0 0,2 2-1 0 0,105-79 0 0 0,207-97 1408 0 0,-299 196-1303 0 0,2 4 0 0 0,1 3-1 0 0,1 3 1 0 0,2 4-1 0 0,1 4 1 0 0,1 4 0 0 0,0 3-1 0 0,1 3 1 0 0,1 5-1 0 0,0 3 1 0 0,117 9 0 0 0,215 44-160 0 0,-198-18-72 0 0,-139-23-839 0 0,101-4 1 0 0,-118-5-3067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07.3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1840 0 0,'-2'3'34'0'0,"0"0"0"0"0,0 1 0 0 0,0-1-1 0 0,0 1 1 0 0,1-1 0 0 0,0 1 0 0 0,0 0-1 0 0,0-1 1 0 0,0 1 0 0 0,0 0-1 0 0,1 0 1 0 0,-1 0 0 0 0,1 7 0 0 0,-1 0 279 0 0,-1 44 1145 0 0,1-1 0 0 0,14 107 0 0 0,-2-43-530 0 0,4 200-169 0 0,12 143 220 0 0,-23-416-978 0 0,3 0 0 0 0,2 0-1 0 0,1-1 1 0 0,2 0 0 0 0,3-1-1 0 0,1 0 1 0 0,2-1 0 0 0,2-1 0 0 0,1-1-1 0 0,53 73 1 0 0,-27-55-51 0 0,69 69-1 0 0,-87-99 110 0 0,2-2 0 0 0,1-1 0 0 0,0-2 1 0 0,41 22-1 0 0,-19-16 190 0 0,2-3 1 0 0,0-2-1 0 0,2-3 0 0 0,0-2 1 0 0,1-3-1 0 0,1-2 0 0 0,75 7 1 0 0,244 6 939 0 0,-227-18-618 0 0,-49-1-268 0 0,-2 5-1 0 0,186 47 0 0 0,-214-36-271 0 0,-2 3-1 0 0,-1 3 1 0 0,-1 3 0 0 0,-1 3-1 0 0,64 46 1 0 0,-93-52-40 0 0,0 2-1 0 0,-2 2 0 0 0,40 47 1 0 0,-38-39-65 0 0,-28-28-572 0 0,0 0 0 0 0,-1 0-1 0 0,-1 1 1 0 0,0 0 0 0 0,7 18 0 0 0,19 31-353 0 0,-15-36-501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08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28 920 0 0,'0'-1'69'0'0,"1"-1"1"0"0,-1 1-1 0 0,0 0 0 0 0,0 0 0 0 0,1-1 0 0 0,-1 1 0 0 0,1 0 0 0 0,-1 0 1 0 0,1 0-1 0 0,0 0 0 0 0,-1 0 0 0 0,1-1 0 0 0,0 1 0 0 0,0 0 1 0 0,0 1-1 0 0,0-1 0 0 0,0 0 0 0 0,0 0 0 0 0,0 0 0 0 0,0 0 0 0 0,0 1 1 0 0,0-1-1 0 0,0 1 0 0 0,0-1 0 0 0,0 1 0 0 0,1-1 0 0 0,-1 1 1 0 0,0 0-1 0 0,0-1 0 0 0,1 1 0 0 0,-1 0 0 0 0,0 0 0 0 0,1 0 0 0 0,1 0 1 0 0,45 2 1903 0 0,-48-2-1947 0 0,63 14 1658 0 0,0 2 0 0 0,-1 3 0 0 0,87 40 0 0 0,-73-23-851 0 0,124 80 0 0 0,-45-23 180 0 0,-114-71-782 0 0,8 4 341 0 0,52 38 0 0 0,-88-55-729 0 0,-1 0 1 0 0,0 1-1 0 0,-1 1 1 0 0,0 0-1 0 0,0 0 1 0 0,-1 1 0 0 0,-1 1-1 0 0,15 25 1 0 0,-17-23-4468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08.5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50 3225 0 0,'5'-5'288'0'0,"0"0"0"0"0,1 0-1 0 0,0 0 1 0 0,0 1 0 0 0,1 0 0 0 0,-1 0 0 0 0,1 0 0 0 0,0 1 0 0 0,8-3 0 0 0,-13 5-162 0 0,0 0 0 0 0,0 1 0 0 0,0-1 0 0 0,0 1 0 0 0,0 0-1 0 0,-1-1 1 0 0,1 1 0 0 0,0 0 0 0 0,0 0 0 0 0,0 0 0 0 0,0 0 0 0 0,0 0 0 0 0,0 1 0 0 0,0-1 0 0 0,0 0 0 0 0,0 1-1 0 0,-1 0 1 0 0,1-1 0 0 0,3 3 0 0 0,27 24 483 0 0,-10-6-297 0 0,-12-14-245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10.3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1500 1 5065 0 0,'-17'3'712'0'0,"0"1"0"0"0,0 0 0 0 0,0 2 1 0 0,0 0-1 0 0,1 0 0 0 0,-22 13 0 0 0,-91 63 1144 0 0,81-50-1401 0 0,29-18-239 0 0,-1-2 0 0 0,-1-1-1 0 0,0 0 1 0 0,-1-1 0 0 0,0-2-1 0 0,0 0 1 0 0,-1-1 0 0 0,0-2-1 0 0,0 0 1 0 0,0-1 0 0 0,0-2-1 0 0,-1 0 1 0 0,-28-2 0 0 0,-2-5 387 0 0,1-3 1 0 0,-1-2 0 0 0,-54-18 0 0 0,-81-16-332 0 0,148 38-305 0 0,-25-3-66 0 0,0-3 1 0 0,-118-37 0 0 0,168 43-772 0 0,1 2-3285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10.9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 0 2761 0 0,'-6'8'93'0'0,"-1"0"0"0"0,2 1 1 0 0,-1 0-1 0 0,1 0 1 0 0,-4 10-1 0 0,-5 8-77 0 0,-2 1 207 0 0,2 0 0 0 0,1 1 0 0 0,1 0 1 0 0,1 1-1 0 0,2 0 0 0 0,1 1 0 0 0,1 0 0 0 0,2 0 1 0 0,1 0-1 0 0,0 45 0 0 0,6 23 998 0 0,4-1 1 0 0,29 159 0 0 0,-18-183-886 0 0,3 0 0 0 0,3-2 1 0 0,3-1-1 0 0,36 70 0 0 0,-45-107-264 0 0,20 44 95 0 0,4-2-1 0 0,84 117 0 0 0,-54-104-19 0 0,5-2 0 0 0,3-4 0 0 0,167 135 0 0 0,-189-175 59 0 0,3-2 0 0 0,1-3 1 0 0,1-2-1 0 0,2-4 0 0 0,2-2 0 0 0,1-3 1 0 0,94 25-1 0 0,-122-43-98 0 0,0-1 1 0 0,0-2-1 0 0,0-2 1 0 0,1-1-1 0 0,0-3 0 0 0,0-1 1 0 0,-1-1-1 0 0,1-3 0 0 0,-1-1 1 0 0,69-20-1 0 0,400-180 1133 0 0,-168 59-65 0 0,376-96 368 0 0,-337 143-1475 0 0,-169 46-135 0 0,-155 39-590 0 0,-1-3 0 0 0,0-3 0 0 0,-2-1 0 0 0,98-59 0 0 0,-81 36-1092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11.5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17 756 4145 0 0,'-1'0'51'0'0,"1"0"0"0"0,-1 0 0 0 0,0 0 1 0 0,0 0-1 0 0,1 0 0 0 0,-1 0 0 0 0,0 1 0 0 0,1-1 1 0 0,-1 0-1 0 0,0 1 0 0 0,0-1 0 0 0,1 1 0 0 0,-1-1 1 0 0,1 0-1 0 0,-1 1 0 0 0,0-1 0 0 0,1 1 0 0 0,-1 0 1 0 0,1-1-1 0 0,-1 1 0 0 0,1-1 0 0 0,0 1 0 0 0,-1 0 1 0 0,1-1-1 0 0,0 1 0 0 0,-1 0 0 0 0,1-1 0 0 0,0 1 1 0 0,0 0-1 0 0,-1 1 0 0 0,2-1 76 0 0,0 1 1 0 0,0-1-1 0 0,1 0 0 0 0,-1 0 1 0 0,0 0-1 0 0,1 0 0 0 0,-1 0 1 0 0,0 0-1 0 0,1 0 1 0 0,-1 0-1 0 0,1-1 0 0 0,-1 1 1 0 0,4 0-1 0 0,14 5 377 0 0,-1 0 0 0 0,2-2 0 0 0,-1-1 0 0 0,27 2 0 0 0,18 4 139 0 0,35 11 120 0 0,82 12-266 0 0,-145-27-487 0 0,0-3 0 0 0,0-1 0 0 0,40-3 1 0 0,286-63 665 0 0,-182 27 40 0 0,393-89 1388 0 0,-427 86-1181 0 0,177-77 0 0 0,-249 87-692 0 0,95-44 187 0 0,-143 61-418 0 0,-1-1 0 0 0,0-1 0 0 0,-2 0-1 0 0,31-29 1 0 0,168-185-3012 0 0,-184 186 1970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12.0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3681 0 0,'9'8'99'0'0,"1"0"1"0"0,1-1-1 0 0,-1 0 1 0 0,17 7-1 0 0,18 13 148 0 0,108 100 739 0 0,-12-7-817 0 0,60 55 901 0 0,-114-95 150 0 0,-18-13 180 0 0,120 151 0 0 0,-176-200-1260 0 0,0 1-1 0 0,-2 0 0 0 0,0 1 0 0 0,-1 0 0 0 0,-1 1 1 0 0,0 0-1 0 0,-2 1 0 0 0,-1 0 0 0 0,5 28 1 0 0,-5-8 6 0 0,-2 1 0 0 0,-2 0 1 0 0,-7 84-1 0 0,-16 118-982 0 0,15-197-3398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12.6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 5985 0 0,'10'-4'63'0'0,"1"0"-1"0"0,-1 1 1 0 0,0 0 0 0 0,1 1-1 0 0,0 0 1 0 0,0 0 0 0 0,-1 1-1 0 0,1 1 1 0 0,16 0-1 0 0,-10 0 28 0 0,9 0-19 0 0,0 2-1 0 0,0 0 0 0 0,0 2 0 0 0,0 1 0 0 0,-1 1 1 0 0,40 15-1 0 0,146 74 633 0 0,-77-31-477 0 0,19-4 32 0 0,310 77 1 0 0,-328-100 6 0 0,-2 6 0 0 0,-2 6-1 0 0,-3 6 1 0 0,-1 5 0 0 0,191 124 0 0 0,106 107 933 0 0,-60-38 301 0 0,-324-229-1352 0 0,-2 2-1 0 0,-1 2 0 0 0,-1 1 0 0 0,-1 2 0 0 0,-2 1 0 0 0,-1 2 1 0 0,-2 1-1 0 0,-1 1 0 0 0,31 52 0 0 0,33 80-1350 0 0,-88-159 902 0 0,17 33-4337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13.8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1 408 13363 0 0,'29'-25'474'0'0,"2"2"0"0"0,0 0-1 0 0,2 3 1 0 0,50-25 0 0 0,-52 29-309 0 0,30-15 65 0 0,2 3 0 0 0,1 2 0 0 0,1 3 0 0 0,105-22 1 0 0,-148 41-280 0 0,75-16-740 0 0,118-42 0 0 0,-172 45-4750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15.0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239 214 2761 0 0,'-22'-26'626'0'0,"0"0"1"0"0,-2 1-1 0 0,-38-32 0 0 0,17 25 1327 0 0,-19-16 3144 0 0,92 70 244 0 0,37 29-4282 0 0,131 159 1262 0 0,-16-15-1460 0 0,-148-164-2741 0 0,2-2 0 0 0,1-1 0 0 0,76 45 0 0 0,-85-58-4320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15.2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39 342 4609 0 0,'-6'-9'213'0'0,"1"0"0"0"0,0-1-1 0 0,1 0 1 0 0,0 0 0 0 0,0 0 0 0 0,1-1 0 0 0,1 1 0 0 0,0-1-1 0 0,0 0 1 0 0,1 0 0 0 0,0-17 0 0 0,2 17 224 0 0,0 0 0 0 0,0 0 0 0 0,1 0 1 0 0,0 0-1 0 0,1 1 0 0 0,0 0 0 0 0,1-1 0 0 0,0 1 1 0 0,1 0-1 0 0,0 1 0 0 0,0-1 0 0 0,1 1 0 0 0,12-14 0 0 0,-15 19-310 0 0,1 0-1 0 0,0 0 0 0 0,0 1 0 0 0,0-1 0 0 0,1 1 0 0 0,-1 0 0 0 0,1 0 0 0 0,-1 1 0 0 0,1-1 0 0 0,0 1 1 0 0,0 0-1 0 0,0 0 0 0 0,1 1 0 0 0,-1-1 0 0 0,0 1 0 0 0,0 1 0 0 0,1-1 0 0 0,-1 1 0 0 0,1 0 0 0 0,-1 0 0 0 0,0 0 1 0 0,1 1-1 0 0,-1-1 0 0 0,0 1 0 0 0,1 1 0 0 0,-1-1 0 0 0,0 1 0 0 0,0 0 0 0 0,7 4 0 0 0,1 1-86 0 0,0 1 1 0 0,-1 0-1 0 0,0 1 0 0 0,0 0 0 0 0,-1 1 0 0 0,-1 1 1 0 0,1-1-1 0 0,-2 2 0 0 0,1-1 0 0 0,-2 1 0 0 0,10 17 0 0 0,4 11 62 0 0,-1 1 0 0 0,18 56-1 0 0,14 76-562 0 0,-32-99-1357 0 0,-14-47-3810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15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 0 6449 0 0,'-2'1'272'0'0,"-1"-1"0"0"0,1 1 0 0 0,0 0 0 0 0,0 0 0 0 0,0 0 0 0 0,0 0 0 0 0,1 0 0 0 0,-1 0 0 0 0,0 0 0 0 0,0 1 0 0 0,1-1 0 0 0,-1 1 0 0 0,0-1 0 0 0,1 1 0 0 0,0-1 0 0 0,-1 1 0 0 0,1 0 0 0 0,0 0 0 0 0,0 0 0 0 0,0 0 0 0 0,0 0 0 0 0,0 0 0 0 0,0 0 0 0 0,0 2 0 0 0,-3 6 75 0 0,1 0 0 0 0,0 0 1 0 0,-2 18-1 0 0,2-3-222 0 0,1 0 1 0 0,0 0-1 0 0,2 0 0 0 0,2 0 1 0 0,0 0-1 0 0,10 45 0 0 0,-9-65-56 0 0,-3-18 457 0 0,-2-15-310 0 0,-2 2-2244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15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0 7370 0 0,'-4'0'-184'0'0,"-3"1"2133"0"0,13 10 1167 0 0,206 219 1466 0 0,-131-143-4158 0 0,47 58-1196 0 0,-95-103-1863 0 0,-18-25-2493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16.2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23 108 6449 0 0,'-1'0'52'0'0,"0"0"1"0"0,0 0-1 0 0,0 0 0 0 0,0 0 0 0 0,0-1 0 0 0,0 1 0 0 0,0 0 0 0 0,0-1 0 0 0,0 1 0 0 0,1-1 1 0 0,-1 1-1 0 0,0-1 0 0 0,0 1 0 0 0,0-1 0 0 0,0 0 0 0 0,1 1 0 0 0,-1-1 0 0 0,0 0 0 0 0,0 0 0 0 0,1 1 1 0 0,-1-1-1 0 0,1 0 0 0 0,-1 0 0 0 0,1 0 0 0 0,-1 0 0 0 0,1 0 0 0 0,0 0 0 0 0,-1 0 0 0 0,1 0 0 0 0,0 0 1 0 0,-1-1-1 0 0,2-1 84 0 0,-1 0 1 0 0,1 0 0 0 0,0 0-1 0 0,0 0 1 0 0,0 0-1 0 0,0 1 1 0 0,1-1 0 0 0,-1 0-1 0 0,1 1 1 0 0,2-4-1 0 0,-1 2-56 0 0,-1 0-1 0 0,1 0 0 0 0,1 1 0 0 0,-1-1 0 0 0,0 1 0 0 0,1-1 0 0 0,0 1 0 0 0,0 0 0 0 0,0 1 1 0 0,0-1-1 0 0,0 1 0 0 0,0-1 0 0 0,1 1 0 0 0,-1 1 0 0 0,1-1 0 0 0,0 1 0 0 0,-1-1 1 0 0,1 1-1 0 0,0 1 0 0 0,0-1 0 0 0,9 0 0 0 0,-8 2-36 0 0,-1 0-1 0 0,1 0 1 0 0,0 0-1 0 0,0 0 1 0 0,0 1 0 0 0,-1 0-1 0 0,1 0 1 0 0,-1 1-1 0 0,1-1 1 0 0,-1 1-1 0 0,0 0 1 0 0,0 1 0 0 0,-1-1-1 0 0,1 1 1 0 0,0 0-1 0 0,-1 0 1 0 0,6 7 0 0 0,0 3-206 0 0,0 0 0 0 0,-1 1 1 0 0,0-1-1 0 0,-1 2 0 0 0,-1-1 0 0 0,0 1 1 0 0,-1 0-1 0 0,-1 1 0 0 0,-1-1 1 0 0,4 26-1 0 0,-4-4-995 0 0,-2 1-1 0 0,-1 0 1 0 0,-7 60 0 0 0,5-84-945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16.6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87 197 3225 0 0,'-1'-9'246'0'0,"-1"-6"-193"0"0,-1 0 0 0 0,-6-20 0 0 0,8 31 185 0 0,0 1 1 0 0,0 0 0 0 0,0-1 0 0 0,-1 1 0 0 0,0 0 0 0 0,1 0-1 0 0,-1 0 1 0 0,0 0 0 0 0,-1 0 0 0 0,1 1 0 0 0,0-1 0 0 0,-1 0-1 0 0,0 1 1 0 0,1 0 0 0 0,-7-4 0 0 0,8 6-125 0 0,0-1 1 0 0,1 1-1 0 0,-1 0 0 0 0,0 0 1 0 0,0 0-1 0 0,1 0 1 0 0,-1 0-1 0 0,0 0 0 0 0,0 0 1 0 0,0 0-1 0 0,1 0 1 0 0,-1 0-1 0 0,0 0 0 0 0,0 0 1 0 0,1 0-1 0 0,-1 1 0 0 0,0-1 1 0 0,0 0-1 0 0,1 1 1 0 0,-1-1-1 0 0,0 0 0 0 0,1 1 1 0 0,-1-1-1 0 0,0 1 1 0 0,1-1-1 0 0,-1 1 0 0 0,1 0 1 0 0,-1-1-1 0 0,1 1 0 0 0,-1-1 1 0 0,1 1-1 0 0,-1 0 1 0 0,1-1-1 0 0,0 1 0 0 0,-1 0 1 0 0,1 0-1 0 0,0-1 0 0 0,0 1 1 0 0,-1 0-1 0 0,1 0 1 0 0,0 0-1 0 0,-8 35 1769 0 0,7-13-1460 0 0,0 1 1 0 0,2-1-1 0 0,0 1 1 0 0,2-1 0 0 0,8 37-1 0 0,-8-45-357 0 0,2 1 0 0 0,0-1 0 0 0,0 0 0 0 0,2 0 0 0 0,0-1 1 0 0,0 0-1 0 0,1 0 0 0 0,1-1 0 0 0,12 15 0 0 0,-17-24-79 0 0,-1-1 1 0 0,1 1 0 0 0,0-1 0 0 0,0 1 0 0 0,1-1-1 0 0,-1 0 1 0 0,1 0 0 0 0,-1-1 0 0 0,1 0-1 0 0,0 1 1 0 0,0-2 0 0 0,7 3 0 0 0,-10-4-94 0 0,1 1 0 0 0,-1-1 1 0 0,1 0-1 0 0,-1 0 1 0 0,0 0-1 0 0,1 0 0 0 0,-1-1 1 0 0,0 1-1 0 0,1-1 1 0 0,-1 1-1 0 0,0-1 0 0 0,0 0 1 0 0,1 0-1 0 0,-1 0 1 0 0,0 0-1 0 0,0 0 0 0 0,0 0 1 0 0,0-1-1 0 0,0 1 0 0 0,0-1 1 0 0,-1 1-1 0 0,1-1 1 0 0,0 0-1 0 0,-1 0 0 0 0,0 1 1 0 0,1-1-1 0 0,-1 0 1 0 0,0 0-1 0 0,2-4 0 0 0,2-6-474 0 0,-1 1 0 0 0,0-1 0 0 0,-1 0-1 0 0,0 0 1 0 0,-1 0 0 0 0,0 0 0 0 0,-1-1-1 0 0,0 1 1 0 0,-2-18 0 0 0,-2-6-404 0 0,-1 1-1 0 0,-9-36 1 0 0,-2 20 546 0 0,11 41 785 0 0,1 0 0 0 0,0 0 0 0 0,0 0 1 0 0,1 0-1 0 0,0-1 0 0 0,1 1 0 0 0,0-1 1 0 0,0 0-1 0 0,2-18 0 0 0,0 29-218 0 0,-1-1 1 0 0,0 1-1 0 0,0-1 0 0 0,0 1 0 0 0,0-1 0 0 0,0 0 1 0 0,1 1-1 0 0,-1-1 0 0 0,0 1 0 0 0,0-1 0 0 0,1 1 1 0 0,-1-1-1 0 0,0 1 0 0 0,1-1 0 0 0,-1 1 1 0 0,1 0-1 0 0,-1-1 0 0 0,1 1 0 0 0,-1-1 0 0 0,1 1 1 0 0,-1 0-1 0 0,1 0 0 0 0,-1-1 0 0 0,1 1 0 0 0,-1 0 1 0 0,1 0-1 0 0,-1-1 0 0 0,1 1 0 0 0,-1 0 1 0 0,1 0-1 0 0,1 0 0 0 0,19 8 2068 0 0,17 22-250 0 0,-21-13-1143 0 0,22 32-1 0 0,-31-36-1123 0 0,2-1 0 0 0,0 0 1 0 0,0-1-1 0 0,1 0 0 0 0,0 0 0 0 0,22 15 0 0 0,-14-16-5488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16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35 6913 0 0,'-11'-7'419'0'0,"-12"-8"-114"0"0,14 5 3414 0 0,10 10-3538 0 0,-1 0 1 0 0,1-1-1 0 0,0 1 0 0 0,0 0 1 0 0,0-1-1 0 0,-1 1 1 0 0,1 0-1 0 0,0 0 0 0 0,0 0 1 0 0,0 0-1 0 0,0 0 1 0 0,-1 0-1 0 0,1 0 0 0 0,0 0 1 0 0,0 0-1 0 0,0 0 1 0 0,0 0-1 0 0,-1 1 0 0 0,1-1 1 0 0,0 0-1 0 0,1 1 1 0 0,23 5 1087 0 0,2 3-739 0 0,0 2 1 0 0,0 0 0 0 0,-1 2 0 0 0,-1 1-1 0 0,0 1 1 0 0,-1 2 0 0 0,26 22 0 0 0,-19-12-2630 0 0,-1 2 0 0 0,34 42-1 0 0,-37-38-4158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17.0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25 606 2761 0 0,'-1'-1'49'0'0,"-1"0"1"0"0,0 0 0 0 0,1 0 0 0 0,-1 0 0 0 0,1 0-1 0 0,-1 0 1 0 0,1 0 0 0 0,-1-1 0 0 0,1 1-1 0 0,0 0 1 0 0,0-1 0 0 0,0 1 0 0 0,0-1 0 0 0,0 1-1 0 0,0-1 1 0 0,0 0 0 0 0,0 1 0 0 0,0-3 0 0 0,0 0 261 0 0,1-1 0 0 0,0 1 0 0 0,0-1 1 0 0,0 1-1 0 0,1 0 0 0 0,1-9 0 0 0,22-88 456 0 0,5 1 0 0 0,47-110 0 0 0,-45 126-2121 0 0,-14 39 619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17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 5065 0 0,'8'-2'6313'0'0,"-4"11"-4663"0"0,60 114 3695 0 0,58 54-3400 0 0,-87-135-1713 0 0,41 38 1 0 0,-25-31-3142 0 0,-25-23-790 0 0,-5-6-2410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17.3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63 6913 0 0,'-8'3'305'0'0,"4"-3"63"0"0,0 0-296 0 0,-2-2 2520 0 0,7-1-1656 0 0,4-4-640 0 0,18-23-216 0 0,-14 18-16 0 0,-1 0-64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17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0 6913 0 0,'-3'3'305'0'0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20.4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282 499 1376 0 0,'-43'-94'998'0'0,"2"2"1724"0"0,-98-161 0 0 0,134 246-2387 0 0,2 1 107 0 0,0 1-1 0 0,-1 0 0 0 0,0-1 0 0 0,0 2 0 0 0,0-1 1 0 0,0 0-1 0 0,-1 1 0 0 0,0 0 0 0 0,-13-5 3022 0 0,19 17-2134 0 0,7 13-721 0 0,-7-18-314 0 0,114 336 1748 0 0,-41-106-1767 0 0,44 66-179 0 0,-98-258-97 0 0,1 0 1 0 0,3-2-1 0 0,1 0 1 0 0,58 67-1 0 0,-79-101-55 0 0,23 22-54 0 0,-26-25 67 0 0,1-1 1 0 0,-1 0-1 0 0,0 0 0 0 0,0 0 1 0 0,1 0-1 0 0,-1 0 0 0 0,1 0 0 0 0,-1 0 1 0 0,1-1-1 0 0,-1 1 0 0 0,1-1 1 0 0,-1 1-1 0 0,1-1 0 0 0,0 1 1 0 0,-1-1-1 0 0,1 0 0 0 0,2 0 0 0 0,-3 0-7 0 0,-1-1 0 0 0,1 1-1 0 0,-1 0 1 0 0,1-1 0 0 0,-1 0 0 0 0,0 1-1 0 0,1-1 1 0 0,-1 1 0 0 0,1-1-1 0 0,-1 0 1 0 0,0 1 0 0 0,0-1-1 0 0,1 1 1 0 0,-1-1 0 0 0,0 0-1 0 0,0 0 1 0 0,0 1 0 0 0,0-1-1 0 0,0 0 1 0 0,0 1 0 0 0,0-1-1 0 0,0 0 1 0 0,0 1 0 0 0,0-2-1 0 0,-2-24-343 0 0,1 19 222 0 0,-27-192-511 0 0,3 25 793 0 0,22 142 41 0 0,1 0 0 0 0,2 0 0 0 0,6-46 0 0 0,-3 66 38 0 0,-1 0 0 0 0,1 0 0 0 0,1 0 0 0 0,0 1 0 0 0,10-21 0 0 0,-13 30-112 0 0,0-1 1 0 0,0 0-1 0 0,1 1 0 0 0,-1-1 0 0 0,1 1 0 0 0,0-1 0 0 0,0 1 0 0 0,0 0 0 0 0,0 0 0 0 0,0 0 0 0 0,0 0 0 0 0,0 0 0 0 0,1 0 0 0 0,-1 0 0 0 0,1 1 0 0 0,-1-1 0 0 0,1 1 0 0 0,0 0 0 0 0,-1 0 0 0 0,1 0 0 0 0,0 0 0 0 0,0 0 0 0 0,0 1 0 0 0,0-1 0 0 0,0 1 0 0 0,0 0 0 0 0,0 0 0 0 0,5 0 0 0 0,-4 2-15 0 0,0-1-1 0 0,0 1 0 0 0,-1-1 0 0 0,1 1 0 0 0,-1 0 0 0 0,0 0 1 0 0,0 1-1 0 0,1-1 0 0 0,-1 1 0 0 0,-1 0 0 0 0,5 4 0 0 0,29 39 222 0 0,-21-25-166 0 0,7 8-39 0 0,2-2 1 0 0,1 0-1 0 0,52 42 0 0 0,-58-54-663 0 0,1-2-1 0 0,0 0 1 0 0,1-1-1 0 0,0-1 0 0 0,1-1 1 0 0,44 14-1 0 0,-45-18-6060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21.2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141 260 4609 0 0,'-1'-1'129'0'0,"-1"0"1"0"0,1-1-1 0 0,0 2 1 0 0,-1-1-1 0 0,1 0 1 0 0,-1 0-1 0 0,1 0 1 0 0,-1 0-1 0 0,1 1 1 0 0,-1-1-1 0 0,1 1 1 0 0,-1-1-1 0 0,0 1 1 0 0,1 0-1 0 0,-1 0 1 0 0,0 0-1 0 0,1 0 1 0 0,-1 0-1 0 0,0 0 1 0 0,0 0-1 0 0,1 0 1 0 0,-1 0-1 0 0,1 1 1 0 0,-1-1-1 0 0,0 1 1 0 0,1 0-1 0 0,-1-1 1 0 0,1 1-1 0 0,-2 1 1 0 0,-4 1 421 0 0,0 0 1 0 0,0 0 0 0 0,1 1-1 0 0,0 0 1 0 0,-8 7 0 0 0,9-6-269 0 0,0 1 1 0 0,1 0-1 0 0,0 0 1 0 0,0 0-1 0 0,0 0 1 0 0,1 1-1 0 0,0 0 1 0 0,0-1-1 0 0,1 1 1 0 0,0 0-1 0 0,0 0 1 0 0,1 0-1 0 0,-1 1 1 0 0,2-1-1 0 0,-1 0 1 0 0,1 13-1 0 0,1 5-106 0 0,1 0-1 0 0,1 0 1 0 0,9 39-1 0 0,-8-51-142 0 0,0 0 1 0 0,0 1-1 0 0,2-2 1 0 0,-1 1-1 0 0,9 13 1 0 0,-11-22-33 0 0,-1-1 0 0 0,1 1 0 0 0,0 0 1 0 0,0-1-1 0 0,0 0 0 0 0,1 0 0 0 0,-1 0 1 0 0,8 5-1 0 0,-10-7-17 0 0,1 0 0 0 0,0 0 0 0 0,0-1 0 0 0,0 1 1 0 0,0 0-1 0 0,1-1 0 0 0,-1 1 0 0 0,0-1 0 0 0,0 0 0 0 0,0 0 0 0 0,0 0 0 0 0,0 0 1 0 0,1 0-1 0 0,-1 0 0 0 0,0 0 0 0 0,0-1 0 0 0,0 1 0 0 0,0-1 0 0 0,3 0 0 0 0,-3-1-101 0 0,1 1-1 0 0,0-1 0 0 0,-1 0 0 0 0,1 0 0 0 0,-1 0 0 0 0,1 0 1 0 0,-1-1-1 0 0,0 1 0 0 0,0-1 0 0 0,0 1 0 0 0,0-1 0 0 0,-1 1 1 0 0,1-1-1 0 0,-1 0 0 0 0,0 0 0 0 0,1 0 0 0 0,-1 0 1 0 0,0-4-1 0 0,3-8-524 0 0,0-1 0 0 0,1-20 0 0 0,-4 31 480 0 0,2-32-76 0 0,-2 0 0 0 0,-1 1 1 0 0,-2-1-1 0 0,-2 0 0 0 0,-11-51 0 0 0,32 138 6950 0 0,19 25-4918 0 0,-27-61-1893 0 0,1 1 0 0 0,0-1 0 0 0,14 15 0 0 0,-19-23 113 0 0,0-1 0 0 0,1 0 0 0 0,-1 0 0 0 0,1-1-1 0 0,0 0 1 0 0,0 0 0 0 0,0 0 0 0 0,1-1 0 0 0,7 3 0 0 0,-12-5-53 0 0,-1 0 1 0 0,1-1-1 0 0,-1 0 1 0 0,1 1-1 0 0,-1-1 0 0 0,1 0 1 0 0,-1 0-1 0 0,1 0 1 0 0,0 0-1 0 0,-1 0 0 0 0,1 0 1 0 0,-1 0-1 0 0,1 0 1 0 0,-1-1-1 0 0,1 1 0 0 0,-1 0 1 0 0,1-1-1 0 0,-1 0 1 0 0,1 1-1 0 0,-1-1 0 0 0,0 0 1 0 0,1 0-1 0 0,-1 1 1 0 0,0-1-1 0 0,0 0 0 0 0,0 0 1 0 0,0-1-1 0 0,1 1 1 0 0,-1 0-1 0 0,-1 0 0 0 0,1 0 1 0 0,0-1-1 0 0,0 1 1 0 0,0 0-1 0 0,-1-1 0 0 0,1 1 1 0 0,-1-1-1 0 0,1 1 1 0 0,-1-1-1 0 0,1-1 1 0 0,2-8-103 0 0,-1-1 0 0 0,-1 1 1 0 0,1-1-1 0 0,-2-15 0 0 0,0 15 97 0 0,-1-22-102 0 0,-1-17 91 0 0,2 48 54 0 0,0 0 0 0 0,0 0 0 0 0,1 0 0 0 0,-1 0-1 0 0,1 0 1 0 0,0 0 0 0 0,0 0 0 0 0,0 0 0 0 0,0 0 0 0 0,0 0 0 0 0,4-5 0 0 0,-5 8 9 0 0,1-1 1 0 0,0 1 0 0 0,0-1-1 0 0,0 1 1 0 0,0-1-1 0 0,0 1 1 0 0,0-1 0 0 0,0 1-1 0 0,0 0 1 0 0,0-1 0 0 0,0 1-1 0 0,0 0 1 0 0,0 0 0 0 0,0 0-1 0 0,0 0 1 0 0,0 0-1 0 0,0 0 1 0 0,0 0 0 0 0,0 0-1 0 0,0 1 1 0 0,0-1 0 0 0,0 0-1 0 0,0 0 1 0 0,0 1-1 0 0,1 0 1 0 0,30 14 619 0 0,-24-11-361 0 0,8 4 115 0 0,1-2 1 0 0,23 7 0 0 0,-34-11-394 0 0,0-1 1 0 0,0 0-1 0 0,1 0 1 0 0,-1 0-1 0 0,0-1 1 0 0,1 0-1 0 0,-1-1 1 0 0,0 1-1 0 0,1-1 1 0 0,5-2 0 0 0,-9 3-5 0 0,-1-1 0 0 0,0-1 0 0 0,0 1 1 0 0,-1 0-1 0 0,1 0 0 0 0,0-1 1 0 0,0 1-1 0 0,-1-1 0 0 0,1 0 0 0 0,0 1 1 0 0,-1-1-1 0 0,0 0 0 0 0,1 0 1 0 0,-1 0-1 0 0,0 0 0 0 0,0 0 1 0 0,0 0-1 0 0,0 0 0 0 0,-1 0 0 0 0,2-4 1 0 0,8-50-332 0 0,-8 39 304 0 0,4-42 62 0 0,-5 41-5 0 0,1-1 0 0 0,0 1 0 0 0,2 0 0 0 0,0-1 0 0 0,11-28 0 0 0,-14 45-15 0 0,-1 1 0 0 0,1-1 0 0 0,0 1 0 0 0,-1-1 0 0 0,1 1 0 0 0,0 0 0 0 0,0-1 0 0 0,0 1-1 0 0,0 0 1 0 0,0 0 0 0 0,0 0 0 0 0,1 0 0 0 0,-1 0 0 0 0,0 0 0 0 0,0 0 0 0 0,3-1 0 0 0,-3 2 10 0 0,0 0 1 0 0,0 0-1 0 0,-1 0 1 0 0,1-1-1 0 0,0 2 1 0 0,0-1-1 0 0,0 0 1 0 0,0 0-1 0 0,0 0 1 0 0,0 0-1 0 0,0 0 1 0 0,0 1-1 0 0,-1-1 1 0 0,1 0-1 0 0,0 1 1 0 0,0-1-1 0 0,0 1 1 0 0,-1-1-1 0 0,1 1 1 0 0,0-1-1 0 0,0 2 1 0 0,5 4 101 0 0,0 0 1 0 0,-1 1-1 0 0,1 0 1 0 0,-2 0 0 0 0,6 9-1 0 0,5 8 48 0 0,-8-16-727 0 0,0 0 0 0 0,0-1 0 0 0,16 13 0 0 0,-5-8-5880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21.4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 50 6913 0 0,'-4'-5'211'0'0,"-1"0"-1"0"0,0 0 0 0 0,0 1 1 0 0,0 0-1 0 0,-1 0 0 0 0,1 0 1 0 0,-1 1-1 0 0,0 0 0 0 0,0 0 1 0 0,-8-3-1 0 0,12 6-31 0 0,0-1 0 0 0,-1 0 0 0 0,1 1 1 0 0,-1-1-1 0 0,1 1 0 0 0,-1 0 0 0 0,1 0 0 0 0,-1 0 1 0 0,1 0-1 0 0,0 0 0 0 0,-1 1 0 0 0,1-1 0 0 0,-1 1 1 0 0,1-1-1 0 0,0 1 0 0 0,-1 0 0 0 0,1 0 0 0 0,0 0 1 0 0,0 0-1 0 0,-1 1 0 0 0,1-1 0 0 0,0 0 0 0 0,0 1 0 0 0,1 0 1 0 0,-1-1-1 0 0,0 1 0 0 0,0 0 0 0 0,1 0 0 0 0,-1 0 1 0 0,-1 4-1 0 0,0-2-29 0 0,1 0 0 0 0,-1 1 0 0 0,1-1 0 0 0,1 1 0 0 0,-1 0 0 0 0,1 0 0 0 0,-1 0 0 0 0,1-1 0 0 0,1 1 1 0 0,-1 0-1 0 0,1 0 0 0 0,0 0 0 0 0,0 0 0 0 0,0 0 0 0 0,1 0 0 0 0,0 0 0 0 0,0 0 0 0 0,0 0 0 0 0,0 0 0 0 0,3 5 0 0 0,-2-7-156 0 0,-1 0 0 0 0,1 0 0 0 0,0 0 0 0 0,0 0-1 0 0,0 0 1 0 0,0-1 0 0 0,1 1 0 0 0,-1-1 0 0 0,1 0-1 0 0,0 1 1 0 0,-1-1 0 0 0,1-1 0 0 0,0 1 0 0 0,0 0 0 0 0,0-1-1 0 0,0 1 1 0 0,1-1 0 0 0,-1 0 0 0 0,0 0 0 0 0,1 0-1 0 0,-1 0 1 0 0,0-1 0 0 0,1 0 0 0 0,-1 1 0 0 0,1-1 0 0 0,-1 0-1 0 0,1-1 1 0 0,-1 1 0 0 0,6-2 0 0 0,-5 2-275 0 0,0-1 1 0 0,0 0-1 0 0,0 0 0 0 0,-1-1 1 0 0,1 1-1 0 0,0-1 1 0 0,-1 0-1 0 0,1 0 0 0 0,-1 0 1 0 0,0 0-1 0 0,0 0 1 0 0,0-1-1 0 0,0 0 0 0 0,0 1 1 0 0,0-1-1 0 0,-1 0 1 0 0,1 0-1 0 0,-1-1 1 0 0,3-5-1 0 0,5-11-4301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21.6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296 429 5985 0 0,'-7'-27'70'0'0,"1"7"136"0"0,-1 1 1 0 0,-15-34 0 0 0,-68-100 942 0 0,75 131 12 0 0,-1 0 0 0 0,-1 2 0 0 0,-1 0-1 0 0,-34-30 1 0 0,49 48-893 0 0,1 0 93 0 0,0 0 0 0 0,-1 0-1 0 0,1 0 1 0 0,-1 1 0 0 0,1-1 0 0 0,-1 0-1 0 0,0 1 1 0 0,0 0 0 0 0,0-1 0 0 0,0 1-1 0 0,0 1 1 0 0,0-1 0 0 0,-3 0 0 0 0,6 1-279 0 0,0 0 1 0 0,0 1-1 0 0,-1-1 1 0 0,1 1-1 0 0,0-1 0 0 0,0 1 1 0 0,0-1-1 0 0,-1 1 1 0 0,1-1-1 0 0,0 1 1 0 0,0-1-1 0 0,0 1 1 0 0,0 0-1 0 0,0-1 1 0 0,0 1-1 0 0,0-1 1 0 0,0 1-1 0 0,1-1 1 0 0,-1 1-1 0 0,0-1 0 0 0,0 1 1 0 0,0-1-1 0 0,0 1 1 0 0,1-1-1 0 0,-1 1 1 0 0,0-1-1 0 0,0 0 1 0 0,1 1-1 0 0,-1-1 1 0 0,0 1-1 0 0,1-1 1 0 0,-1 0-1 0 0,1 1 0 0 0,0-1 1 0 0,12 21 408 0 0,-13-21-489 0 0,19 28 214 0 0,180 281 804 0 0,22 39-2541 0 0,-177-290-6365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26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0 269 5529 0 0,'1'-36'933'0'0,"1"0"0"0"0,1 0 0 0 0,14-54 0 0 0,-7 36 2137 0 0,-9 37 2131 0 0,-2 41-3316 0 0,0 607-625 0 0,-4-152-869 0 0,38-3-53 0 0,26-198-279 0 0,-37-191-44 0 0,-3 0-1 0 0,6 96 1 0 0,-23-155 19 0 0,-2 0 1 0 0,-1-1 0 0 0,-5 32 0 0 0,4-48 0 0 0,0 0 1 0 0,0 0 0 0 0,-2 0-1 0 0,1 0 1 0 0,-1-1-1 0 0,0 1 1 0 0,-1-1 0 0 0,-1 0-1 0 0,1 0 1 0 0,-11 12-1 0 0,7-15-335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26.6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397 205 7834 0 0,'-41'-3'1521'0'0,"0"1"0"0"0,-67 7 0 0 0,88-3-954 0 0,-1 2 0 0 0,1 0 0 0 0,0 1 0 0 0,0 1-1 0 0,1 0 1 0 0,0 2 0 0 0,-20 10 0 0 0,14 3 1060 0 0,25-21-1601 0 0,-1 0 0 0 0,1 1 0 0 0,0-1 0 0 0,0 0-1 0 0,-1 1 1 0 0,1-1 0 0 0,0 0 0 0 0,0 1 0 0 0,-1-1 0 0 0,1 0-1 0 0,0 1 1 0 0,0-1 0 0 0,0 1 0 0 0,0-1 0 0 0,0 0-1 0 0,0 1 1 0 0,0-1 0 0 0,0 1 0 0 0,0-1 0 0 0,0 1-1 0 0,0-1 1 0 0,0 0 0 0 0,0 1 0 0 0,0-1 0 0 0,0 1-1 0 0,1 0-11 0 0,-1-1 1 0 0,1 1-1 0 0,0-1 0 0 0,0 1 0 0 0,-1-1 0 0 0,1 0 0 0 0,0 1 0 0 0,0-1 0 0 0,-1 0 0 0 0,1 0 0 0 0,0 1 0 0 0,0-1 1 0 0,0 0-1 0 0,-1 0 0 0 0,1 0 0 0 0,0 0 0 0 0,0 0 0 0 0,0 0 0 0 0,0 0 0 0 0,19-2 141 0 0,-1-1 0 0 0,0-1 1 0 0,0-1-1 0 0,0 0 0 0 0,33-15 0 0 0,-4 2 14 0 0,84-22 138 0 0,2 6 1 0 0,143-18-1 0 0,280-9 528 0 0,-514 57-682 0 0,122-15-104 0 0,50-4 89 0 0,-161 19-715 0 0,104 9 0 0 0,-156-5 568 0 0,52 9-1578 0 0,-52-8 1378 0 0,0 0 0 0 0,1-1 0 0 0,-1 1 0 0 0,0 0 0 0 0,0 0 1 0 0,-1 0-1 0 0,1 0 0 0 0,0 1 0 0 0,0-1 0 0 0,0 0 0 0 0,-1 1 0 0 0,1-1 0 0 0,-1 1 0 0 0,1 0 1 0 0,-1-1-1 0 0,0 1 0 0 0,1 0 0 0 0,-1 0 0 0 0,0 0 0 0 0,0 0 0 0 0,1 3 0 0 0,-2 11-1583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26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 7370 0 0,'0'0'36'0'0,"0"0"0"0"0,0-1 0 0 0,0 1 0 0 0,0 0 0 0 0,0 0 0 0 0,0 0 0 0 0,0 0 0 0 0,0-1 0 0 0,0 1 0 0 0,-1 0 1 0 0,1 0-1 0 0,0-1 0 0 0,0 1 0 0 0,0 0 0 0 0,0 0 0 0 0,0 0 0 0 0,0-1 0 0 0,0 1 0 0 0,0 0 0 0 0,0 0 0 0 0,1 0 0 0 0,-1-1 1 0 0,0 1-1 0 0,0 0 0 0 0,0 0 0 0 0,0 0 0 0 0,0-1 0 0 0,0 1 0 0 0,0 0 0 0 0,0 0 0 0 0,1 0 0 0 0,-1 0 0 0 0,0-1 0 0 0,0 1 1 0 0,0 0-1 0 0,0 0 0 0 0,0 0 0 0 0,1 0 0 0 0,-1 0 0 0 0,0 0 0 0 0,0 0 0 0 0,1-1 0 0 0,12 1 1398 0 0,16 9 1391 0 0,-24-5-2558 0 0,0 1-1 0 0,-1-1 1 0 0,1 1-1 0 0,-1 1 1 0 0,-1-1-1 0 0,1 0 1 0 0,-1 1 0 0 0,0 0-1 0 0,0 0 1 0 0,0 0-1 0 0,-1 0 1 0 0,2 8-1 0 0,3 12 335 0 0,6 43 1 0 0,-11-53-350 0 0,19 164 1101 0 0,-15-104-1118 0 0,4-1 0 0 0,30 118 0 0 0,3-54-3119 0 0,-33-105-3404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27.7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79 2304 0 0,'-11'0'282'0'0,"2"0"273"0"0,-1 0 0 0 0,1 0-1 0 0,0 1 1 0 0,0 0 0 0 0,-10 3 0 0 0,165-45 7559 0 0,-75 25-7164 0 0,91-8 0 0 0,-101 20-2869 0 0,97 8 0 0 0,-125-1-2586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28.1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2761 0 0,'3'13'4999'0'0,"13"22"-2389"0"0,-5-11-1265 0 0,18 62 989 0 0,32 160 0 0 0,-9 95-1432 0 0,-19-110-247 0 0,-23-172-494 0 0,24 176 371 0 0,-28-176-458 0 0,-4 118-1 0 0,-7-144-559 0 0,0 0-1 0 0,-3-1 1 0 0,-18 53-1 0 0,21-71-664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28.9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111 508 6913 0 0,'-15'3'610'0'0,"0"2"-1"0"0,0-1 1 0 0,1 2-1 0 0,0 0 1 0 0,-22 13-1 0 0,36-19-587 0 0,0 0-1 0 0,0 0 1 0 0,-1 0 0 0 0,1 0-1 0 0,0 0 1 0 0,0 0-1 0 0,0 0 1 0 0,0 0 0 0 0,0 0-1 0 0,0 0 1 0 0,0 0-1 0 0,0 0 1 0 0,0 0 0 0 0,0 1-1 0 0,0-1 1 0 0,0 0-1 0 0,-1 0 1 0 0,1 0 0 0 0,0 0-1 0 0,0 0 1 0 0,0 0-1 0 0,0 0 1 0 0,0 0 0 0 0,0 0-1 0 0,0 0 1 0 0,0 0-1 0 0,0 1 1 0 0,0-1-1 0 0,0 0 1 0 0,0 0 0 0 0,0 0-1 0 0,0 0 1 0 0,0 0-1 0 0,0 0 1 0 0,0 0 0 0 0,0 0-1 0 0,0 0 1 0 0,0 0-1 0 0,0 1 1 0 0,0-1 0 0 0,0 0-1 0 0,0 0 1 0 0,0 0-1 0 0,0 0 1 0 0,0 0 0 0 0,0 0-1 0 0,1 0 1 0 0,-1 0-1 0 0,0 0 1 0 0,0 0 0 0 0,0 0-1 0 0,0 0 1 0 0,0 0-1 0 0,0 1 1 0 0,0-1 0 0 0,0 0-1 0 0,0 0 1 0 0,0 0-1 0 0,0 0 1 0 0,0 0-1 0 0,0 0 1 0 0,1 0 0 0 0,-1 0-1 0 0,10 2 644 0 0,11-1-193 0 0,46-11 145 0 0,102-27-1 0 0,-112 23-463 0 0,251-80-74 0 0,-45 11 660 0 0,-38 26-108 0 0,321-41 1 0 0,378 30-234 0 0,-400 37-218 0 0,-295 14-49 0 0,697-31 904 0 0,-912 48-1036 0 0,184 5-201 0 0,-165-2 130 0 0,0 1-1 0 0,-1 2 1 0 0,0 1 0 0 0,32 12 0 0 0,-47-13-1402 0 0,-2 1-4410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29.2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4 5529 0 0,'-5'-3'5944'0'0,"3"28"-3600"0"0,4 41-1035 0 0,9 52-470 0 0,42 605 1141 0 0,9 2-558 0 0,-20-306-166 0 0,-38-353-1203 0 0,-2-47-596 0 0,0-1 0 0 0,1 1-1 0 0,0-1 1 0 0,2 0-1 0 0,9 24 1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30.0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372 11 1840 0 0,'-21'-4'984'0'0,"-1"1"-1"0"0,1 1 0 0 0,-1 0 0 0 0,0 2 0 0 0,1 1 0 0 0,-35 5 1 0 0,39-3-268 0 0,1 0 1 0 0,0 2-1 0 0,0 0 1 0 0,0 0 0 0 0,0 1-1 0 0,1 1 1 0 0,0 1-1 0 0,0 0 1 0 0,-13 11 0 0 0,26-18-638 0 0,1-1 1 0 0,0 1 0 0 0,0 0 0 0 0,0-1-1 0 0,0 1 1 0 0,0 0 0 0 0,0 0 0 0 0,0 0-1 0 0,1 0 1 0 0,-1 0 0 0 0,0 0-1 0 0,0 0 1 0 0,1 0 0 0 0,-1 0 0 0 0,0 1-1 0 0,1-1 1 0 0,-1 0 0 0 0,1 0 0 0 0,-1 3-1 0 0,2-4-41 0 0,-1 1-1 0 0,0 0 1 0 0,1-1-1 0 0,-1 1 1 0 0,1-1-1 0 0,-1 1 1 0 0,0-1 0 0 0,1 1-1 0 0,0-1 1 0 0,-1 1-1 0 0,1-1 1 0 0,-1 1-1 0 0,1-1 1 0 0,-1 0-1 0 0,1 1 1 0 0,0-1-1 0 0,-1 0 1 0 0,1 1-1 0 0,0-1 1 0 0,0 0 0 0 0,-1 0-1 0 0,1 0 1 0 0,0 0-1 0 0,0 0 1 0 0,8 1 53 0 0,-1 0 0 0 0,1-1 0 0 0,-1 0 0 0 0,13-2 0 0 0,56-10-1 0 0,21-3 252 0 0,154-5 1 0 0,-212 18-384 0 0,-25 1 9 0 0,1 0 1 0 0,-1 2-1 0 0,25 2 0 0 0,-40-3 31 0 0,0 0 0 0 0,1 0 0 0 0,-1 0 0 0 0,0 0 0 0 0,0 0 1 0 0,1 1-1 0 0,-1-1 0 0 0,0 0 0 0 0,0 0 0 0 0,0 0 0 0 0,1 0 0 0 0,-1 0 0 0 0,0 0 0 0 0,0 1 0 0 0,0-1 0 0 0,1 0 0 0 0,-1 0 0 0 0,0 0 0 0 0,0 0 0 0 0,0 1 0 0 0,0-1 1 0 0,1 0-1 0 0,-1 0 0 0 0,0 0 0 0 0,0 1 0 0 0,0-1 0 0 0,0 0 0 0 0,0 0 0 0 0,0 1 0 0 0,0-1 0 0 0,0 0 0 0 0,0 0 0 0 0,0 1 0 0 0,0-1 0 0 0,0 0 0 0 0,0 0 0 0 0,0 1 0 0 0,-5 11-83 0 0,-16 13-92 0 0,19-23 160 0 0,-95 97-1169 0 0,55-58 812 0 0,1 2 0 0 0,-50 67 0 0 0,87-105 438 0 0,1 0 1 0 0,0 0 0 0 0,0 0 0 0 0,0 1 0 0 0,1-1 0 0 0,-1 1-1 0 0,2-1 1 0 0,-1 1 0 0 0,-1 8 0 0 0,3-12-43 0 0,-1-1 1 0 0,1 0-1 0 0,1 1 1 0 0,-1-1-1 0 0,0 1 1 0 0,0-1-1 0 0,0 0 0 0 0,1 1 1 0 0,-1-1-1 0 0,1 0 1 0 0,-1 0-1 0 0,1 1 1 0 0,-1-1-1 0 0,1 0 1 0 0,0 0-1 0 0,0 0 0 0 0,-1 0 1 0 0,2 2-1 0 0,0-2-23 0 0,0 1-1 0 0,1-1 0 0 0,-1 0 0 0 0,0 0 0 0 0,0 0 0 0 0,0 0 1 0 0,1 0-1 0 0,-1 0 0 0 0,1 0 0 0 0,-1-1 0 0 0,0 1 0 0 0,1-1 1 0 0,3 1-1 0 0,21 0-477 0 0,35-2 1 0 0,-45 0 289 0 0,0 0 0 0 0,0 1 1 0 0,0 1-1 0 0,1 0 1 0 0,-1 2-1 0 0,22 5 0 0 0,-38-8 190 0 0,0 0 0 0 0,-1 0 0 0 0,1 1 0 0 0,0-1 0 0 0,-1 0 0 0 0,1 1 0 0 0,0-1 0 0 0,-1 0-1 0 0,1 1 1 0 0,0-1 0 0 0,-1 0 0 0 0,1 1 0 0 0,-1-1 0 0 0,1 1 0 0 0,-1-1 0 0 0,1 1 0 0 0,-1 0 0 0 0,1-1 0 0 0,-1 1-1 0 0,1-1 1 0 0,-1 1 0 0 0,0 0 0 0 0,0-1 0 0 0,1 1 0 0 0,-1 0 0 0 0,0 0 0 0 0,0-1 0 0 0,0 1 0 0 0,1 0-1 0 0,-1-1 1 0 0,0 1 0 0 0,0 0 0 0 0,0 0 0 0 0,0-1 0 0 0,0 1 0 0 0,-1 0 0 0 0,1 0 0 0 0,0-1 0 0 0,0 1-1 0 0,0 0 1 0 0,-1-1 0 0 0,1 1 0 0 0,0 0 0 0 0,-1-1 0 0 0,0 2 0 0 0,-26 32-16 0 0,17-23 20 0 0,-65 77 131 0 0,40-48 179 0 0,-59 85 0 0 0,93-124-309 0 0,1 0 0 0 0,-1 1 0 0 0,0-1 0 0 0,0 1 0 0 0,1-1 0 0 0,-1 1 1 0 0,1-1-1 0 0,-1 1 0 0 0,1-1 0 0 0,-1 1 0 0 0,1-1 0 0 0,0 1 0 0 0,0-1 1 0 0,0 4-1 0 0,0-4 1 0 0,0-1 0 0 0,1 1 0 0 0,-1 0 0 0 0,0-1 0 0 0,1 1 1 0 0,-1 0-1 0 0,1-1 0 0 0,-1 1 0 0 0,0 0 0 0 0,1-1 0 0 0,0 1 0 0 0,-1-1 0 0 0,1 1 1 0 0,-1-1-1 0 0,1 1 0 0 0,0-1 0 0 0,-1 1 0 0 0,1-1 0 0 0,0 1 0 0 0,-1-1 0 0 0,2 1 1 0 0,3 0 17 0 0,-1 0 1 0 0,1 0 0 0 0,0-1 0 0 0,0 1 0 0 0,0-1 0 0 0,0 0 0 0 0,-1 0 0 0 0,6-1 0 0 0,15-3-167 0 0,43-13 1 0 0,-43 11-547 0 0,40-7 0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30.3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6 3225 0 0,'-9'-5'13179'0'0,"5"20"-12707"0"0,1 0 0 0 0,1 0 1 0 0,0 1-1 0 0,1 25 0 0 0,8 71 616 0 0,-2-47-647 0 0,15 844 1358 0 0,-11-256-807 0 0,-10-459-959 0 0,1 46-30 0 0,7-183-2011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31.1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206 458 2761 0 0,'-17'-4'985'0'0,"-1"1"0"0"0,0 1 0 0 0,-26 1 0 0 0,8 4 537 0 0,28-1-891 0 0,-1-1-1 0 0,0 0 0 0 0,1-1 1 0 0,-1 0-1 0 0,-15-2 0 0 0,24 2-585 0 0,0 0-1 0 0,0 1 0 0 0,-1-1 1 0 0,1 0-1 0 0,0 0 0 0 0,0 0 1 0 0,0-1-1 0 0,-1 1 0 0 0,1 0 1 0 0,0 0-1 0 0,0 0 0 0 0,0 0 1 0 0,-1 0-1 0 0,1 0 0 0 0,0 0 1 0 0,0 0-1 0 0,0 0 0 0 0,0 0 1 0 0,-1 0-1 0 0,1 0 0 0 0,0-1 1 0 0,0 1-1 0 0,0 0 0 0 0,0 0 1 0 0,0 0-1 0 0,0 0 1 0 0,-1 0-1 0 0,1-1 0 0 0,0 1 1 0 0,0 0-1 0 0,0 0 0 0 0,0 0 1 0 0,0-1-1 0 0,0 1 0 0 0,0 0 1 0 0,0 0-1 0 0,0 0 0 0 0,0 0 1 0 0,0-1-1 0 0,0 1 0 0 0,0 0 1 0 0,0 0-1 0 0,0 0 0 0 0,0-1 1 0 0,0 1-1 0 0,0 0 0 0 0,9-9 965 0 0,15-4-30 0 0,0 4-870 0 0,0 1 0 0 0,0 1 0 0 0,46-7 0 0 0,79-2 281 0 0,-106 13-361 0 0,493-22-29 0 0,-116 8 0 0 0,-161 2 0 0 0,170-11 0 0 0,-339 19 0 0 0,396-40 0 0 0,-301 25 34 0 0,173-24 60 0 0,15 1 160 0 0,-35 6-36 0 0,47-8-123 0 0,-248 32-20 0 0,-55 5 30 0 0,0 5 0 0 0,1 2 1 0 0,136 15-1 0 0,-184-5-1248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34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51 5985 0 0,'-2'-4'650'0'0,"1"0"0"0"0,0 1 0 0 0,0-1 0 0 0,1 0 0 0 0,-1 0 0 0 0,1 0 0 0 0,0 0 0 0 0,0 0 0 0 0,0 0-1 0 0,0 1 1 0 0,1-6 0 0 0,8 12 1296 0 0,8 10-1362 0 0,5 9-103 0 0,-1 2 0 0 0,-1 1 0 0 0,-1 0 0 0 0,-2 1-1 0 0,18 35 1 0 0,3 2-5 0 0,125 151 640 0 0,-24-37-661 0 0,-99-119-534 0 0,-1 2 1 0 0,40 87-1 0 0,-66-122-2054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34.6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8754 0 0,'3'10'5725'0'0,"5"17"-3437"0"0,-5-19-1485 0 0,15 59 1007 0 0,-7-27-3104 0 0,0 0-4663 0 0,-8-32 3678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34.9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29 278 5409 0 0,'-28'7'4640'0'0,"39"-20"-1822"0"0,53-59-617 0 0,26-28-1633 0 0,-58 68-3638 0 0,35-28-1 0 0,-57 52-615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35.3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0 456 0 0,'-6'3'333'0'0,"0"0"-1"0"0,0 0 1 0 0,0 1 0 0 0,0-1-1 0 0,0 1 1 0 0,1 0 0 0 0,0 1-1 0 0,0-1 1 0 0,0 1 0 0 0,0 0-1 0 0,1 0 1 0 0,0 1 0 0 0,0 0-1 0 0,0-1 1 0 0,0 1 0 0 0,1 0-1 0 0,0 1 1 0 0,1-1-1 0 0,-3 7 1 0 0,4-9-152 0 0,0 0 1 0 0,0 0-1 0 0,0 0 0 0 0,0 0 1 0 0,0 1-1 0 0,1-1 0 0 0,0 0 1 0 0,0 0-1 0 0,0 1 0 0 0,1-1 0 0 0,-1 0 1 0 0,1 0-1 0 0,0 0 0 0 0,0 0 1 0 0,0 0-1 0 0,1 0 0 0 0,-1 0 1 0 0,1 0-1 0 0,0 0 0 0 0,0 0 0 0 0,1-1 1 0 0,-1 1-1 0 0,1-1 0 0 0,-1 0 1 0 0,1 0-1 0 0,0 0 0 0 0,1 0 1 0 0,-1 0-1 0 0,0-1 0 0 0,1 1 0 0 0,4 2 1 0 0,22 9 646 0 0,1-2 1 0 0,63 18 0 0 0,28 10 9 0 0,-109-34-807 0 0,0 0 0 0 0,-1 0 0 0 0,0 2 0 0 0,0-1 1 0 0,-1 1-1 0 0,20 19 0 0 0,-25-21 18 0 0,0 0 1 0 0,-1 1-1 0 0,0 0 0 0 0,-1 0 1 0 0,1 0-1 0 0,-1 0 0 0 0,-1 1 1 0 0,0 0-1 0 0,0 0 0 0 0,0 0 1 0 0,-1 0-1 0 0,0 0 0 0 0,0 0 1 0 0,-1 1-1 0 0,0-1 1 0 0,-1 0-1 0 0,-1 17 0 0 0,-1-7-258 0 0,0 0-1 0 0,-2 1 0 0 0,0-1 0 0 0,-2-1 1 0 0,1 1-1 0 0,-2-1 0 0 0,-10 19 0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36.6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72 567 3225 0 0,'-30'-19'4510'0'0,"28"18"-4221"0"0,-1 0 0 0 0,1 0-1 0 0,0 0 1 0 0,-1 0 0 0 0,1-1 0 0 0,0 1 0 0 0,0 0-1 0 0,0-1 1 0 0,0 0 0 0 0,0 1 0 0 0,1-1 0 0 0,-1 0 0 0 0,0 0-1 0 0,1 0 1 0 0,0 0 0 0 0,-1 0 0 0 0,1 0 0 0 0,0 0-1 0 0,0-1 1 0 0,0 1 0 0 0,0 0 0 0 0,0-1 0 0 0,1 1-1 0 0,-1-4 1 0 0,0 1 206 0 0,0-10 354 0 0,1 14-776 0 0,0 1-1 0 0,0 0 1 0 0,0 0 0 0 0,0-1-1 0 0,1 1 1 0 0,-1 0-1 0 0,0 0 1 0 0,1-2 653 0 0,-1 2-653 0 0,0 0 0 0 0,1 0-1 0 0,-1 0 1 0 0,0 0-1 0 0,0 0 1 0 0,0-1 0 0 0,1 1-1 0 0,-1 0 1 0 0,0 0 0 0 0,0 0-1 0 0,0 0 1 0 0,1 0 0 0 0,-1 0-1 0 0,0 0 1 0 0,0 0-1 0 0,0 0 1 0 0,1 0 0 0 0,-1 0-1 0 0,0 0 1 0 0,0 0 0 0 0,0 0-1 0 0,1 0 1 0 0,-1 0-1 0 0,0 0 1 0 0,0 1 0 0 0,0-1-1 0 0,1 0 1 0 0,0 1 363 0 0,-1-1-364 0 0,32 16-55 0 0,-13-8-18 0 0,-1 2 1 0 0,28 18 0 0 0,14 19 0 0 0,-33-25 0 0 0,0-1 0 0 0,1-1 0 0 0,1-1 0 0 0,1-2 0 0 0,41 18 0 0 0,-67-34 9 0 0,17 7-24 0 0,38 10 1 0 0,-54-17 33 0 0,1 0 1 0 0,-1 0 0 0 0,0-1-1 0 0,1 1 1 0 0,-1-1 0 0 0,0 0-1 0 0,1-1 1 0 0,-1 1-1 0 0,1-1 1 0 0,-1 0 0 0 0,0-1-1 0 0,10-3 1 0 0,-14 5 4 0 0,-1 0-1 0 0,0-1 1 0 0,1 1-1 0 0,-1-1 0 0 0,0 1 1 0 0,1 0-1 0 0,-1-1 1 0 0,0 1-1 0 0,1-1 1 0 0,-1 1-1 0 0,0-1 1 0 0,0 1-1 0 0,0-1 1 0 0,0 1-1 0 0,1-1 1 0 0,-1 1-1 0 0,0-1 1 0 0,0 1-1 0 0,0-1 1 0 0,0 1-1 0 0,0-1 1 0 0,0 1-1 0 0,0-1 1 0 0,-1 1-1 0 0,1-1 1 0 0,0 0-1 0 0,0 1 1 0 0,0 0-1 0 0,0-1 1 0 0,-1 1-1 0 0,1-1 1 0 0,0 1-1 0 0,-1-2 1 0 0,-12-20 336 0 0,8 14-209 0 0,-20-48 218 0 0,3-2 0 0 0,2 0 0 0 0,-15-70 0 0 0,22 73-365 0 0,-2 0-1 0 0,-3 1 0 0 0,-49-102 0 0 0,48 129 51 0 0,0-1-579 0 0,11 9-5440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38.8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88 175 2304 0 0,'-8'-10'590'0'0,"1"-1"-1"0"0,0 1 0 0 0,0-1 0 0 0,1-1 0 0 0,0 1 0 0 0,1-1 0 0 0,-5-16 0 0 0,-8-17 2484 0 0,5 20 1569 0 0,19 44-115 0 0,40 74-3568 0 0,93 143 1 0 0,-23-45-527 0 0,-61-98-168 0 0,76 96 0 0 0,-126-183-212 0 0,23 37-61 0 0,-27-42 9 0 0,0 1-1 0 0,-1 0 1 0 0,1-1-1 0 0,0 1 0 0 0,-1 0 1 0 0,1 0-1 0 0,-1-1 1 0 0,0 1-1 0 0,1 0 1 0 0,-1 0-1 0 0,0 0 0 0 0,0-1 1 0 0,0 1-1 0 0,0 0 1 0 0,-1 0-1 0 0,1 0 0 0 0,0 0 1 0 0,-1-1-1 0 0,1 1 1 0 0,-1 0-1 0 0,0-1 1 0 0,1 1-1 0 0,-1 0 0 0 0,-1 1 1 0 0,2-3-35 0 0,-1 1 1 0 0,1-1 0 0 0,0 0-1 0 0,-1 1 1 0 0,1-1 0 0 0,0 0-1 0 0,-1 0 1 0 0,1 1 0 0 0,0-1-1 0 0,-1 0 1 0 0,1 0 0 0 0,0 0-1 0 0,-1 1 1 0 0,1-1 0 0 0,-1 0-1 0 0,1 0 1 0 0,0 0 0 0 0,-1 0-1 0 0,1 0 1 0 0,-1 0 0 0 0,1 0-1 0 0,0 0 1 0 0,-1 0 0 0 0,1 0-1 0 0,-1 0 1 0 0,1 0 0 0 0,-1 0-1 0 0,1 0 1 0 0,-1-1 0 0 0,-1-1-904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39.2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82 2304 0 0,'-3'-1'230'0'0,"0"0"0"0"0,0 0 0 0 0,1-1 0 0 0,-1 1 0 0 0,0-1-1 0 0,1 0 1 0 0,-1 0 0 0 0,1 0 0 0 0,0 0 0 0 0,-1 0-1 0 0,-1-3 1 0 0,3 4-70 0 0,1 1 0 0 0,-1-1 0 0 0,0 1 0 0 0,1-1 0 0 0,-1 1 0 0 0,1-1 0 0 0,0 0 0 0 0,-1 1 0 0 0,1-1 0 0 0,-1 0-1 0 0,1 1 1 0 0,0-1 0 0 0,0 0 0 0 0,-1 1 0 0 0,1-1 0 0 0,0 0 0 0 0,0 0 0 0 0,0 1 0 0 0,0-1 0 0 0,0 0 0 0 0,0 0 0 0 0,0 1 0 0 0,0-1 0 0 0,0 0 0 0 0,0 0-1 0 0,0 1 1 0 0,0-1 0 0 0,1 0 0 0 0,-1 0 0 0 0,0 1 0 0 0,1-1 0 0 0,-1 0 0 0 0,0 1 0 0 0,1-1 0 0 0,-1 0 0 0 0,1 1 0 0 0,-1-1 0 0 0,1 1 0 0 0,-1-1 0 0 0,1 1-1 0 0,-1-1 1 0 0,1 1 0 0 0,0-1 0 0 0,-1 1 0 0 0,1-1 0 0 0,0 1 0 0 0,-1 0 0 0 0,1-1 0 0 0,0 1 0 0 0,1 0 0 0 0,2-1 163 0 0,0 0-1 0 0,0 1 1 0 0,0-1 0 0 0,0 1-1 0 0,0 0 1 0 0,0 1 0 0 0,0-1 0 0 0,0 1-1 0 0,0-1 1 0 0,0 1 0 0 0,0 0-1 0 0,0 1 1 0 0,4 1 0 0 0,-4-2-164 0 0,-1 1 1 0 0,1-1-1 0 0,0 0 1 0 0,0 0 0 0 0,0 0-1 0 0,0 0 1 0 0,0-1-1 0 0,1 0 1 0 0,-1 0-1 0 0,0 0 1 0 0,0 0-1 0 0,5-1 1 0 0,-29-23-263 0 0,9 7-2899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39.5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0 304 6913 0 0,'0'-3'139'0'0,"1"1"0"0"0,0-1-1 0 0,-1 1 1 0 0,1-1-1 0 0,0 1 1 0 0,0-1-1 0 0,0 1 1 0 0,0 0-1 0 0,1 0 1 0 0,-1 0 0 0 0,0 0-1 0 0,4-4 1 0 0,26-25 1097 0 0,-17 17-623 0 0,44-50 1958 0 0,83-86-3482 0 0,-129 139-215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39.9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1 1928 0 0,'-10'14'594'0'0,"1"0"-1"0"0,0 1 0 0 0,1 0 0 0 0,1 0 1 0 0,0 1-1 0 0,-4 18 0 0 0,8-27-288 0 0,1 1 1 0 0,0-1-1 0 0,1 1 0 0 0,0 0 1 0 0,0 0-1 0 0,0 0 0 0 0,1 0 1 0 0,1 0-1 0 0,-1 0 0 0 0,1 0 1 0 0,1-1-1 0 0,-1 1 0 0 0,1 0 1 0 0,0-1-1 0 0,5 11 0 0 0,-4-14-170 0 0,-1 0-1 0 0,1-1 1 0 0,1 1-1 0 0,-1 0 1 0 0,0-1-1 0 0,1 0 1 0 0,-1 0-1 0 0,1 0 1 0 0,0 0-1 0 0,0-1 1 0 0,0 1-1 0 0,1-1 0 0 0,-1 0 1 0 0,0 0-1 0 0,1-1 1 0 0,-1 1-1 0 0,1-1 1 0 0,5 1-1 0 0,13 2 105 0 0,0-2 0 0 0,36 1-1 0 0,-19-2 48 0 0,-28 0-193 0 0,0 0 0 0 0,0 0-1 0 0,0 1 1 0 0,0 1 0 0 0,0 0-1 0 0,0 1 1 0 0,17 8 0 0 0,-25-10-62 0 0,0 1-1 0 0,0-1 1 0 0,-1 1 0 0 0,1-1 0 0 0,-1 1 0 0 0,1 0 0 0 0,-1 0-1 0 0,0 1 1 0 0,-1-1 0 0 0,1 1 0 0 0,0-1 0 0 0,-1 1 0 0 0,0 0-1 0 0,0 0 1 0 0,0 0 0 0 0,0 0 0 0 0,-1 0 0 0 0,0 0-1 0 0,0 1 1 0 0,0-1 0 0 0,0 0 0 0 0,0 1 0 0 0,-1-1 0 0 0,0 6-1 0 0,-1 4 111 0 0,0 0 0 0 0,-1 0 0 0 0,-1-1 0 0 0,0 1-1 0 0,-1-1 1 0 0,0 0 0 0 0,-9 18 0 0 0,-49 83-1742 0 0,47-91-4022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40.5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32 3225 0 0,'-3'-1'290'0'0,"1"0"0"0"0,-1 0 0 0 0,1 0 0 0 0,-1-1 0 0 0,1 1 0 0 0,0 0 0 0 0,-1-1 0 0 0,1 0-1 0 0,-3-2 1 0 0,-18-11 4940 0 0,22 15-5088 0 0,1 0 0 0 0,0 1-1 0 0,-1-1 1 0 0,1 1 0 0 0,0-1-1 0 0,-1 0 1 0 0,1 1-1 0 0,0-1 1 0 0,0 1 0 0 0,0-1-1 0 0,-1 1 1 0 0,1-1 0 0 0,0 1-1 0 0,0-1 1 0 0,0 1-1 0 0,0-1 1 0 0,0 1 0 0 0,0-1-1 0 0,0 1 1 0 0,0-1 0 0 0,0 1-1 0 0,0-1 1 0 0,0 1-1 0 0,0-1 1 0 0,0 1 0 0 0,1-1-1 0 0,-1 1 1 0 0,0-1 0 0 0,0 1-1 0 0,0-1 1 0 0,1 1-1 0 0,5 20 630 0 0,37 115 402 0 0,62 132 1 0 0,-21-88-7917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41.0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91 303 920 0 0,'-5'-5'598'0'0,"0"0"0"0"0,0 1 0 0 0,-1 0 0 0 0,1 1-1 0 0,-1-1 1 0 0,0 1 0 0 0,0 0 0 0 0,0 0 0 0 0,0 1 0 0 0,-1-1-1 0 0,1 2 1 0 0,-1-1 0 0 0,-8-1 0 0 0,31 27 1952 0 0,-4-11-1994 0 0,1 1 0 0 0,1-2 0 0 0,0 0 0 0 0,25 16 0 0 0,67 33 1171 0 0,-79-47-1633 0 0,-1-2-1 0 0,40 13 0 0 0,-55-22-96 0 0,0 0-1 0 0,0 0 1 0 0,0-1-1 0 0,0-1 1 0 0,0 0 0 0 0,0 0-1 0 0,1-1 1 0 0,-1 0-1 0 0,15-3 1 0 0,-24 2 6 0 0,0 1 0 0 0,0 0 1 0 0,-1 0-1 0 0,1-1 0 0 0,0 1 0 0 0,-1-1 1 0 0,1 0-1 0 0,-1 1 0 0 0,1-1 0 0 0,0 0 1 0 0,-1 0-1 0 0,0 0 0 0 0,1 0 0 0 0,-1 0 1 0 0,0 0-1 0 0,1-1 0 0 0,-1 1 0 0 0,0 0 1 0 0,0-1-1 0 0,0 1 0 0 0,0 0 0 0 0,0-1 1 0 0,0 1-1 0 0,-1-1 0 0 0,1 0 0 0 0,0 1 1 0 0,-1-1-1 0 0,1 0 0 0 0,-1 1 0 0 0,0-1 1 0 0,0 0-1 0 0,1 1 0 0 0,-1-1 0 0 0,0 0 1 0 0,0 0-1 0 0,0 1 0 0 0,-1-1 0 0 0,1 0 1 0 0,0 0-1 0 0,-2-2 0 0 0,-2-8 90 0 0,0 0-1 0 0,-1 1 0 0 0,-1-1 1 0 0,-12-18-1 0 0,2 0-76 0 0,6 9 100 0 0,0-2 1 0 0,2 1 0 0 0,1-1 0 0 0,1 0 0 0 0,0-1 0 0 0,2 1-1 0 0,1-1 1 0 0,1 0 0 0 0,1-36 0 0 0,2 57-96 0 0,-1 0 0 0 0,1 1 0 0 0,-1-1 0 0 0,1 1 0 0 0,0-1 0 0 0,0 1 0 0 0,0 0 0 0 0,0-1 0 0 0,0 1 0 0 0,1 0 0 0 0,-1 0 0 0 0,1-1 0 0 0,-1 1 0 0 0,1 1 0 0 0,0-1 0 0 0,0 0 0 0 0,0 0 0 0 0,0 1 0 0 0,0-1 0 0 0,0 1 0 0 0,0-1 0 0 0,1 1 0 0 0,-1 0 0 0 0,0 0 0 0 0,1 0 0 0 0,-1 0 0 0 0,1 0 0 0 0,-1 1 0 0 0,1-1 0 0 0,-1 1 0 0 0,4-1 0 0 0,0 1-3 0 0,1-1 1 0 0,-1 1-1 0 0,0 0 1 0 0,1 1-1 0 0,-1-1 1 0 0,0 1-1 0 0,0 0 1 0 0,0 1-1 0 0,1 0 1 0 0,-1 0-1 0 0,10 5 0 0 0,-5 0 37 0 0,0 0-1 0 0,-1 1 0 0 0,0 0 0 0 0,0 0 1 0 0,-1 1-1 0 0,0 1 0 0 0,14 18 0 0 0,0 5 193 0 0,20 43 0 0 0,-28-47-398 0 0,1-2 0 0 0,39 51 0 0 0,-46-70-1241 0 0,-6-5 48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41.8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17 838 7370 0 0,'7'-6'785'0'0,"1"0"0"0"0,0 0 0 0 0,1 1 1 0 0,14-7-1 0 0,15-11 946 0 0,-32 19-1416 0 0,12-8 136 0 0,30-28 1 0 0,-44 36-466 0 0,-1 1 0 0 0,1-1 0 0 0,-1 0 0 0 0,0 0 0 0 0,0 0 0 0 0,-1 0 0 0 0,1-1 0 0 0,-1 1 0 0 0,0-1 0 0 0,0 0 0 0 0,0 1 0 0 0,0-1 0 0 0,-1 0 0 0 0,1-5 0 0 0,-2 6 10 0 0,0 1-1 0 0,-1 0 1 0 0,1-1 0 0 0,-1 1-1 0 0,0 0 1 0 0,0 0 0 0 0,0-1-1 0 0,0 1 1 0 0,0 0 0 0 0,-1 0-1 0 0,1 0 1 0 0,-1 0 0 0 0,0 1-1 0 0,0-1 1 0 0,0 0 0 0 0,0 1-1 0 0,-4-4 1 0 0,-6-5-333 0 0,-1-1 0 0 0,-19-11-1 0 0,-2-3-780 0 0,24 16 1054 0 0,0 0 1 0 0,0 0 0 0 0,1-1 0 0 0,0 0 0 0 0,1-1 0 0 0,0 0 0 0 0,1 0-1 0 0,0 0 1 0 0,-7-20 0 0 0,12 25 122 0 0,-1-2-1 0 0,1 1 1 0 0,1 0 0 0 0,0 0-1 0 0,0 0 1 0 0,0-1 0 0 0,1 1-1 0 0,1 0 1 0 0,-1-1 0 0 0,1 1-1 0 0,1 0 1 0 0,-1 0-1 0 0,1-1 1 0 0,1 1 0 0 0,0 1-1 0 0,0-1 1 0 0,6-10 0 0 0,5-7 69 0 0,0 2 0 0 0,2 0 0 0 0,1 1 0 0 0,1 0 0 0 0,1 2 0 0 0,0 0 0 0 0,2 1 0 0 0,32-24 0 0 0,-50 41-118 0 0,0 0 1 0 0,0 0-1 0 0,1 0 0 0 0,-1 0 1 0 0,0 0-1 0 0,1 1 0 0 0,-1 0 1 0 0,1 0-1 0 0,-1 0 0 0 0,1 0 1 0 0,0 0-1 0 0,-1 1 0 0 0,1-1 1 0 0,0 1-1 0 0,-1 0 0 0 0,1 0 1 0 0,0 1-1 0 0,-1-1 1 0 0,1 1-1 0 0,0 0 0 0 0,6 2 1 0 0,-6-1 5 0 0,0 0 1 0 0,0 1 0 0 0,0 0 0 0 0,0 0 0 0 0,0 0-1 0 0,-1 1 1 0 0,1-1 0 0 0,-1 1 0 0 0,0-1 0 0 0,0 1-1 0 0,-1 0 1 0 0,1 0 0 0 0,-1 1 0 0 0,1-1 0 0 0,-2 0-1 0 0,4 8 1 0 0,6 25 73 0 0,-2 0-1 0 0,9 73 1 0 0,-14-72-104 0 0,3 0 1 0 0,20 71-1 0 0,-27-107 62 0 0,1 0-1 0 0,0 0 0 0 0,-1 0 0 0 0,1-1 0 0 0,0 1 0 0 0,0 0 1 0 0,0 0-1 0 0,0-1 0 0 0,0 1 0 0 0,0 0 0 0 0,0-1 1 0 0,1 1-1 0 0,-1-1 0 0 0,0 0 0 0 0,1 1 0 0 0,-1-1 0 0 0,1 0 1 0 0,0 0-1 0 0,-1 0 0 0 0,1 0 0 0 0,0 0 0 0 0,0 0 1 0 0,0-1-1 0 0,-1 1 0 0 0,4 0 0 0 0,-2-1 139 0 0,0-1 1 0 0,1 1-1 0 0,-1-1 0 0 0,1 1 1 0 0,-1-1-1 0 0,0 0 0 0 0,0-1 1 0 0,0 1-1 0 0,1 0 0 0 0,-1-1 1 0 0,0 0-1 0 0,-1 0 1 0 0,6-4-1 0 0,6-4 262 0 0,-1-2 0 0 0,0 0 0 0 0,-1 0 0 0 0,0-1 0 0 0,-1-1 0 0 0,14-20 0 0 0,44-95 403 0 0,-3 6-2418 0 0,-57 109 443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44.2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2 10138 0 0,'-2'0'69'0'0,"0"-1"-1"0"0,-1 1 1 0 0,1 0-1 0 0,0 0 1 0 0,0 0-1 0 0,0 0 0 0 0,-1 0 1 0 0,1 1-1 0 0,0-1 1 0 0,0 1-1 0 0,0-1 1 0 0,0 1-1 0 0,0 0 1 0 0,0 0-1 0 0,0 0 1 0 0,0 0-1 0 0,0 0 1 0 0,0 0-1 0 0,-3 3 1 0 0,4-2-12 0 0,-1 1 1 0 0,0 0-1 0 0,1-1 1 0 0,0 1-1 0 0,0 0 1 0 0,0 0-1 0 0,0 0 1 0 0,0 0-1 0 0,0-1 1 0 0,1 1-1 0 0,-1 0 1 0 0,1 0 0 0 0,0 0-1 0 0,0 5 1 0 0,1-2 20 0 0,-1 0 0 0 0,1 0 0 0 0,0-1 1 0 0,1 1-1 0 0,-1 0 0 0 0,1-1 0 0 0,0 1 0 0 0,1-1 1 0 0,-1 0-1 0 0,1 0 0 0 0,0 0 0 0 0,0 0 0 0 0,1 0 1 0 0,-1-1-1 0 0,1 1 0 0 0,0-1 0 0 0,0 0 1 0 0,1 0-1 0 0,6 4 0 0 0,10 7 38 0 0,1-1 1 0 0,1-2-1 0 0,26 12 1 0 0,-9-4-155 0 0,137 88 417 0 0,-131-76-384 0 0,1-2 1 0 0,2-2 0 0 0,86 35-1 0 0,-134-62 49 0 0,1-1 0 0 0,-1 0-1 0 0,1 1 1 0 0,-1-1-1 0 0,0 1 1 0 0,1-1 0 0 0,-1 1-1 0 0,1 0 1 0 0,-1-1-1 0 0,0 1 1 0 0,0 0-1 0 0,0 0 1 0 0,1 0 0 0 0,-1 0-1 0 0,0 0 1 0 0,0 0-1 0 0,0 0 1 0 0,0 1 0 0 0,-1-1-1 0 0,1 0 1 0 0,0 0-1 0 0,0 1 1 0 0,-1-1-1 0 0,1 0 1 0 0,-1 1 0 0 0,1-1-1 0 0,-1 1 1 0 0,0-1-1 0 0,1 1 1 0 0,-1 2 0 0 0,-1 1 180 0 0,-1 1 1 0 0,1-1 0 0 0,-1 1-1 0 0,0-1 1 0 0,-1 0 0 0 0,1 0-1 0 0,-5 6 1 0 0,6-10-214 0 0,-46 77 930 0 0,-3-2 1 0 0,-108 123-1 0 0,92-127-620 0 0,8-10-1143 0 0,21-19-4304 0 0,16-14-1345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44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41 7370 0 0,'-14'-40'8682'0'0,"15"60"-7628"0"0,11 59 208 0 0,23 81 0 0 0,-8-42-804 0 0,-14-59-289 0 0,78 328 241 0 0,-71-324-427 0 0,2-1-1 0 0,3 0 0 0 0,3-2 1 0 0,34 56-1 0 0,-50-97-137 0 0,40 73 54 0 0,-48-84-652 0 0,0 1 0 0 0,-1-1 0 0 0,0 1 0 0 0,0 0 0 0 0,-1 0 0 0 0,0 0 0 0 0,0 1 0 0 0,-1 15 0 0 0,-3-10-2756 0 0,-3-4-119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45.0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0 277 5817 0 0,'22'-16'361'0'0,"-2"-1"1"0"0,25-27-1 0 0,6-5 1145 0 0,-23 25-701 0 0,2 1 0 0 0,0 1 0 0 0,36-19 0 0 0,-55 34-922 0 0,1 2 0 0 0,0-1 0 0 0,1 1 0 0 0,-1 1 0 0 0,1 0 0 0 0,-1 1 0 0 0,1 1 0 0 0,0 0 0 0 0,0 0 0 0 0,0 1 0 0 0,1 1 0 0 0,17 2 0 0 0,-17 0 117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45.2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1 282 4609 0 0,'0'0'81'0'0,"0"1"-1"0"0,0-1 1 0 0,1 1-1 0 0,-1-1 1 0 0,1 1-1 0 0,-1-1 1 0 0,0 0-1 0 0,1 1 1 0 0,-1-1-1 0 0,1 1 1 0 0,-1-1-1 0 0,1 0 1 0 0,-1 1-1 0 0,1-1 1 0 0,-1 0-1 0 0,1 0 1 0 0,-1 0-1 0 0,1 1 1 0 0,0-1-1 0 0,-1 0 1 0 0,1 0 0 0 0,-1 0-1 0 0,1 0 1 0 0,0 0-1 0 0,-1 0 1 0 0,1 0-1 0 0,-1 0 1 0 0,1 0-1 0 0,0 0 1 0 0,-1 0-1 0 0,1 0 1 0 0,-1-1-1 0 0,1 1 1 0 0,-1 0-1 0 0,1 0 1 0 0,-1-1-1 0 0,2 1 1 0 0,24-9 1911 0 0,-3-3-1226 0 0,-1 0 1 0 0,-1-2 0 0 0,0 0-1 0 0,-1-1 1 0 0,22-23 0 0 0,85-95-2490 0 0,-115 119 1540 0 0,11-12 159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45.4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87 5065 0 0,'2'-3'448'0'0,"-1"0"-352"0"0,2 1-96 0 0,0 1 0 0 0,0 0 256 0 0,1-2 32 0 0,4-3 0 0 0,4-5 8 0 0,6-1 129 0 0,1 0 23 0 0,0 2 8 0 0,1 0 0 0 0,-3 2-376 0 0,0 4-80 0 0,-1 4 0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45.6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0 136 5985 0 0,'0'0'536'0'0,"2"-1"-432"0"0,-1-1-104 0 0,1 1 0 0 0,-1-1 120 0 0,2-1 0 0 0,3-1 0 0 0,5-5 1 0 0,2-3 383 0 0,2-3 72 0 0,3 0 24 0 0,0 2 0 0 0,-1-2-1368 0 0,1 0-264 0 0,0 2-57 0 0,0-2-15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45.9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1 187 2761 0 0,'0'-6'266'0'0,"1"0"1"0"0,1 0-1 0 0,-1 0 0 0 0,1 0 1 0 0,0 0-1 0 0,0 0 1 0 0,0 0-1 0 0,1 0 1 0 0,6-9-1 0 0,35-44 3064 0 0,-39 53-2899 0 0,0 0 0 0 0,0 1-1 0 0,1 0 1 0 0,0 0 0 0 0,0 0-1 0 0,0 1 1 0 0,0 0 0 0 0,1 0-1 0 0,0 1 1 0 0,13-6 0 0 0,-18 9-335 0 0,1-1-1 0 0,-1 0 1 0 0,1 1 0 0 0,0 0-1 0 0,-1 0 1 0 0,1 0 0 0 0,0 0-1 0 0,-1 0 1 0 0,1 0 0 0 0,0 0-1 0 0,-1 1 1 0 0,1 0 0 0 0,-1-1 0 0 0,1 1-1 0 0,-1 0 1 0 0,1 0 0 0 0,-1 0-1 0 0,1 1 1 0 0,-1-1 0 0 0,0 0-1 0 0,0 1 1 0 0,0 0 0 0 0,0-1-1 0 0,0 1 1 0 0,0 0 0 0 0,0 0-1 0 0,0 0 1 0 0,-1 0 0 0 0,1 1-1 0 0,-1-1 1 0 0,0 0 0 0 0,0 1 0 0 0,2 2-1 0 0,6 15 71 0 0,-2 0-1 0 0,1 0 1 0 0,-2 1-1 0 0,6 35 1 0 0,4 92-3 0 0,-4-36-64 0 0,33 110 223 0 0,-17-129-5349 0 0,-18-65-606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0:46.1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33 14747 0 0,'-8'3'648'0'0,"5"-2"144"0"0,0 1-632 0 0,2-2-160 0 0,-1 0 0 0 0,2-2 481 0 0,0 1 63 0 0,3-2 8 0 0,2-1 8 0 0,2-4-1136 0 0,9-13-1065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26.7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186 774 7834 0 0,'-186'-135'9296'0'0,"240"184"-5912"0"0,54 62-3178 0 0,-17-18-103 0 0,-48-47-86 0 0,-27-28-12 0 0,0-1 0 0 0,1 0 1 0 0,1-2-1 0 0,0 0 0 0 0,1 0 0 0 0,24 12 0 0 0,-19-14 13 0 0,-6-3 40 0 0,0-1 0 0 0,1 0 0 0 0,0-2 1 0 0,0 0-1 0 0,31 7 0 0 0,-49-14-37 0 0,0 0 0 0 0,0 1 0 0 0,0-1 0 0 0,0 0 0 0 0,0 0 0 0 0,0 0 0 0 0,1 0 0 0 0,-1 0-1 0 0,0 0 1 0 0,0 0 0 0 0,0 0 0 0 0,0-1 0 0 0,0 1 0 0 0,0 0 0 0 0,1-1 0 0 0,-1 1 0 0 0,0-1 0 0 0,0 1 0 0 0,0-1 0 0 0,0 1-1 0 0,-1-1 1 0 0,1 0 0 0 0,0 0 0 0 0,0 1 0 0 0,0-1 0 0 0,0 0 0 0 0,-1 0 0 0 0,1 0 0 0 0,0 0 0 0 0,-1 0 0 0 0,1 0 0 0 0,-1 0-1 0 0,1 0 1 0 0,-1 0 0 0 0,1 0 0 0 0,-1 0 0 0 0,0 0 0 0 0,0 0 0 0 0,1 0 0 0 0,-1 0 0 0 0,0-1 0 0 0,0 1 0 0 0,0 0-1 0 0,0 0 1 0 0,0 0 0 0 0,0 0 0 0 0,-1 0 0 0 0,1-1 0 0 0,-1-1 0 0 0,-1-10 138 0 0,-1 1-1 0 0,-1-1 1 0 0,-7-20 0 0 0,5 17-46 0 0,-129-440 896 0 0,110 351-1968 0 0,6-2 0 0 0,-10-151 0 0 0,28 214-1233 0 0,3 5-4782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27.0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17 295 4145 0 0,'-17'-1'3538'0'0,"29"-23"2153"0"0,-6 14-6240 0 0,64-116 3798 0 0,12 12-5696 0 0,-65 94-2530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27.2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3 213 5529 0 0,'0'0'31'0'0,"0"0"0"0"0,0 0 0 0 0,0 0 0 0 0,-1 0-1 0 0,1 0 1 0 0,0 0 0 0 0,0 0 0 0 0,0-1 0 0 0,0 1 0 0 0,0 0-1 0 0,-1 0 1 0 0,1 0 0 0 0,0 0 0 0 0,0 0 0 0 0,0 0 0 0 0,0-1-1 0 0,0 1 1 0 0,0 0 0 0 0,0 0 0 0 0,0 0 0 0 0,0 0 0 0 0,0 0-1 0 0,0-1 1 0 0,-1 1 0 0 0,1 0 0 0 0,0 0 0 0 0,0 0 0 0 0,0 0 0 0 0,0-1-1 0 0,0 1 1 0 0,0 0 0 0 0,0 0 0 0 0,0 0 0 0 0,0 0 0 0 0,1-1-1 0 0,-1 1 1 0 0,0 0 0 0 0,0 0 0 0 0,0 0 0 0 0,0 0 0 0 0,0-1-1 0 0,0 1 1 0 0,0 0 0 0 0,0 0 0 0 0,0 0 0 0 0,8-15 1009 0 0,11-16 308 0 0,-17 28-1175 0 0,37-47 1741 0 0,-17 29-2396 0 0,2 0 1 0 0,40-29-1 0 0,-42 34 482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27.5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9 6449 0 0,'-2'-1'329'0'0,"1"0"1"0"0,-1 0-1 0 0,0 0 0 0 0,0 0 0 0 0,1 1 0 0 0,-1-1 0 0 0,0 0 0 0 0,0 1 0 0 0,0-1 0 0 0,0 1 0 0 0,0 0 0 0 0,0 0 0 0 0,0 0 0 0 0,1 0 0 0 0,-5 0 0 0 0,6 0-195 0 0,-1 0-1 0 0,1 0 0 0 0,0 1 0 0 0,-1-1 0 0 0,1 0 1 0 0,-1 0-1 0 0,1 0 0 0 0,0 1 0 0 0,-1-1 1 0 0,1 0-1 0 0,0 0 0 0 0,-1 1 0 0 0,1-1 0 0 0,0 0 1 0 0,-1 1-1 0 0,1-1 0 0 0,0 1 0 0 0,0-1 0 0 0,-1 0 1 0 0,1 1-1 0 0,0-1 0 0 0,0 0 0 0 0,0 1 0 0 0,-1-1 1 0 0,1 1-1 0 0,6 18 1439 0 0,31 51-118 0 0,42 112-1 0 0,0 4-1298 0 0,-62-153-145 0 0,1-1 1 0 0,2 0 0 0 0,34 42 0 0 0,-31-49-272 0 0,1 0 0 0 0,53 41 1 0 0,14 0-4275 0 0,-77-56 3168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27.7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10 241 2304 0 0,'-1'-1'104'0'0,"0"-1"-1"0"0,0 1 1 0 0,0-1-1 0 0,0 0 0 0 0,0 1 1 0 0,1-1-1 0 0,-1 0 1 0 0,0 0-1 0 0,1 0 0 0 0,0 0 1 0 0,-1 1-1 0 0,1-1 1 0 0,0 0-1 0 0,0 0 0 0 0,0 0 1 0 0,0 0-1 0 0,0 0 1 0 0,0 0-1 0 0,1 0 0 0 0,-1 1 1 0 0,1-1-1 0 0,-1 0 1 0 0,1 0-1 0 0,0 0 0 0 0,0 1 1 0 0,-1-1-1 0 0,1 0 1 0 0,2-1-1 0 0,4-9 987 0 0,1 0 0 0 0,16-20 0 0 0,-13 19-1152 0 0,-4 3-20 0 0,2-1 0 0 0,-1 1 0 0 0,1 1 0 0 0,1-1 0 0 0,-1 2 0 0 0,2-1 0 0 0,-1 2 0 0 0,1-1 0 0 0,0 1 0 0 0,1 1 0 0 0,20-9 0 0 0,-10 6 69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27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1 355 6913 0 0,'14'-11'1933'0'0,"125"-163"5257"0"0,-80 99-8109 0 0,1 1-5260 0 0,-44 54 5483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28.2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32 9274 0 0,'-16'-7'334'0'0,"-34"-12"107"0"0,47 18-99 0 0,0 0 1 0 0,0 0-1 0 0,-1 0 0 0 0,1 0 1 0 0,0 1-1 0 0,-1 0 0 0 0,1-1 0 0 0,-1 1 1 0 0,1 0-1 0 0,-1 1 0 0 0,-4 0 0 0 0,7 0-214 0 0,0 0 0 0 0,1-1 0 0 0,-1 1-1 0 0,0 0 1 0 0,1 0 0 0 0,-1 0 0 0 0,1-1-1 0 0,-1 1 1 0 0,1 0 0 0 0,-1 0 0 0 0,1 0-1 0 0,0 0 1 0 0,-1 0 0 0 0,1 0 0 0 0,0 0-1 0 0,0 0 1 0 0,0 0 0 0 0,0 0 0 0 0,0 0-1 0 0,0 0 1 0 0,0 0 0 0 0,0 0 0 0 0,0 0 0 0 0,0 0-1 0 0,0 0 1 0 0,1 0 0 0 0,0 2 0 0 0,9 33 464 0 0,-9-32-525 0 0,19 49 34 0 0,2 0 1 0 0,2-2-1 0 0,2-1 0 0 0,39 57 0 0 0,25 17-2590 0 0,-67-97-3471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28.7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41 458 2304 0 0,'-6'-12'91'0'0,"0"1"-1"0"0,1-2 0 0 0,1 1 0 0 0,-1 0 0 0 0,2-1 0 0 0,0 0 0 0 0,-3-24 0 0 0,4 10 784 0 0,2 1 0 0 0,4-52 1 0 0,-2 67-451 0 0,0 0 0 0 0,1-1 0 0 0,1 1 1 0 0,0 0-1 0 0,0 1 0 0 0,1-1 0 0 0,0 1 0 0 0,1 0 0 0 0,0 0 0 0 0,1 0 1 0 0,0 1-1 0 0,0 0 0 0 0,1 1 0 0 0,0 0 0 0 0,0 0 0 0 0,1 0 1 0 0,0 1-1 0 0,17-10 0 0 0,-24 16-295 0 0,1-1-1 0 0,-1 1 1 0 0,1-1 0 0 0,0 1-1 0 0,0 0 1 0 0,-1 0 0 0 0,1 0-1 0 0,0 0 1 0 0,0 1 0 0 0,0-1 0 0 0,0 1-1 0 0,0 0 1 0 0,0 0 0 0 0,0 0-1 0 0,0 0 1 0 0,0 0 0 0 0,0 0-1 0 0,0 1 1 0 0,0 0 0 0 0,3 1-1 0 0,-3-1-66 0 0,1 1-1 0 0,-1 1 0 0 0,0-1 1 0 0,0 0-1 0 0,0 1 0 0 0,-1-1 0 0 0,1 1 1 0 0,0 0-1 0 0,-1 0 0 0 0,0 0 1 0 0,0 0-1 0 0,0 1 0 0 0,3 5 0 0 0,1 7-74 0 0,0-1-1 0 0,-1 1 0 0 0,-1 0 0 0 0,0 1 1 0 0,2 32-1 0 0,-5 135-332 0 0,0-18 1479 0 0,-1-164-1117 0 0,0 0 0 0 0,0 0 0 0 0,0 0 1 0 0,0 0-1 0 0,0 0 0 0 0,1 0 0 0 0,-1-1 0 0 0,1 1 0 0 0,-1 0 1 0 0,1 0-1 0 0,0 0 0 0 0,-1-1 0 0 0,1 1 0 0 0,0-1 1 0 0,0 1-1 0 0,1 0 0 0 0,-1-1 0 0 0,2 3 0 0 0,-2-4 2 0 0,1 1-1 0 0,-1-1 1 0 0,0 1-1 0 0,0-1 0 0 0,0 0 1 0 0,1 0-1 0 0,-1 1 1 0 0,0-1-1 0 0,0 0 1 0 0,0 0-1 0 0,1 0 0 0 0,-1-1 1 0 0,0 1-1 0 0,0 0 1 0 0,0 0-1 0 0,1-1 0 0 0,-1 1 1 0 0,0 0-1 0 0,0-1 1 0 0,0 1-1 0 0,2-2 1 0 0,7-4 141 0 0,0-1 0 0 0,0-1 1 0 0,-1 1-1 0 0,13-15 0 0 0,-11 12 4 0 0,0 1-33 0 0,1 0 0 0 0,0 0 0 0 0,0 2-1 0 0,1-1 1 0 0,0 1 0 0 0,17-6 0 0 0,88-25 854 0 0,-72 24-670 0 0,-15 7-2229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29.1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70 5985 0 0,'-2'-7'102'0'0,"0"0"-1"0"0,0 0 0 0 0,1 0 1 0 0,-1-15-1 0 0,5 3 3370 0 0,7 24 804 0 0,7 12-2594 0 0,37 51 1360 0 0,72 81-588 0 0,-95-119-2745 0 0,-25-24-49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33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885 405 12443 0 0,'-22'-35'469'0'0,"-2"0"0"0"0,-2 1 0 0 0,-1 2 0 0 0,-2 0 1 0 0,-54-46-1 0 0,59 59-371 0 0,-1 0 0 0 0,0 2 0 0 0,-1 1 0 0 0,-1 1 0 0 0,0 1 0 0 0,-1 2 0 0 0,-1 0-1 0 0,-45-11 1 0 0,53 19-92 0 0,-1 1-1 0 0,1 0 0 0 0,-1 2 1 0 0,0 0-1 0 0,1 1 0 0 0,-25 4 1 0 0,10 2-1913 0 0,1 1 0 0 0,-65 23 1 0 0,57-14-2606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33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1 920 0 0,'-115'48'2038'0'0,"82"-33"-446"0"0,15-6-296 0 0,0-1 0 0 0,-1 0 0 0 0,1-2 0 0 0,-1 0 0 0 0,-1-1 0 0 0,-39 5 0 0 0,59-10-1243 0 0,0 0 0 0 0,0 0 0 0 0,0 1 1 0 0,-1-1-1 0 0,1 0 0 0 0,0 0 0 0 0,0 0 0 0 0,0 0 1 0 0,-1 0-1 0 0,1 0 0 0 0,0 0 0 0 0,0 0 1 0 0,0 0-1 0 0,-1 0 0 0 0,1 0 0 0 0,0-1 1 0 0,0 1-1 0 0,0 0 0 0 0,0 0 0 0 0,-1 0 0 0 0,1 0 1 0 0,0 0-1 0 0,0 0 0 0 0,0 0 0 0 0,0 0 1 0 0,-1 0-1 0 0,1-1 0 0 0,0 1 0 0 0,0 0 1 0 0,0 0-1 0 0,0 0 0 0 0,0 0 0 0 0,-1-1 0 0 0,1 1 1 0 0,0 0-1 0 0,0 0 0 0 0,0 0 0 0 0,0 0 1 0 0,0-1-1 0 0,0 1 0 0 0,0 0 0 0 0,0-1 1 0 0,6-8 590 0 0,16-8-1401 0 0,-21 16 706 0 0,16-10-623 0 0,-3 0-20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34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956 511 4609 0 0,'-86'-113'2476'0'0,"-29"-32"987"0"0,98 127-2970 0 0,-1 1 0 0 0,0 1 0 0 0,-1 0 0 0 0,-1 2 0 0 0,-37-22 0 0 0,40 27-326 0 0,-1 0 1 0 0,-1 2-1 0 0,1 0 0 0 0,-1 1 1 0 0,0 1-1 0 0,-1 1 1 0 0,-22-3-1 0 0,28 6-101 0 0,0 1-1 0 0,1 0 0 0 0,-1 1 0 0 0,0 0 0 0 0,1 1 0 0 0,-1 1 1 0 0,1 0-1 0 0,0 0 0 0 0,0 2 0 0 0,0 0 0 0 0,-15 7 0 0 0,13-3-45 0 0,-1 0-1 0 0,2 1 1 0 0,-1 0-1 0 0,1 2 1 0 0,1-1-1 0 0,0 1 1 0 0,1 1-1 0 0,0 1 0 0 0,1-1 1 0 0,-14 23-1 0 0,13-13 3 0 0,0 0 0 0 0,1 0 0 0 0,2 1 0 0 0,0 0 0 0 0,2 1 0 0 0,-8 41 0 0 0,5-5-53 0 0,2 0 0 0 0,3 1 0 0 0,5 101 0 0 0,3-126 13 0 0,1-1 0 0 0,2 1-1 0 0,2-1 1 0 0,1-1 0 0 0,1 0 0 0 0,3 0 0 0 0,23 49 0 0 0,220 339-411 0 0,-232-386 363 0 0,2-2 1 0 0,2 0-1 0 0,1-2 1 0 0,2-1-1 0 0,1-2 1 0 0,1-1-1 0 0,1-1 1 0 0,47 27-1 0 0,-67-46-1 0 0,30 19-118 0 0,1-2 1 0 0,1-2 0 0 0,1-3-1 0 0,54 18 1 0 0,-86-35 144 0 0,1 0 0 0 0,-1-1 0 0 0,1-1 1 0 0,-1-1-1 0 0,1 0 0 0 0,0-1 0 0 0,24-3 0 0 0,-28 1 16 0 0,0 0-1 0 0,-1-1 1 0 0,1-1-1 0 0,-1 0 1 0 0,1-1-1 0 0,-1 0 1 0 0,0 0-1 0 0,-1-1 1 0 0,0-1-1 0 0,19-15 0 0 0,-13 8 154 0 0,-2-2 0 0 0,0 1-1 0 0,-1-2 1 0 0,0 0-1 0 0,-1 0 1 0 0,-1-1-1 0 0,-1-1 1 0 0,-1 0-1 0 0,0 0 1 0 0,-2 0-1 0 0,9-31 1 0 0,-1-15 277 0 0,-2-1 1 0 0,5-84-1 0 0,-13 96-340 0 0,-3 1 0 0 0,-2-1 0 0 0,-13-98 0 0 0,8 119-10 0 0,-3 0 0 0 0,0 0 1 0 0,-2 1-1 0 0,-2 1 0 0 0,0 0 0 0 0,-3 0 1 0 0,-22-37-1 0 0,-140-179 703 0 0,77 113-183 0 0,28 31-180 0 0,22 28 185 0 0,-107-120 0 0 0,145 183-406 0 0,-1 0 0 0 0,-1 0 0 0 0,0 2 0 0 0,0-1 0 0 0,-1 2 0 0 0,-22-11 1 0 0,29 16-315 0 0,0 1 1 0 0,0 0-1 0 0,0 1 1 0 0,-1 0-1 0 0,1 0 1 0 0,-1 0-1 0 0,-17 0 1 0 0,21 3-444 0 0,-1-1 0 0 0,0 1 0 0 0,0 0 1 0 0,1 0-1 0 0,-1 0 0 0 0,1 1 1 0 0,-10 4-1 0 0,-7 6-5842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35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2000 81 12443 0 0,'-29'0'1851'0'0,"-40"3"1"0"0,-76 17-924 0 0,100-13-606 0 0,-36 7 66 0 0,-136 42 1 0 0,170-40-346 0 0,1 2 1 0 0,2 2 0 0 0,0 2-1 0 0,-53 36 1 0 0,30-11-269 0 0,2 4 1 0 0,2 2-1 0 0,3 3 1 0 0,2 3-1 0 0,3 2 1 0 0,-88 127 0 0 0,-73 149-554 0 0,172-260 737 0 0,4 3 0 0 0,-45 125 0 0 0,21-7-21 0 0,-41 231-1 0 0,77-270 61 0 0,7 1 0 0 0,0 164-1 0 0,21-267-16 0 0,3 0-1 0 0,2 0 0 0 0,3 0 0 0 0,2-1 1 0 0,3 0-1 0 0,2-1 0 0 0,3-1 0 0 0,2 0 0 0 0,2-1 1 0 0,3-2-1 0 0,1 0 0 0 0,3-2 0 0 0,2-1 1 0 0,2-1-1 0 0,3-2 0 0 0,63 64 0 0 0,141 110-499 0 0,-212-197 463 0 0,2-1 0 0 0,1-1 0 0 0,0-2 0 0 0,1-1-1 0 0,1-1 1 0 0,67 21 0 0 0,-49-25-140 0 0,1-3 1 0 0,-1-1-1 0 0,1-3 0 0 0,0-2 1 0 0,1-3-1 0 0,62-7 0 0 0,-23-4-366 0 0,1-4-1 0 0,142-44 0 0 0,-175 40 189 0 0,0-2-1 0 0,75-39 1 0 0,-109 47 297 0 0,0-2 1 0 0,-2-1 0 0 0,0-1 0 0 0,0-1-1 0 0,-2-1 1 0 0,0-1 0 0 0,23-29-1 0 0,-15 10 439 0 0,-3-1-1 0 0,-1-1 0 0 0,38-81 0 0 0,42-146 1565 0 0,-30 69-489 0 0,-27 81-457 0 0,46-175-1 0 0,-82 239-720 0 0,-2-1 1 0 0,-2 0-1 0 0,-3-1 1 0 0,-2 1-1 0 0,-7-102 1 0 0,-51-178 692 0 0,-28 5 105 0 0,13 56-109 0 0,-83-327 549 0 0,144 568-1410 0 0,-2 1-1 0 0,-2 0 1 0 0,-1 1 0 0 0,-1 0 0 0 0,-1 1 0 0 0,-2 0 0 0 0,-1 2-1 0 0,-30-36 1 0 0,11 23-50 0 0,-2 3-1 0 0,-1 1 0 0 0,-2 2 0 0 0,-2 2 0 0 0,-1 2 1 0 0,-1 2-1 0 0,-1 2 0 0 0,-2 2 0 0 0,-1 2 1 0 0,0 3-1 0 0,-101-28 0 0 0,138 45-232 0 0,1 0 0 0 0,-1 0-1 0 0,0 2 1 0 0,0-1 0 0 0,0 2 0 0 0,0-1 0 0 0,-14 3-1 0 0,-5 5-385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39.0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322 308 3225 0 0,'-5'-5'409'0'0,"-1"-1"1"0"0,1 1 0 0 0,-1 0-1 0 0,0 1 1 0 0,0-1 0 0 0,-1 1-1 0 0,1 0 1 0 0,-1 1 0 0 0,0-1-1 0 0,0 2 1 0 0,0-1-1 0 0,-1 1 1 0 0,1 0 0 0 0,-1 0-1 0 0,1 1 1 0 0,-1 0 0 0 0,-9 0-1 0 0,12 1-227 0 0,-1 0 0 0 0,1 0 0 0 0,-1 1 0 0 0,1 0 0 0 0,-1 0 0 0 0,1 1 0 0 0,0-1 0 0 0,0 1 0 0 0,0 0 0 0 0,0 1 0 0 0,0-1 0 0 0,0 1 0 0 0,1 0 0 0 0,-1 0 0 0 0,1 1 0 0 0,0-1 1 0 0,-1 1-1 0 0,2 0 0 0 0,-1 0 0 0 0,0 0 0 0 0,1 0 0 0 0,0 1 0 0 0,0 0 0 0 0,-4 8 0 0 0,-3 11-60 0 0,0 2 0 0 0,2-1 1 0 0,0 1-1 0 0,-4 38 1 0 0,-8 112-118 0 0,17-137-26 0 0,1-4 27 0 0,1 0 0 0 0,2 0-1 0 0,1-1 1 0 0,2 1 0 0 0,1-1 0 0 0,2 1 0 0 0,2-1 0 0 0,1-1 0 0 0,1 0 0 0 0,24 49 0 0 0,-12-40-27 0 0,1 0 0 0 0,3-1 0 0 0,1-2 0 0 0,2-1 0 0 0,1-1 0 0 0,2-1 0 0 0,39 31 0 0 0,-26-28-78 0 0,1-2 0 0 0,2-2 0 0 0,1-2 1 0 0,1-3-1 0 0,2-1 0 0 0,1-3 0 0 0,104 34 0 0 0,-132-52 172 0 0,-1-1 0 0 0,1-1-1 0 0,0-1 1 0 0,0-1 0 0 0,40 1-1 0 0,-57-6-49 0 0,1 1 0 0 0,-1-1 0 0 0,1 0 0 0 0,-1-1 0 0 0,0 0 0 0 0,1-1 0 0 0,-1 0 0 0 0,0 0 0 0 0,-1-1 0 0 0,1 0 0 0 0,-1-1 0 0 0,0 0 0 0 0,0 0 0 0 0,0-1 0 0 0,0 1 0 0 0,-1-2-1 0 0,0 1 1 0 0,10-13 0 0 0,3-9 113 0 0,0-1 0 0 0,-2-1-1 0 0,-2 0 1 0 0,24-60 0 0 0,32-136 666 0 0,-60 177-610 0 0,-2 0 1 0 0,-3-1 0 0 0,-2 0 0 0 0,-2 0-1 0 0,-2 0 1 0 0,-2 0 0 0 0,-2 0 0 0 0,-3 0 0 0 0,-2 0-1 0 0,-2 1 1 0 0,-2 0 0 0 0,-28-71 0 0 0,19 62 189 0 0,-3 1 1 0 0,-2 2 0 0 0,-62-98-1 0 0,75 135-291 0 0,-1 0-1 0 0,0 0 0 0 0,-1 1 1 0 0,-1 1-1 0 0,-1 1 1 0 0,0 0-1 0 0,-1 1 1 0 0,0 1-1 0 0,-1 1 0 0 0,-1 0 1 0 0,0 2-1 0 0,0 0 1 0 0,-41-13-1 0 0,30 15-92 0 0,0 1 0 0 0,-1 2 0 0 0,0 0 0 0 0,0 2 1 0 0,-57 3-1 0 0,68 2-2147 0 0,0 1 1 0 0,-41 10 0 0 0,20 1-4756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40.4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3107 244 3225 0 0,'-109'-65'6342'0'0,"-77"-41"-2496"0"0,158 93-3496 0 0,0 1 0 0 0,0 1-1 0 0,-1 2 1 0 0,-1 1 0 0 0,-33-5-1 0 0,20 9-275 0 0,0 2 0 0 0,-1 1-1 0 0,0 3 1 0 0,1 1 0 0 0,0 2-1 0 0,0 3 1 0 0,-83 24-1 0 0,24 3 74 0 0,2 5-1 0 0,-100 54 1 0 0,-75 58-204 0 0,126-68-28 0 0,75-41-152 0 0,2 4 0 0 0,-106 91-1 0 0,-110 134-258 0 0,233-214 596 0 0,3 2 0 0 0,3 3 0 0 0,-43 73 0 0 0,-108 215 655 0 0,171-296-668 0 0,-21 39-23 0 0,4 3 1 0 0,4 2-1 0 0,-29 105 1 0 0,56-150-3 0 0,3 0 1 0 0,2 1-1 0 0,2 0 0 0 0,3 1 0 0 0,3 0 0 0 0,1 0 0 0 0,12 90 1 0 0,2-70 15 0 0,3 0 0 0 0,4-1 0 0 0,3-1 0 0 0,54 121 0 0 0,-33-106-97 0 0,4-3-1 0 0,4-1 1 0 0,76 96 0 0 0,-91-137-8 0 0,2-1-1 0 0,2-2 1 0 0,1-2 0 0 0,2-1-1 0 0,2-3 1 0 0,1-2 0 0 0,2-1 0 0 0,58 27-1 0 0,-34-25-47 0 0,1-3 0 0 0,1-4-1 0 0,2-2 1 0 0,0-4 0 0 0,103 14 0 0 0,-65-19-21 0 0,2-6 1 0 0,140-4 0 0 0,-174-10 131 0 0,-1-4 1 0 0,1-3 0 0 0,153-43 0 0 0,-140 23 355 0 0,-2-5 1 0 0,-2-3-1 0 0,-1-5 0 0 0,-3-3 1 0 0,-1-4-1 0 0,-3-4 0 0 0,-2-4 1 0 0,-3-3-1 0 0,-3-3 0 0 0,116-129 0 0 0,-78 62-54 0 0,137-209 0 0 0,-183 234-280 0 0,-6-3 1 0 0,84-204-1 0 0,-99 188 66 0 0,-4-2-1 0 0,-7-1 1 0 0,-5-2 0 0 0,-6-1-1 0 0,11-190 1 0 0,-35 269-90 0 0,-2 1-1 0 0,-3 0 1 0 0,-1-1 0 0 0,-4 1 0 0 0,-1 1 0 0 0,-3 0-1 0 0,-1 1 1 0 0,-3 0 0 0 0,-2 1 0 0 0,-3 1-1 0 0,-34-58 1 0 0,22 48 28 0 0,-3 1 0 0 0,-2 1 0 0 0,-3 2 0 0 0,-94-93 1 0 0,106 119-46 0 0,-2 2 1 0 0,0 1 0 0 0,-2 2 0 0 0,-1 1-1 0 0,0 2 1 0 0,-2 1 0 0 0,0 2 0 0 0,-1 2 0 0 0,-60-17-1 0 0,45 20 61 0 0,0 3-1 0 0,-1 2 0 0 0,0 2 1 0 0,-95 4-1 0 0,61 7-55 0 0,1 5-1 0 0,-100 25 0 0 0,95-16-124 0 0,-154 41-1796 0 0,165-32-5965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42.7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63 3225 0 0,'-10'-26'1301'0'0,"-9"-11"5154"0"0,41 74-4562 0 0,77 123 2537 0 0,-69-117-3862 0 0,63 71 1 0 0,-74-94-593 0 0,0-2 1 0 0,2 0 0 0 0,0-1 0 0 0,1-1 0 0 0,29 16-1 0 0,-35-24 91 0 0,0 0 0 0 0,1-1 0 0 0,0 0 0 0 0,1-2 0 0 0,-1 0 0 0 0,1-1 0 0 0,0-1 0 0 0,33 2 0 0 0,-42-5-184 0 0,0-1-1 0 0,0 0 1 0 0,0 0-1 0 0,0-1 1 0 0,0 0-1 0 0,0 0 1 0 0,-1-1-1 0 0,1 0 1 0 0,-1-1 0 0 0,15-8-1 0 0,-13 7-817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43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290 21 3225 0 0,'-5'-3'134'0'0,"1"0"1"0"0,-1 1 0 0 0,0-1 0 0 0,-1 1-1 0 0,1 1 1 0 0,0-1 0 0 0,0 1 0 0 0,-1 0-1 0 0,1 0 1 0 0,-1 0 0 0 0,1 1 0 0 0,-1-1-1 0 0,1 2 1 0 0,-1-1 0 0 0,1 0 0 0 0,-1 1-1 0 0,-6 2 1 0 0,-7 1 1140 0 0,-1 1 0 0 0,1 1 0 0 0,-26 11 0 0 0,35-11-367 0 0,-17 6-567 0 0,26-11-151 0 0,1-1 0 0 0,-1 0 0 0 0,0 1 1 0 0,1-1-1 0 0,-1 0 0 0 0,1 0 0 0 0,-1 0 0 0 0,0 1 1 0 0,1-1-1 0 0,-1 0 0 0 0,0 0 0 0 0,1 0 0 0 0,-1 0 1 0 0,0 0-1 0 0,1 0 0 0 0,-1 0 0 0 0,0-1 0 0 0,1 1 1 0 0,-1 0-1 0 0,1 0 0 0 0,-1 0 0 0 0,0-1 0 0 0,1 1 1 0 0,-1 0-1 0 0,1-1 0 0 0,-1 1 0 0 0,1 0 0 0 0,-1-1 1 0 0,1 1-1 0 0,-1-1 0 0 0,0 0 0 0 0,0 1-58 0 0,1-1-1 0 0,-1 1 1 0 0,1 0 0 0 0,-1 0-1 0 0,0-1 1 0 0,1 1-1 0 0,-1 0 1 0 0,0 0 0 0 0,1 0-1 0 0,-1 0 1 0 0,1 0-1 0 0,-1 0 1 0 0,0 0 0 0 0,1 0-1 0 0,-1 0 1 0 0,0 0-1 0 0,1 0 1 0 0,-1 0 0 0 0,0 0-1 0 0,1 1 1 0 0,-1-1 0 0 0,0 0-1 0 0,1 0 1 0 0,-1 1-1 0 0,1-1 1 0 0,-1 0 0 0 0,1 1-1 0 0,-1-1 1 0 0,0 1-1 0 0,0 0-121 0 0,1-1-1 0 0,-1 0 0 0 0,1 0 0 0 0,-1 1 0 0 0,1-1 1 0 0,-1 1-1 0 0,1-1 0 0 0,-1 0 0 0 0,1 1 1 0 0,-1-1-1 0 0,1 1 0 0 0,0-1 0 0 0,-1 1 0 0 0,1-1 1 0 0,0 1-1 0 0,-1-1 0 0 0,1 1 0 0 0,0 0 1 0 0,0-1-1 0 0,0 1 0 0 0,-1-1 0 0 0,1 1 0 0 0,0 0 1 0 0,0-1-1 0 0,0 1 0 0 0,0-1 0 0 0,0 1 0 0 0,0 0 1 0 0,0-1-1 0 0,0 1 0 0 0,1-1 0 0 0,-1 1 1 0 0,0 0-1 0 0,0-1 0 0 0,0 1 0 0 0,1-1 0 0 0,-1 1 1 0 0,0-1-1 0 0,1 2 0 0 0,8 7-8 0 0,0-1 1 0 0,1 0-1 0 0,0 0 0 0 0,0-1 1 0 0,1 0-1 0 0,0-1 0 0 0,13 6 0 0 0,17 11 0 0 0,232 172-125 0 0,-271-194 120 0 0,1 1 1 0 0,-2 0-1 0 0,1-1 1 0 0,0 1 0 0 0,0 0-1 0 0,0 0 1 0 0,-1 0-1 0 0,1 1 1 0 0,-1-1-1 0 0,0 0 1 0 0,0 0 0 0 0,0 1-1 0 0,0-1 1 0 0,0 1-1 0 0,0-1 1 0 0,0 1-1 0 0,-1-1 1 0 0,0 1 0 0 0,1 3-1 0 0,-1-2-1 0 0,-1 1 0 0 0,0-1-1 0 0,1 0 1 0 0,-1 0 0 0 0,-1 0 0 0 0,1 0-1 0 0,-1 0 1 0 0,1 0 0 0 0,-1 0 0 0 0,0-1-1 0 0,-3 4 1 0 0,-7 9 31 0 0,0-1 0 0 0,-1-1 0 0 0,-1 0-1 0 0,-17 14 1 0 0,28-26-11 0 0,-27 24 6 0 0,-55 51 333 0 0,77-69-483 0 0,1 1-1 0 0,0 0 1 0 0,0 0-1 0 0,1 1 1 0 0,0 0 0 0 0,0 0-1 0 0,-6 18 1 0 0,11-25-211 0 0,0-1 0 0 0,0 0 0 0 0,1 0 1 0 0,-1 1-1 0 0,1-1 0 0 0,0 0 0 0 0,-1 1 0 0 0,1-1 1 0 0,0 0-1 0 0,1 0 0 0 0,-1 1 0 0 0,1 3 1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43.7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0 155 1840 0 0,'2'-8'488'0'0,"0"0"0"0"0,1-1-1 0 0,0 1 1 0 0,0 0-1 0 0,1 1 1 0 0,0-1 0 0 0,0 0-1 0 0,6-7 1 0 0,-7 12-248 0 0,-3 2-208 0 0,6-9 787 0 0,0 0-1 0 0,1 1 0 0 0,0 0 0 0 0,14-13 0 0 0,-20 21-712 0 0,0 0 1 0 0,1 0-1 0 0,-1 0 0 0 0,0 0 0 0 0,1 0 1 0 0,-1 0-1 0 0,1 0 0 0 0,-1 1 0 0 0,1-1 0 0 0,-1 0 1 0 0,1 1-1 0 0,0-1 0 0 0,-1 1 0 0 0,1 0 1 0 0,0 0-1 0 0,3 0 0 0 0,-4 0-48 0 0,1 1 0 0 0,-1-1 1 0 0,1 1-1 0 0,-1 0 0 0 0,1-1 0 0 0,-1 1 0 0 0,1 0 0 0 0,-1 0 0 0 0,0 0 0 0 0,0 0 1 0 0,1 1-1 0 0,-1-1 0 0 0,0 0 0 0 0,0 0 0 0 0,0 1 0 0 0,0-1 0 0 0,0 1 1 0 0,0-1-1 0 0,-1 1 0 0 0,2 2 0 0 0,7 20 209 0 0,-1 1 0 0 0,-2 0 0 0 0,0 0 0 0 0,-2 0 1 0 0,3 40-1 0 0,2 14 340 0 0,-8-72-598 0 0,3 19 565 0 0,1-1-1 0 0,12 35 1 0 0,-15-53-822 0 0,1 0 1 0 0,0 0-1 0 0,0 0 0 0 0,1-1 1 0 0,0 1-1 0 0,0-1 0 0 0,1 0 0 0 0,0 0 1 0 0,0 0-1 0 0,0-1 0 0 0,1 0 1 0 0,10 9-1 0 0,-10-10 248 0 0,-1 1 0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43.9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27 10594 0 0,'-4'0'944'0'0,"1"-1"-751"0"0,0-1 751 0 0,3 1-432 0 0,0-1 0 0 0,1-1-160 0 0,1-1-32 0 0,-1-2-8 0 0,5 1 0 0 0,1 4-312 0 0,2-1 0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46.9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4 431 7834 0 0,'-3'-29'1713'0'0,"3"0"0"0"0,3-47 1 0 0,-2 59-584 0 0,-1 17-1084 0 0,0 0 0 0 0,0 0-1 0 0,0-1 1 0 0,0 1 0 0 0,0 0-1 0 0,0 0 1 0 0,0-1 0 0 0,0 1 0 0 0,0 0-1 0 0,0 0 1 0 0,0-1 0 0 0,0 1-1 0 0,0 0 1 0 0,0 0 0 0 0,0-1-1 0 0,0 1 1 0 0,0 0 0 0 0,0 0-1 0 0,0 0 1 0 0,0-1 0 0 0,0 1 0 0 0,0 0-1 0 0,0 0 1 0 0,0-1 0 0 0,0 1-1 0 0,1 0 1 0 0,-1 0 0 0 0,0 0-1 0 0,0-1 1 0 0,0 1 0 0 0,0 0-1 0 0,1 0 1 0 0,-1 0 0 0 0,0 0 0 0 0,0 0-1 0 0,0-1 1 0 0,1 1 0 0 0,-1 0-1 0 0,0 0 1 0 0,0 0 0 0 0,1 0-1 0 0,-1 0 1 0 0,0 0 0 0 0,0 0-1 0 0,1 0 1 0 0,-1 0 0 0 0,0 0 0 0 0,0 0-1 0 0,0 0 1 0 0,1 0 0 0 0,-1 0-1 0 0,1 0 1 0 0,11 15 731 0 0,15 35-965 0 0,-22-41 410 0 0,36 69-211 0 0,52 72-1 0 0,-77-127-9 0 0,1-1 0 0 0,2 0-1 0 0,0-1 1 0 0,1-1 0 0 0,1-1-1 0 0,1 0 1 0 0,31 19 0 0 0,-46-34 112 0 0,1 1 0 0 0,0-1 0 0 0,0-1 0 0 0,0 0 0 0 0,0 0 0 0 0,16 3 1 0 0,-22-5-82 0 0,0-1 1 0 0,0 0 0 0 0,1 1 0 0 0,-1-1 0 0 0,0 0 0 0 0,1 0-1 0 0,-1 0 1 0 0,0-1 0 0 0,0 1 0 0 0,1-1 0 0 0,-1 1 0 0 0,0-1-1 0 0,0 0 1 0 0,0 1 0 0 0,1-1 0 0 0,-1 0 0 0 0,0-1 0 0 0,0 1-1 0 0,-1 0 1 0 0,1 0 0 0 0,0-1 0 0 0,0 1 0 0 0,-1-1 0 0 0,1 0-1 0 0,0 1 1 0 0,-1-1 0 0 0,0 0 0 0 0,1 0 0 0 0,-1 0 0 0 0,1-3-1 0 0,3-8 240 0 0,0-1 0 0 0,-1 1 0 0 0,-1-1-1 0 0,0 0 1 0 0,-1 0 0 0 0,1-15 0 0 0,-3-89 510 0 0,-1 74-619 0 0,-12-395-2033 0 0,12 426 1279 0 0,1-5-559 0 0,-1 6-3904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47.3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18 377 7834 0 0,'-18'0'1029'0'0,"24"-8"482"0"0,27-11 371 0 0,287-111 2697 0 0,-230 96-3868 0 0,225-61 801 0 0,-142 46-1887 0 0,-82 26-956 0 0,-29 11-3404 0 0,-18 5-704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47.6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21 8666 0 0,'-12'-11'36'0'0,"-2"1"2210"0"0,18 21-1346 0 0,20 56 2377 0 0,25 106-1 0 0,-1 74-1748 0 0,9 36-915 0 0,-38-219-732 0 0,5 21-4373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47.8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0 443 1376 0 0,'2'-36'981'0'0,"2"1"0"0"0,2 0 0 0 0,0 0-1 0 0,3 1 1 0 0,1-1 0 0 0,21-48 0 0 0,6 4 1034 0 0,-33 72-1731 0 0,1 0 0 0 0,-1 0 0 0 0,1 0-1 0 0,1 1 1 0 0,-1 0 0 0 0,1 0 0 0 0,0 0 0 0 0,9-6 0 0 0,-15 12-253 0 0,1-1 0 0 0,0 0 0 0 0,-1 1 1 0 0,1-1-1 0 0,0 0 0 0 0,0 1 0 0 0,0 0 0 0 0,0-1 0 0 0,-1 1 0 0 0,1-1 0 0 0,0 1 0 0 0,0 0 1 0 0,0 0-1 0 0,0-1 0 0 0,0 1 0 0 0,0 0 0 0 0,0 0 0 0 0,0 0 0 0 0,0 0 0 0 0,0 0 0 0 0,0 0 0 0 0,0 0 1 0 0,0 1-1 0 0,0-1 0 0 0,0 0 0 0 0,-1 0 0 0 0,1 1 0 0 0,0-1 0 0 0,0 1 0 0 0,0-1 0 0 0,0 1 1 0 0,0-1-1 0 0,-1 1 0 0 0,1-1 0 0 0,0 1 0 0 0,0 0 0 0 0,-1-1 0 0 0,1 1 0 0 0,-1 0 0 0 0,1 0 1 0 0,0-1-1 0 0,-1 1 0 0 0,1 0 0 0 0,-1 0 0 0 0,0 0 0 0 0,1 0 0 0 0,-1 0 0 0 0,0 0 0 0 0,0-1 1 0 0,1 1-1 0 0,-1 0 0 0 0,0 0 0 0 0,0 0 0 0 0,0 2 0 0 0,1 6 0 0 0,0 1-1 0 0,0-1 0 0 0,-1 0 1 0 0,-1 13-1 0 0,-5 21 126 0 0,-15 55-1 0 0,12-61 549 0 0,1 0-1 0 0,-3 49 1 0 0,11-84-619 0 0,0-1-1 0 0,-1 1 1 0 0,1 0 0 0 0,0-1-1 0 0,0 1 1 0 0,0 0 0 0 0,0 0-1 0 0,1-1 1 0 0,-1 1-1 0 0,0 0 1 0 0,1-1 0 0 0,-1 1-1 0 0,1-1 1 0 0,0 1 0 0 0,0 0-1 0 0,-1-1 1 0 0,1 1 0 0 0,0-1-1 0 0,0 0 1 0 0,0 1 0 0 0,0-1-1 0 0,1 0 1 0 0,-1 0-1 0 0,0 1 1 0 0,0-1 0 0 0,1 0-1 0 0,-1 0 1 0 0,1 0 0 0 0,-1-1-1 0 0,1 1 1 0 0,-1 0 0 0 0,1-1-1 0 0,0 1 1 0 0,-1 0 0 0 0,1-1-1 0 0,0 0 1 0 0,-1 1 0 0 0,1-1-1 0 0,0 0 1 0 0,-1 0-1 0 0,1 0 1 0 0,0 0 0 0 0,3-1-1 0 0,8-1-97 0 0,0 0-1 0 0,0-1 0 0 0,0-1 1 0 0,20-8-1 0 0,-16 6-944 0 0,6-2-3903 0 0,4 0-1567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48.1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34 11979 0 0,'-13'-7'1714'0'0,"15"0"1111"0"0,23-6-1772 0 0,-24 12-1340 0 0,2 0-174 0 0,-1 0-1 0 0,1 0 1 0 0,0 0 0 0 0,0 1 0 0 0,0-1 0 0 0,0 1 0 0 0,0 0 0 0 0,0 0-1 0 0,0 0 1 0 0,0 0 0 0 0,0 0 0 0 0,0 1 0 0 0,0-1 0 0 0,0 1 0 0 0,-1 0-1 0 0,1 0 1 0 0,5 2 0 0 0,10 13-95 0 0,-13-6 539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48.3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9 134 3225 0 0,'-9'7'2056'0'0,"12"-8"-1096"0"0,0-2 9 0 0,3-1-105 0 0,5-5-16 0 0,1-3-8 0 0,4-2 0 0 0,0-2-696 0 0,2 0-144 0 0,3-2 0 0 0,0 1 0 0 0,1 1-64 0 0,0 1 64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48.6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52 10138 0 0,'-9'-17'694'0'0,"7"13"-94"0"0,1 1 1 0 0,-1-1-1 0 0,0 1 1 0 0,0 0-1 0 0,0 0 1 0 0,0 0-1 0 0,0 0 1 0 0,-1 0-1 0 0,-4-3 1 0 0,7 6-502 0 0,0 0-1 0 0,-1 1 1 0 0,1-1 0 0 0,0 0 0 0 0,-1 0-1 0 0,1 0 1 0 0,0 1 0 0 0,0-1 0 0 0,-1 0-1 0 0,1 0 1 0 0,0 1 0 0 0,0-1 0 0 0,-1 0-1 0 0,1 1 1 0 0,0-1 0 0 0,0 0-1 0 0,0 1 1 0 0,0-1 0 0 0,0 0 0 0 0,-1 1-1 0 0,1-1 1 0 0,0 0 0 0 0,0 1 0 0 0,0-1-1 0 0,0 0 1 0 0,0 1 0 0 0,0-1 0 0 0,0 1-1 0 0,0-1 1 0 0,0 0 0 0 0,0 1 0 0 0,0-1-1 0 0,1 1 1 0 0,-1 17-18 0 0,0-17 63 0 0,9 125 308 0 0,35 180 0 0 0,-36-274-1257 0 0,17 50 1 0 0,-13-51-562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48.8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51 11522 0 0,'-1'-7'513'0'0,"1"2"95"0"0,0 1-480 0 0,0 1-128 0 0,1 1 0 0 0,-1 1 0 0 0,2-1 368 0 0,-1-1 48 0 0,2-1 16 0 0,0-2 0 0 0,2 2 8 0 0,1-1 0 0 0,0 2 0 0 0,-2 2 0 0 0,1 1-1816 0 0,1 4-352 0 0,0 4-81 0 0,-2 2-15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49.2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31 109 10138 0 0,'-11'0'153'0'0,"-8"-2"1242"0"0,19 1-1312 0 0,1 0-1 0 0,-1 0 0 0 0,1 0 1 0 0,0 0-1 0 0,-1 0 1 0 0,1 0-1 0 0,0 0 1 0 0,-1 1-1 0 0,1-1 0 0 0,0 0 1 0 0,0 0-1 0 0,0 1 1 0 0,0-1-1 0 0,0 0 0 0 0,0 1 1 0 0,0-1-1 0 0,0 1 1 0 0,1-1-1 0 0,23-13-160 0 0,0 1 0 0 0,0 2 0 0 0,36-12 0 0 0,-2 1-3739 0 0,-39 13 311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49.5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123 1 5529 0 0,'-6'1'412'0'0,"0"0"0"0"0,0 0-1 0 0,0 1 1 0 0,0 0 0 0 0,1 0-1 0 0,-1 1 1 0 0,1 0 0 0 0,-1 0-1 0 0,1 0 1 0 0,0 0 0 0 0,0 1-1 0 0,0 0 1 0 0,1 0 0 0 0,-1 0-1 0 0,1 1 1 0 0,0 0 0 0 0,0-1-1 0 0,1 1 1 0 0,-1 1 0 0 0,1-1-1 0 0,0 0 1 0 0,1 1 0 0 0,-1 0-1 0 0,1-1 1 0 0,0 1 0 0 0,0 0-1 0 0,-1 12 1 0 0,2-12-318 0 0,0 0-1 0 0,1 0 1 0 0,-1 1-1 0 0,1-1 1 0 0,0 0-1 0 0,1 0 1 0 0,0 1 0 0 0,0-1-1 0 0,0 0 1 0 0,1 0-1 0 0,0 0 1 0 0,0 0 0 0 0,0 0-1 0 0,1-1 1 0 0,0 1-1 0 0,0-1 1 0 0,0 1-1 0 0,1-1 1 0 0,-1 0 0 0 0,1-1-1 0 0,1 1 1 0 0,-1 0-1 0 0,1-1 1 0 0,-1 0-1 0 0,1 0 1 0 0,1-1 0 0 0,8 6-1 0 0,3-2 15 0 0,0-1 1 0 0,1 0-1 0 0,29 5 0 0 0,-30-7-49 0 0,0 0 0 0 0,-1 0 0 0 0,0 2 0 0 0,23 10 0 0 0,-37-15-57 0 0,0 0-1 0 0,1 1 1 0 0,-1-1-1 0 0,0 0 1 0 0,0 1-1 0 0,0 0 1 0 0,0-1-1 0 0,-1 1 1 0 0,1 0-1 0 0,0 0 1 0 0,-1 0-1 0 0,1 0 1 0 0,-1 0-1 0 0,0 1 1 0 0,0-1-1 0 0,1 0 1 0 0,-2 1-1 0 0,1-1 1 0 0,0 0-1 0 0,1 6 1 0 0,-2-4 21 0 0,0 0 1 0 0,-1 0-1 0 0,1 0 1 0 0,-1 0-1 0 0,1 0 1 0 0,-1 1-1 0 0,0-1 1 0 0,-1 0-1 0 0,1-1 1 0 0,-1 1-1 0 0,-3 6 1 0 0,-5 6-319 0 0,-1 0 0 0 0,-1 0 0 0 0,0-2 0 0 0,-20 19 0 0 0,3-4-6593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49.9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1 354 7370 0 0,'91'-39'6519'0'0,"67"-11"-3989"0"0,-38 12-1128 0 0,523-168 480 0 0,-585 186-2229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50.3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27 10594 0 0,'0'-1'77'0'0,"0"0"-1"0"0,-1 0 0 0 0,1 0 0 0 0,0 0 0 0 0,0 0 1 0 0,0 0-1 0 0,0 1 0 0 0,0-1 0 0 0,0 0 1 0 0,0 0-1 0 0,0 0 0 0 0,0 0 0 0 0,0 0 1 0 0,1 0-1 0 0,-1 0 0 0 0,0 0 0 0 0,1 0 0 0 0,-1 0 1 0 0,1 1-1 0 0,-1-1 0 0 0,1 0 0 0 0,-1 0 1 0 0,1 0-1 0 0,-1 1 0 0 0,1-1 0 0 0,0 0 1 0 0,1-1-1 0 0,-1 2 8 0 0,-1 0 1 0 0,1 0-1 0 0,0 0 1 0 0,0 0 0 0 0,0 0-1 0 0,0 0 1 0 0,-1 0-1 0 0,1 0 1 0 0,0 0-1 0 0,0 1 1 0 0,0-1-1 0 0,-1 0 1 0 0,1 0-1 0 0,0 1 1 0 0,0-1-1 0 0,-1 0 1 0 0,1 1-1 0 0,0-1 1 0 0,-1 1 0 0 0,1-1-1 0 0,0 1 1 0 0,-1-1-1 0 0,1 1 1 0 0,-1 0-1 0 0,1-1 1 0 0,-1 1-1 0 0,1 0 1 0 0,-1-1-1 0 0,1 1 1 0 0,-1 0-1 0 0,1 1 1 0 0,16 29 885 0 0,-2 0-1 0 0,-1 1 1 0 0,17 59 0 0 0,16 105 308 0 0,-13 11-844 0 0,-21-111-943 0 0,52 183 0 0 0,-51-242-1322 0 0,1-6-4791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50.6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1 9218 0 0,'-3'4'4289'0'0,"1"-1"-3233"0"0,-1 2 40 0 0,0-1 9 0 0,0 2-1 0 0,-1 0-1216 0 0,1 0-240 0 0,-2 2-56 0 0,4-1-8 0 0,-1 3 320 0 0,-1-4 96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50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3 100 11522 0 0,'0'0'23'0'0,"0"0"-1"0"0,0 0 1 0 0,0 0-1 0 0,0 0 1 0 0,-1 0-1 0 0,1 0 0 0 0,0 0 1 0 0,0 0-1 0 0,0 0 1 0 0,0 0-1 0 0,0 0 1 0 0,0 0-1 0 0,0 0 0 0 0,-1 0 1 0 0,1 0-1 0 0,0 0 1 0 0,0-1-1 0 0,0 1 0 0 0,0 0 1 0 0,0 0-1 0 0,0 0 1 0 0,0 0-1 0 0,0 0 1 0 0,0 0-1 0 0,0 0 0 0 0,0-1 1 0 0,-1 1-1 0 0,1 0 1 0 0,0 0-1 0 0,0 0 1 0 0,0 0-1 0 0,0 0 0 0 0,0 0 1 0 0,0-1-1 0 0,0 1 1 0 0,0 0-1 0 0,0 0 1 0 0,0 0-1 0 0,0 0 0 0 0,0 0 1 0 0,0 0-1 0 0,0-1 1 0 0,1 1-1 0 0,-1 0 0 0 0,0 0 1 0 0,0 0-1 0 0,0 0 1 0 0,0 0-1 0 0,0 0 1 0 0,0 0-1 0 0,0-1 0 0 0,0 1 1 0 0,0 0-1 0 0,0 0 1 0 0,0 0-1 0 0,1 0 1 0 0,10-10 710 0 0,23-10 102 0 0,-24 14-310 0 0,17-13 610 0 0,13-7 165 0 0,-11 13-8092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51.0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0 3681 0 0,'-15'27'882'0'0,"2"0"0"0"0,-19 50 0 0 0,28-66-392 0 0,0 1 0 0 0,1 0 0 0 0,1 1 0 0 0,0-1 0 0 0,0 0 0 0 0,2 1 0 0 0,-1-1 0 0 0,1 1 0 0 0,3 16-1 0 0,-2-25-333 0 0,-1-1-1 0 0,1 1 0 0 0,0-1 0 0 0,0 1 0 0 0,1-1 1 0 0,-1 0-1 0 0,1 0 0 0 0,-1 1 0 0 0,1-1 0 0 0,0 0 0 0 0,1 0 1 0 0,-1 0-1 0 0,0-1 0 0 0,1 1 0 0 0,-1-1 0 0 0,1 1 1 0 0,0-1-1 0 0,0 0 0 0 0,0 0 0 0 0,0 0 0 0 0,0 0 1 0 0,5 2-1 0 0,4-1 197 0 0,0 0-1 0 0,0 0 1 0 0,0-1 0 0 0,0-1 0 0 0,17 1 0 0 0,-20-3-292 0 0,1 2 0 0 0,-1-1 0 0 0,1 1 0 0 0,-1 1 0 0 0,0 0 0 0 0,1 0 0 0 0,-1 1-1 0 0,16 7 1 0 0,-23-9-168 0 0,0 1-1 0 0,-1-1 1 0 0,0 1-1 0 0,1 0 1 0 0,-1-1-1 0 0,0 1 1 0 0,0 0-1 0 0,0 0 1 0 0,0-1-1 0 0,0 1 1 0 0,0 0-1 0 0,0 0 1 0 0,-1 0-1 0 0,1 0 1 0 0,-1 0-1 0 0,1 0 1 0 0,-1 0-1 0 0,0 0 1 0 0,0 1-1 0 0,0-1 1 0 0,0 0-1 0 0,0 0 1 0 0,0 0-1 0 0,-1 0 1 0 0,1 0-1 0 0,-1 0 1 0 0,1 0-1 0 0,-2 3 1 0 0,-2 7-527 0 0,-1 0 0 0 0,0 0 0 0 0,-8 13 0 0 0,-6 8-1124 0 0,-3 4-2057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51.6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46 128 5529 0 0,'-6'-8'-28'0'0,"-25"-47"3586"0"0,29 52-3109 0 0,1-1 0 0 0,0 1-1 0 0,0 0 1 0 0,0-1-1 0 0,0 1 1 0 0,0-1 0 0 0,1 0-1 0 0,-1 1 1 0 0,1-1 0 0 0,0 1-1 0 0,0-1 1 0 0,1 0-1 0 0,-1 1 1 0 0,2-6 0 0 0,-2 9-384 0 0,0 0-1 0 0,0-1 1 0 0,0 1 0 0 0,0 0 0 0 0,0-1 0 0 0,0 1 0 0 0,0 0 0 0 0,0 0 0 0 0,0-1 0 0 0,0 1 0 0 0,0 0-1 0 0,1 0 1 0 0,-1-1 0 0 0,0 1 0 0 0,0 0 0 0 0,0 0 0 0 0,0-1 0 0 0,1 1 0 0 0,-1 0 0 0 0,0 0-1 0 0,0 0 1 0 0,1 0 0 0 0,-1-1 0 0 0,0 1 0 0 0,0 0 0 0 0,1 0 0 0 0,-1 0 0 0 0,0 0 0 0 0,0 0-1 0 0,1 0 1 0 0,-1-1 0 0 0,0 1 0 0 0,1 0 0 0 0,-1 0 0 0 0,0 0 0 0 0,0 0 0 0 0,1 0 0 0 0,-1 0-1 0 0,1 0 1 0 0,8 11 1060 0 0,5 17-374 0 0,-6 0-490 0 0,-1 1-1 0 0,-1 0 1 0 0,-2 1-1 0 0,-1-1 1 0 0,-1 1-1 0 0,-2 30 0 0 0,3 37-381 0 0,10 15-3254 0 0,-7-80-3433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51.9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0 305 456 0 0,'2'-10'-103'0'0,"4"-16"820"0"0,14-44-1 0 0,-17 63-179 0 0,0 0-1 0 0,0 1 1 0 0,1-1 0 0 0,0 0-1 0 0,0 1 1 0 0,0 0-1 0 0,1 0 1 0 0,0 0-1 0 0,0 0 1 0 0,11-8-1 0 0,-16 14-400 0 0,1-1 0 0 0,0 1 0 0 0,0-1 0 0 0,-1 1 0 0 0,1-1 0 0 0,0 1 0 0 0,0 0 0 0 0,0-1-1 0 0,0 1 1 0 0,0 0 0 0 0,0 0 0 0 0,-1 0 0 0 0,1-1 0 0 0,0 1 0 0 0,0 0 0 0 0,0 0 0 0 0,0 0 0 0 0,0 1 0 0 0,0-1-1 0 0,0 0 1 0 0,0 0 0 0 0,0 0 0 0 0,1 1 0 0 0,0 1 101 0 0,0-1 0 0 0,1 0-1 0 0,-1 1 1 0 0,0-1 0 0 0,0 1 0 0 0,0 0-1 0 0,-1 0 1 0 0,4 3 0 0 0,2 5 564 0 0,0 0-1 0 0,9 21 1 0 0,-14-26-507 0 0,3 5 81 0 0,3 8-7 0 0,1-1-1 0 0,1 0 0 0 0,0-1 0 0 0,1 0 1 0 0,17 19-1 0 0,-27-34-411 0 0,1 1 1 0 0,-1-1-1 0 0,1 0 0 0 0,0 1 1 0 0,-1-1-1 0 0,1 0 1 0 0,0 0-1 0 0,0 0 0 0 0,-1-1 1 0 0,1 1-1 0 0,0 0 1 0 0,0-1-1 0 0,0 1 0 0 0,0-1 1 0 0,0 0-1 0 0,0 1 0 0 0,0-1 1 0 0,0 0-1 0 0,0 0 1 0 0,0 0-1 0 0,0-1 0 0 0,0 1 1 0 0,0 0-1 0 0,0-1 1 0 0,0 1-1 0 0,0-1 0 0 0,0 0 1 0 0,0 0-1 0 0,-1 0 0 0 0,1 0 1 0 0,0 0-1 0 0,0 0 1 0 0,-1 0-1 0 0,1 0 0 0 0,-1-1 1 0 0,1 1-1 0 0,1-2 1 0 0,6-7-285 0 0,1-1 1 0 0,-1 0 0 0 0,0 0 0 0 0,8-15 0 0 0,-10 15 306 0 0,39-72-356 0 0,-37 65 654 0 0,0-1 0 0 0,2 1 0 0 0,0 1 0 0 0,0 0 0 0 0,2 1 0 0 0,19-21 0 0 0,-31 36-183 0 0,1 0 0 0 0,-1-1 1 0 0,0 1-1 0 0,0 0 0 0 0,1 0 1 0 0,-1 0-1 0 0,0 1 1 0 0,1-1-1 0 0,-1 0 0 0 0,1 0 1 0 0,-1 1-1 0 0,1-1 0 0 0,0 1 1 0 0,-1-1-1 0 0,1 1 1 0 0,-1 0-1 0 0,1 0 0 0 0,0 0 1 0 0,-1-1-1 0 0,4 2 0 0 0,-4-1-14 0 0,0 1 1 0 0,1 0-1 0 0,-1-1 0 0 0,0 1 0 0 0,1 0 0 0 0,-1 0 0 0 0,0 0 0 0 0,0 0 0 0 0,0 0 0 0 0,0 0 0 0 0,0 0 0 0 0,0 1 0 0 0,0-1 0 0 0,-1 0 1 0 0,1 0-1 0 0,0 1 0 0 0,0-1 0 0 0,0 2 0 0 0,2 9 228 0 0,1 0 1 0 0,-1 0-1 0 0,-1 0 0 0 0,1 17 1 0 0,-2-17-257 0 0,-1-11-55 0 0,3 23-210 0 0,0 0-1 0 0,1-1 1 0 0,2 1 0 0 0,0-1-1 0 0,10 22 1 0 0,-6-23-7114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52.3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25 143 10594 0 0,'-22'-4'1466'0'0,"22"4"-1390"0"0,0 0 0 0 0,-1 0 1 0 0,1-1-1 0 0,0 1 0 0 0,0 0 1 0 0,0 0-1 0 0,0 0 0 0 0,-1-1 1 0 0,1 1-1 0 0,0 0 0 0 0,0 0 0 0 0,0-1 1 0 0,0 1-1 0 0,0 0 0 0 0,0 0 1 0 0,0-1-1 0 0,-1 1 0 0 0,1 0 1 0 0,0-1-1 0 0,0 1 0 0 0,0 0 0 0 0,0 0 1 0 0,0-1-1 0 0,0 1 0 0 0,1 0 1 0 0,-1-1-1 0 0,0 1 0 0 0,0 0 1 0 0,0 0-1 0 0,0-1 0 0 0,0 1 1 0 0,0 0-1 0 0,0 0 0 0 0,1-1 0 0 0,-1 1 1 0 0,0 0-1 0 0,0 0 0 0 0,30-27 3791 0 0,-25 24-4074 0 0,23-19 914 0 0,-6 5-1178 0 0,31-20 0 0 0,-48 34-96 0 0,1 0 0 0 0,-1 0 0 0 0,1 0-1 0 0,0 1 1 0 0,0 0 0 0 0,0 0 0 0 0,0 0 0 0 0,0 1 0 0 0,0 0 0 0 0,0 0 0 0 0,11 1-1 0 0,-1 3-76 0 0,-3 5 472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52.4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93 10594 0 0,'1'0'472'0'0,"-1"-2"96"0"0,2 1-455 0 0,-1-1-113 0 0,1 1 0 0 0,1-1 0 0 0,1-1-265 0 0,2-1-79 0 0,3-5-8 0 0,5-3-8 0 0,0 0-344 0 0,6-4-72 0 0,1 1-16 0 0,-2 1 0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52.8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17 10594 0 0,'6'-17'1315'0'0,"-2"32"-116"0"0,1 32 950 0 0,-26 384 3462 0 0,-1-71-5364 0 0,22-190-1553 0 0,10-3-3405 0 0,-2-110 2696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53.1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151 53 5985 0 0,'12'-22'-196'0'0,"8"-9"10376"0"0,-26 52-8413 0 0,-44 122 551 0 0,-23 71-1056 0 0,56-155-2640 0 0,-16 100 1 0 0,30-123-5349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53.5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1 214 3169 0 0,'5'-38'247'0'0,"4"-24"-179"0"0,7 23 7752 0 0,-16 39-7745 0 0,6 9 1997 0 0,2 16-276 0 0,-8-23-1502 0 0,5 18 182 0 0,1-1 0 0 0,1 0 0 0 0,1 0 1 0 0,1-1-1 0 0,0 0 0 0 0,1 0 0 0 0,1-1 0 0 0,0-1 1 0 0,2 1-1 0 0,15 14 0 0 0,-27-30-532 0 0,0 0 1 0 0,0 0-1 0 0,0 0 1 0 0,1 0-1 0 0,-1 0 0 0 0,0-1 1 0 0,1 1-1 0 0,-1 0 0 0 0,1-1 1 0 0,-1 1-1 0 0,1-1 1 0 0,-1 0-1 0 0,1 1 0 0 0,-1-1 1 0 0,1 0-1 0 0,-1 0 0 0 0,1 0 1 0 0,-1 0-1 0 0,1 0 1 0 0,-1 0-1 0 0,1-1 0 0 0,0 1 1 0 0,-1 0-1 0 0,0-1 0 0 0,1 1 1 0 0,-1-1-1 0 0,1 0 1 0 0,-1 1-1 0 0,0-1 0 0 0,1 0 1 0 0,-1 0-1 0 0,0 0 0 0 0,0 0 1 0 0,1 0-1 0 0,-1 0 1 0 0,0 0-1 0 0,0 0 0 0 0,1-2 1 0 0,6-7-245 0 0,0-1 1 0 0,-1 1 0 0 0,11-22 0 0 0,-9 16 250 0 0,9-17 234 0 0,18-48 1 0 0,6-12 1833 0 0,-40 90-1929 0 0,-1 1 0 0 0,0-1 0 0 0,1 1 1 0 0,0 0-1 0 0,-1-1 0 0 0,1 1 0 0 0,0 0 1 0 0,0 0-1 0 0,0 0 0 0 0,0 0 0 0 0,5-2 1 0 0,-7 4-67 0 0,1 0 1 0 0,-1-1 0 0 0,1 1 0 0 0,-1 0-1 0 0,1 0 1 0 0,0 0 0 0 0,-1 0 0 0 0,1 0-1 0 0,0 0 1 0 0,-1 0 0 0 0,1 0 0 0 0,-1 0-1 0 0,1 0 1 0 0,0 0 0 0 0,-1 0-1 0 0,1 0 1 0 0,-1 0 0 0 0,1 1 0 0 0,0-1-1 0 0,-1 0 1 0 0,2 1 0 0 0,-1 0-5 0 0,0 0-1 0 0,0 0 1 0 0,0 0 0 0 0,0 0-1 0 0,0 1 1 0 0,0-1 0 0 0,0 0-1 0 0,0 1 1 0 0,0-1 0 0 0,-1 0-1 0 0,1 1 1 0 0,0 1 0 0 0,14 45 498 0 0,-5-14-1978 0 0,-2-11-3557 0 0,2-2-1723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53.8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30 920 0 0,'-19'-29'15716'0'0,"11"131"-12054"0"0,-4 31-2910 0 0,-20 69-57 0 0,5-37-1882 0 0,12-55-4429 0 0,9-63-812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54.1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49 8290 0 0,'1'-3'517'0'0,"0"0"0"0"0,1 0 1 0 0,-1 0-1 0 0,1 0 1 0 0,0 0-1 0 0,0 1 0 0 0,0-1 1 0 0,0 1-1 0 0,1-1 0 0 0,-1 1 1 0 0,1 0-1 0 0,0-1 0 0 0,3-1 1 0 0,-5 3-336 0 0,1 0 0 0 0,0 0 0 0 0,-1 0 1 0 0,1 0-1 0 0,0 0 0 0 0,0 1 0 0 0,0-1 0 0 0,0 0 1 0 0,-1 1-1 0 0,1 0 0 0 0,0-1 0 0 0,0 1 0 0 0,0 0 1 0 0,0 0-1 0 0,0 0 0 0 0,0 0 0 0 0,0 0 0 0 0,0 1 1 0 0,0-1-1 0 0,0 0 0 0 0,0 1 0 0 0,-1 0 1 0 0,1-1-1 0 0,0 1 0 0 0,0 0 0 0 0,1 1 0 0 0,17 13 71 0 0,-1 1-1 0 0,-1 1 1 0 0,-1 0-1 0 0,0 2 0 0 0,-1-1 1 0 0,24 40-1 0 0,-23-30-1340 0 0,-1 1 1 0 0,-2 0-1 0 0,-1 1 1 0 0,15 54-1 0 0,-18-46-5147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54.3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92 9674 0 0,'-3'-2'424'0'0,"1"1"200"0"0,4-1-624 0 0,1 1 0 0 0,1-1 0 0 0,2 1 672 0 0,3-2 105 0 0,6-2 23 0 0,6-1 8 0 0,6-3 8 0 0,5-1 0 0 0,1-2 0 0 0,0 2 1 0 0,-3-1-1241 0 0,-1 4-249 0 0,-2 2-55 0 0,-3 1-8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1:54.4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9674 0 0,'0'-6'424'0'0,"0"3"96"0"0,1 0-416 0 0,1 0-104 0 0,-1 2 0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44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9 5065 0 0,'-4'-2'155'0'0,"-1"1"-1"0"0,1 0 1 0 0,-1-1 0 0 0,1 1-1 0 0,-1 1 1 0 0,1-1-1 0 0,-1 1 1 0 0,1-1 0 0 0,-1 1-1 0 0,0 1 1 0 0,1-1-1 0 0,-1 1 1 0 0,1-1 0 0 0,-1 1-1 0 0,1 1 1 0 0,-1-1-1 0 0,1 1 1 0 0,0-1 0 0 0,-1 1-1 0 0,1 1 1 0 0,0-1-1 0 0,0 0 1 0 0,1 1 0 0 0,-1 0-1 0 0,0 0 1 0 0,1 0-1 0 0,-5 5 1 0 0,4-1 98 0 0,-1-1 1 0 0,2 1-1 0 0,-1 0 1 0 0,1 0-1 0 0,0 1 0 0 0,0-1 1 0 0,0 1-1 0 0,1-1 1 0 0,1 1-1 0 0,-1 0 0 0 0,1 8 1 0 0,-2 16 513 0 0,4 43-1 0 0,-1-65-643 0 0,28 360 1872 0 0,-10-163-1463 0 0,237 1818 1593 0 0,-208-1759-2180 0 0,43 314 1039 0 0,-83-489-784 0 0,-3 0 0 0 0,-4 1 0 0 0,-4-1-1 0 0,-21 123 1 0 0,23-198-253 0 0,0-7-133 0 0,1 0 1 0 0,-1 0 0 0 0,0-1-1 0 0,-1 1 1 0 0,0 0-1 0 0,-6 12 1 0 0,4-16-1645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44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89 108 2304 0 0,'-86'-43'4257'0'0,"86"43"-4232"0"0,0 0-1 0 0,-1 0 0 0 0,1 0 0 0 0,0 0 0 0 0,0-1 0 0 0,0 1 0 0 0,0 0 0 0 0,0 0 1 0 0,0 0-1 0 0,0 0 0 0 0,-1 0 0 0 0,1 0 0 0 0,0 0 0 0 0,0 0 0 0 0,0 0 0 0 0,0 0 1 0 0,0 0-1 0 0,0-1 0 0 0,0 1 0 0 0,0 0 0 0 0,0 0 0 0 0,0 0 0 0 0,-1 0 1 0 0,1 0-1 0 0,0 0 0 0 0,0-1 0 0 0,0 1 0 0 0,0 0 0 0 0,0 0 0 0 0,0 0 0 0 0,0 0 1 0 0,0 0-1 0 0,0 0 0 0 0,0-1 0 0 0,0 1 0 0 0,0 0 0 0 0,0 0 0 0 0,0 0 1 0 0,0 0-1 0 0,0 0 0 0 0,0 0 0 0 0,1-1 0 0 0,-1 1 0 0 0,0 0 0 0 0,0 0 0 0 0,0 0 1 0 0,0 0-1 0 0,0 0 0 0 0,0 0 0 0 0,0 0 0 0 0,0 0 0 0 0,0-1 0 0 0,10-3 559 0 0,14-2-69 0 0,83-13 532 0 0,1 4 1 0 0,1 5 0 0 0,0 5 0 0 0,145 12 0 0 0,-187-1-678 0 0,373 20 510 0 0,-398-27-866 0 0,193 1 274 0 0,-170 3-163 0 0,101 17-1 0 0,-160-19-206 0 0,-1 1 0 0 0,0-1 1 0 0,1 1-1 0 0,-1-1 0 0 0,0 2 0 0 0,0-1 0 0 0,6 4 0 0 0,-2 1-457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45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776 0 4145 0 0,'-2'1'133'0'0,"0"-1"0"0"0,-1 1 0 0 0,1-1 0 0 0,0 1 0 0 0,0 0 1 0 0,0 0-1 0 0,0 0 0 0 0,0 0 0 0 0,1 0 0 0 0,-1 0 0 0 0,0 0 0 0 0,-2 3 0 0 0,3-2 25 0 0,0 1 0 0 0,0-1 0 0 0,0 1 0 0 0,0-1 0 0 0,0 1 0 0 0,1-1-1 0 0,0 1 1 0 0,-1-1 0 0 0,1 1 0 0 0,0 0 0 0 0,0 2 0 0 0,1 299 5876 0 0,26 153-4421 0 0,-13-269-1299 0 0,69 599 79 0 0,-78-744-366 0 0,76 503-77 0 0,-21-155 0 0 0,-24-138 73 0 0,37 273-71 0 0,-25 1 345 0 0,-45-472-249 0 0,-2 3 934 0 0,3 1 0 0 0,23 109 0 0 0,-27-165-948 0 0,1 0-1 0 0,0 0 0 0 0,0 1 0 0 0,0-1 0 0 0,1 0 1 0 0,-1 0-1 0 0,1 0 0 0 0,-1 0 0 0 0,1-1 0 0 0,0 1 0 0 0,0 0 1 0 0,1-1-1 0 0,-1 1 0 0 0,0-1 0 0 0,1 0 0 0 0,4 4 1 0 0,1 5-82 0 0,-8-8-95 0 0,-9-10-102 0 0,8 7 179 0 0,-4-1 13 0 0,-1 1 52 0 0,0 1-1 0 0,1-1 1 0 0,-1 1 0 0 0,1 0 0 0 0,-1 1 0 0 0,1-1-1 0 0,-1 1 1 0 0,-5 2 0 0 0,1 0 1 0 0,-1-1 0 0 0,0 0 0 0 0,0-1 0 0 0,-17 1 0 0 0,-10 2 0 0 0,-42 8 100 0 0,0-4 1 0 0,-114-1-1 0 0,-162-24 733 0 0,281 11-769 0 0,-60 2 270 0 0,34 0-6476 0 0,57 2-178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46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47 337 456 0 0,'-2'0'96'0'0,"1"0"-1"0"0,-1-1 1 0 0,1 1 0 0 0,-1-1 0 0 0,1 1-1 0 0,-1-1 1 0 0,1 0 0 0 0,0 1-1 0 0,-1-1 1 0 0,1 0 0 0 0,0 0-1 0 0,-1 0 1 0 0,1 0 0 0 0,0 0-1 0 0,0 0 1 0 0,0 0 0 0 0,0-1-1 0 0,0 1 1 0 0,0 0 0 0 0,0-1 0 0 0,0 1-1 0 0,1 0 1 0 0,-1-1 0 0 0,1 1-1 0 0,-1-1 1 0 0,1 1 0 0 0,-1-1-1 0 0,1 1 1 0 0,0-1 0 0 0,-1 0-1 0 0,1-1 1 0 0,-1-10 712 0 0,-1 1 0 0 0,2-25 0 0 0,0 27-442 0 0,0-25 35 0 0,-5-136 2524 0 0,-2 148-5659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46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90 3225 0 0,'0'-3'-7'0'0,"-1"1"184"0"0,1 0-1 0 0,0 0 1 0 0,0-1 0 0 0,0 1 0 0 0,0 0 0 0 0,1 0 0 0 0,-1-1 0 0 0,1 1 0 0 0,-1 0 0 0 0,1 0 0 0 0,0 0 0 0 0,-1 0 0 0 0,1 0 0 0 0,0 0 0 0 0,0 0 0 0 0,1 0 0 0 0,-1 0 0 0 0,0 0 0 0 0,1 0 0 0 0,2-2-1 0 0,2-1 12 0 0,0 1 0 0 0,0 0 0 0 0,0 0 0 0 0,0 0 0 0 0,1 1 0 0 0,0 0-1 0 0,0 0 1 0 0,0 1 0 0 0,0 0 0 0 0,0 0 0 0 0,0 0 0 0 0,1 1 0 0 0,-1 0-1 0 0,1 1 1 0 0,14 0 0 0 0,8 2 737 0 0,1 1 1 0 0,42 9-1 0 0,-62-9-925 0 0,0-1 0 0 0,0 0 0 0 0,1-1 0 0 0,-1 0 0 0 0,0 0 0 0 0,1-1 0 0 0,-1-1 0 0 0,0 0 0 0 0,1-1 0 0 0,20-5 0 0 0,-31 6 20 0 0,-1 0 1 0 0,1 1-1 0 0,0-1 1 0 0,0 1-1 0 0,0 0 1 0 0,0-1-1 0 0,0 1 0 0 0,0 0 1 0 0,0-1-1 0 0,0 1 1 0 0,0 0-1 0 0,0 0 1 0 0,0 0-1 0 0,0 0 1 0 0,0 0-1 0 0,0 0 1 0 0,0 0-1 0 0,0 0 1 0 0,0 0-1 0 0,0 1 1 0 0,0-1-1 0 0,0 0 1 0 0,0 1-1 0 0,0-1 0 0 0,0 1 1 0 0,0-1-1 0 0,2 2 1 0 0,-3 0 34 0 0,0 0 0 0 0,0 0 1 0 0,1 0-1 0 0,-1 1 0 0 0,0-1 0 0 0,-1 0 1 0 0,1 0-1 0 0,0 0 0 0 0,-1 0 0 0 0,1 0 1 0 0,-2 4-1 0 0,-2 13 48 0 0,2 1 1 0 0,-1 34-1 0 0,0 5 80 0 0,-14 59 851 0 0,0-3-903 0 0,11-39-4207 0 0,4-58-872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53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1225 149 3225 0 0,'13'-22'153'0'0,"-6"11"-146"0"0,-1 0-1 0 0,1-1 1 0 0,-2 1 0 0 0,0-1-1 0 0,0-1 1 0 0,-1 1 0 0 0,3-16-1 0 0,-7 27 18 0 0,0 0 0 0 0,1 1 1 0 0,-1-1-1 0 0,0 1 0 0 0,0-1 0 0 0,0 0 0 0 0,0 1 0 0 0,-1-1 0 0 0,1 1 0 0 0,0-1 0 0 0,0 1 0 0 0,0-1 0 0 0,0 1 0 0 0,-1-1 0 0 0,1 0 0 0 0,0 1 0 0 0,0-1 0 0 0,-1 1 0 0 0,1-1 0 0 0,0 1 0 0 0,-1 0 0 0 0,1-1 0 0 0,-1 1 0 0 0,1-1 0 0 0,0 1 0 0 0,-1 0 0 0 0,1-1 0 0 0,-1 1 0 0 0,1 0 0 0 0,-1-1 0 0 0,1 1 0 0 0,-1 0 1 0 0,1 0-1 0 0,-1 0 0 0 0,0-1 0 0 0,1 1 0 0 0,-1 0 0 0 0,1 0 0 0 0,-1 0 0 0 0,1 0 0 0 0,-1 0 0 0 0,0 0 0 0 0,1 0 0 0 0,-1 0 0 0 0,1 0 0 0 0,-1 0 0 0 0,0 1 0 0 0,1-1 0 0 0,-1 0 0 0 0,1 0 0 0 0,-1 0 0 0 0,1 1 0 0 0,-1-1 0 0 0,1 0 0 0 0,-1 1 0 0 0,0-1 0 0 0,-36 20 683 0 0,31-16-542 0 0,-175 107 1670 0 0,-62 36-361 0 0,165-105-1144 0 0,-99 40 0 0 0,113-56-67 0 0,2 2 0 0 0,2 4 0 0 0,-103 70 0 0 0,29 6-3389 0 0,78-55-129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54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3225 0 0,'3'-16'168'0'0,"-3"15"-163"0"0,1 1 0 0 0,-1 0 0 0 0,0 0 0 0 0,1-1 0 0 0,-1 1-1 0 0,0 0 1 0 0,1 0 0 0 0,-1 0 0 0 0,1 0 0 0 0,-1 0 0 0 0,0 0 0 0 0,1-1 0 0 0,-1 1-1 0 0,1 0 1 0 0,-1 0 0 0 0,0 0 0 0 0,1 0 0 0 0,-1 0 0 0 0,1 1 0 0 0,-1-1 0 0 0,1 0-1 0 0,-1 0 1 0 0,0 0 0 0 0,1 0 0 0 0,-1 0 0 0 0,0 0 0 0 0,1 1 0 0 0,-1-1 0 0 0,1 0-1 0 0,-1 0 1 0 0,0 1 0 0 0,0-1 0 0 0,1 0 0 0 0,-1 0 0 0 0,2 2 444 0 0,1 2 27 0 0,4 4-231 0 0,-1 0 0 0 0,0 0 0 0 0,-1 0 0 0 0,0 1 0 0 0,0 0 0 0 0,6 18 0 0 0,16 66 696 0 0,-22-71-737 0 0,1 0 0 0 0,1 0 0 0 0,1-1 0 0 0,0 0 1 0 0,14 23-1 0 0,-1-11 158 0 0,1-2 0 0 0,52 57 0 0 0,-64-78-275 0 0,1 0 1 0 0,0 0-1 0 0,0-1 1 0 0,1-1-1 0 0,0 1 1 0 0,1-2-1 0 0,0 0 1 0 0,0-1-1 0 0,0 0 1 0 0,28 8-1 0 0,-27-12 10 0 0,-1-1 0 0 0,0 0 0 0 0,1 0-1 0 0,-1-1 1 0 0,1-1 0 0 0,-1-1 0 0 0,1 0 0 0 0,-1 0 0 0 0,0-1-1 0 0,13-5 1 0 0,21-10 627 0 0,61-30-1 0 0,-49 19-149 0 0,21-2 68 0 0,158-40 1 0 0,-168 53-625 0 0,80-27 70 0 0,-2-6-1 0 0,223-110 1 0 0,-237 86-2713 0 0,-123 69-1938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55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1 482 1840 0 0,'29'-4'1107'0'0,"27"-17"-347"0"0,0-3-1 0 0,73-43 1 0 0,42-19 1854 0 0,-92 48-2235 0 0,96-61 0 0 0,36-19-15 0 0,-179 104-389 0 0,-1 3-102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57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561 0 1840 0 0,'-17'2'491'0'0,"0"0"-1"0"0,0 1 0 0 0,-31 9 1 0 0,13-2 119 0 0,19-7-311 0 0,-1 1 0 0 0,1 0 0 0 0,0 1 0 0 0,1 1 0 0 0,-1 1 0 0 0,1 0 0 0 0,1 1 0 0 0,-1 0 0 0 0,-25 21 0 0 0,-13 20 649 0 0,-82 101 0 0 0,127-138-894 0 0,1-1-1 0 0,0 2 1 0 0,1-1-1 0 0,0 1 1 0 0,1 0 0 0 0,1 0-1 0 0,0 0 1 0 0,0 1-1 0 0,2-1 1 0 0,-1 1 0 0 0,2 0-1 0 0,0 23 1 0 0,1-2-10 0 0,2-1 0 0 0,2 0-1 0 0,16 66 1 0 0,-15-75 155 0 0,2-1-1 0 0,1 0 1 0 0,1-1-1 0 0,12 23 0 0 0,-16-37-16 0 0,0-1-1 0 0,1 0 1 0 0,-1 0-1 0 0,2 0 0 0 0,-1-1 1 0 0,1 0-1 0 0,0 0 0 0 0,1-1 1 0 0,-1 0-1 0 0,1 0 1 0 0,0-1-1 0 0,1 0 0 0 0,12 6 1 0 0,120 43 516 0 0,-75-30-25 0 0,74 38 0 0 0,-46-13-254 0 0,220 122 1022 0 0,-206-110-1176 0 0,-50-30-170 0 0,0 4 1 0 0,74 57-1 0 0,93 75-26 0 0,-181-140-27 0 0,1-2 0 0 0,1-1 0 0 0,68 23-1 0 0,-72-35 166 0 0,0-1 0 0 0,1-2-1 0 0,60 5 1 0 0,-80-16-1795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58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4145 0 0,'0'0'319'0'0,"23"9"1058"0"0,-1-3-820 0 0,0-2-1 0 0,1 0 1 0 0,-1-1-1 0 0,1-1 1 0 0,27-1-1 0 0,115-15 1010 0 0,-103 7-978 0 0,64 1-1 0 0,-58 9-102 0 0,0 4 1 0 0,-1 2-1 0 0,0 3 0 0 0,124 40 0 0 0,-19 0 216 0 0,-98-31-208 0 0,0 2 0 0 0,-1 4 0 0 0,80 41 0 0 0,-97-34-514 0 0,-44-25 6 0 0,1 0-1 0 0,-1-2 1 0 0,2 1 0 0 0,-1-2-1 0 0,1 0 1 0 0,0 0-1 0 0,0-1 1 0 0,1-1-1 0 0,29 5 1 0 0,-22-8-826 0 0,-9 0-3091 0 0,1 0-1259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58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0 0 6833 0 0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5:59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5 269 2304 0 0,'0'0'27'0'0,"-1"0"0"0"0,1 0-1 0 0,0 0 1 0 0,0 0-1 0 0,0 0 1 0 0,0 0 0 0 0,-1 0-1 0 0,1 0 1 0 0,0 0-1 0 0,0 0 1 0 0,0 0-1 0 0,0 0 1 0 0,-1 0 0 0 0,1 0-1 0 0,0 0 1 0 0,0 0-1 0 0,0 0 1 0 0,0 0 0 0 0,0 0-1 0 0,-1 0 1 0 0,1-1-1 0 0,0 1 1 0 0,0 0 0 0 0,0 0-1 0 0,0 0 1 0 0,0 0-1 0 0,0 0 1 0 0,0 0-1 0 0,0-1 1 0 0,-1 1 0 0 0,1 0-1 0 0,0 0 1 0 0,0 0-1 0 0,0 0 1 0 0,0-1 0 0 0,0 1-1 0 0,0 0 1 0 0,0 0-1 0 0,0 0 1 0 0,0 0-1 0 0,0 0 1 0 0,0-1 0 0 0,0 1-1 0 0,0 0 1 0 0,0 0-1 0 0,0 0 1 0 0,0 0 0 0 0,0-1-1 0 0,0 1 1 0 0,0 0-1 0 0,1 0 1 0 0,-1 0-1 0 0,0 0 1 0 0,0 0 0 0 0,0-1-1 0 0,0 1 1 0 0,0 0-1 0 0,0 0 1 0 0,12-15 1029 0 0,19-11 663 0 0,-11 17-1100 0 0,1 1 0 0 0,0 1 0 0 0,0 1 0 0 0,0 1 0 0 0,1 0 0 0 0,0 2-1 0 0,0 1 1 0 0,0 0 0 0 0,0 2 0 0 0,0 0 0 0 0,26 5 0 0 0,-35-4-579 0 0,0-1 0 0 0,1 0 0 0 0,-1-1 0 0 0,0 0 0 0 0,0-1 1 0 0,0-1-1 0 0,0 0 0 0 0,0 0 0 0 0,0-2 0 0 0,17-7 0 0 0,2-6-17 0 0,0-1 0 0 0,42-32 0 0 0,-54 36 8 0 0,-4 4-371 0 0,0 2-1 0 0,19-10 1 0 0,-16 10-4533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00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1840 0 0,'2'-2'57'0'0,"-1"0"0"0"0,1 0-1 0 0,0 0 1 0 0,1 0-1 0 0,-1 0 1 0 0,0 0-1 0 0,0 1 1 0 0,1-1 0 0 0,-1 1-1 0 0,1 0 1 0 0,-1 0-1 0 0,1 0 1 0 0,0 0 0 0 0,4-1-1 0 0,43-8 677 0 0,-46 9-656 0 0,11 0 188 0 0,-1 0 0 0 0,1 1 0 0 0,-1 0 0 0 0,1 1 0 0 0,0 1 0 0 0,-1 1 0 0 0,0 0 0 0 0,0 0 0 0 0,0 1 0 0 0,0 1-1 0 0,0 1 1 0 0,16 8 0 0 0,16 12 335 0 0,-2 1 0 0 0,44 36 0 0 0,-63-44-517 0 0,30 24 24 0 0,-2 4 0 0 0,-2 1 0 0 0,-2 3 0 0 0,-2 2-1 0 0,76 113 1 0 0,153 321 316 0 0,-190-309-9 0 0,-7 4-1 0 0,58 204 0 0 0,-90-223-122 0 0,-8 3 0 0 0,31 295 0 0 0,-57-242-149 0 0,-25 369 1 0 0,-92 214 1476 0 0,60-474-553 0 0,15-96-1060 0 0,24-200-19 0 0,-72 615-1422 0 0,76-617 1423 0 0,0 1 1 0 0,5 35-1 0 0,1-36-161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01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1 408 1376 0 0,'2'4'79'0'0,"0"0"1"0"0,1 0-1 0 0,-1-1 0 0 0,1 1 0 0 0,0-1 0 0 0,0 1 0 0 0,0-1 0 0 0,0 0 1 0 0,1 0-1 0 0,-1 0 0 0 0,1-1 0 0 0,0 1 0 0 0,0-1 0 0 0,5 3 1 0 0,-2-2 11 0 0,0-1 0 0 0,1 0 0 0 0,-1 0 1 0 0,0-1-1 0 0,0 0 0 0 0,1 0 1 0 0,-1-1-1 0 0,9 0 0 0 0,11-3 288 0 0,0-1 1 0 0,0-1-1 0 0,45-16 0 0 0,-58 17-168 0 0,317-110 2300 0 0,77-23-661 0 0,-226 85-1197 0 0,-56 14-279 0 0,247-41 1 0 0,-319 73-374 0 0,0 1 1 0 0,1 4 0 0 0,-1 1 0 0 0,1 3-1 0 0,-1 2 1 0 0,62 15 0 0 0,352 106-396 0 0,-433-114 78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02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2 907 3225 0 0,'0'-2'25'0'0,"-1"0"1"0"0,1 0-1 0 0,-1 1 0 0 0,1-1 1 0 0,0 0-1 0 0,0 1 1 0 0,0-1-1 0 0,0 0 1 0 0,0 0-1 0 0,1 1 1 0 0,-1-1-1 0 0,0 0 1 0 0,1 0-1 0 0,-1 1 0 0 0,1-1 1 0 0,0 1-1 0 0,-1-1 1 0 0,1 0-1 0 0,0 1 1 0 0,0-1-1 0 0,0 1 1 0 0,0 0-1 0 0,0-1 0 0 0,0 1 1 0 0,1 0-1 0 0,-1 0 1 0 0,3-2-1 0 0,1-2 410 0 0,1 0 1 0 0,0 1-1 0 0,0-1 0 0 0,13-5 0 0 0,-2 3-36 0 0,1 0-1 0 0,-1 2 0 0 0,1 0 0 0 0,0 1 1 0 0,0 1-1 0 0,22-1 0 0 0,114 3-101 0 0,-115 2-13 0 0,44 3 545 0 0,123 22 1 0 0,80 37 240 0 0,-55 0-637 0 0,91 22-498 0 0,-255-72 85 0 0,-1-2 0 0 0,127 4 0 0 0,-156-17 96 0 0,-1-1 0 0 0,0-2 0 0 0,0-2 0 0 0,0-1 0 0 0,-1-1 0 0 0,60-26 0 0 0,191-109 1339 0 0,-232 112-1016 0 0,-1-2 0 0 0,-2-2 1 0 0,-1-3-1 0 0,-3-2 0 0 0,-1-2 0 0 0,-2-2 1 0 0,41-55-1 0 0,209-278 85 0 0,-250 323-1284 0 0,-15 19-4065 0 0,-6 11-916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05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36 3225 0 0,'-17'-19'747'0'0,"16"19"-687"0"0,1-1 0 0 0,0 1 0 0 0,-1 0 0 0 0,1-1 1 0 0,0 1-1 0 0,0-1 0 0 0,0 1 0 0 0,-1 0 0 0 0,1-1 0 0 0,0 1 0 0 0,0 0 0 0 0,0-1 0 0 0,0 1 1 0 0,0-1-1 0 0,0 1 0 0 0,0-1 0 0 0,0 1 0 0 0,0 0 0 0 0,0-1 0 0 0,0 1 0 0 0,0-1 0 0 0,0 1 1 0 0,0 0-1 0 0,0-1 0 0 0,0 1 0 0 0,0-1 0 0 0,1 1 0 0 0,-1 0 0 0 0,0-1 0 0 0,0 1 0 0 0,0 0 1 0 0,1-1-1 0 0,-1 1 0 0 0,0 0 0 0 0,1-1 0 0 0,-1 1 0 0 0,0 0 0 0 0,0-1 0 0 0,1 1 0 0 0,-1 0 0 0 0,1 0 1 0 0,-1 0-1 0 0,0-1 0 0 0,1 1 0 0 0,-1 0 0 0 0,0 0 0 0 0,1 0 0 0 0,-1 0 0 0 0,1 0 0 0 0,-1 0 1 0 0,0-1-1 0 0,1 1 0 0 0,-1 0 0 0 0,1 0 0 0 0,-1 0 0 0 0,1 1 0 0 0,-1-1 0 0 0,0 0 0 0 0,1 0 1 0 0,-1 0-1 0 0,1 0 0 0 0,-1 0 0 0 0,1 1 0 0 0,1-1 135 0 0,0 0-1 0 0,0 1 1 0 0,0-1-1 0 0,-1 1 1 0 0,1 0 0 0 0,0-1-1 0 0,0 1 1 0 0,0 0-1 0 0,-1 0 1 0 0,1 0-1 0 0,0 1 1 0 0,-1-1 0 0 0,1 0-1 0 0,-1 0 1 0 0,1 1-1 0 0,-1-1 1 0 0,0 1 0 0 0,2 3-1 0 0,21 35 1544 0 0,-18-29-1269 0 0,131 217 3740 0 0,-91-159-3809 0 0,-3-5-917 0 0,-2 2-1 0 0,51 114 1 0 0,-78-147-5541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06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4609 0 0,'0'4'254'0'0,"-1"0"0"0"0,1 0 0 0 0,0 0 0 0 0,0 0 0 0 0,1-1 0 0 0,-1 1 0 0 0,1 0 0 0 0,1 6 0 0 0,-1-3-77 0 0,2 13 138 0 0,7 37 563 0 0,-9-53-905 0 0,0-1-1 0 0,0 1 1 0 0,0 0-1 0 0,1-1 1 0 0,-1 1 0 0 0,1-1-1 0 0,0 1 1 0 0,0-1-1 0 0,0 0 1 0 0,0 0 0 0 0,5 4-1 0 0,-7-7 23 0 0,0 1 0 0 0,0-1 0 0 0,1 0 0 0 0,-1 0 0 0 0,0 0 0 0 0,1 0-1 0 0,-1 1 1 0 0,0-1 0 0 0,1 0 0 0 0,-1 0 0 0 0,1 0 0 0 0,-1 0 0 0 0,0 0 0 0 0,1 0-1 0 0,-1 0 1 0 0,0 0 0 0 0,1 0 0 0 0,-1 0 0 0 0,1 0 0 0 0,-1 0 0 0 0,0 0 0 0 0,1 0-1 0 0,-1-1 1 0 0,0 1 0 0 0,1 0 0 0 0,-1 0 0 0 0,0 0 0 0 0,1 0 0 0 0,-1-1 0 0 0,0 1-1 0 0,1 0 1 0 0,-1 0 0 0 0,0-1 0 0 0,0 1 0 0 0,1 0 0 0 0,-1-1 0 0 0,0 1 0 0 0,0 0-1 0 0,0 0 1 0 0,1-1 0 0 0,-1 1 0 0 0,0 0 0 0 0,0-1 0 0 0,0 0 0 0 0,2-5 5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06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3 324 6449 0 0,'0'-1'50'0'0,"-1"1"0"0"0,1 0 0 0 0,0 0 0 0 0,0-1 0 0 0,0 1 0 0 0,-1 0 0 0 0,1-1 0 0 0,0 1 0 0 0,0-1 0 0 0,0 1 0 0 0,0 0-1 0 0,0-1 1 0 0,0 1 0 0 0,0 0 0 0 0,0-1 0 0 0,0 1 0 0 0,0-1 0 0 0,0 1 0 0 0,0 0 0 0 0,0-1 0 0 0,0 1 0 0 0,0 0 0 0 0,0-1 0 0 0,0 1 0 0 0,1 0-1 0 0,-1-1 1 0 0,0 1 0 0 0,0 0 0 0 0,0-1 0 0 0,1 1 0 0 0,-1-1 0 0 0,9-18 761 0 0,-7 14-566 0 0,68-131 5583 0 0,-29 62-4878 0 0,-29 53-1860 0 0,28-35 1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06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 3225 0 0,'-6'12'400'0'0,"1"1"0"0"0,0-1 0 0 0,1 1-1 0 0,1 0 1 0 0,0 0 0 0 0,1 1 0 0 0,0-1 0 0 0,1 0 0 0 0,1 22 0 0 0,0-34-314 0 0,0 0-1 0 0,0 0 1 0 0,0 0-1 0 0,0 0 1 0 0,0 0-1 0 0,0 0 0 0 0,0 0 1 0 0,1-1-1 0 0,-1 1 1 0 0,0 0-1 0 0,1 0 1 0 0,-1 0-1 0 0,1 0 1 0 0,-1 0-1 0 0,1-1 1 0 0,-1 1-1 0 0,1 0 0 0 0,0 0 1 0 0,-1-1-1 0 0,1 1 1 0 0,0-1-1 0 0,0 1 1 0 0,-1 0-1 0 0,1-1 1 0 0,0 1-1 0 0,0-1 1 0 0,0 0-1 0 0,-1 1 1 0 0,1-1-1 0 0,0 0 0 0 0,0 1 1 0 0,0-1-1 0 0,0 0 1 0 0,0 0-1 0 0,0 0 1 0 0,0 0-1 0 0,0 0 1 0 0,0 0-1 0 0,0 0 1 0 0,0 0-1 0 0,0 0 1 0 0,0 0-1 0 0,0-1 0 0 0,-1 1 1 0 0,2-1-1 0 0,8-1 277 0 0,-1-2-1 0 0,0 1 0 0 0,16-9 0 0 0,-7 2 410 0 0,-12 8-614 0 0,-1 0 0 0 0,1 0 0 0 0,0 0-1 0 0,0 1 1 0 0,0 0 0 0 0,0 0 0 0 0,0 0 0 0 0,0 1 0 0 0,0 0 0 0 0,9 0 0 0 0,-12 1-140 0 0,0 0 0 0 0,1 0 1 0 0,-1 0-1 0 0,0 1 0 0 0,0-1 0 0 0,0 1 1 0 0,0-1-1 0 0,0 1 0 0 0,0 0 0 0 0,0 0 1 0 0,-1 0-1 0 0,1 1 0 0 0,-1-1 0 0 0,0 1 1 0 0,1-1-1 0 0,-1 1 0 0 0,0 0 1 0 0,0 0-1 0 0,-1 0 0 0 0,2 3 0 0 0,1 2-15 0 0,0 1-1 0 0,-1 0 0 0 0,0 0 1 0 0,0 0-1 0 0,-1 0 0 0 0,-1 0 1 0 0,1 0-1 0 0,-1 14 0 0 0,-1 7 64 0 0,-6 38-1 0 0,3-40-6 0 0,0 48-1 0 0,3-74-191 0 0,0 0-1 0 0,0-1 0 0 0,0 1 0 0 0,1 0 0 0 0,-1 0 0 0 0,0-1 1 0 0,0 1-1 0 0,1 0 0 0 0,-1 0 0 0 0,1-1 0 0 0,0 1 0 0 0,0-1 1 0 0,-1 1-1 0 0,1-1 0 0 0,0 1 0 0 0,0-1 0 0 0,0 1 0 0 0,0-1 1 0 0,3 3-1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07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5 385 3225 0 0,'-4'-8'9044'0'0,"27"-1"-7550"0"0,-14 7-1249 0 0,0 0-1 0 0,1 0 1 0 0,-1 1 0 0 0,1 0 0 0 0,-1 1-1 0 0,1 0 1 0 0,0 1 0 0 0,-1 0 0 0 0,0 0-1 0 0,14 4 1 0 0,6 4 317 0 0,49 21-1 0 0,-75-29-539 0 0,21 9 47 0 0,-12-3-25 0 0,1-1 0 0 0,0-1 0 0 0,1-1 0 0 0,-1 1-1 0 0,1-2 1 0 0,0 0 0 0 0,16 1 0 0 0,-30-4-36 0 0,1 0 1 0 0,0 0 0 0 0,0 0-1 0 0,0 0 1 0 0,0 0 0 0 0,0 0-1 0 0,0 0 1 0 0,0-1 0 0 0,0 1-1 0 0,0 0 1 0 0,0-1-1 0 0,-1 1 1 0 0,1 0 0 0 0,0-1-1 0 0,0 1 1 0 0,0-1 0 0 0,-1 0-1 0 0,1 1 1 0 0,0-1-1 0 0,-1 1 1 0 0,1-1 0 0 0,0 0-1 0 0,-1 0 1 0 0,1 1 0 0 0,-1-1-1 0 0,1 0 1 0 0,0-1 0 0 0,-1 0 42 0 0,1 0 0 0 0,-1-1 1 0 0,1 1-1 0 0,-1 0 0 0 0,0-1 1 0 0,0 1-1 0 0,0 0 1 0 0,0-1-1 0 0,0 1 0 0 0,-1-5 1 0 0,-3-6 328 0 0,0 0 1 0 0,-11-25-1 0 0,13 33-302 0 0,-49-103 1284 0 0,-5-10-1424 0 0,28 37-5593 0 0,20 46-1082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21.1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1 258 1840 0 0,'15'0'943'0'0,"1"-5"-396"0"0,0-1-1 0 0,-1 0 1 0 0,1-1-1 0 0,26-17 1 0 0,6-3 178 0 0,-29 17-564 0 0,227-102 2717 0 0,-211 99-2421 0 0,0 2 0 0 0,1 1 0 0 0,0 2 0 0 0,1 1 0 0 0,49-2 1 0 0,172 6 489 0 0,-199 6-789 0 0,-1 2-1 0 0,82 19 1 0 0,-116-17-161 0 0,-1 1 0 0 0,0 1 0 0 0,0 1 0 0 0,-1 1-1 0 0,0 1 1 0 0,-1 1 0 0 0,-1 1 0 0 0,0 0 0 0 0,-1 2 0 0 0,25 25 0 0 0,5 11-20 0 0,-3 3-1 0 0,53 79 1 0 0,-23-15 241 0 0,-6 3 0 0 0,-5 3 0 0 0,92 253 0 0 0,165 717 420 0 0,-125 48 244 0 0,-163-207 319 0 0,-65-73 958 0 0,13-713-2005 0 0,8-86-275 0 0,-1 89 0 0 0,10-132-385 0 0,0-13-1200 0 0,1-20-3315 0 0,1 10 4843 0 0,-1 0-1 0 0,1-1 0 0 0,-1 1 0 0 0,1 0 1 0 0,0 0-1 0 0,0 0 0 0 0,0 0 0 0 0,0 0 1 0 0,2-2-1 0 0,6-12-214 0 0,-5 7-19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21.5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90 299 456 0 0,'-9'-23'710'0'0,"2"0"0"0"0,0 0 1 0 0,-6-48-1 0 0,9 49 291 0 0,0 0 0 0 0,-1 0 0 0 0,-1 1 0 0 0,-16-38 0 0 0,22 59-898 0 0,0-1 1 0 0,0 0-1 0 0,0 1 1 0 0,0-1-1 0 0,-1 0 1 0 0,1 1-1 0 0,0-1 1 0 0,0 1-1 0 0,-1-1 1 0 0,1 1-1 0 0,0-1 1 0 0,-1 1-1 0 0,1-1 1 0 0,-1 1-1 0 0,1-1 1 0 0,-1 1-1 0 0,1-1 0 0 0,-1 1 1 0 0,1 0-1 0 0,-1-1 1 0 0,1 1-1 0 0,-1 0 1 0 0,0-1-1 0 0,0 1 1 0 0,-2 13 2039 0 0,8 28-190 0 0,31 93-1110 0 0,7 19-297 0 0,-36-134-442 0 0,1 0-1 0 0,0 0 1 0 0,2-1 0 0 0,0 0-1 0 0,21 27 1 0 0,-28-41-71 0 0,-1-1 1 0 0,1 0-1 0 0,0 0 1 0 0,-1 0-1 0 0,2 0 1 0 0,-1 0-1 0 0,0-1 1 0 0,0 1-1 0 0,1-1 1 0 0,0 0 0 0 0,-1 0-1 0 0,1 0 1 0 0,0 0-1 0 0,0-1 1 0 0,0 0-1 0 0,0 0 1 0 0,0 0-1 0 0,0 0 1 0 0,0 0-1 0 0,0-1 1 0 0,0 0 0 0 0,1 0-1 0 0,-1 0 1 0 0,0 0-1 0 0,0-1 1 0 0,0 1-1 0 0,0-1 1 0 0,0 0-1 0 0,0-1 1 0 0,0 1-1 0 0,0-1 1 0 0,0 1-1 0 0,0-1 1 0 0,-1 0 0 0 0,1-1-1 0 0,-1 1 1 0 0,1 0-1 0 0,-1-1 1 0 0,4-4-1 0 0,9-9 224 0 0,-1-1 0 0 0,0 0-1 0 0,-1-1 1 0 0,-2 0 0 0 0,15-26 0 0 0,-10 16-69 0 0,26-33 1 0 0,-35 53-1556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22.9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16 156 5985 0 0,'-6'-36'2530'0'0,"-2"-37"0"0"0,6 26 2587 0 0,3 53-4628 0 0,0-1 0 0 0,0 0 1 0 0,1 0-1 0 0,0 0 0 0 0,4 10 0 0 0,2 4 42 0 0,16 67 152 0 0,-4 1 0 0 0,11 117 0 0 0,11 53-411 0 0,-14-112-598 0 0,-22-83-6027 0 0,-5-41-211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23.2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44 164 5529 0 0,'-6'1'193'0'0,"5"0"-122"0"0,-1 0 0 0 0,0-1 0 0 0,0 1 1 0 0,0 0-1 0 0,0-1 0 0 0,0 1 0 0 0,0-1 0 0 0,1 0 0 0 0,-1 0 1 0 0,0 0-1 0 0,0 0 0 0 0,0 0 0 0 0,0 0 0 0 0,0 0 0 0 0,0-1 1 0 0,0 1-1 0 0,-3-2 0 0 0,6 0 61 0 0,-1-1 0 0 0,1 1 0 0 0,0 0 0 0 0,0 0 0 0 0,1 0 0 0 0,-1-1-1 0 0,0 1 1 0 0,1 1 0 0 0,-1-1 0 0 0,1 0 0 0 0,-1 0 0 0 0,1 0 0 0 0,0 1 0 0 0,3-3 0 0 0,-3 3 17 0 0,15-15 162 0 0,1 2 0 0 0,0 0-1 0 0,1 1 1 0 0,0 1-1 0 0,1 1 1 0 0,1 1 0 0 0,0 1-1 0 0,0 0 1 0 0,1 2 0 0 0,0 0-1 0 0,23-3 1 0 0,-20 8-27 0 0,-1 5-304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23.5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1 273 9218 0 0,'20'-22'1960'0'0,"20"-29"0"0"0,-8 9-1047 0 0,-19 26-938 0 0,10-11 1144 0 0,36-36-1 0 0,-49 55-2387 0 0,0 0 1 0 0,0 0-1 0 0,1 1 0 0 0,14-8 0 0 0,-14 10-936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25.7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376 300 3225 0 0,'-2'-5'-132'0'0,"0"0"-1"0"0,1 0 1 0 0,-1-1 0 0 0,1 1 0 0 0,0-1 0 0 0,0 1-1 0 0,0-1 1 0 0,1 1 0 0 0,0-10 0 0 0,-1-12 900 0 0,-1 11-99 0 0,0 0 0 0 0,-2 0 0 0 0,0 0 0 0 0,0 1 0 0 0,-2-1 1 0 0,-8-17-1 0 0,12 28-319 0 0,-1 0 1 0 0,0-1 0 0 0,-1 1 0 0 0,0 1-1 0 0,1-1 1 0 0,-2 0 0 0 0,1 1 0 0 0,0 0-1 0 0,-1 0 1 0 0,0 0 0 0 0,0 0 0 0 0,0 1-1 0 0,0 0 1 0 0,0 0 0 0 0,-1 0 0 0 0,0 1-1 0 0,1 0 1 0 0,-1 0 0 0 0,-10-2 0 0 0,10 3-188 0 0,1 0-1 0 0,0 0 1 0 0,0 0 0 0 0,0 1 0 0 0,0-1 0 0 0,-1 1 0 0 0,1 1-1 0 0,0-1 1 0 0,0 1 0 0 0,0 0 0 0 0,0 0 0 0 0,0 0 0 0 0,0 1-1 0 0,0 0 1 0 0,0 0 0 0 0,0 0 0 0 0,1 1 0 0 0,-1-1 0 0 0,1 1-1 0 0,0 0 1 0 0,-1 0 0 0 0,2 1 0 0 0,-1-1 0 0 0,0 1 0 0 0,1 0-1 0 0,-1 0 1 0 0,1 0 0 0 0,0 0 0 0 0,0 1 0 0 0,-3 7-1 0 0,-7 15-111 0 0,0 1 0 0 0,2 1 0 0 0,2 0-1 0 0,-13 58 1 0 0,15-41-1 0 0,2 0-1 0 0,0 74 1 0 0,6-97-126 0 0,0 1 0 0 0,2-1 0 0 0,0 0 0 0 0,2 0 0 0 0,0-1 0 0 0,2 1 0 0 0,0-1 0 0 0,13 26 0 0 0,-15-39 28 0 0,0 0 0 0 0,0 1 0 0 0,1-2-1 0 0,0 1 1 0 0,1-1 0 0 0,0 0-1 0 0,0 0 1 0 0,1-1 0 0 0,0 0 0 0 0,0 0-1 0 0,0-1 1 0 0,1 0 0 0 0,0 0 0 0 0,0-1-1 0 0,1 0 1 0 0,0-1 0 0 0,-1 0-1 0 0,1-1 1 0 0,1 0 0 0 0,13 3 0 0 0,-21-6-157 0 0,0 1 1 0 0,-1-1 0 0 0,1 0 0 0 0,0 0 0 0 0,0 0 0 0 0,0-1 0 0 0,0 1-1 0 0,-1-1 1 0 0,1 1 0 0 0,0-1 0 0 0,-1 0 0 0 0,1 0 0 0 0,0 0 0 0 0,-1 0-1 0 0,1-1 1 0 0,-1 1 0 0 0,4-3 0 0 0,-2 1 4 0 0,-1-1-1 0 0,1 0 1 0 0,-1 1 0 0 0,1-1-1 0 0,-1-1 1 0 0,-1 1 0 0 0,1 0 0 0 0,0-1-1 0 0,1-4 1 0 0,2-7-201 0 0,-1 0 1 0 0,0 0-1 0 0,-1-1 1 0 0,3-29-1 0 0,-6-28-36 0 0,-2 40 449 0 0,31 61 1766 0 0,-16-12-1384 0 0,0-2 1 0 0,2 1 0 0 0,-1-2 0 0 0,2 0 0 0 0,-1-1 0 0 0,23 10 0 0 0,-30-17-367 0 0,1 0 1 0 0,-1-1-1 0 0,1 0 1 0 0,0-1-1 0 0,0 0 1 0 0,0 0 0 0 0,0-1-1 0 0,0 0 1 0 0,1-1-1 0 0,-1 0 1 0 0,0-1-1 0 0,0 0 1 0 0,0-1 0 0 0,11-2-1 0 0,-12 1-9 0 0,-1 0 0 0 0,0 0-1 0 0,0 0 1 0 0,0-1 0 0 0,0 0-1 0 0,0-1 1 0 0,-1 1 0 0 0,1-2-1 0 0,-1 1 1 0 0,-1-1 0 0 0,1 0-1 0 0,-1 0 1 0 0,0-1 0 0 0,0 0-1 0 0,-1 0 1 0 0,0 0 0 0 0,0 0-1 0 0,-1-1 1 0 0,0 0 0 0 0,0 0-1 0 0,-1 0 1 0 0,0-1 0 0 0,-1 1-1 0 0,1-1 1 0 0,-1 1 0 0 0,-1-1-1 0 0,0 0 1 0 0,0 0 0 0 0,-1 0-1 0 0,0 1 1 0 0,0-1 0 0 0,-1 0-1 0 0,-1 0 1 0 0,1 0 0 0 0,-1 1-1 0 0,0-1 1 0 0,-1 1 0 0 0,0 0-1 0 0,-1-1 1 0 0,-5-8 0 0 0,9 16-67 0 0,-34-56-321 0 0,16 37-3997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26.3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15 6913 0 0,'-6'-15'7335'0'0,"16"152"-4764"0"0,0 4-1361 0 0,-8-122-1119 0 0,2 0-1 0 0,0 0 1 0 0,1-1-1 0 0,1 1 1 0 0,9 19-1 0 0,-13-34-114 0 0,0 0 0 0 0,-1 0 0 0 0,2-1 1 0 0,-1 1-1 0 0,0-1 0 0 0,1 1 0 0 0,-1-1 0 0 0,1 0 0 0 0,0 0 0 0 0,0 0 1 0 0,1 0-1 0 0,-1 0 0 0 0,0-1 0 0 0,1 1 0 0 0,0-1 0 0 0,4 2 1 0 0,-7-4-32 0 0,1 0 1 0 0,-1-1 0 0 0,0 1-1 0 0,0 0 1 0 0,0-1 0 0 0,0 1 0 0 0,0-1-1 0 0,0 0 1 0 0,0 1 0 0 0,0-1-1 0 0,0 0 1 0 0,0 0 0 0 0,0 1 0 0 0,0-1-1 0 0,0 0 1 0 0,0 0 0 0 0,-1 0-1 0 0,1 0 1 0 0,0 0 0 0 0,-1 0 0 0 0,1 0-1 0 0,-1 0 1 0 0,1-2 0 0 0,13-30-1454 0 0,-13 30 1307 0 0,23-87-1608 0 0,-19 67 1730 0 0,1-1 1 0 0,1 2 0 0 0,1-1 0 0 0,16-32 0 0 0,-23 52 93 0 0,1 1 0 0 0,-1 0 0 0 0,1-1 0 0 0,-1 1 0 0 0,1 0 0 0 0,0 0 0 0 0,0 0 0 0 0,0 0 0 0 0,0 0 0 0 0,0 0 0 0 0,0 0 0 0 0,0 1 0 0 0,1-1-1 0 0,-1 1 1 0 0,1-1 0 0 0,-1 1 0 0 0,1 0 0 0 0,-1 0 0 0 0,1 0 0 0 0,0 1 0 0 0,-1-1 0 0 0,1 1 0 0 0,0-1 0 0 0,0 1 0 0 0,5 0 0 0 0,-5 1 30 0 0,1 0 1 0 0,-1 0-1 0 0,1 0 0 0 0,-1 0 0 0 0,0 1 1 0 0,0-1-1 0 0,0 1 0 0 0,0 0 0 0 0,0 0 0 0 0,0 0 1 0 0,0 0-1 0 0,0 1 0 0 0,-1-1 0 0 0,1 1 0 0 0,-1 0 1 0 0,0-1-1 0 0,0 1 0 0 0,0 0 0 0 0,0 0 1 0 0,1 4-1 0 0,39 87 1085 0 0,-31-66-597 0 0,1-1 0 0 0,1 0 0 0 0,30 44 0 0 0,-17-38-2117 0 0,43 41 0 0 0,-49-55-3714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26.7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165 1 6449 0 0,'-1'0'137'0'0,"-1"0"0"0"0,0-1 0 0 0,1 1 0 0 0,-1 0-1 0 0,0 0 1 0 0,0 0 0 0 0,1 0 0 0 0,-1 0 0 0 0,0 1-1 0 0,0-1 1 0 0,1 0 0 0 0,-1 1 0 0 0,0-1 0 0 0,1 1-1 0 0,-1 0 1 0 0,0-1 0 0 0,1 1 0 0 0,-1 0 0 0 0,1 0-1 0 0,0 0 1 0 0,-1 0 0 0 0,1 0 0 0 0,-2 3 0 0 0,-30 29 1566 0 0,23-20-1388 0 0,1 0 0 0 0,1 1 0 0 0,0 0 0 0 0,1 0-1 0 0,0 0 1 0 0,-5 18 0 0 0,4-4-146 0 0,0 0-1 0 0,-5 43 1 0 0,12-63-148 0 0,1 0 0 0 0,0 0 0 0 0,0 1 0 0 0,1-1 0 0 0,0 0 0 0 0,1 0 0 0 0,0 1 0 0 0,4 12 0 0 0,-5-19-51 0 0,-1-1 0 0 0,1 1 0 0 0,-1 0 0 0 0,1-1 0 0 0,0 1 0 0 0,-1-1 0 0 0,1 0 0 0 0,0 1 0 0 0,0-1 0 0 0,0 0 0 0 0,0 1 0 0 0,0-1 1 0 0,0 0-1 0 0,1 0 0 0 0,-1 0 0 0 0,0 0 0 0 0,1 0 0 0 0,-1 0 0 0 0,0 0 0 0 0,1 0 0 0 0,-1-1 0 0 0,1 1 0 0 0,-1-1 0 0 0,1 1 0 0 0,0-1 0 0 0,-1 1 0 0 0,1-1 1 0 0,-1 0-1 0 0,1 0 0 0 0,0 0 0 0 0,-1 0 0 0 0,1 0 0 0 0,0 0 0 0 0,-1 0 0 0 0,1 0 0 0 0,-1-1 0 0 0,1 1 0 0 0,0-1 0 0 0,-1 1 0 0 0,1-1 0 0 0,-1 0 0 0 0,1 1 1 0 0,-1-1-1 0 0,0 0 0 0 0,1 0 0 0 0,-1 0 0 0 0,0 0 0 0 0,0 0 0 0 0,1 0 0 0 0,0-2 0 0 0,7-6-364 0 0,0-1-1 0 0,-1 0 1 0 0,0 0-1 0 0,-1-1 1 0 0,0 0-1 0 0,-1 0 1 0 0,0-1-1 0 0,6-17 1 0 0,7-10-126 0 0,11-26 125 0 0,-17 37 296 0 0,0 0 0 0 0,30-44 0 0 0,-43 71 134 0 0,1 0 1 0 0,-1 1-1 0 0,0-1 1 0 0,1 0-1 0 0,-1 0 1 0 0,1 1 0 0 0,-1-1-1 0 0,1 0 1 0 0,-1 1-1 0 0,1-1 1 0 0,0 0-1 0 0,-1 1 1 0 0,1-1-1 0 0,0 1 1 0 0,-1-1-1 0 0,1 1 1 0 0,0-1 0 0 0,0 1-1 0 0,0 0 1 0 0,-1-1-1 0 0,1 1 1 0 0,0 0-1 0 0,0 0 1 0 0,0-1-1 0 0,0 1 1 0 0,-1 0 0 0 0,1 0-1 0 0,0 0 1 0 0,0 0-1 0 0,0 0 1 0 0,0 0-1 0 0,0 1 1 0 0,0-1-1 0 0,-1 0 1 0 0,1 0-1 0 0,0 0 1 0 0,0 1 0 0 0,0-1-1 0 0,-1 1 1 0 0,1-1-1 0 0,0 0 1 0 0,0 1-1 0 0,-1-1 1 0 0,1 1-1 0 0,0 0 1 0 0,-1-1-1 0 0,1 1 1 0 0,0 0 0 0 0,-1-1-1 0 0,1 1 1 0 0,-1 0-1 0 0,1-1 1 0 0,-1 1-1 0 0,0 0 1 0 0,1 1-1 0 0,5 9 694 0 0,-2 0-1 0 0,1-1 0 0 0,4 20 0 0 0,-2-9 5 0 0,-5-14-686 0 0,25 51 1691 0 0,-1-23-6252 0 0,-14-23-190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26.9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54 6913 0 0,'-2'-12'147'0'0,"1"6"-29"0"0,0 1 1 0 0,0-1-1 0 0,-1 1 0 0 0,1-1 0 0 0,-5-7 1 0 0,-3 32 4028 0 0,5 4-3064 0 0,0 1 0 0 0,2-1 1 0 0,1 1-1 0 0,2 37 0 0 0,3-14-308 0 0,14 62 0 0 0,-6-68-642 0 0,1 0 0 0 0,2-1 1 0 0,2 0-1 0 0,39 65 1 0 0,-36-67-552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27.1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15 108 6449 0 0,'-9'-3'288'0'0,"6"1"57"0"0,3 0-281 0 0,-2 1-64 0 0,4 1 0 0 0,1-2 144 0 0,4 0 16 0 0,5-3 0 0 0,7 0 0 0 0,6-6-160 0 0,3 1-112 0 0,2-1 16 0 0,-1-3 8 0 0,4 0 88 0 0,-1 0 88 0 0,-2 2-24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27.5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0 10594 0 0,'-2'2'190'0'0,"1"-1"0"0"0,0 1 0 0 0,0 0 0 0 0,0-1 0 0 0,0 1-1 0 0,0 0 1 0 0,0 0 0 0 0,0-1 0 0 0,0 1 0 0 0,1 0 0 0 0,-1 0-1 0 0,1 0 1 0 0,0 0 0 0 0,-1 0 0 0 0,1 0 0 0 0,0 0 0 0 0,0 0 0 0 0,0 0-1 0 0,1 2 1 0 0,2 44 1008 0 0,-3-45-1032 0 0,3 18 88 0 0,2 0-1 0 0,0 0 1 0 0,1 0-1 0 0,1-1 0 0 0,1 0 1 0 0,1 0-1 0 0,0-1 0 0 0,1 0 1 0 0,17 22-1 0 0,-3-17-2943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27.7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 9218 0 0,'-3'14'816'0'0,"3"-2"-656"0"0,3 2-160 0 0,-1-7 0 0 0,0 0-80 0 0,0 0-48 0 0,1 3-16 0 0,6 11 0 0 0,1 9 144 0 0,6 7 0 0 0,0-4 64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28.1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138 8 6913 0 0,'-2'-1'83'0'0,"0"0"0"0"0,-1 0-1 0 0,1 0 1 0 0,-1 0 0 0 0,1 1-1 0 0,-1-1 1 0 0,1 1 0 0 0,-1-1-1 0 0,1 1 1 0 0,-1 0 0 0 0,1 0-1 0 0,-1 0 1 0 0,1 0 0 0 0,-1 0 0 0 0,0 1-1 0 0,1-1 1 0 0,-1 1 0 0 0,1 0-1 0 0,-4 1 1 0 0,2 1 167 0 0,0-1-1 0 0,0 1 1 0 0,0-1 0 0 0,0 1 0 0 0,1 0 0 0 0,0 1 0 0 0,0-1-1 0 0,0 1 1 0 0,0-1 0 0 0,-3 6 0 0 0,-1 2 145 0 0,1 1 0 0 0,0 0 0 0 0,1 0-1 0 0,0 0 1 0 0,1 0 0 0 0,-4 25 0 0 0,7-32-381 0 0,0-1 0 0 0,0 1 0 0 0,1 0 0 0 0,0-1 0 0 0,0 1 0 0 0,1 0 0 0 0,-1-1 0 0 0,1 1 0 0 0,0 0 0 0 0,0-1-1 0 0,0 1 1 0 0,1-1 0 0 0,-1 1 0 0 0,1-1 0 0 0,0 0 0 0 0,1 0 0 0 0,-1 0 0 0 0,1 0 0 0 0,6 7 0 0 0,-3-5-37 0 0,0-1 0 0 0,1 0 0 0 0,0 0 0 0 0,1 0 0 0 0,-1-1 0 0 0,1 0 0 0 0,-1 0 1 0 0,1-1-1 0 0,0 0 0 0 0,11 2 0 0 0,28 7-551 0 0,80 7-1 0 0,-56-10 133 0 0,-64-8 406 0 0,1 1-1 0 0,-1-1 1 0 0,0 1 0 0 0,0 1 0 0 0,0-1 0 0 0,0 1 0 0 0,7 4 0 0 0,-13-6 36 0 0,0-1 0 0 0,0 1 0 0 0,0 0 0 0 0,0-1 0 0 0,-1 1 0 0 0,1 0 0 0 0,0 0 0 0 0,0 0 0 0 0,-1 0 0 0 0,1 0 1 0 0,0-1-1 0 0,-1 1 0 0 0,1 0 0 0 0,-1 0 0 0 0,1 0 0 0 0,-1 1 0 0 0,0-1 0 0 0,1 0 0 0 0,-1 0 0 0 0,0 0 0 0 0,0 1 0 0 0,0 0 1 0 0,0 0 0 0 0,-1 0-1 0 0,0 0 1 0 0,1 0-1 0 0,-1-1 1 0 0,0 1-1 0 0,0 0 1 0 0,0-1-1 0 0,0 1 1 0 0,0 0-1 0 0,0-1 1 0 0,-1 0 0 0 0,1 1-1 0 0,0-1 1 0 0,-1 0-1 0 0,1 1 1 0 0,-3 0-1 0 0,-7 6-234 0 0,-1 0 0 0 0,-20 9-1 0 0,9-6-3865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28.5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7370 0 0,'5'6'5344'0'0,"11"11"-3535"0"0,-10-10-1512 0 0,3 3 117 0 0,-1 1-1 0 0,0-1 1 0 0,-1 2-1 0 0,0-1 0 0 0,-1 1 1 0 0,-1 0-1 0 0,1 0 0 0 0,6 25 1 0 0,-1 8 250 0 0,5 54 0 0 0,-11-69-369 0 0,1 9-613 0 0,1 0-1 0 0,17 51 0 0 0,-10-54-6542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29.0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0 615 5529 0 0,'26'-13'304'0'0,"88"-51"834"0"0,-2-6 1 0 0,-4-4-1 0 0,130-117 0 0 0,-146 97-1133 0 0,3-4-63 0 0,-94 97 82 0 0,-1 0 1 0 0,1 0-1 0 0,0 1 1 0 0,0-1-1 0 0,0 0 0 0 0,0 0 1 0 0,0 1-1 0 0,0-1 1 0 0,0 0-1 0 0,0 1 1 0 0,0-1-1 0 0,1 1 0 0 0,-1-1 1 0 0,0 1-1 0 0,0 0 1 0 0,0 0-1 0 0,1-1 1 0 0,-1 1-1 0 0,0 0 0 0 0,0 0 1 0 0,1 0-1 0 0,1 0 1 0 0,-2 1 30 0 0,-1 0 0 0 0,1-1 0 0 0,0 1 0 0 0,0 0 0 0 0,0 0 0 0 0,0 0 0 0 0,0-1 0 0 0,-1 1 0 0 0,1 0 0 0 0,0 0 0 0 0,-1 0 0 0 0,1 0 0 0 0,-1 0 0 0 0,1 0 0 0 0,-1 0 0 0 0,1 0 1 0 0,-1 1-1 0 0,0-1 0 0 0,1 1 0 0 0,0 10 482 0 0,1 0 0 0 0,-1 0 1 0 0,-2 20-1 0 0,1-21-319 0 0,0 49 1057 0 0,-1 7-220 0 0,8 72 0 0 0,-5-121-1009 0 0,1 1-1 0 0,0-1 0 0 0,2 1 1 0 0,0-1-1 0 0,1-1 0 0 0,1 1 0 0 0,0-1 1 0 0,17 27-1 0 0,-23-41-46 0 0,1-1 0 0 0,-1 0 0 0 0,1 0 0 0 0,-1 0 0 0 0,1 0 0 0 0,0 0 0 0 0,-1 0 0 0 0,1 0-1 0 0,0 0 1 0 0,0-1 0 0 0,1 1 0 0 0,-1-1 0 0 0,0 0 0 0 0,0 1 0 0 0,1-1 0 0 0,-1 0 0 0 0,1 0 0 0 0,-1-1 0 0 0,1 1 0 0 0,-1 0 0 0 0,1-1 0 0 0,2 1 0 0 0,-2-2-32 0 0,-1 0 1 0 0,1 1-1 0 0,-1-1 1 0 0,1 0-1 0 0,-1 0 1 0 0,0-1 0 0 0,0 1-1 0 0,1 0 1 0 0,-1-1-1 0 0,0 1 1 0 0,0-1-1 0 0,0 0 1 0 0,-1 1-1 0 0,1-1 1 0 0,0 0-1 0 0,-1 0 1 0 0,1 0-1 0 0,-1-1 1 0 0,0 1-1 0 0,1 0 1 0 0,-1 0 0 0 0,1-4-1 0 0,3-9-41 0 0,0 0 0 0 0,-1-1 0 0 0,0 1 0 0 0,-1-1 0 0 0,0-17 0 0 0,-2 22 27 0 0,0-1-1 0 0,0 1 1 0 0,1-1-1 0 0,1 1 1 0 0,0 0-1 0 0,0 0 1 0 0,1 0-1 0 0,0 0 1 0 0,1 1-1 0 0,1-1 1 0 0,6-10-1 0 0,-11 20 47 0 0,0 0-1 0 0,0 0 1 0 0,-1 0-1 0 0,1 0 1 0 0,0 0-1 0 0,0 1 1 0 0,0-1-1 0 0,0 0 1 0 0,0 0-1 0 0,0 1 1 0 0,0-1-1 0 0,0 0 1 0 0,0 1-1 0 0,0-1 1 0 0,1 1-1 0 0,-1 0 1 0 0,0-1-1 0 0,0 1 1 0 0,0 0-1 0 0,1 0 1 0 0,-1 0-1 0 0,0 0 1 0 0,0 0-1 0 0,1 0 0 0 0,-1 0 1 0 0,2 0-1 0 0,-1 1 40 0 0,0 0 0 0 0,0 0 0 0 0,0 0 0 0 0,0 1 0 0 0,0-1 0 0 0,0 1-1 0 0,0-1 1 0 0,-1 1 0 0 0,1 0 0 0 0,0-1 0 0 0,-1 1 0 0 0,3 4 0 0 0,3 5 486 0 0,0 1 0 0 0,-1 1 0 0 0,7 19 0 0 0,-12-30-415 0 0,9 25 873 0 0,24 46 0 0 0,-28-63-1226 0 0,1 1 0 0 0,1-1 0 0 0,-1 0 0 0 0,2 0 0 0 0,-1-1 0 0 0,17 13 0 0 0,-6-7-1300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29.3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26 430 920 0 0,'18'-25'1871'0'0,"35"-36"0"0"0,-40 48-1307 0 0,-1 0 0 0 0,0-1-1 0 0,0 0 1 0 0,-2-1 0 0 0,0-1-1 0 0,-1 1 1 0 0,0-2 0 0 0,9-23-1 0 0,-14 24-345 0 0,0 1 0 0 0,0-1-1 0 0,1-25 1 0 0,-4 36-160 0 0,-1 0-1 0 0,0 1 1 0 0,0-1 0 0 0,0 0-1 0 0,-1 0 1 0 0,1 1 0 0 0,-1-1-1 0 0,0 0 1 0 0,0 1 0 0 0,-1-1-1 0 0,0 1 1 0 0,1 0 0 0 0,-2-1-1 0 0,1 1 1 0 0,0 0 0 0 0,-6-7-1 0 0,7 10 17 0 0,-1-1-1 0 0,1 1 1 0 0,-1 0-1 0 0,1 0 0 0 0,-1 0 1 0 0,0 0-1 0 0,1 0 0 0 0,-1 0 1 0 0,0 0-1 0 0,0 0 0 0 0,0 1 1 0 0,0-1-1 0 0,0 1 0 0 0,0-1 1 0 0,0 1-1 0 0,0 0 0 0 0,0 0 1 0 0,0-1-1 0 0,-3 2 0 0 0,1 0 61 0 0,0 0-1 0 0,0 0 0 0 0,0 0 1 0 0,1 0-1 0 0,-1 1 0 0 0,0 0 1 0 0,1 0-1 0 0,0 0 0 0 0,-6 4 1 0 0,0 1 200 0 0,1 1 1 0 0,-1 0 0 0 0,1 1 0 0 0,1 0 0 0 0,-13 19-1 0 0,12-16-103 0 0,1 2 0 0 0,0-1 0 0 0,1 1 0 0 0,1 0 0 0 0,0 1 0 0 0,1-1-1 0 0,0 1 1 0 0,-2 23 0 0 0,5-34-220 0 0,1 1 0 0 0,0-1 1 0 0,0 0-1 0 0,0 0 0 0 0,0 0 0 0 0,1 0 0 0 0,0 1 1 0 0,0-1-1 0 0,0 0 0 0 0,0 0 0 0 0,1 0 0 0 0,-1-1 1 0 0,1 1-1 0 0,0 0 0 0 0,0 0 0 0 0,0-1 0 0 0,1 0 1 0 0,-1 1-1 0 0,1-1 0 0 0,0 0 0 0 0,0 0 0 0 0,0 0 1 0 0,0-1-1 0 0,1 1 0 0 0,-1-1 0 0 0,1 1 0 0 0,-1-1 0 0 0,1 0 1 0 0,0-1-1 0 0,0 1 0 0 0,0-1 0 0 0,0 0 0 0 0,0 1 1 0 0,0-2-1 0 0,4 2 0 0 0,21 1-1345 0 0,3-1-4950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29.8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65 5529 0 0,'5'-26'2211'0'0,"-4"23"-1652"0"0,0 0 1 0 0,0 0-1 0 0,0 0 0 0 0,-1 0 0 0 0,0 0 1 0 0,1 0-1 0 0,-1 0 0 0 0,0 0 0 0 0,0 0 1 0 0,0 0-1 0 0,-1-3 0 0 0,-1 7-356 0 0,1 0 0 0 0,-1 1 0 0 0,1-1 1 0 0,0 0-1 0 0,0 1 0 0 0,-1-1 0 0 0,1 1 0 0 0,0-1 0 0 0,0 1 0 0 0,1 0 0 0 0,-1-1 1 0 0,-1 3-1 0 0,-4 14-8 0 0,1-1 1 0 0,0 1 0 0 0,1 0 0 0 0,1 0-1 0 0,1 0 1 0 0,0 28 0 0 0,2-35-107 0 0,1-1 0 0 0,0 1 0 0 0,0-1 0 0 0,1 0 0 0 0,0 0 1 0 0,1 0-1 0 0,0 0 0 0 0,1 0 0 0 0,0 0 0 0 0,1-1 0 0 0,0 0 0 0 0,11 16 0 0 0,-13-20-439 0 0,1-1 0 0 0,-1 1 0 0 0,1-1 0 0 0,0 0 0 0 0,1 0 0 0 0,-1 0 0 0 0,1-1 0 0 0,0 0 0 0 0,-1 0-1 0 0,2 0 1 0 0,-1 0 0 0 0,0-1 0 0 0,0 0 0 0 0,1 0 0 0 0,6 1 0 0 0,9 1-5675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30.0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 3225 0 0,'1'-4'-258'0'0,"-1"4"368"0"0,0-1-1 0 0,0 1 0 0 0,0 0 0 0 0,1-1 0 0 0,-1 1 1 0 0,0-1-1 0 0,0 1 0 0 0,0 0 0 0 0,0-1 1 0 0,0 1-1 0 0,1-1 0 0 0,-1 1 0 0 0,0 0 0 0 0,0-1 1 0 0,0 1-1 0 0,1 0 0 0 0,-1-1 0 0 0,0 1 0 0 0,1 0 1 0 0,-1-1-1 0 0,0 1 0 0 0,1 0 0 0 0,-1 0 1 0 0,0-1-1 0 0,1 1 0 0 0,-1 0 0 0 0,1 0 0 0 0,-1 0 1 0 0,0-1-1 0 0,1 1 0 0 0,-1 0 0 0 0,1 0 1 0 0,-1 0-1 0 0,0 0 0 0 0,1 0 0 0 0,-1 0 0 0 0,10 5 3907 0 0,-8-1-2615 0 0,5 6-667 0 0,-1 1-1 0 0,-1-1 0 0 0,1 1 0 0 0,-2 0 1 0 0,0 1-1 0 0,0-1 0 0 0,-1 1 1 0 0,3 17-1 0 0,-2 7 223 0 0,-1 59-1 0 0,-4-84-909 0 0,2 0 0 0 0,-1 0-1 0 0,2 1 1 0 0,-1-1-1 0 0,1 0 1 0 0,1 0-1 0 0,4 11 1 0 0,-5-18-57 0 0,0 0 1 0 0,0 0 0 0 0,0 0-1 0 0,1 0 1 0 0,-1-1-1 0 0,1 1 1 0 0,0-1-1 0 0,0 0 1 0 0,1 1 0 0 0,-1-1-1 0 0,1-1 1 0 0,-1 1-1 0 0,1 0 1 0 0,0-1-1 0 0,0 0 1 0 0,0 0 0 0 0,0 0-1 0 0,0 0 1 0 0,0-1-1 0 0,6 2 1 0 0,-5-2-184 0 0,0 0 1 0 0,1 0 0 0 0,-1 0-1 0 0,1 0 1 0 0,-1-1-1 0 0,1 0 1 0 0,-1 0-1 0 0,1-1 1 0 0,-1 1-1 0 0,1-1 1 0 0,-1 0-1 0 0,0-1 1 0 0,1 1 0 0 0,-1-1-1 0 0,0 0 1 0 0,0 0-1 0 0,0-1 1 0 0,5-3-1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30.6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1 483 920 0 0,'5'-3'147'0'0,"0"0"0"0"0,0-1 1 0 0,0 1-1 0 0,0-1 0 0 0,0 0 0 0 0,-1 0 0 0 0,0-1 0 0 0,0 0 0 0 0,5-6 1 0 0,30-48 1197 0 0,-29 40-1054 0 0,0 0 0 0 0,-1-1 0 0 0,-1 1 0 0 0,-1-2 0 0 0,-1 1 0 0 0,4-22 1 0 0,-8 27-39 0 0,0 0 1 0 0,0 0 0 0 0,-2 0-1 0 0,0 0 1 0 0,0 0-1 0 0,-2 0 1 0 0,1 0 0 0 0,-2 0-1 0 0,-6-20 1 0 0,-6 7 415 0 0,15 26-489 0 0,-1 1-1 0 0,0 0 0 0 0,0-1 0 0 0,0 1 1 0 0,0 0-1 0 0,0 0 0 0 0,0-1 1 0 0,-1 1-1 0 0,1 0 0 0 0,0 0 0 0 0,-1 0 1 0 0,1 1-1 0 0,0-1 0 0 0,-1 0 0 0 0,1 0 1 0 0,-4 0-1 0 0,5 1-45 0 0,-1 1 0 0 0,0-1-1 0 0,1 1 1 0 0,-1-1 0 0 0,1 1 0 0 0,-1-1 0 0 0,1 1-1 0 0,-1 0 1 0 0,1-1 0 0 0,0 1 0 0 0,-1 0 0 0 0,1-1-1 0 0,0 1 1 0 0,-1 0 0 0 0,1-1 0 0 0,0 1 0 0 0,0 0-1 0 0,0 0 1 0 0,0-1 0 0 0,-1 1 0 0 0,1 0 0 0 0,0 0-1 0 0,0-1 1 0 0,1 1 0 0 0,-1 1 0 0 0,0 26 490 0 0,0-23-361 0 0,2 27 180 0 0,2-1 1 0 0,2 0-1 0 0,1 0 0 0 0,14 42 1 0 0,0 0-140 0 0,-5-4 43 0 0,24 78-1469 0 0,-30-121-5376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31.0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0 203 7370 0 0,'4'-2'392'0'0,"-1"-1"1"0"0,1 1-1 0 0,0 0 1 0 0,0 0-1 0 0,0 0 1 0 0,0 0-1 0 0,0 1 1 0 0,1 0-1 0 0,-1 0 1 0 0,7-1 0 0 0,45-3 3458 0 0,-36 7-3195 0 0,-1 2 1 0 0,1 0-1 0 0,-1 1 0 0 0,0 1 0 0 0,0 1 0 0 0,36 18 0 0 0,-48-21-652 0 0,0 0-1 0 0,0 0 1 0 0,0 0-1 0 0,0 1 0 0 0,-1 0 1 0 0,9 9-1 0 0,-19-19 37 0 0,1 0 0 0 0,0 0 1 0 0,0 0-1 0 0,0 0 0 0 0,0-1 0 0 0,1 1 0 0 0,0-1 0 0 0,0 1 0 0 0,1-1 0 0 0,-1 0 0 0 0,1 0 0 0 0,1 0 0 0 0,-1 0 0 0 0,1 0 0 0 0,0 0 0 0 0,0 0 1 0 0,1 0-1 0 0,1-7 0 0 0,1-10-858 0 0,2 0-1 0 0,0 0 1 0 0,13-29 0 0 0,-5 17-5633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31.4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64 5529 0 0,'23'7'1374'0'0,"-13"-5"-682"0"0,-1 1 0 0 0,0 0 1 0 0,0 1-1 0 0,0 0 1 0 0,0 0-1 0 0,-1 1 0 0 0,1 0 1 0 0,-1 0-1 0 0,-1 1 1 0 0,10 8-1 0 0,29 45 498 0 0,-2-3-691 0 0,-40-51-484 0 0,0-1 0 0 0,1 1-1 0 0,0-1 1 0 0,-1 0-1 0 0,1-1 1 0 0,1 0-1 0 0,-1 1 1 0 0,10 3-1 0 0,-15-7-8 0 0,0 0-1 0 0,1 0 0 0 0,-1 0 0 0 0,0 0 0 0 0,0 0 0 0 0,0 1 1 0 0,1-1-1 0 0,-1 0 0 0 0,0 0 0 0 0,0 0 0 0 0,0 0 0 0 0,1 0 1 0 0,-1 0-1 0 0,0 0 0 0 0,0 0 0 0 0,0 0 0 0 0,1 0 1 0 0,-1 0-1 0 0,0 0 0 0 0,0 0 0 0 0,0-1 0 0 0,1 1 0 0 0,-1 0 1 0 0,0 0-1 0 0,0 0 0 0 0,0 0 0 0 0,0 0 0 0 0,1 0 0 0 0,-1 0 1 0 0,0-1-1 0 0,0 1 0 0 0,0 0 0 0 0,0 0 0 0 0,0 0 0 0 0,1 0 1 0 0,-1 0-1 0 0,0-1 0 0 0,0 1 0 0 0,0 0 0 0 0,0 0 0 0 0,0 0 1 0 0,0-1-1 0 0,0-13 258 0 0,-11-22 247 0 0,9 28-369 0 0,-1-3-146 0 0,0 0 0 0 0,1-1-1 0 0,1 1 1 0 0,0 0 0 0 0,0 0 0 0 0,1-1 0 0 0,1 1 0 0 0,2-20 0 0 0,0 21-589 0 0,-1-1-1 0 0,1 1 1 0 0,1-1 0 0 0,0 1 0 0 0,8-14-1 0 0,2 3-4555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32.0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77 175 1840 0 0,'0'-1'6'0'0,"0"1"-1"0"0,0 0 0 0 0,0 0 0 0 0,0 0 0 0 0,0-1 0 0 0,0 1 1 0 0,0 0-1 0 0,0 0 0 0 0,0 0 0 0 0,0 0 0 0 0,0 0 1 0 0,0-1-1 0 0,1 1 0 0 0,-1 0 0 0 0,0 0 0 0 0,0 0 0 0 0,0 0 1 0 0,0 0-1 0 0,0-1 0 0 0,0 1 0 0 0,1 0 0 0 0,-1 0 1 0 0,0 0-1 0 0,0 0 0 0 0,0 0 0 0 0,0 0 0 0 0,0 0 0 0 0,1 0 1 0 0,-1 0-1 0 0,0 0 0 0 0,0 0 0 0 0,0 0 0 0 0,1 0 1 0 0,-1 0-1 0 0,0 0 0 0 0,0 0 0 0 0,0 0 0 0 0,0 0 0 0 0,1 0 1 0 0,-1 0-1 0 0,0 0 0 0 0,0 0 0 0 0,0 0 0 0 0,0 0 1 0 0,1 0-1 0 0,-1 0 0 0 0,0 0 0 0 0,0 0 0 0 0,0 0 0 0 0,0 1 1 0 0,0-1-1 0 0,1 0 0 0 0,-1 0 0 0 0,0 0 0 0 0,0 0 1 0 0,0 0-1 0 0,0 0 0 0 0,0 1 0 0 0,0-1 0 0 0,0 0 0 0 0,0 0 1 0 0,0 0-1 0 0,1 0 0 0 0,-1 1 0 0 0,0-1 0 0 0,-5-21 3493 0 0,-2-3-2635 0 0,3 11 105 0 0,0-1-1 0 0,0 1 1 0 0,-2 0-1 0 0,1 1 0 0 0,-8-13 1 0 0,12 24-928 0 0,1 1 1 0 0,0 0-1 0 0,0 0 1 0 0,0-1-1 0 0,0 1 1 0 0,-1 0-1 0 0,1 0 0 0 0,0 0 1 0 0,0-1-1 0 0,0 1 1 0 0,-1 0-1 0 0,1 0 0 0 0,0 0 1 0 0,0 0-1 0 0,-1 0 1 0 0,1 0-1 0 0,0-1 1 0 0,0 1-1 0 0,-1 0 0 0 0,1 0 1 0 0,0 0-1 0 0,0 0 1 0 0,-1 0-1 0 0,1 0 1 0 0,0 0-1 0 0,0 0 0 0 0,-1 0 1 0 0,1 0-1 0 0,0 0 1 0 0,0 0-1 0 0,-1 0 1 0 0,1 1-1 0 0,0-1 0 0 0,-1 0 1 0 0,1 0-1 0 0,0 0 1 0 0,0 0-1 0 0,0 0 1 0 0,-1 0-1 0 0,1 1 0 0 0,0-1 1 0 0,0 0-1 0 0,0 0 1 0 0,-1 0-1 0 0,1 1 1 0 0,-9 16 788 0 0,-1 21-344 0 0,7-24-424 0 0,2 1 0 0 0,-1 0 0 0 0,2-1 0 0 0,0 1 0 0 0,0-1 0 0 0,2 1 0 0 0,0 0 0 0 0,0-1 0 0 0,7 19 0 0 0,-7-27-108 0 0,0-1 1 0 0,0 1 0 0 0,1 0-1 0 0,0 0 1 0 0,0-1-1 0 0,0 0 1 0 0,0 0-1 0 0,1 0 1 0 0,0 0 0 0 0,0 0-1 0 0,1-1 1 0 0,-1 0-1 0 0,1 1 1 0 0,0-2-1 0 0,0 1 1 0 0,0-1 0 0 0,1 1-1 0 0,-1-2 1 0 0,1 1-1 0 0,0 0 1 0 0,0-1-1 0 0,0 0 1 0 0,0-1 0 0 0,7 2-1 0 0,-9-3-112 0 0,0 0 0 0 0,-1 0 0 0 0,1 0 0 0 0,-1-1-1 0 0,1 1 1 0 0,0-1 0 0 0,-1 0 0 0 0,1 0 0 0 0,-1 0-1 0 0,0-1 1 0 0,1 1 0 0 0,-1-1 0 0 0,0 0 0 0 0,0 0 0 0 0,0 0-1 0 0,0 0 1 0 0,0 0 0 0 0,-1-1 0 0 0,1 1 0 0 0,-1-1 0 0 0,4-4-1 0 0,6-8 160 0 0,-1 0-1 0 0,16-32 0 0 0,-18 30 39 0 0,11-20 42 0 0,-14 24-70 0 0,0 0 1 0 0,1 1-1 0 0,0 0 1 0 0,1 0-1 0 0,0 1 1 0 0,18-18-1 0 0,-24 28 37 0 0,-1-1 0 0 0,1 1-1 0 0,0 0 1 0 0,1 0-1 0 0,-1 0 1 0 0,0 0-1 0 0,0 0 1 0 0,0 0 0 0 0,1 1-1 0 0,-1-1 1 0 0,0 1-1 0 0,0-1 1 0 0,1 1-1 0 0,-1 0 1 0 0,0 0 0 0 0,1 0-1 0 0,-1 0 1 0 0,0 1-1 0 0,1-1 1 0 0,-1 1-1 0 0,0-1 1 0 0,1 1 0 0 0,-1 0-1 0 0,0 0 1 0 0,0-1-1 0 0,0 2 1 0 0,0-1-1 0 0,0 0 1 0 0,0 0-1 0 0,0 1 1 0 0,0-1 0 0 0,2 3-1 0 0,8 7 718 0 0,-1 0 0 0 0,-1 1 0 0 0,18 24 0 0 0,-14-17-390 0 0,-10-15-345 0 0,0 1 0 0 0,0-1 1 0 0,0 1-1 0 0,0-1 0 0 0,1-1 0 0 0,0 1 0 0 0,0-1 1 0 0,0 1-1 0 0,0-1 0 0 0,0-1 0 0 0,0 1 0 0 0,1-1 1 0 0,9 3-1 0 0,-12-5-53 0 0,0 1-1 0 0,1-1 1 0 0,-1 0 0 0 0,0 0 0 0 0,1 0-1 0 0,-1 0 1 0 0,0-1 0 0 0,1 1 0 0 0,-1-1-1 0 0,0 0 1 0 0,0 0 0 0 0,0 0 0 0 0,1-1-1 0 0,-1 1 1 0 0,0-1 0 0 0,-1 1 0 0 0,1-1-1 0 0,0 0 1 0 0,0 0 0 0 0,-1 0 0 0 0,1-1 0 0 0,-1 1-1 0 0,0-1 1 0 0,0 1 0 0 0,3-6 0 0 0,3-4-38 0 0,-1 0 1 0 0,-1-1-1 0 0,0 0 1 0 0,5-16 0 0 0,17-36 264 0 0,-26 60-148 0 0,1 1 1 0 0,0-1-1 0 0,0 1 0 0 0,1 0 0 0 0,-1-1 0 0 0,1 2 1 0 0,0-1-1 0 0,0 0 0 0 0,0 1 0 0 0,7-4 1 0 0,-10 6-44 0 0,0 0 0 0 0,0 0 1 0 0,1 0-1 0 0,-1 1 1 0 0,1-1-1 0 0,-1 1 1 0 0,0-1-1 0 0,1 1 0 0 0,-1-1 1 0 0,1 1-1 0 0,-1 0 1 0 0,1-1-1 0 0,-1 1 0 0 0,1 0 1 0 0,-1 0-1 0 0,1 0 1 0 0,-1 1-1 0 0,1-1 1 0 0,-1 0-1 0 0,1 0 0 0 0,-1 1 1 0 0,1-1-1 0 0,-1 1 1 0 0,1-1-1 0 0,-1 1 0 0 0,0 0 1 0 0,1 0-1 0 0,-1-1 1 0 0,0 1-1 0 0,0 0 1 0 0,0 0-1 0 0,1 0 0 0 0,-1 0 1 0 0,0 1-1 0 0,0-1 1 0 0,0 0-1 0 0,-1 0 0 0 0,1 0 1 0 0,0 1-1 0 0,0-1 1 0 0,-1 1-1 0 0,1-1 0 0 0,-1 0 1 0 0,1 1-1 0 0,0 1 1 0 0,3 10 202 0 0,-1 1 0 0 0,0-1 0 0 0,-1 1 0 0 0,1 14 1 0 0,-1-12 42 0 0,1 13 32 0 0,9 50 660 0 0,-11-73-1217 0 0,1 0 0 0 0,0 0 0 0 0,0 0 0 0 0,0-1 0 0 0,0 1 0 0 0,1-1 0 0 0,0 1 0 0 0,0-1 0 0 0,1 0 0 0 0,4 5 0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32.2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4609 0 0,'2'2'1373'0'0,"-2"-1"-1326"0"0,0-1 0 0 0,0 0 1 0 0,0 0-1 0 0,3-1 1042 0 0,-3 1-1042 0 0,7 22 2442 0 0,2 30 983 0 0,-2 46-603 0 0,14 117 4 0 0,-16-182-2721 0 0,2 1 0 0 0,2-1 0 0 0,1 0 1 0 0,19 42-1 0 0,3-14-898 0 0,54 80 0 0 0,-63-105-5810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32.4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0 151 11314 0 0,'0'-2'248'0'0,"2"-1"49"0"0,1 1 15 0 0,1 2 8 0 0,-1 0-256 0 0,3-2-64 0 0,2-1 0 0 0,5-3 0 0 0,8-1 768 0 0,5-1 144 0 0,4-5 24 0 0,-1 1 8 0 0,3-2-752 0 0,1 0-192 0 0,0-1 0 0 0,12-10-4320 0 0,-8 1-906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33.4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26 142 6913 0 0,'-2'-2'205'0'0,"0"1"-1"0"0,1-1 0 0 0,-1 0 1 0 0,0 1-1 0 0,0-1 0 0 0,1 0 0 0 0,-1 0 1 0 0,1 0-1 0 0,-1 0 0 0 0,1 0 1 0 0,0 0-1 0 0,0 0 0 0 0,0-1 0 0 0,0 1 1 0 0,0 0-1 0 0,0-1 0 0 0,1 1 1 0 0,-1 0-1 0 0,1-1 0 0 0,0 1 0 0 0,0-1 1 0 0,0 1-1 0 0,0-1 0 0 0,0 1 1 0 0,0-1-1 0 0,0 1 0 0 0,1 0 0 0 0,0-1 1 0 0,-1 1-1 0 0,1 0 0 0 0,0-1 1 0 0,0 1-1 0 0,0 0 0 0 0,0 0 0 0 0,0-1 1 0 0,1 1-1 0 0,-1 0 0 0 0,1 1 1 0 0,0-1-1 0 0,-1 0 0 0 0,1 0 0 0 0,0 1 1 0 0,2-3-1 0 0,6-2-93 0 0,1 0-1 0 0,-1 0 1 0 0,1 1 0 0 0,1 0 0 0 0,-1 1-1 0 0,0 1 1 0 0,1-1 0 0 0,0 2-1 0 0,0 0 1 0 0,0 0 0 0 0,22 0-1 0 0,-33 3-108 0 0,0-1 0 0 0,0 0 0 0 0,0 1-1 0 0,-1-1 1 0 0,1 1 0 0 0,0-1-1 0 0,-1 1 1 0 0,1-1 0 0 0,0 1 0 0 0,-1-1-1 0 0,1 1 1 0 0,0 0 0 0 0,-1-1-1 0 0,1 1 1 0 0,-1 0 0 0 0,1-1 0 0 0,-1 1-1 0 0,0 0 1 0 0,1 0 0 0 0,-1-1-1 0 0,0 1 1 0 0,1 0 0 0 0,-1 0 0 0 0,0 0-1 0 0,0 0 1 0 0,0 0 0 0 0,0-1 0 0 0,0 1-1 0 0,0 0 1 0 0,0 0 0 0 0,0 0-1 0 0,0 0 1 0 0,-1 1 0 0 0,-5 38-12 0 0,3-30 15 0 0,-26 133-117 0 0,-8 49-19 0 0,25-61-4655 0 0,12-97-476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36.7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0 228 9674 0 0,'5'0'265'0'0,"1"1"0"0"0,-1 0 0 0 0,0 1 0 0 0,0-1 0 0 0,0 1 0 0 0,0 0 0 0 0,0 1 0 0 0,0-1 0 0 0,0 1 0 0 0,-1 0 0 0 0,1 0 1 0 0,-1 0-1 0 0,0 1 0 0 0,7 6 0 0 0,3 5 389 0 0,0 0-1 0 0,19 29 1 0 0,-6 0-118 0 0,-1 1-1 0 0,19 50 0 0 0,-25-50-81 0 0,3 0 1 0 0,36 55-1 0 0,-57-98-446 0 0,-1 0 0 0 0,1 1 0 0 0,-1-1 0 0 0,1 0 0 0 0,0 0 0 0 0,0 0 0 0 0,0-1 0 0 0,0 1 0 0 0,0 0 1 0 0,0-1-1 0 0,1 1 0 0 0,-1-1 0 0 0,0 0 0 0 0,1 1 0 0 0,-1-1 0 0 0,1-1 0 0 0,-1 1 0 0 0,5 1 0 0 0,-6-3 0 0 0,1 1 0 0 0,-1 0 0 0 0,1-1-1 0 0,0 0 1 0 0,-1 1 0 0 0,1-1 0 0 0,-1 0 0 0 0,1 0 0 0 0,-1 1-1 0 0,0-1 1 0 0,1 0 0 0 0,-1 0 0 0 0,0-1 0 0 0,0 1 0 0 0,0 0-1 0 0,0 0 1 0 0,0-1 0 0 0,0 1 0 0 0,0 0 0 0 0,0-1 0 0 0,0 1-1 0 0,0-1 1 0 0,-1 1 0 0 0,1-1 0 0 0,-1 0 0 0 0,1 1 0 0 0,-1-1-1 0 0,0 0 1 0 0,1-2 0 0 0,55-312 2525 0 0,-28 137-3212 0 0,11 5-5337 0 0,-26 133-348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36.9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0 199 1840 0 0,'3'-2'832'0'0,"-1"-1"0"0"0,1 1-1 0 0,-1-1 1 0 0,0 0 0 0 0,0 1 0 0 0,0-1-1 0 0,0 0 1 0 0,-1 0 0 0 0,1-1-1 0 0,0-2 1 0 0,5-7 142 0 0,6-6 308 0 0,0 1 1 0 0,28-30-1 0 0,12-1-2482 0 0,-43 39 657 0 0,-4 2 351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37.1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23 11058 0 0,'-2'2'1081'0'0,"4"-2"-961"0"0,0 0-120 0 0,0 0 0 0 0,-1 0 0 0 0,3 0-96 0 0,1-2-48 0 0,4 2-8 0 0,1-3 0 0 0,3 1-777 0 0,0-1-159 0 0,0-1-32 0 0,-3-1-8 0 0,-1 1 872 0 0,-2 3 184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37.5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1 8290 0 0,'-4'24'3170'0'0,"-6"25"797"0"0,-6 78 0 0 0,15-98-3451 0 0,1 1 1 0 0,2-1-1 0 0,0 0 1 0 0,8 33 0 0 0,4 3-761 0 0,19 102 1347 0 0,-27-83-3712 0 0,-6-65 90 0 0,-1 0 0 0 0,-4 24 1 0 0,5-42 2195 0 0,0 0 0 0 0,0 0 0 0 0,0 0 1 0 0,-1-1-1 0 0,1 1 0 0 0,0 0 1 0 0,0 0-1 0 0,-1-1 0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37.6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0 335 2761 0 0,'11'-13'419'0'0,"0"0"1"0"0,1 1 0 0 0,0 0 0 0 0,25-18-1 0 0,-3 2 74 0 0,-10 7-21 0 0,104-86 2391 0 0,-102 87-2179 0 0,2 1 0 0 0,0 2 1 0 0,32-15-1 0 0,-57 30-878 0 0,1 1 1 0 0,-1-1-1 0 0,1 1 1 0 0,0 0-1 0 0,-1 0 1 0 0,1 0-1 0 0,0 0 1 0 0,0 1-1 0 0,-1-1 1 0 0,7 1-1 0 0,-2 3-691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37.8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1 184 9218 0 0,'1'2'816'0'0,"1"-2"-656"0"0,0 0-160 0 0,0 0 0 0 0,1 0 352 0 0,1-2 40 0 0,3 0 8 0 0,3-1 1 0 0,6-6 383 0 0,3-5 80 0 0,2-2 8 0 0,-2-3 8 0 0,0 0-1328 0 0,1 0-272 0 0,-1-2-48 0 0,0 2-16 0 0,0-2 624 0 0,-1 0 160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38.1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0 7370 0 0,'-2'4'334'0'0,"0"0"1"0"0,1 0 0 0 0,-1-1-1 0 0,1 1 1 0 0,0 0 0 0 0,0 0 0 0 0,1 0-1 0 0,-1 4 1 0 0,-1 2 36 0 0,-38 296 6776 0 0,37-257-7008 0 0,2 0 0 0 0,3 0 0 0 0,1-1 1 0 0,14 65-1 0 0,-12-91-851 0 0,1-1 0 0 0,1 0 0 0 0,13 25-1 0 0,-11-27-5048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38.4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47 635 2561 0 0,'-20'-125'1231'0'0,"-4"-47"2422"0"0,22 148-3234 0 0,2 0 1 0 0,0 1-1 0 0,2-1 0 0 0,0 1 1 0 0,7-28-1 0 0,-6 41-136 0 0,1-1 0 0 0,0 1 0 0 0,1 0 1 0 0,0 0-1 0 0,0 0 0 0 0,1 1 0 0 0,0 0 0 0 0,1 0 1 0 0,0 1-1 0 0,1-1 0 0 0,0 1 0 0 0,0 1 0 0 0,0 0 1 0 0,11-7-1 0 0,-14 11-173 0 0,-1-1 0 0 0,1 2 1 0 0,-1-1-1 0 0,1 0 0 0 0,0 1 0 0 0,0 0 1 0 0,0 0-1 0 0,0 1 0 0 0,0-1 0 0 0,1 1 1 0 0,-1 0-1 0 0,0 1 0 0 0,1-1 0 0 0,-1 1 1 0 0,0 0-1 0 0,1 0 0 0 0,-1 1 0 0 0,0 0 1 0 0,1-1-1 0 0,-1 2 0 0 0,0-1 0 0 0,0 1 0 0 0,0 0 1 0 0,0 0-1 0 0,0 0 0 0 0,0 0 0 0 0,-1 1 1 0 0,1 0-1 0 0,-1 0 0 0 0,8 6 0 0 0,-7-3-81 0 0,0 1-1 0 0,0-1 0 0 0,-1 1 0 0 0,1 0 0 0 0,-1 0 0 0 0,-1 0 0 0 0,1 0 0 0 0,-1 0 0 0 0,-1 1 1 0 0,1 0-1 0 0,-1-1 0 0 0,-1 1 0 0 0,1 0 0 0 0,-1 0 0 0 0,-1 0 0 0 0,0 11 0 0 0,-1 13-67 0 0,-1-1 0 0 0,-11 54 0 0 0,0-30-30 0 0,6-29 192 0 0,2 1 0 0 0,-4 35 0 0 0,8-55-44 0 0,1 0 1 0 0,0 0-1 0 0,0 0 0 0 0,1 0 0 0 0,0-1 1 0 0,0 1-1 0 0,1 0 0 0 0,0 0 0 0 0,0-1 1 0 0,0 1-1 0 0,1-1 0 0 0,0 0 1 0 0,0 1-1 0 0,4 5 0 0 0,-4-9-47 0 0,0 0 0 0 0,1 0-1 0 0,-1 0 1 0 0,1 0 0 0 0,-1-1-1 0 0,1 1 1 0 0,0-1 0 0 0,0 0-1 0 0,0 0 1 0 0,1 0 0 0 0,-1-1-1 0 0,0 1 1 0 0,0-1 0 0 0,1 0-1 0 0,-1 0 1 0 0,1-1 0 0 0,-1 1-1 0 0,1-1 1 0 0,-1 0 0 0 0,1 0-1 0 0,-1-1 1 0 0,1 1 0 0 0,5-2-1 0 0,6-1-10 0 0,1-1-1 0 0,-1-1 1 0 0,0 0 0 0 0,29-14-1 0 0,14-12-1764 0 0,-29 15-4944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39.4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54 9674 0 0,'0'-4'537'0'0,"0"1"0"0"0,0 0 0 0 0,1 0 0 0 0,-1 0 1 0 0,1 0-1 0 0,-1-1 0 0 0,1 1 0 0 0,0 0 0 0 0,1 0 0 0 0,-1 0 0 0 0,0 1 0 0 0,1-1 0 0 0,2-4 1 0 0,-3 7-425 0 0,-1-1 0 0 0,1 1 0 0 0,0-1 1 0 0,-1 1-1 0 0,1-1 0 0 0,-1 1 0 0 0,1-1 1 0 0,0 1-1 0 0,0-1 0 0 0,-1 1 0 0 0,1 0 1 0 0,0-1-1 0 0,0 1 0 0 0,0 0 1 0 0,-1 0-1 0 0,1 0 0 0 0,0 0 0 0 0,0-1 1 0 0,0 1-1 0 0,-1 0 0 0 0,2 1 0 0 0,0-1-42 0 0,0 1 0 0 0,-1-1-1 0 0,1 1 1 0 0,0 0-1 0 0,-1-1 1 0 0,1 1 0 0 0,-1 0-1 0 0,1 0 1 0 0,-1 0-1 0 0,0 1 1 0 0,1-1 0 0 0,-1 0-1 0 0,0 0 1 0 0,1 2-1 0 0,7 8 117 0 0,-1 1-1 0 0,0 0 0 0 0,-1 0 1 0 0,-1 1-1 0 0,0 0 0 0 0,-1 0 1 0 0,0 0-1 0 0,4 20 0 0 0,17 117 167 0 0,-21-111-227 0 0,15 156 95 0 0,-14-115-573 0 0,3 0 1 0 0,35 139-1 0 0,-30-172-2509 0 0,-9-29-4165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39.6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0 225 3225 0 0,'3'-5'181'0'0,"0"0"0"0"0,0 0 1 0 0,0 0-1 0 0,1 0 1 0 0,0 0-1 0 0,0 1 0 0 0,0-1 1 0 0,0 1-1 0 0,1 0 1 0 0,4-3-1 0 0,14-13 298 0 0,-8 5-118 0 0,65-61 1947 0 0,-69 68-2007 0 0,0-1-1 0 0,0 1 0 0 0,0 1 1 0 0,1 0-1 0 0,25-10 0 0 0,-35 17-432 0 0,-1-1 1 0 0,1 0-1 0 0,0 1 0 0 0,0-1 1 0 0,0 1-1 0 0,0 0 0 0 0,0 0 0 0 0,0 0 1 0 0,-1 0-1 0 0,1 0 0 0 0,0 0 0 0 0,0 0 1 0 0,0 1-1 0 0,0-1 0 0 0,0 0 1 0 0,0 1-1 0 0,-1 0 0 0 0,1-1 0 0 0,0 1 1 0 0,0 0-1 0 0,-1 0 0 0 0,1 0 0 0 0,-1 0 1 0 0,1 0-1 0 0,-1 1 0 0 0,1-1 1 0 0,-1 0-1 0 0,0 1 0 0 0,1-1 0 0 0,1 3 1 0 0,3 13-1467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39.7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1 123 6913 0 0,'11'-3'397'0'0,"0"-1"0"0"0,0 0 0 0 0,-1 0 0 0 0,1-1 0 0 0,-1-1 0 0 0,11-7 0 0 0,13-7 599 0 0,-2 2-382 0 0,31-16 247 0 0,-58 32-1057 0 0,0 0 0 0 0,0 0 0 0 0,1 1 1 0 0,-1 0-1 0 0,0-1 0 0 0,1 2 0 0 0,-1-1 0 0 0,1 1 0 0 0,-1 0 1 0 0,7 0-1 0 0,0 2 173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39.9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91 6705 0 0,'4'-7'144'0'0,"3"2"33"0"0,0 0 7 0 0,-4 1 8 0 0,1 2-192 0 0,-3 1 0 0 0,5-3 0 0 0,4-5 0 0 0,4-1-385 0 0,5-4-111 0 0,2 0-24 0 0,-2 4-8 0 0,-3 4 400 0 0,-5 6 128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40.1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3225 0 0,'1'12'288'0'0,"1"-5"-288"0"0,0-2 0 0 0,-2 0 0 0 0,3 1 1920 0 0,-1-1-864 0 0,2 2 1 0 0,-1 2 503 0 0,4 1 104 0 0,0 0 17 0 0,2-3 7 0 0,0-3-1136 0 0,1-2-224 0 0,1-4-40 0 0,6-5-2968 0 0,1-2-585 0 0,1-1-128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40.5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5 515 12443 0 0,'-1'-2'164'0'0,"0"0"1"0"0,1 0-1 0 0,-1 0 0 0 0,1 0 1 0 0,-1 0-1 0 0,1 0 1 0 0,0-1-1 0 0,0 1 1 0 0,0 0-1 0 0,0 0 1 0 0,0 0-1 0 0,1-1 1 0 0,-1 1-1 0 0,0 0 0 0 0,1 0 1 0 0,0 0-1 0 0,0 0 1 0 0,-1 0-1 0 0,1 0 1 0 0,0 0-1 0 0,1 0 1 0 0,-1 0-1 0 0,0 1 0 0 0,0-1 1 0 0,1 0-1 0 0,-1 1 1 0 0,1-1-1 0 0,-1 1 1 0 0,1-1-1 0 0,0 1 1 0 0,2-2-1 0 0,0 1 100 0 0,0 0 1 0 0,-1 1-1 0 0,1 0 0 0 0,0-1 1 0 0,0 1-1 0 0,0 0 0 0 0,0 1 0 0 0,0-1 1 0 0,0 1-1 0 0,0-1 0 0 0,0 1 1 0 0,0 1-1 0 0,0-1 0 0 0,0 0 1 0 0,0 1-1 0 0,6 2 0 0 0,1 1-213 0 0,0 1-1 0 0,0 0 1 0 0,-1 0 0 0 0,0 1 0 0 0,0 1-1 0 0,-1-1 1 0 0,0 2 0 0 0,16 15-1 0 0,3 8 156 0 0,29 41-1 0 0,-6-8-105 0 0,-23-30-100 0 0,3-1 0 0 0,50 42 0 0 0,-71-66 0 0 0,2-1 0 0 0,-1 0 0 0 0,1-1 0 0 0,0 0 0 0 0,1-1 0 0 0,-1 0 0 0 0,1-1 0 0 0,0-1 0 0 0,1 0 0 0 0,-1 0 0 0 0,1-2 0 0 0,17 3 0 0 0,-26-6 2 0 0,-1 1 0 0 0,1-1-1 0 0,0 1 1 0 0,-1-1 0 0 0,1 0 0 0 0,-1-1 0 0 0,1 1-1 0 0,-1-1 1 0 0,0 0 0 0 0,1 0 0 0 0,-1 0 0 0 0,0-1-1 0 0,-1 0 1 0 0,1 1 0 0 0,0-1 0 0 0,-1-1 0 0 0,1 1 0 0 0,-1 0-1 0 0,0-1 1 0 0,0 0 0 0 0,0 1 0 0 0,-1-1 0 0 0,0 0-1 0 0,1 0 1 0 0,1-6 0 0 0,6-12 18 0 0,-1-1 1 0 0,-1 0-1 0 0,8-37 1 0 0,-14 52-15 0 0,26-112 146 0 0,29-111-188 0 0,-40 174 103 0 0,49-107-1 0 0,-59 150-520 0 0,0-1 0 0 0,2 1 1 0 0,0 0-1 0 0,1 0 0 0 0,0 1 0 0 0,14-13 0 0 0,-13 15-938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40.9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132 514 6913 0 0,'-8'-2'277'0'0,"0"0"-1"0"0,1-1 0 0 0,-1 0 0 0 0,1 0 1 0 0,0-1-1 0 0,0 0 0 0 0,0 0 0 0 0,0-1 1 0 0,1 0-1 0 0,0 0 0 0 0,0 0 0 0 0,0-1 1 0 0,0 0-1 0 0,1 0 0 0 0,0 0 0 0 0,0-1 1 0 0,1 0-1 0 0,0 0 0 0 0,0 0 0 0 0,-3-9 1 0 0,6 13-183 0 0,1 1 0 0 0,0-1 0 0 0,-1 1 0 0 0,1-1 0 0 0,0 1 0 0 0,1-1 0 0 0,-1 1 1 0 0,0-1-1 0 0,1 1 0 0 0,-1 0 0 0 0,1-1 0 0 0,0 1 0 0 0,0 0 0 0 0,0-1 0 0 0,0 1 0 0 0,0 0 0 0 0,0 0 1 0 0,1 0-1 0 0,-1 0 0 0 0,1 0 0 0 0,-1 0 0 0 0,1 0 0 0 0,0 0 0 0 0,0 1 0 0 0,0-1 0 0 0,0 1 0 0 0,0-1 1 0 0,0 1-1 0 0,2-1 0 0 0,7-4 108 0 0,-1 0 0 0 0,1 1 0 0 0,0 1 0 0 0,20-6 0 0 0,331-61 2280 0 0,-88 22-1158 0 0,414-114-1556 0 0,-596 146-2808 0 0,-53 11-3264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41.2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28 11979 0 0,'-1'-1'181'0'0,"0"0"0"0"0,0 1 0 0 0,0-1 0 0 0,1-1 1 0 0,-1 1-1 0 0,0 0 0 0 0,1 0 0 0 0,-1 0 0 0 0,1 0 0 0 0,-1 0 1 0 0,1-1-1 0 0,-1 1 0 0 0,1 0 0 0 0,0 0 0 0 0,0 0 1 0 0,0-1-1 0 0,0 1 0 0 0,0 0 0 0 0,0-1 0 0 0,0 1 1 0 0,0-2-1 0 0,9 26 4440 0 0,51 363-2676 0 0,4 13-1807 0 0,-57-370-116 0 0,20 53 1 0 0,-22-72-335 0 0,-1-1 1 0 0,1 0-1 0 0,11 14 1 0 0,-13-19-252 0 0,1 0-1 0 0,0 0 1 0 0,0 0 0 0 0,0 0-1 0 0,0-1 1 0 0,0 0 0 0 0,1 0 0 0 0,5 3-1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41.5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16 402 920 0 0,'-7'-77'448'0'0,"-2"-58"5216"0"0,9 122-5408 0 0,1 0 0 0 0,0 0 1 0 0,1 1-1 0 0,0-1 0 0 0,1 1 0 0 0,1-1 1 0 0,0 1-1 0 0,6-13 0 0 0,-7 19-65 0 0,1 0 0 0 0,0 0 0 0 0,0 1-1 0 0,1-1 1 0 0,-1 1 0 0 0,8-6 0 0 0,-11 10-31 0 0,1-1-1 0 0,0 0 1 0 0,0 1-1 0 0,0-1 1 0 0,0 1 0 0 0,1-1-1 0 0,-1 1 1 0 0,0 0 0 0 0,0 0-1 0 0,1 0 1 0 0,-1 0 0 0 0,1 0-1 0 0,-1 1 1 0 0,1-1 0 0 0,-1 1-1 0 0,1 0 1 0 0,-1 0 0 0 0,1-1-1 0 0,4 2 1 0 0,-5 0-73 0 0,-1 0 0 0 0,0 0 0 0 0,1 0 0 0 0,-1 0 0 0 0,0 0 0 0 0,0 0 0 0 0,0 0 0 0 0,0 1 0 0 0,0-1 0 0 0,0 0 0 0 0,0 1 0 0 0,0-1 0 0 0,-1 1 0 0 0,1-1 0 0 0,0 1 0 0 0,-1-1 0 0 0,1 1 0 0 0,-1-1 0 0 0,0 1 0 0 0,1-1 0 0 0,-1 1 0 0 0,0 0 0 0 0,0 1 0 0 0,0 39 145 0 0,-4-8-169 0 0,-2 0 0 0 0,-2 0 0 0 0,-22 61 0 0 0,15-50 163 0 0,-11 54 1 0 0,25-96-109 0 0,0 0 1 0 0,1 0-1 0 0,-1 0 1 0 0,1 0-1 0 0,0 1 1 0 0,0-1-1 0 0,0 0 1 0 0,0 0 0 0 0,1 1-1 0 0,-1-1 1 0 0,1 0-1 0 0,0 0 1 0 0,0 0-1 0 0,0 0 1 0 0,0 0-1 0 0,3 5 1 0 0,-2-6-57 0 0,1 1 1 0 0,-1-1-1 0 0,0-1 0 0 0,0 1 1 0 0,1 0-1 0 0,-1 0 0 0 0,1-1 0 0 0,-1 0 1 0 0,1 1-1 0 0,0-1 0 0 0,-1 0 1 0 0,1 0-1 0 0,0 0 0 0 0,0-1 1 0 0,0 1-1 0 0,0-1 0 0 0,0 1 1 0 0,6-1-1 0 0,16-1-168 0 0,49-5 1 0 0,-46 2-1168 0 0,5 1-5403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41.8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86 10138 0 0,'5'-15'6948'0'0,"12"-8"-7285"0"0,-4 5-307 0 0,-6 4 494 0 0,-3-1 134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41.9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 2761 0 0,'6'-2'248'0'0,"-1"0"-248"0"0,0 0 0 0 0,-1 1 0 0 0,-3 1 352 0 0,3-2 16 0 0,3 0 8 0 0,2 1 0 0 0,5 1-32 0 0,-4 5-8 0 0,-3 3 0 0 0,-3 5 0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42.3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109 47 9674 0 0,'-11'-32'1290'0'0,"8"17"3056"0"0,-1 74-718 0 0,-10 33-2537 0 0,4-32-529 0 0,-7 52 21 0 0,-4 13 177 0 0,-7 240-1 0 0,29-341-1517 0 0,7 46 1 0 0,0-29-6818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42.6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 6913 0 0,'-7'5'3201'0'0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42.9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5 3681 0 0,'-32'-5'3738'0'0,"48"16"439"0"0,0-7-3989 0 0,0-1 1 0 0,0 0-1 0 0,0-1 1 0 0,1 0 0 0 0,-1-1-1 0 0,1-1 1 0 0,27-4-1 0 0,-18 0-4794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43.1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0 3225 0 0,'-6'37'1324'0'0,"1"0"1"0"0,2 0 0 0 0,3 66-1 0 0,0-95-967 0 0,1 1 0 0 0,0 0-1 0 0,0-1 1 0 0,0 0 0 0 0,1 1 0 0 0,1-1 0 0 0,5 15-1 0 0,-6-20-213 0 0,-1 0-1 0 0,1 0 0 0 0,0 0 0 0 0,0 0 0 0 0,0 0 1 0 0,1-1-1 0 0,-1 1 0 0 0,1-1 0 0 0,0 1 0 0 0,-1-1 1 0 0,1 0-1 0 0,0 0 0 0 0,0 0 0 0 0,0-1 0 0 0,1 1 1 0 0,-1-1-1 0 0,0 1 0 0 0,0-1 0 0 0,1 0 0 0 0,-1 0 1 0 0,5 0-1 0 0,6 0 342 0 0,0-1 1 0 0,0 0-1 0 0,0-1 1 0 0,0 0 0 0 0,0-1-1 0 0,-1-1 1 0 0,1 0-1 0 0,24-10 1 0 0,-42 17-1715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43.8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142 14 3225 0 0,'-8'8'1891'0'0,"23"-13"1736"0"0,-10 3-2832 0 0,1 0-399 0 0,1-1 0 0 0,-1 1 0 0 0,1 0 0 0 0,0 0 1 0 0,-1 1-1 0 0,1 0 0 0 0,10-1 0 0 0,-15 2-330 0 0,0 1 1 0 0,0-1 0 0 0,0 0 0 0 0,0 1-1 0 0,0-1 1 0 0,0 1 0 0 0,-1-1-1 0 0,1 1 1 0 0,0 0 0 0 0,0 0-1 0 0,-1 0 1 0 0,1 0 0 0 0,-1 0-1 0 0,1 0 1 0 0,-1 0 0 0 0,1 1-1 0 0,-1-1 1 0 0,0 0 0 0 0,1 1-1 0 0,-1-1 1 0 0,0 1 0 0 0,0-1-1 0 0,0 1 1 0 0,0 0 0 0 0,0 0-1 0 0,-1-1 1 0 0,1 1 0 0 0,0 0-1 0 0,-1 0 1 0 0,0 0 0 0 0,1 0-1 0 0,-1-1 1 0 0,0 1 0 0 0,0 0 0 0 0,0 2-1 0 0,1 5-31 0 0,-1 0 1 0 0,-1 0-1 0 0,1 0 0 0 0,-2 0 1 0 0,1 0-1 0 0,-1 0 0 0 0,0 0 0 0 0,-1 0 1 0 0,0-1-1 0 0,0 1 0 0 0,-1-1 0 0 0,0 0 1 0 0,-1 0-1 0 0,0-1 0 0 0,0 1 1 0 0,0-1-1 0 0,-1 0 0 0 0,-11 11 0 0 0,9-11-24 0 0,1 0 0 0 0,-2-1 0 0 0,1 0 0 0 0,-1 0 0 0 0,1-1 1 0 0,-1 0-1 0 0,-1 0 0 0 0,1-1 0 0 0,-1-1 0 0 0,0 1 0 0 0,0-1 0 0 0,0-1 0 0 0,0 0 0 0 0,0 0 0 0 0,0-1 0 0 0,-13-1 0 0 0,0-1-109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45.1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1 708 3681 0 0,'1'-1'21'0'0,"0"0"0"0"0,1 0 0 0 0,-1 0 0 0 0,0 0 0 0 0,1 0 1 0 0,-1 0-1 0 0,0 1 0 0 0,1-1 0 0 0,-1 0 0 0 0,1 1 0 0 0,0-1 0 0 0,-1 1 1 0 0,1 0-1 0 0,-1-1 0 0 0,1 1 0 0 0,2 0 0 0 0,2-1 12 0 0,232-39 2004 0 0,-43 10-207 0 0,600-151 3215 0 0,-569 129-3871 0 0,160-45 758 0 0,-240 53-1333 0 0,382-130-55 0 0,-392 115-2192 0 0,-98 41-3960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11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128 147 456 0 0,'-8'-6'308'0'0,"1"-1"1"0"0,-1 1-1 0 0,1-1 1 0 0,1 0-1 0 0,-1-1 0 0 0,1 1 1 0 0,0-1-1 0 0,-7-15 0 0 0,-7-7 1375 0 0,-19-8 5112 0 0,53 63-3459 0 0,1 26-2846 0 0,-11-32-248 0 0,172 590 3157 0 0,-146-509-3062 0 0,22 93 26 0 0,-50-188-396 0 0,-1 0 0 0 0,-1 0 0 0 0,1 0-1 0 0,-1 0 1 0 0,1 0 0 0 0,-1 0 0 0 0,-1 0-1 0 0,1 0 1 0 0,-1 1 0 0 0,0-1 0 0 0,0 0-1 0 0,-3 8 1 0 0,-1-3-351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11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66 116 920 0 0,'-28'-51'4810'0'0,"21"37"-2153"0"0,0 0-1 0 0,-17-23 0 0 0,27 53 3623 0 0,15 66-5726 0 0,-2 12-326 0 0,-10-51-156 0 0,14 54-1 0 0,-17-86-94 0 0,1 1-1 0 0,0-1 0 0 0,1-1 0 0 0,0 1 1 0 0,1 0-1 0 0,0-1 0 0 0,0 0 1 0 0,1-1-1 0 0,12 14 0 0 0,-9-14-1427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12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1 294 2761 0 0,'13'-3'1692'0'0,"-11"3"-1490"0"0,-1-1-1 0 0,1 1 0 0 0,-1-1 0 0 0,1 1 1 0 0,-1 0-1 0 0,1-1 0 0 0,-1 1 0 0 0,1 0 1 0 0,0 0-1 0 0,-1 0 0 0 0,1 0 0 0 0,-1 1 1 0 0,1-1-1 0 0,-1 0 0 0 0,1 0 0 0 0,-1 1 1 0 0,1-1-1 0 0,-1 1 0 0 0,1 0 0 0 0,-1-1 1 0 0,1 1-1 0 0,-1 0 0 0 0,2 1 0 0 0,35 34 1681 0 0,-30-28-1574 0 0,-1 0 0 0 0,1-1 0 0 0,1 0-1 0 0,0 0 1 0 0,10 6 0 0 0,-15-11-283 0 0,0-1-1 0 0,-1 1 1 0 0,2-1 0 0 0,-1 0-1 0 0,0 0 1 0 0,0 0 0 0 0,0 0-1 0 0,0-1 1 0 0,1 1 0 0 0,-1-1-1 0 0,0 0 1 0 0,0-1 0 0 0,1 1 0 0 0,-1-1-1 0 0,0 0 1 0 0,0 0 0 0 0,6-2-1 0 0,-5 1-34 0 0,1 0 0 0 0,-1-1 0 0 0,1 1-1 0 0,-1-1 1 0 0,0 0 0 0 0,0-1 0 0 0,0 1 0 0 0,-1-1 0 0 0,1 0-1 0 0,-1 0 1 0 0,0-1 0 0 0,0 1 0 0 0,0-1 0 0 0,-1 0-1 0 0,1 0 1 0 0,4-10 0 0 0,0-4-72 0 0,-2 0 0 0 0,0 0 0 0 0,7-35 0 0 0,-11 43 74 0 0,3-11 1 0 0,15-64-174 0 0,-17 76 205 0 0,0 0 0 0 0,1 1 0 0 0,0 0 0 0 0,1 0 1 0 0,0 0-1 0 0,8-11 0 0 0,-12 19 45 0 0,0 0 0 0 0,-1 1 0 0 0,1-1 1 0 0,0 1-1 0 0,0-1 0 0 0,0 1 0 0 0,0 0 0 0 0,0-1 0 0 0,0 1 0 0 0,0 0 0 0 0,0-1 0 0 0,0 1 0 0 0,0 0 1 0 0,0 0-1 0 0,0 0 0 0 0,0 0 0 0 0,0 0 0 0 0,0 0 0 0 0,0 0 0 0 0,-1 0 0 0 0,1 0 0 0 0,0 1 0 0 0,0-1 1 0 0,0 0-1 0 0,0 1 0 0 0,0-1 0 0 0,0 1 0 0 0,0-1 0 0 0,0 1 0 0 0,0-1 0 0 0,-1 1 0 0 0,1-1 1 0 0,0 1-1 0 0,0 0 0 0 0,-1-1 0 0 0,1 1 0 0 0,0 1 0 0 0,27 28 1989 0 0,-8 2-1478 0 0,-1 0 0 0 0,-2 0 0 0 0,-2 2 0 0 0,22 66-1 0 0,-8-21-556 0 0,-20-55-385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13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48 6449 0 0,'-4'-12'992'0'0,"10"-24"5966"0"0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14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12 722 6449 0 0,'-11'10'716'0'0,"19"-13"69"0"0,22-15 526 0 0,67-67 1315 0 0,-60 50-1356 0 0,43-32 0 0 0,-71 62-1146 0 0,-1 0 0 0 0,1 0 0 0 0,0 1 0 0 0,0 0 0 0 0,18-5 0 0 0,-35 10-240 0 0,0 0 0 0 0,0 0 0 0 0,-1-1 0 0 0,1 0 1 0 0,0 0-1 0 0,0-1 0 0 0,-1 0 0 0 0,1 0 0 0 0,0-1 0 0 0,0 0 0 0 0,0 0 0 0 0,0-1 0 0 0,1 0 0 0 0,-1-1 0 0 0,1 1 0 0 0,0-1 0 0 0,0-1 0 0 0,0 0 0 0 0,0 0 0 0 0,1 0 0 0 0,0 0 0 0 0,0-1 0 0 0,0 0 1 0 0,1-1-1 0 0,0 1 0 0 0,0-1 0 0 0,0 0 0 0 0,1 0 0 0 0,0 0 0 0 0,1-1 0 0 0,-1 0 0 0 0,1 1 0 0 0,-1-9 0 0 0,2 7 266 0 0,0 1 0 0 0,1 0 1 0 0,1 0-1 0 0,-1-1 0 0 0,1 1 0 0 0,1 0 0 0 0,-1-1 0 0 0,1 1 0 0 0,1 0 1 0 0,0 0-1 0 0,0 0 0 0 0,0 0 0 0 0,1 0 0 0 0,0 0 0 0 0,1 0 1 0 0,6-9-1 0 0,-1 3-81 0 0,2 0 0 0 0,0 1 1 0 0,1 0-1 0 0,0 0 0 0 0,0 1 1 0 0,28-19-1 0 0,-15 12-69 0 0,-11 8 0 0 0,-1 0 0 0 0,1 1 0 0 0,1 1 0 0 0,0 0 0 0 0,23-10 0 0 0,-34 18 0 0 0,-1 0 0 0 0,1 0 0 0 0,-1 0 0 0 0,1 0 0 0 0,0 1 0 0 0,-1-1 0 0 0,1 1 0 0 0,0 0 0 0 0,-1 0 0 0 0,1 1 0 0 0,0-1 0 0 0,-1 1 0 0 0,1-1 0 0 0,0 1 0 0 0,-1 0 0 0 0,1 1 0 0 0,-1-1 0 0 0,0 1 0 0 0,1-1 0 0 0,-1 1 0 0 0,0 0 0 0 0,0 0 0 0 0,0 0 0 0 0,0 1 0 0 0,0-1 0 0 0,-1 1 0 0 0,1-1 0 0 0,-1 1 0 0 0,0 0 0 0 0,1 0 0 0 0,1 5 0 0 0,9 16 79 0 0,-1 0-1 0 0,-1 1 1 0 0,-1 0 0 0 0,-1 1 0 0 0,10 51-1 0 0,13 37 230 0 0,-26-94-254 0 0,0-2-5 0 0,1 1 1 0 0,15 29 0 0 0,-21-45-35 0 0,1 0 1 0 0,-1 0-1 0 0,1 0 0 0 0,0 0 1 0 0,0-1-1 0 0,0 1 0 0 0,1-1 1 0 0,-1 1-1 0 0,0-1 0 0 0,1 0 1 0 0,0 1-1 0 0,-1-2 1 0 0,1 1-1 0 0,0 0 0 0 0,0 0 1 0 0,0-1-1 0 0,0 0 0 0 0,0 1 1 0 0,1-1-1 0 0,-1 0 1 0 0,0-1-1 0 0,5 2 0 0 0,-3-3 59 0 0,0 0-1 0 0,0 0 0 0 0,0 0 0 0 0,0 0 0 0 0,0-1 1 0 0,0 0-1 0 0,0 0 0 0 0,-1 0 0 0 0,1-1 0 0 0,-1 0 1 0 0,0 0-1 0 0,0 0 0 0 0,0 0 0 0 0,0 0 0 0 0,5-6 1 0 0,7-8 645 0 0,27-39 0 0 0,-35 46-504 0 0,23-35 481 0 0,-4 6-1555 0 0,-8 14-3656 0 0,-2 4-1393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52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1 334 456 0 0,'0'17'7619'0'0,"4"-18"-7445"0"0,0 0-1 0 0,0-1 1 0 0,0 1-1 0 0,0-1 1 0 0,0 0 0 0 0,0-1-1 0 0,-1 1 1 0 0,1-1 0 0 0,-1 1-1 0 0,0-1 1 0 0,1 0-1 0 0,-1 0 1 0 0,-1 0 0 0 0,1-1-1 0 0,0 1 1 0 0,2-6-1 0 0,34-40 1182 0 0,85-80 0 0 0,1 26-4419 0 0,-93 81-903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53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0 3025 0 0,'-1'1'30'0'0,"0"-1"1"0"0,0 1-1 0 0,0-1 1 0 0,0 0-1 0 0,0 1 1 0 0,0 0-1 0 0,0-1 1 0 0,0 1-1 0 0,1 0 1 0 0,-1-1-1 0 0,0 1 1 0 0,0 0-1 0 0,0 0 1 0 0,1 0 0 0 0,-1 0-1 0 0,1 0 1 0 0,-1 0-1 0 0,0-1 1 0 0,1 1-1 0 0,0 1 1 0 0,-1-1-1 0 0,1 0 1 0 0,0 0-1 0 0,-1 0 1 0 0,1 0-1 0 0,0 0 1 0 0,0 0-1 0 0,0 0 1 0 0,0 0-1 0 0,0 0 1 0 0,0 0-1 0 0,0 1 1 0 0,1 0-1 0 0,-2 1 80 0 0,2 28 658 0 0,1 0 0 0 0,1 0 0 0 0,1 0 0 0 0,17 55 0 0 0,-2-3 158 0 0,-15-58-649 0 0,20 81 1011 0 0,-21-96-1171 0 0,1 0 0 0 0,0 0 0 0 0,0 0 0 0 0,1 0-1 0 0,0-1 1 0 0,1 0 0 0 0,11 15 0 0 0,-16-23-103 0 0,0 1 0 0 0,0-1-1 0 0,0 0 1 0 0,0 0-1 0 0,0-1 1 0 0,0 1-1 0 0,0 0 1 0 0,0 0 0 0 0,1 0-1 0 0,-1-1 1 0 0,0 1-1 0 0,0 0 1 0 0,1-1 0 0 0,-1 0-1 0 0,0 1 1 0 0,1-1-1 0 0,-1 0 1 0 0,0 1-1 0 0,1-1 1 0 0,-1 0 0 0 0,1 0-1 0 0,-1 0 1 0 0,0 0-1 0 0,1 0 1 0 0,-1-1-1 0 0,1 1 1 0 0,-1 0 0 0 0,0-1-1 0 0,1 1 1 0 0,-1 0-1 0 0,0-1 1 0 0,0 0 0 0 0,1 1-1 0 0,-1-1 1 0 0,0 0-1 0 0,0 0 1 0 0,0 1-1 0 0,0-1 1 0 0,0 0 0 0 0,0 0-1 0 0,0 0 1 0 0,1-2-1 0 0,5-6 206 0 0,0 0-1 0 0,-1 0 1 0 0,0-1-1 0 0,7-14 1 0 0,-5 8-93 0 0,1 1-2 0 0,1 1-1 0 0,0 0 0 0 0,1 0 0 0 0,0 1 0 0 0,1 0 0 0 0,19-15 0 0 0,-22 21-110 0 0,0 0-1 0 0,1 0 1 0 0,0 1 0 0 0,0 1 0 0 0,0 0-1 0 0,0 0 1 0 0,1 1 0 0 0,0 0 0 0 0,0 1-1 0 0,21-3 1 0 0,-28 5-14 0 0,0 1-1 0 0,1 1 0 0 0,-1-1 1 0 0,0 1-1 0 0,1-1 1 0 0,-1 1-1 0 0,0 1 1 0 0,0-1-1 0 0,0 0 1 0 0,0 1-1 0 0,0 0 1 0 0,0 0-1 0 0,0 0 1 0 0,-1 1-1 0 0,1-1 1 0 0,-1 1-1 0 0,1-1 1 0 0,-1 1-1 0 0,0 1 0 0 0,0-1 1 0 0,-1 0-1 0 0,1 1 1 0 0,0-1-1 0 0,1 5 1 0 0,7 10 16 0 0,0 2 0 0 0,-2 0 0 0 0,11 30 0 0 0,-16-39 16 0 0,4 10 12 0 0,-1 0-1 0 0,-1 1 0 0 0,-1 0 0 0 0,-1 0 1 0 0,-1 0-1 0 0,0 0 0 0 0,-2 1 0 0 0,-2 24 1 0 0,-1-30-9 0 0,0 1 0 0 0,-2 0 0 0 0,0-1 0 0 0,-1 0 0 0 0,0 0 0 0 0,-1 0 0 0 0,-1-1 0 0 0,-1 1 0 0 0,-1-2 0 0 0,-16 25 0 0 0,5-13-518 0 0,-2 0 0 0 0,-37 36 0 0 0,46-51-4401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53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0 12899 0 0,'0'0'997'0'0,"-2"21"117"0"0,-21 52-194 0 0,17-58-1639 0 0,1 0-1 0 0,0 1 1 0 0,1 0-1 0 0,1 0 1 0 0,-3 28-1 0 0,6-43 602 0 0,0 0-1 0 0,0-1 1 0 0,0 1-1 0 0,0 0 1 0 0,0-1 0 0 0,0 1-1 0 0,0-1 1 0 0,1 1-1 0 0,-1 0 1 0 0,0-1 0 0 0,0 1-1 0 0,1-1 1 0 0,-1 1-1 0 0,0 0 1 0 0,1-1 0 0 0,-1 1-1 0 0,0-1 1 0 0,1 1-1 0 0,-1-1 1 0 0,1 1-1 0 0,-1-1 1 0 0,1 0 0 0 0,0 1-1 0 0,6 2-402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6:54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30 5985 0 0,'-2'-2'397'0'0,"-15"-10"-438"0"0,17 12 181 0 0,-1-1-1 0 0,1 1 1 0 0,0 0 0 0 0,-1-1 0 0 0,1 1 0 0 0,-1-1 0 0 0,1 1 0 0 0,-1-1-1 0 0,1 1 1 0 0,0-1 0 0 0,0 1 0 0 0,-1-1 0 0 0,1 0 0 0 0,0 1 0 0 0,0-1-1 0 0,-1 1 1 0 0,1-1 0 0 0,0 0 0 0 0,0 1 0 0 0,0-1 0 0 0,0 0 0 0 0,0 1-1 0 0,0-1 1 0 0,0 1 0 0 0,0-1 0 0 0,1-1 0 0 0,-1 2 22 0 0,1 0 0 0 0,0 1 0 0 0,0-1 1 0 0,-1 0-1 0 0,1 1 0 0 0,0-1 0 0 0,0 0 0 0 0,-1 1 0 0 0,1-1 1 0 0,0 1-1 0 0,-1-1 0 0 0,1 1 0 0 0,-1-1 0 0 0,1 1 0 0 0,-1 0 1 0 0,1-1-1 0 0,-1 1 0 0 0,1 0 0 0 0,-1-1 0 0 0,1 1 0 0 0,-1 0 1 0 0,15 19 1011 0 0,4 11-264 0 0,-1 0-1 0 0,-1 2 1 0 0,-2 0 0 0 0,15 46-1 0 0,31 146 244 0 0,-40-138-833 0 0,13 40-835 0 0,-8-42-4720 0 0,-4-15-1269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01.4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147 407 7834 0 0,'-36'-23'2632'0'0,"-69"-35"1"0"0,105 58-2627 0 0,0-1-1 0 0,0 1 1 0 0,0 0 0 0 0,-1 0 0 0 0,1 0 0 0 0,0 0-1 0 0,0 0 1 0 0,0 0 0 0 0,0 0 0 0 0,0 0 0 0 0,0 0-1 0 0,-1 0 1 0 0,1 0 0 0 0,0 0 0 0 0,0 0 0 0 0,0 0-1 0 0,0 0 1 0 0,0 0 0 0 0,-1 0 0 0 0,1 0 0 0 0,0 0-1 0 0,0 0 1 0 0,0 0 0 0 0,0 0 0 0 0,0 0 0 0 0,0 0-1 0 0,-1 0 1 0 0,1 0 0 0 0,0 0 0 0 0,0 0 0 0 0,0 0-1 0 0,0 0 1 0 0,0 0 0 0 0,0 0 0 0 0,0 1 0 0 0,-1-1-1 0 0,1 0 1 0 0,0 0 0 0 0,0 0 0 0 0,0 0 0 0 0,0 0-1 0 0,0 0 1 0 0,0 0 0 0 0,0 1 0 0 0,0-1 0 0 0,0 0-1 0 0,0 0 1 0 0,0 0 0 0 0,0 0 0 0 0,0 0 0 0 0,0 0-1 0 0,0 1 1 0 0,0-1 0 0 0,2 12 400 0 0,11 17 224 0 0,-11-25-595 0 0,12 23 20 0 0,1-1 1 0 0,1 0-1 0 0,2-1 0 0 0,0 0 1 0 0,2-2-1 0 0,0 0 0 0 0,2-2 0 0 0,1 0 1 0 0,0-1-1 0 0,26 16 0 0 0,-46-34 65 0 0,0 0 0 0 0,0 0-1 0 0,0 0 1 0 0,0 0 0 0 0,0 0 0 0 0,0-1-1 0 0,1 1 1 0 0,-1-1 0 0 0,0 0 0 0 0,1 0-1 0 0,-1 0 1 0 0,1-1 0 0 0,-1 1 0 0 0,1-1-1 0 0,-1 0 1 0 0,1 0 0 0 0,0 0 0 0 0,-1 0-1 0 0,1 0 1 0 0,-1-1 0 0 0,1 0 0 0 0,-1 0-1 0 0,0 0 1 0 0,1 0 0 0 0,-1 0 0 0 0,0-1-1 0 0,1 1 1 0 0,-1-1 0 0 0,0 0 0 0 0,0 0-1 0 0,-1 0 1 0 0,1-1 0 0 0,0 1 0 0 0,-1 0-1 0 0,1-1 1 0 0,-1 0 0 0 0,0 0 0 0 0,0 0-1 0 0,0 0 1 0 0,0 0 0 0 0,0 0 0 0 0,2-6-1 0 0,8-18 64 0 0,0-1 0 0 0,-2 0-1 0 0,0-1 1 0 0,4-30 0 0 0,16-123 792 0 0,-21 117-867 0 0,14-101-3406 0 0,-16 138-3614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01.9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72 6913 0 0,'-1'-8'71'0'0,"-1"-26"1631"0"0,2 32-1370 0 0,0 1 0 0 0,0-1-1 0 0,1 0 1 0 0,-1 0 0 0 0,1 1-1 0 0,0-1 1 0 0,-1 0-1 0 0,1 1 1 0 0,0-1 0 0 0,0 1-1 0 0,0-1 1 0 0,0 1 0 0 0,0-1-1 0 0,0 1 1 0 0,0 0 0 0 0,3-3-1 0 0,-4 4-240 0 0,1 0 0 0 0,-1 0-1 0 0,1 0 1 0 0,-1 0 0 0 0,0 0-1 0 0,1 0 1 0 0,-1 0 0 0 0,1 0-1 0 0,-1 0 1 0 0,1 0-1 0 0,-1 0 1 0 0,0 0 0 0 0,1 0-1 0 0,-1 1 1 0 0,1-1 0 0 0,-1 0-1 0 0,0 0 1 0 0,1 0 0 0 0,-1 0-1 0 0,1 1 1 0 0,-1-1 0 0 0,0 0-1 0 0,1 1 1 0 0,-1-1-1 0 0,0 0 1 0 0,0 0 0 0 0,1 1-1 0 0,-1-1 1 0 0,0 1 0 0 0,0-1-1 0 0,1 0 1 0 0,-1 1 0 0 0,0-1-1 0 0,0 0 1 0 0,0 1 0 0 0,0-1-1 0 0,0 1 1 0 0,1-1 0 0 0,-1 1-1 0 0,0-1 1 0 0,0 1-1 0 0,7 24 1129 0 0,-6-22-881 0 0,32 141 1957 0 0,2 6-1955 0 0,-2-14-1545 0 0,18 157 0 0 0,-39-213-1231 0 0,-6-49 764 0 0,-1-4-202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02.3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8290 0 0,'0'0'1440'0'0,"2"0"-1144"0"0,0 2 0 0 0,3-2-176 0 0,-1 3-40 0 0,2 3-8 0 0,0 1 0 0 0,1 3-72 0 0,-2-1 0 0 0,-2 0 0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02.6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 5529 0 0,'4'-1'381'0'0,"1"0"-1"0"0,-1 1 0 0 0,0-1 1 0 0,1 1-1 0 0,-1 0 0 0 0,1 0 1 0 0,-1 0-1 0 0,1 0 0 0 0,-1 1 1 0 0,7 1-1 0 0,3 0 503 0 0,77 11 2894 0 0,-17-2-2509 0 0,-56-9-2883 0 0,37-1 0 0 0,-41-2-2978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03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99 0 5065 0 0,'-5'4'321'0'0,"1"0"1"0"0,-1 0-1 0 0,1 0 1 0 0,0 0-1 0 0,1 0 0 0 0,-1 1 1 0 0,1 0-1 0 0,0 0 0 0 0,0 0 1 0 0,0 0-1 0 0,-3 8 0 0 0,0 0 44 0 0,-2 0 119 0 0,1 0-1 0 0,1 1 1 0 0,0 1-1 0 0,1-1 1 0 0,-6 25 0 0 0,10-34-426 0 0,0 1 0 0 0,1-1 0 0 0,0 1 0 0 0,0 0 0 0 0,0-1 0 0 0,1 1 0 0 0,-1-1 0 0 0,1 1 0 0 0,1-1 0 0 0,-1 0 0 0 0,1 1 0 0 0,0-1 0 0 0,0 0 1 0 0,0 0-1 0 0,1 0 0 0 0,0 0 0 0 0,0 0 0 0 0,7 7 0 0 0,20 20 352 0 0,1-2 1 0 0,1-2-1 0 0,66 44 1 0 0,-6-4-490 0 0,-87-64-10 0 0,0 0 0 0 0,0 0 0 0 0,0 1 0 0 0,-1 0 0 0 0,0 0-1 0 0,0 0 1 0 0,0 0 0 0 0,-1 0 0 0 0,0 1 0 0 0,0 0 0 0 0,0 0 0 0 0,-1 0 0 0 0,0 0 0 0 0,0 0 0 0 0,0 0 0 0 0,-1 0 0 0 0,0 0 0 0 0,0 1 0 0 0,0-1 0 0 0,-1 8-1 0 0,-1-4 101 0 0,0-1 0 0 0,-1 0 0 0 0,0 0 0 0 0,0 0 0 0 0,-1 0 0 0 0,0-1 0 0 0,-1 1 0 0 0,0-1 0 0 0,0 1 0 0 0,-1-1-1 0 0,0-1 1 0 0,0 1 0 0 0,-10 10 0 0 0,8-10-154 0 0,-1 0 1 0 0,0-1-1 0 0,0 0 0 0 0,-1 0 1 0 0,-9 5-1 0 0,-4 0-4231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03.5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0 5529 0 0,'-1'0'89'0'0,"1"0"-1"0"0,-1 0 1 0 0,1 0 0 0 0,0 0-1 0 0,-1 0 1 0 0,1 0-1 0 0,-1 0 1 0 0,1 0 0 0 0,0 0-1 0 0,-1 0 1 0 0,1 0-1 0 0,0 0 1 0 0,-1 1 0 0 0,1-1-1 0 0,-1 0 1 0 0,1 0-1 0 0,0 0 1 0 0,-1 0 0 0 0,1 1-1 0 0,0-1 1 0 0,-1 0-1 0 0,1 0 1 0 0,0 0 0 0 0,0 1-1 0 0,-1-1 1 0 0,1 0-1 0 0,0 1 1 0 0,0-1 0 0 0,-1 0-1 0 0,1 1 1 0 0,0-1-1 0 0,0 0 1 0 0,0 1 0 0 0,0-1-1 0 0,-1 0 1 0 0,1 1-1 0 0,0-1 1 0 0,0 1 0 0 0,0-1-1 0 0,0 0 1 0 0,0 1-1 0 0,0-1 1 0 0,0 0 0 0 0,0 1-1 0 0,0-1 1 0 0,0 1-1 0 0,0-1 1 0 0,0 0 0 0 0,1 1-1 0 0,-1 0 1 0 0,1 26 1454 0 0,0-24-1058 0 0,4 35 1631 0 0,21 69 1 0 0,0 4-998 0 0,-7 81-534 0 0,0 0-3763 0 0,-11-151-2271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03.9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10 210 5529 0 0,'-3'-13'570'0'0,"0"1"0"0"0,2-2 0 0 0,-1-16-1 0 0,2 28-273 0 0,0 0 0 0 0,0 0-1 0 0,0-1 1 0 0,0 1-1 0 0,1 0 1 0 0,-1 0 0 0 0,1 0-1 0 0,0-1 1 0 0,0 1-1 0 0,-1 0 1 0 0,1 0 0 0 0,2-3-1 0 0,-2 4-134 0 0,0 1 0 0 0,0-1 1 0 0,0 1-1 0 0,-1-1 0 0 0,1 0 0 0 0,0 1 0 0 0,0 0 0 0 0,0-1 0 0 0,0 1 0 0 0,0-1 0 0 0,0 1 0 0 0,0 0 0 0 0,0 0 0 0 0,0 0 0 0 0,0 0 1 0 0,0 0-1 0 0,0 0 0 0 0,0 0 0 0 0,0 0 0 0 0,0 0 0 0 0,0 0 0 0 0,0 0 0 0 0,0 0 0 0 0,0 1 0 0 0,0-1 0 0 0,0 0 0 0 0,0 1 0 0 0,0-1 0 0 0,1 2 1 0 0,1-1-42 0 0,-1 1 0 0 0,1 0 0 0 0,-1 0 0 0 0,1 0 0 0 0,-1 0 0 0 0,0 0 0 0 0,0 0 0 0 0,0 1 0 0 0,0-1 0 0 0,0 1 0 0 0,0 0 0 0 0,-1-1 0 0 0,1 1 0 0 0,0 4 0 0 0,17 46 247 0 0,-13-34-199 0 0,2 4-55 0 0,46 123 453 0 0,-47-130-562 0 0,1 0-1 0 0,1-1 0 0 0,0 0 1 0 0,1-1-1 0 0,0 0 0 0 0,23 22 1 0 0,-32-34-52 0 0,0 0 0 0 0,1-1 0 0 0,-1 0 1 0 0,1 1-1 0 0,-1-1 0 0 0,1 0 1 0 0,0 0-1 0 0,0 0 0 0 0,-1 0 1 0 0,1 0-1 0 0,0 0 0 0 0,0 0 1 0 0,0 0-1 0 0,0-1 0 0 0,0 1 1 0 0,0-1-1 0 0,0 0 0 0 0,0 0 1 0 0,0 1-1 0 0,0-1 0 0 0,0 0 1 0 0,0-1-1 0 0,4 1 0 0 0,-4-2 0 0 0,0 1 1 0 0,0 0-1 0 0,0-1 0 0 0,0 1 0 0 0,0-1 0 0 0,0 0 0 0 0,-1 0 0 0 0,1 0 0 0 0,0 0 1 0 0,-1 0-1 0 0,1 0 0 0 0,-1 0 0 0 0,0 0 0 0 0,0-1 0 0 0,0 1 0 0 0,0 0 0 0 0,0-1 1 0 0,0-4-1 0 0,36-140 599 0 0,-28 99-320 0 0,3 0 0 0 0,2 0 0 0 0,32-72 0 0 0,-43 113-209 0 0,1 0 0 0 0,1 0 0 0 0,-1 0 0 0 0,1 0 0 0 0,0 1 0 0 0,1-1 0 0 0,-1 2 0 0 0,8-7 0 0 0,-12 11 25 0 0,1 0 1 0 0,0-1 0 0 0,-1 1 0 0 0,1 0 0 0 0,0 0 0 0 0,0 0 0 0 0,0 1-1 0 0,0-1 1 0 0,0 0 0 0 0,0 1 0 0 0,0-1 0 0 0,0 1 0 0 0,0-1 0 0 0,0 1-1 0 0,0 0 1 0 0,0 0 0 0 0,0 0 0 0 0,0 0 0 0 0,0 0 0 0 0,0 1 0 0 0,0-1-1 0 0,0 1 1 0 0,0-1 0 0 0,0 1 0 0 0,0 0 0 0 0,0-1 0 0 0,0 1-1 0 0,0 0 1 0 0,-1 0 0 0 0,1 1 0 0 0,0-1 0 0 0,-1 0 0 0 0,1 1 0 0 0,0-1-1 0 0,-1 0 1 0 0,2 3 0 0 0,9 11 127 0 0,-1 0-1 0 0,-1 0 1 0 0,0 1-1 0 0,-1 0 1 0 0,-1 1-1 0 0,0 0 1 0 0,-1 0-1 0 0,-1 1 0 0 0,5 24 1 0 0,2 23-264 0 0,6 84 0 0 0,-12-84-6 0 0,7 37-3316 0 0,-9-72-3526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04.9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0 665 7370 0 0,'6'-2'304'0'0,"-1"1"0"0"0,0-1 0 0 0,0 1 0 0 0,0-1 0 0 0,0-1 0 0 0,0 1 0 0 0,5-4 0 0 0,13-5 1020 0 0,37-6 1578 0 0,-49 15-2697 0 0,0 0 1 0 0,-1 0-1 0 0,1-2 1 0 0,-1 1 0 0 0,0-1-1 0 0,0 0 1 0 0,0-1-1 0 0,-1 0 1 0 0,18-13-1 0 0,-27 18-203 0 0,1-1-1 0 0,-1 1 1 0 0,0 0-1 0 0,0-1 1 0 0,0 1-1 0 0,1 0 1 0 0,-1 0-1 0 0,0-1 1 0 0,0 1-1 0 0,0 0 1 0 0,1-1-1 0 0,-1 1 1 0 0,0 0-1 0 0,0-1 1 0 0,0 1-1 0 0,0-1 1 0 0,0 1-1 0 0,0 0 1 0 0,0-1-1 0 0,0 1 1 0 0,0 0-1 0 0,0-1 1 0 0,0 1-1 0 0,0 0 1 0 0,0-1-1 0 0,0 1 1 0 0,0 0-1 0 0,-1-1 1 0 0,1 1-1 0 0,0 0 1 0 0,0-1-1 0 0,0 1 1 0 0,0 0-1 0 0,-1-1 1 0 0,1 1-1 0 0,0 0 1 0 0,0-1-1 0 0,-1 1 1 0 0,1 0-1 0 0,-1-1 1 0 0,-16-11 124 0 0,15 12-119 0 0,1-1-1 0 0,-1 1 1 0 0,1-1 0 0 0,0 0 0 0 0,0 1 0 0 0,-1-1 0 0 0,1 0 0 0 0,0 0 0 0 0,0 0-1 0 0,0 0 1 0 0,0 0 0 0 0,0 0 0 0 0,0 0 0 0 0,0-1 0 0 0,0 1 0 0 0,0-1 0 0 0,1-4-41 0 0,1 1 0 0 0,0 0 0 0 0,0 0 0 0 0,0 0 0 0 0,1 0 0 0 0,2-6 1 0 0,-2 6-15 0 0,0 0 1 0 0,0 0 0 0 0,-1-1 0 0 0,1 1 0 0 0,-2-1 0 0 0,2-6 0 0 0,3-68-861 0 0,-6 95 176 0 0,0-12 802 0 0,0 1 1 0 0,0-1-1 0 0,1 1 0 0 0,0-1 0 0 0,0 1 1 0 0,0-1-1 0 0,0 1 0 0 0,0-1 1 0 0,1 0-1 0 0,-1 1 0 0 0,1-1 0 0 0,0 1 1 0 0,0-1-1 0 0,0 0 0 0 0,0 0 0 0 0,1 0 1 0 0,1 3-1 0 0,-3-5-29 0 0,0-1 0 0 0,1 0-1 0 0,-1 0 1 0 0,0 0 0 0 0,0 0 0 0 0,0 0 0 0 0,0 1-1 0 0,0-1 1 0 0,0 0 0 0 0,0 0 0 0 0,1 0 0 0 0,-1 0 0 0 0,0 0-1 0 0,0 0 1 0 0,0 0 0 0 0,0 0 0 0 0,0 0 0 0 0,1 0-1 0 0,-1 0 1 0 0,0 0 0 0 0,0 0 0 0 0,0 1 0 0 0,0-1-1 0 0,1 0 1 0 0,-1 0 0 0 0,0 0 0 0 0,0 0 0 0 0,0-1 0 0 0,0 1-1 0 0,0 0 1 0 0,1 0 0 0 0,-1 0 0 0 0,0 0 0 0 0,0 0-1 0 0,0 0 1 0 0,0 0 0 0 0,1 0 0 0 0,-1 0 0 0 0,0 0-1 0 0,0 0 1 0 0,0 0 0 0 0,0 0 0 0 0,0-1 0 0 0,0 1 0 0 0,0 0-1 0 0,1 0 1 0 0,-1 0 0 0 0,0 0 0 0 0,0 0 0 0 0,0 0-1 0 0,0-1 1 0 0,0 1 0 0 0,0 0 0 0 0,0 0 0 0 0,0 0-1 0 0,0 0 1 0 0,0-1 0 0 0,0 1 0 0 0,0 0 0 0 0,0 0 0 0 0,0 0-1 0 0,0 0 1 0 0,0-1 0 0 0,0 1 0 0 0,0 0 0 0 0,0 0-1 0 0,0 0 1 0 0,-5-8 93 0 0,1 1 0 0 0,0-1-1 0 0,0 0 1 0 0,1 0 0 0 0,0-1 0 0 0,0 1-1 0 0,1-1 1 0 0,0 1 0 0 0,1-1-1 0 0,-1-14 1 0 0,1 5-40 0 0,0 0-1 0 0,1-1 1 0 0,1 1-1 0 0,1 0 1 0 0,1 0-1 0 0,0 0 1 0 0,12-33 0 0 0,-11 39-90 0 0,1 1 0 0 0,1-1-1 0 0,0 2 1 0 0,0-1 0 0 0,1 1 0 0 0,1 0 0 0 0,-1 0 0 0 0,2 0 0 0 0,-1 1 0 0 0,1 1 0 0 0,1 0 0 0 0,15-11 0 0 0,-23 17-4 0 0,0 1-1 0 0,1-1 0 0 0,-1 1 1 0 0,0 0-1 0 0,0 0 0 0 0,1 0 1 0 0,-1 0-1 0 0,1 0 0 0 0,-1 0 1 0 0,1 1-1 0 0,-1-1 0 0 0,1 1 1 0 0,-1 0-1 0 0,1 0 0 0 0,-1 0 1 0 0,1 0-1 0 0,-1 0 0 0 0,1 0 1 0 0,-1 1-1 0 0,1-1 0 0 0,2 2 1 0 0,-1 0-4 0 0,0 0 1 0 0,-1 0 0 0 0,0 0 0 0 0,1 1 0 0 0,-1-1 0 0 0,0 1 0 0 0,0 0 0 0 0,-1 0 0 0 0,1 0 0 0 0,-1 0 0 0 0,1 0 0 0 0,1 5-1 0 0,5 7-64 0 0,-2 0-1 0 0,0 1 1 0 0,-1 0-1 0 0,-1 0 0 0 0,4 20 1 0 0,15 121-1108 0 0,-18-108 851 0 0,1 0 0 0 0,19 65 1 0 0,-25-111 333 0 0,0 0 1 0 0,0-1-1 0 0,0 1 1 0 0,0 0 0 0 0,0 0-1 0 0,1 0 1 0 0,-1-1-1 0 0,1 1 1 0 0,-1-1-1 0 0,1 1 1 0 0,0-1-1 0 0,0 0 1 0 0,0 0-1 0 0,1 1 1 0 0,-1-1 0 0 0,0-1-1 0 0,1 1 1 0 0,0 0-1 0 0,-1-1 1 0 0,1 1-1 0 0,3 0 1 0 0,-3-1 43 0 0,0-1 1 0 0,0 0-1 0 0,1 0 0 0 0,-1 0 1 0 0,0 0-1 0 0,1 0 0 0 0,-1-1 1 0 0,0 0-1 0 0,0 1 1 0 0,1-1-1 0 0,-1 0 0 0 0,0-1 1 0 0,0 1-1 0 0,0-1 1 0 0,0 1-1 0 0,0-1 0 0 0,-1 0 1 0 0,1 0-1 0 0,3-3 0 0 0,127-117 715 0 0,-66 56-7126 0 0,-40 42 509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05.4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9 162 2304 0 0,'-8'13'232'0'0,"9"-7"795"0"0,25-9 668 0 0,64-22 622 0 0,103-44-1 0 0,-13 4-1582 0 0,-121 46-4438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05.8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67 5985 0 0,'-2'3'536'0'0,"0"-3"-432"0"0,4 0-104 0 0,0 0 184 0 0,-1 0 8 0 0,3-2 9 0 0,3 1-1 0 0,2-3 408 0 0,5-1 88 0 0,3-2 8 0 0,1-2 8 0 0,1 2-712 0 0,0-2-200 0 0,-2 4-16 0 0,-1-2 0 0 0,-5 0 216 0 0,-4 0 0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05.9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34 4609 0 0,'10'0'200'0'0,"-1"0"48"0"0,1-2-248 0 0,-1 0 0 0 0,-2 2 0 0 0,0-1 0 0 0,5-1 240 0 0,7-2 0 0 0,9-3 0 0 0,9 0 0 0 0,5-1-240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08.2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37 5529 0 0,'8'-36'13079'0'0,"-8"36"-12999"0"0,9 19 943 0 0,3 24-674 0 0,-2 0-1 0 0,-2 0 1 0 0,-2 0 0 0 0,1 52 0 0 0,-2-32-191 0 0,33 356-2075 0 0,-29-332-5160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09.4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87 86 2304 0 0,'-6'-64'5604'0'0,"-2"43"3440"0"0,0 49-6568 0 0,-10 65-1245 0 0,-20 118-494 0 0,34-176-996 0 0,1-1-1 0 0,2 1 0 0 0,1 0 0 0 0,6 38 1 0 0,10-9-2881 0 0,-6-37-3128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09.8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55 6449 0 0,'6'233'6416'0'0,"-2"-180"-5821"0"0,2 0 0 0 0,19 71 0 0 0,-19-103-521 0 0,1 0-1 0 0,0 0 1 0 0,19 33 0 0 0,-22-46-84 0 0,0-1 1 0 0,0 0 0 0 0,1 0-1 0 0,1 0 1 0 0,-1-1 0 0 0,1 1-1 0 0,0-1 1 0 0,0-1 0 0 0,1 1-1 0 0,-1-1 1 0 0,1 0 0 0 0,14 7-1 0 0,-17-11-11 0 0,-1 0-1 0 0,0 1 1 0 0,0-1-1 0 0,1-1 1 0 0,-1 1-1 0 0,1 0 1 0 0,-1-1 0 0 0,1 0-1 0 0,-1 0 1 0 0,1 0-1 0 0,-1 0 1 0 0,1-1-1 0 0,-1 1 1 0 0,0-1-1 0 0,1 0 1 0 0,-1 0-1 0 0,0 0 1 0 0,5-2 0 0 0,-3 0-75 0 0,1-1 1 0 0,-1 1-1 0 0,0-1 1 0 0,0 0-1 0 0,0 0 1 0 0,0-1 0 0 0,-1 0-1 0 0,0 0 1 0 0,5-7-1 0 0,0-2-131 0 0,0-1-1 0 0,-1 0 0 0 0,-1-1 0 0 0,0 1 0 0 0,-2-2 0 0 0,8-27 1 0 0,-10 24 220 0 0,-1-1 1 0 0,-1 0 0 0 0,0 0 0 0 0,-2 1-1 0 0,0-1 1 0 0,-1 0 0 0 0,-2 1 0 0 0,0-1-1 0 0,-1 1 1 0 0,-13-34 0 0 0,3 17 343 0 0,-1 2 0 0 0,-2 0 0 0 0,-2 1 0 0 0,-41-55 0 0 0,41 64-1237 0 0,-1 4-3601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10.8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93 5065 0 0,'-40'11'6470'0'0,"27"-9"-1894"0"0,34-10-2572 0 0,66-22-643 0 0,29-10-952 0 0,-37 18-4512 0 0,-58 16-1773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11.6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88 94 3681 0 0,'0'0'9'0'0,"0"-11"1095"0"0,0 0 0 0 0,0 1-1 0 0,-1-1 1 0 0,-1 1 0 0 0,1-1-1 0 0,-5-12 1 0 0,6 23-1043 0 0,0 0 0 0 0,0-1 0 0 0,0 1 0 0 0,0 0 0 0 0,-1-1 0 0 0,1 1 0 0 0,0 0 0 0 0,0 0 0 0 0,0-1 0 0 0,0 1 0 0 0,0 0 0 0 0,0 0 0 0 0,0-1 1 0 0,-1 1-1 0 0,1 0 0 0 0,0 0 0 0 0,0 0 0 0 0,0-1 0 0 0,0 1 0 0 0,-1 0 0 0 0,1 0 0 0 0,0 0 0 0 0,0 0 0 0 0,-1-1 0 0 0,1 1 0 0 0,0 0 0 0 0,0 0 0 0 0,-1 0 0 0 0,1 0 0 0 0,0 0 0 0 0,0 0 0 0 0,-1 0 1 0 0,1 0-1 0 0,0 0 0 0 0,0 0 0 0 0,-1 0 0 0 0,1 0 0 0 0,0 0 0 0 0,0 0 0 0 0,-1 0 0 0 0,1 0 0 0 0,-1 0 0 0 0,-8 12 1201 0 0,-3 17-418 0 0,-1 18-736 0 0,2 0 0 0 0,2 0 1 0 0,2 1-1 0 0,0 96 0 0 0,7-130-121 0 0,1 1 1 0 0,1-1-1 0 0,0 1 1 0 0,1-1-1 0 0,0 0 1 0 0,2 1-1 0 0,-1-2 1 0 0,8 16-1 0 0,-10-25 6 0 0,0-1-1 0 0,0 1 1 0 0,0-1-1 0 0,0 0 1 0 0,0 0-1 0 0,1 0 1 0 0,0 0-1 0 0,-1 0 1 0 0,1 0 0 0 0,0 0-1 0 0,0-1 1 0 0,1 0-1 0 0,-1 0 1 0 0,0 0-1 0 0,1 0 1 0 0,0 0-1 0 0,-1 0 1 0 0,1-1-1 0 0,0 0 1 0 0,0 0 0 0 0,-1 0-1 0 0,1 0 1 0 0,0-1-1 0 0,0 1 1 0 0,0-1-1 0 0,0 0 1 0 0,0 0-1 0 0,0 0 1 0 0,0-1-1 0 0,0 0 1 0 0,0 1 0 0 0,0-1-1 0 0,-1 0 1 0 0,6-3-1 0 0,2 0-107 0 0,0-1 1 0 0,-1 0-1 0 0,1 0 0 0 0,-1-1 1 0 0,11-10-1 0 0,-17 14 83 0 0,-1-1 0 0 0,0 1 0 0 0,0-1 1 0 0,0 0-1 0 0,0 0 0 0 0,0 0 0 0 0,-1 0 1 0 0,1-1-1 0 0,-1 1 0 0 0,0-1 0 0 0,0 0 0 0 0,0 1 1 0 0,0-1-1 0 0,-1 0 0 0 0,0 0 0 0 0,0 0 0 0 0,0 0 1 0 0,1-5-1 0 0,-2 8 23 0 0,0-1-1 0 0,-1 1 1 0 0,1 0 0 0 0,0-1 0 0 0,0 1 0 0 0,-1 0 0 0 0,1-1-1 0 0,-1 1 1 0 0,1 0 0 0 0,-1 0 0 0 0,1 0 0 0 0,-1-1-1 0 0,0 1 1 0 0,0 0 0 0 0,1 0 0 0 0,-1 0 0 0 0,0 0-1 0 0,0 0 1 0 0,0 0 0 0 0,0 0 0 0 0,0 1 0 0 0,0-1-1 0 0,-1 0 1 0 0,1 0 0 0 0,0 1 0 0 0,0-1 0 0 0,-1 1-1 0 0,1-1 1 0 0,0 1 0 0 0,0 0 0 0 0,-1-1 0 0 0,1 1 0 0 0,0 0-1 0 0,-1 0 1 0 0,1 0 0 0 0,0 0 0 0 0,-1 0 0 0 0,1 0-1 0 0,-1 0 1 0 0,1 0 0 0 0,-3 1 0 0 0,-2 0-264 0 0,0 0 0 0 0,0 1 0 0 0,0-1 0 0 0,0 1 0 0 0,0 0 0 0 0,0 1 0 0 0,-9 5 0 0 0,-5 8-2101 0 0,12-6-1407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14.6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140 25 4145 0 0,'1'-1'120'0'0,"-1"0"0"0"0,0 0 0 0 0,0 0 1 0 0,0-1-1 0 0,0 1 0 0 0,0 0 0 0 0,0 0 0 0 0,-1 0 1 0 0,1 0-1 0 0,0 0 0 0 0,0 0 0 0 0,-1 0 0 0 0,1 1 1 0 0,0-1-1 0 0,-1 0 0 0 0,1 0 0 0 0,-1 0 0 0 0,0 0 1 0 0,1 0-1 0 0,-1 1 0 0 0,0-1 0 0 0,1 0 0 0 0,-1 0 1 0 0,-1 0-1 0 0,1 1-54 0 0,1 0 1 0 0,-1 0-1 0 0,0 0 0 0 0,1 1 1 0 0,-1-1-1 0 0,0 0 0 0 0,1 1 1 0 0,-1-1-1 0 0,1 0 0 0 0,-1 1 1 0 0,1-1-1 0 0,-1 1 1 0 0,1-1-1 0 0,-1 1 0 0 0,1-1 1 0 0,-1 1-1 0 0,1-1 0 0 0,-1 1 1 0 0,1-1-1 0 0,0 1 1 0 0,-1-1-1 0 0,1 1 0 0 0,0 0 1 0 0,0-1-1 0 0,0 1 0 0 0,-1 0 1 0 0,1-1-1 0 0,0 1 0 0 0,0 0 1 0 0,0-1-1 0 0,0 1 1 0 0,0 0-1 0 0,0-1 0 0 0,0 2 1 0 0,-13 98 1462 0 0,-20 114 751 0 0,10-95-1921 0 0,-20 78-1112 0 0,38-186-478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14.9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0 300 2304 0 0,'12'-152'1947'0'0,"11"4"5020"0"0,-7 183-3008 0 0,29 174-2851 0 0,-13-50-1034 0 0,-19-103-458 0 0,21 78 1292 0 0,-26-112-2205 0 0,0-1 0 0 0,1 1 0 0 0,22 37 0 0 0,-21-43-3733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15.0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74 5985 0 0,'2'0'536'0'0,"1"0"-432"0"0,2-2-104 0 0,1 1 0 0 0,-1 1 288 0 0,4-2 41 0 0,6-2 7 0 0,8-3 0 0 0,5-1-64 0 0,5-5-16 0 0,-1 3 0 0 0,-3-1 0 0 0,-1 3-256 0 0,-3 1 0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15.8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1 121 10138 0 0,'0'-2'896'0'0,"2"0"-712"0"0,-1 0-184 0 0,1 1 0 0 0,2-1 256 0 0,-1 0 25 0 0,2-1-1 0 0,6-4 0 0 0,1-6-280 0 0,4 1 0 0 0,1-2-96 0 0,1 0 24 0 0,-1 2-945 0 0,-1 1-183 0 0,0 1-40 0 0,-4 3-8 0 0,-2 3 1056 0 0,-3 1 192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16.3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 5 7834 0 0,'-9'-4'7847'0'0,"5"13"-4313"0"0,6 16-2723 0 0,-2-22-659 0 0,-11 325 1454 0 0,0 1-1489 0 0,11-309-248 0 0,1 43-148 0 0,-9-24-2893 0 0,6-35 2329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16.9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1 136 4609 0 0,'3'-1'408'0'0,"-1"-1"-328"0"0,1 0-80 0 0,1-1 0 0 0,-1 1 224 0 0,1-2 24 0 0,5-3 8 0 0,3-3 0 0 0,5-4 128 0 0,4 0 32 0 0,0-2 9 0 0,-2 4-1 0 0,1 1-528 0 0,-1 1-112 0 0,0-1-16 0 0,0 3-9 0 0,-1-1 169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17.7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151 63 5529 0 0,'-3'-30'1399'0'0,"1"-2"8563"0"0,-9 72-8988 0 0,2 1-1 0 0,-6 69 1 0 0,5-29-678 0 0,-74 522 73 0 0,79-573-536 0 0,1-8-717 0 0,1 0-1 0 0,0 0 1 0 0,2 0 0 0 0,0 0 0 0 0,2 0-1 0 0,3 26 1 0 0,3-27-5193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18.1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22 4609 0 0,'1'1'173'0'0,"0"-1"0"0"0,0 1 0 0 0,0-1 0 0 0,0 1-1 0 0,0-1 1 0 0,0 1 0 0 0,0 0 0 0 0,0-1 0 0 0,0 1 0 0 0,0 0 0 0 0,0 0 0 0 0,0 0 0 0 0,0 0 0 0 0,-1 0-1 0 0,1 0 1 0 0,0 0 0 0 0,-1 0 0 0 0,1 0 0 0 0,-1 0 0 0 0,1 0 0 0 0,-1 1 0 0 0,13 33 1859 0 0,-9-24-1376 0 0,8 15-9 0 0,1 0 1 0 0,21 31-1 0 0,-6-11 185 0 0,-25-40-714 0 0,1 0 0 0 0,0 0-1 0 0,0-1 1 0 0,0 1 0 0 0,1-1 0 0 0,0 0 0 0 0,0 0 0 0 0,0-1 0 0 0,0 1-1 0 0,8 3 1 0 0,-10-6-112 0 0,0-1-1 0 0,0 1 1 0 0,0-1-1 0 0,0 0 1 0 0,0 0-1 0 0,0 0 1 0 0,1-1-1 0 0,-1 1 1 0 0,0-1-1 0 0,1 0 1 0 0,-1 0-1 0 0,0 0 1 0 0,1 0-1 0 0,-1 0 1 0 0,0-1-1 0 0,0 0 1 0 0,1 1-1 0 0,-1-1 1 0 0,0-1-1 0 0,0 1 1 0 0,0 0-1 0 0,5-4 1 0 0,3-1-261 0 0,-1-1 0 0 0,-1 0 0 0 0,1-1 0 0 0,-1 0 0 0 0,0 0 0 0 0,-1-1 0 0 0,0 0 0 0 0,13-20 0 0 0,-1-4 679 0 0,23-52-1 0 0,-18 32 1546 0 0,-23 49-1693 0 0,0 0-1 0 0,0 1 0 0 0,0-1 0 0 0,0 1 1 0 0,1-1-1 0 0,0 1 0 0 0,0 0 0 0 0,5-4 1 0 0,-8 6-210 0 0,1 1-1 0 0,-1 0 1 0 0,1-1 0 0 0,0 1 0 0 0,-1 0 0 0 0,1 0 0 0 0,-1-1 0 0 0,1 1 0 0 0,0 0-1 0 0,-1 0 1 0 0,1 0 0 0 0,0 0 0 0 0,-1 0 0 0 0,1-1 0 0 0,0 1 0 0 0,-1 0-1 0 0,1 1 1 0 0,0-1 0 0 0,-1 0 0 0 0,1 0 0 0 0,0 0 0 0 0,0 1 0 0 0,0-1-11 0 0,0 1 1 0 0,0 0 0 0 0,0 0-1 0 0,0 0 1 0 0,0 0 0 0 0,0 0-1 0 0,0 0 1 0 0,-1 0-1 0 0,1 0 1 0 0,0 0 0 0 0,-1 0-1 0 0,1 0 1 0 0,-1 1 0 0 0,1-1-1 0 0,-1 0 1 0 0,1 2 0 0 0,6 21 249 0 0,19 52 761 0 0,-24-70-1327 0 0,1 1 1 0 0,1-1-1 0 0,-1-1 1 0 0,1 1 0 0 0,0 0-1 0 0,0-1 1 0 0,1 0-1 0 0,-1 0 1 0 0,8 6-1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18.4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73 3 6449 0 0,'3'-2'1493'0'0,"-3"2"-1378"0"0,0 0 0 0 0,0 0 0 0 0,1 0 0 0 0,-1-1-1 0 0,0 1 1 0 0,1 0 0 0 0,-1 0 0 0 0,0 0 0 0 0,0 0 0 0 0,1 0-1 0 0,-1 0 1 0 0,0 0 0 0 0,1 0 0 0 0,-1 0 0 0 0,0 1 0 0 0,0-1-1 0 0,1 0 1 0 0,0 0 345 0 0,-1 1-346 0 0,7 10 2208 0 0,-2 15 413 0 0,-5-26-2724 0 0,3 39 2201 0 0,-3 65 1 0 0,-23 109-1420 0 0,20-189-627 0 0,-29 144-112 0 0,20-119-638 0 0,2 0 0 0 0,3 0-1 0 0,1 1 1 0 0,2 73 0 0 0,10-86-5272 0 0,-2-24 537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18.7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1 105 3681 0 0,'10'-34'688'0'0,"-9"29"109"0"0,0-1-1 0 0,0 1 1 0 0,1 0 0 0 0,0 0 0 0 0,0 0-1 0 0,0 0 1 0 0,0 0 0 0 0,1 0-1 0 0,0 1 1 0 0,0-1 0 0 0,4-3 0 0 0,-6 6-642 0 0,1 2 0 0 0,0-1 1 0 0,-1 0-1 0 0,1 0 1 0 0,0 0-1 0 0,0 1 1 0 0,0-1-1 0 0,0 1 0 0 0,0 0 1 0 0,0-1-1 0 0,0 1 1 0 0,0 0-1 0 0,0 0 1 0 0,0 0-1 0 0,0 0 0 0 0,0 1 1 0 0,-1-1-1 0 0,1 0 1 0 0,0 1-1 0 0,0-1 1 0 0,0 1-1 0 0,0 0 0 0 0,0 0 1 0 0,-1 0-1 0 0,1 0 1 0 0,2 1-1 0 0,4 3 125 0 0,-1 0 0 0 0,1 1 0 0 0,-1 0 0 0 0,8 8 0 0 0,-2-1 62 0 0,-1 2 0 0 0,-1 0 0 0 0,0 0 1 0 0,0 0-1 0 0,13 31 0 0 0,29 89 344 0 0,-40-98-901 0 0,1 0 0 0 0,1-1 1 0 0,25 40-1 0 0,-5-27-1622 0 0,-32-46 1266 0 0,-1 0 0 0 0,1 0 0 0 0,0 0 0 0 0,1 0 0 0 0,-1-1 0 0 0,0 1 1 0 0,1-1-1 0 0,-1 0 0 0 0,1 0 0 0 0,0 0 0 0 0,0-1 0 0 0,4 2 0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7:18.8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3 324 8290 0 0,'-1'-1'38'0'0,"1"0"-1"0"0,0 1 1 0 0,0-1 0 0 0,-1 0 0 0 0,1 1-1 0 0,0-1 1 0 0,0 0 0 0 0,0 0 0 0 0,0 1-1 0 0,0-1 1 0 0,0 0 0 0 0,0 0 0 0 0,0 0-1 0 0,0 1 1 0 0,0-1 0 0 0,0 0 0 0 0,1 0-1 0 0,-1 1 1 0 0,0-1 0 0 0,1 0 0 0 0,-1 1-1 0 0,0-1 1 0 0,1 0 0 0 0,-1 1 0 0 0,1-1-1 0 0,-1 1 1 0 0,1-1 0 0 0,-1 0 0 0 0,1 1 0 0 0,0-1-1 0 0,21-22 1366 0 0,-18 20-865 0 0,197-159 5247 0 0,-118 101-4551 0 0,-54 36-1234 0 0,-3-2 0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23.2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32 4001 0 0,'27'-32'18298'0'0,"-32"35"-18312"0"0,3-2 94 0 0,-1 0-1 0 0,0 1 1 0 0,1 0-1 0 0,-1-1 1 0 0,1 1-1 0 0,0 0 1 0 0,0 0-1 0 0,-4 3 1 0 0,6-4-21 0 0,0 4-5 0 0,-2 49-9 0 0,7 91 0 0 0,1-47-44 0 0,-4 272-1 0 0,-2-212 0 0 0,-2-142-30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23.5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317 0 1840 0 0,'-99'159'7241'0'0,"30"-53"-4881"0"0,28-40-487 0 0,6-12 1852 0 0,-36 78-1 0 0,71-132-3688 0 0,-1 0 0 0 0,1 1 0 0 0,0-1 0 0 0,0 1 0 0 0,0-1 0 0 0,-1 1-1 0 0,1-1 1 0 0,0 1 0 0 0,0-1 0 0 0,0 1 0 0 0,0-1 0 0 0,0 1 0 0 0,0 0 0 0 0,0-1 0 0 0,0 1 0 0 0,0-1 0 0 0,0 1-1 0 0,1-1 1 0 0,-1 1 0 0 0,0-1 0 0 0,0 1 0 0 0,0-1 0 0 0,1 1 0 0 0,-1-1 0 0 0,0 0 0 0 0,0 1 0 0 0,1-1-1 0 0,-1 1 1 0 0,1 0 0 0 0,17 6 498 0 0,30-5-254 0 0,-40-2-217 0 0,93-4-64 0 0,-51 2-304 0 0,98 7 1 0 0,-142-4-194 0 0,1 0-1 0 0,-1 0 0 0 0,1 1 0 0 0,10 4 1 0 0,2 4-6625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24.1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35 547 6913 0 0,'-2'0'502'0'0,"1"0"0"0"0,0-1-1 0 0,-1 1 1 0 0,1 0-1 0 0,0 0 1 0 0,-1 0-1 0 0,1-1 1 0 0,0 1-1 0 0,-1-1 1 0 0,-4-2 2507 0 0,3 0-2508 0 0,2 2-209 0 0,0-1-1 0 0,0 1 0 0 0,0 0 0 0 0,0-1 0 0 0,0 1 1 0 0,0-1-1 0 0,0 0 0 0 0,1 1 0 0 0,-1-1 1 0 0,1 1-1 0 0,-1-4 0 0 0,0-3-290 0 0,1-1 1 0 0,0 1-1 0 0,0-1 0 0 0,2-11 1 0 0,0 1 309 0 0,0-39-330 0 0,-1 1-69 0 0,10-63 0 0 0,-8 104 74 0 0,0 1 0 0 0,1-1 0 0 0,0 0 0 0 0,1 1 1 0 0,1 0-1 0 0,1 0 0 0 0,0 1 0 0 0,14-23 0 0 0,-18 33 15 0 0,0 0-1 0 0,0 1 1 0 0,0-1 0 0 0,0 1-1 0 0,0 0 1 0 0,0 0 0 0 0,1 0-1 0 0,0 0 1 0 0,0 1 0 0 0,0-1-1 0 0,0 1 1 0 0,0 0 0 0 0,0 0-1 0 0,0 0 1 0 0,1 1 0 0 0,-1-1-1 0 0,0 1 1 0 0,1 0 0 0 0,0 1-1 0 0,-1-1 1 0 0,1 1 0 0 0,-1 0-1 0 0,1 0 1 0 0,0 0 0 0 0,-1 1-1 0 0,7 1 1 0 0,-5-1 1 0 0,-1 1 1 0 0,0 0-1 0 0,0 0 0 0 0,-1 1 1 0 0,1 0-1 0 0,0 0 0 0 0,-1 0 1 0 0,0 0-1 0 0,0 0 1 0 0,0 1-1 0 0,0 0 0 0 0,0 0 1 0 0,-1 0-1 0 0,1 0 0 0 0,-1 1 1 0 0,0-1-1 0 0,-1 1 0 0 0,1 0 1 0 0,-1 0-1 0 0,0 0 0 0 0,0 0 1 0 0,2 7-1 0 0,1 18 113 0 0,0 0-1 0 0,-2 1 1 0 0,-1-1-1 0 0,-4 43 1 0 0,1-38 385 0 0,1-1 0 0 0,10 69-1 0 0,-10-101-461 0 0,1 0-1 0 0,-1-1 1 0 0,0 1-1 0 0,1 0 1 0 0,-1 0-1 0 0,1-1 0 0 0,-1 1 1 0 0,1 0-1 0 0,0-1 1 0 0,0 1-1 0 0,0-1 0 0 0,0 1 1 0 0,0-1-1 0 0,0 0 1 0 0,0 1-1 0 0,0-1 0 0 0,1 0 1 0 0,-1 0-1 0 0,0 0 1 0 0,1 1-1 0 0,1 0 1 0 0,-1-2-14 0 0,0 0 0 0 0,0 1 0 0 0,-1-1 0 0 0,1 0 0 0 0,0 0 0 0 0,0 0 0 0 0,0 0 0 0 0,0 0 0 0 0,-1-1 0 0 0,1 1 0 0 0,0 0 0 0 0,0-1 0 0 0,0 1 0 0 0,-1-1 0 0 0,1 0 0 0 0,0 0 0 0 0,1-1 0 0 0,9-5 32 0 0,0-2 0 0 0,-1 0 1 0 0,0 0-1 0 0,13-14 0 0 0,-13 12 0 0 0,16-14-100 0 0,76-65 386 0 0,-93 82-456 0 0,0 1-1 0 0,1 0 0 0 0,0 1 1 0 0,1 0-1 0 0,-1 1 0 0 0,1 0 1 0 0,0 0-1 0 0,17-3 0 0 0,-13 7-1818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24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39 10594 0 0,'-3'-8'1163'0'0,"3"6"-795"0"0,0 0 0 0 0,0 0 0 0 0,-1 0 0 0 0,1 0 0 0 0,-1 1 0 0 0,0-1 0 0 0,1 0 0 0 0,-1 0 0 0 0,0 1 0 0 0,0-1 0 0 0,0 1 0 0 0,0-1 0 0 0,0 1 0 0 0,0-1 0 0 0,-1 1 0 0 0,-1-2 0 0 0,3 3-255 0 0,-1 1 0 0 0,0-1 0 0 0,1 1 0 0 0,-1-1 0 0 0,1 1 0 0 0,-1-1 0 0 0,1 1 0 0 0,0-1 0 0 0,-1 1 0 0 0,1 0-1 0 0,-1-1 1 0 0,1 1 0 0 0,0 0 0 0 0,0-1 0 0 0,-1 1 0 0 0,1 0 0 0 0,0 0 0 0 0,0-1 0 0 0,0 1 0 0 0,0 0 0 0 0,0 0 0 0 0,0-1 0 0 0,0 1 0 0 0,0 0 0 0 0,0 1 0 0 0,0 22 530 0 0,15 94-410 0 0,63 232 0 0 0,-57-268-467 0 0,-16-64-122 0 0,32 112-4080 0 0,-23-93-1931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25.3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48 153 10594 0 0,'0'0'46'0'0,"1"-1"0"0"0,-1 0 0 0 0,0 1 0 0 0,0-1 0 0 0,0 1 0 0 0,0-1-1 0 0,0 0 1 0 0,0 1 0 0 0,0-1 0 0 0,0 1 0 0 0,-1-1 0 0 0,1 1 0 0 0,0-1 0 0 0,0 0-1 0 0,0 1 1 0 0,-1-1 0 0 0,1 1 0 0 0,0-1 0 0 0,0 1 0 0 0,-1-1 0 0 0,1 1 0 0 0,0-1-1 0 0,-1 1 1 0 0,0-1 0 0 0,-8 8 1012 0 0,-6 21 861 0 0,10-12-1491 0 0,1-1 1 0 0,1 1-1 0 0,0 0 0 0 0,1 1 1 0 0,0-1-1 0 0,2 0 1 0 0,0 0-1 0 0,3 24 0 0 0,2-6 137 0 0,1 0 0 0 0,20 64 0 0 0,-21-82-352 0 0,2-1 0 0 0,-1 0 0 0 0,2 0 0 0 0,9 14-1 0 0,-15-25-199 0 0,0 0-1 0 0,1-1 1 0 0,0 1-1 0 0,-1-1 1 0 0,1 1-1 0 0,1-1 1 0 0,-1 0-1 0 0,0 0 0 0 0,1-1 1 0 0,-1 1-1 0 0,1-1 1 0 0,0 1-1 0 0,0-1 1 0 0,0 0-1 0 0,0-1 1 0 0,0 1-1 0 0,0-1 1 0 0,0 1-1 0 0,1-1 1 0 0,4 0-1 0 0,-6-1-18 0 0,1-1 1 0 0,0 1-1 0 0,-1-1 1 0 0,1 0-1 0 0,0 0 1 0 0,-1 0-1 0 0,0-1 1 0 0,1 1-1 0 0,-1-1 1 0 0,0 0-1 0 0,1 0 1 0 0,-1 0-1 0 0,0 0 1 0 0,0-1-1 0 0,-1 1 0 0 0,1-1 1 0 0,-1 0-1 0 0,1 0 1 0 0,-1 1-1 0 0,0-2 1 0 0,0 1-1 0 0,0 0 1 0 0,0 0-1 0 0,0-1 1 0 0,-1 1-1 0 0,0-1 1 0 0,2-5-1 0 0,0 0-8 0 0,-1 0-1 0 0,0 0 1 0 0,0 0-1 0 0,-1 0 0 0 0,0-1 1 0 0,-1 1-1 0 0,0 0 1 0 0,0-1-1 0 0,-1 1 1 0 0,-2-10-1 0 0,-2 2-482 0 0,-2 1 0 0 0,0 0 1 0 0,0 0-1 0 0,-2 0 0 0 0,0 1 0 0 0,-17-22 0 0 0,17 25 169 0 0,-1-1-1 0 0,2 0 0 0 0,0 0 1 0 0,1-1-1 0 0,0 0 1 0 0,1-1-1 0 0,0 1 0 0 0,1-1 1 0 0,-4-21-1 0 0,8 28 329 0 0,1-1-1 0 0,-1 1 1 0 0,1-1-1 0 0,1 1 1 0 0,0-1-1 0 0,0 1 1 0 0,0-1-1 0 0,1 1 0 0 0,1 0 1 0 0,-1 0-1 0 0,1 0 1 0 0,5-10-1 0 0,-6 15 49 0 0,1-1 0 0 0,-1 0 0 0 0,1 1 0 0 0,-1 0 0 0 0,1-1 0 0 0,0 1 0 0 0,0 0 0 0 0,1 0 0 0 0,-1 1 0 0 0,0-1 0 0 0,1 1 0 0 0,0 0 0 0 0,-1 0 0 0 0,1 0 0 0 0,0 0 0 0 0,0 1 0 0 0,0-1 0 0 0,1 1 0 0 0,-1 0 0 0 0,0 0 0 0 0,0 1 0 0 0,0-1-1 0 0,1 1 1 0 0,-1 0 0 0 0,8 1 0 0 0,-7-1 2 0 0,0 0-1 0 0,-1 1 1 0 0,1 0-1 0 0,-1 0 1 0 0,1 0-1 0 0,-1 1 0 0 0,1 0 1 0 0,-1-1-1 0 0,1 1 1 0 0,-1 1-1 0 0,0-1 1 0 0,0 1-1 0 0,0-1 1 0 0,-1 1-1 0 0,1 1 0 0 0,-1-1 1 0 0,1 0-1 0 0,-1 1 1 0 0,0-1-1 0 0,0 1 1 0 0,-1 0-1 0 0,1 0 1 0 0,-1 0-1 0 0,0 0 0 0 0,0 1 1 0 0,0-1-1 0 0,-1 1 1 0 0,1-1-1 0 0,-1 1 1 0 0,0-1-1 0 0,0 6 1 0 0,2 14-138 0 0,-2 1 1 0 0,0 0 0 0 0,-2 0 0 0 0,-7 43-1 0 0,4-26-51 0 0,2-29 117 0 0,1-2-3 0 0,0 1 0 0 0,0-1 0 0 0,1 1 0 0 0,1-1 0 0 0,2 17 0 0 0,-3-26 23 0 0,1 0 0 0 0,-1 0 0 0 0,1 0 0 0 0,-1-1 0 0 0,1 1 0 0 0,0 0-1 0 0,0 0 1 0 0,0-1 0 0 0,0 1 0 0 0,0 0 0 0 0,0-1 0 0 0,0 1 0 0 0,1-1 0 0 0,-1 0 0 0 0,0 1 0 0 0,1-1 0 0 0,0 0 0 0 0,-1 0 0 0 0,1 0 0 0 0,-1 0 0 0 0,1 0 0 0 0,0 0 0 0 0,0 0-1 0 0,0-1 1 0 0,-1 1 0 0 0,1 0 0 0 0,0-1 0 0 0,0 0 0 0 0,0 1 0 0 0,0-1 0 0 0,0 0 0 0 0,0 0 0 0 0,0 0 0 0 0,0 0 0 0 0,0-1 0 0 0,0 1 0 0 0,0 0 0 0 0,-1-1 0 0 0,3 0 0 0 0,9-3 74 0 0,-1 0 1 0 0,0 0-1 0 0,0-1 1 0 0,0-1 0 0 0,-1 0-1 0 0,0-1 1 0 0,0 0 0 0 0,0 0-1 0 0,-1-1 1 0 0,0-1-1 0 0,-1 0 1 0 0,16-18 0 0 0,-11 10 78 0 0,-1-1 0 0 0,-1 0-1 0 0,-1 0 1 0 0,0-1 0 0 0,-1-1 0 0 0,13-38 0 0 0,-21 51-13 0 0,0-1-1 0 0,0 0 1 0 0,-1 0 0 0 0,0-1 0 0 0,-1 1-1 0 0,1 0 1 0 0,-1 0 0 0 0,-1 0 0 0 0,0 0-1 0 0,0 0 1 0 0,-1 0 0 0 0,1 0 0 0 0,-5-10-1 0 0,4 14-94 0 0,1 1 0 0 0,-1-1-1 0 0,0 1 1 0 0,1 0 0 0 0,-2-1-1 0 0,1 1 1 0 0,0 0 0 0 0,-1 0-1 0 0,1 1 1 0 0,-1-1 0 0 0,0 0-1 0 0,0 1 1 0 0,0 0 0 0 0,0-1-1 0 0,0 1 1 0 0,-1 1 0 0 0,1-1-1 0 0,-1 0 1 0 0,1 1 0 0 0,-1 0 0 0 0,0-1-1 0 0,1 1 1 0 0,-1 1 0 0 0,0-1-1 0 0,0 1 1 0 0,0-1 0 0 0,1 1-1 0 0,-1 0 1 0 0,0 1 0 0 0,-4 0-1 0 0,-2 0-103 0 0,-1 1 0 0 0,1 1 0 0 0,0 0 0 0 0,0 1 0 0 0,1 0 0 0 0,-11 5 0 0 0,-29 19-3570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25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121 1 6913 0 0,'-7'2'1072'0'0,"0"1"0"0"0,0 0 0 0 0,0 0-1 0 0,0 0 1 0 0,0 1 0 0 0,1 0 0 0 0,0 1 0 0 0,-8 6-1 0 0,10-7-768 0 0,0 1 0 0 0,0 0 0 0 0,0 0 0 0 0,1 0 0 0 0,-1 0 0 0 0,1 1 0 0 0,1 0 0 0 0,-1-1 0 0 0,1 1 0 0 0,-3 12 0 0 0,0 7-266 0 0,1 1-1 0 0,1 0 1 0 0,1 0 0 0 0,1 0-1 0 0,2 0 1 0 0,0 1-1 0 0,2-1 1 0 0,1-1-1 0 0,1 1 1 0 0,1-1 0 0 0,1 1-1 0 0,1-2 1 0 0,18 37-1 0 0,-22-53-41 0 0,1 0-1 0 0,0 0 0 0 0,1 0 1 0 0,-1-1-1 0 0,2 0 0 0 0,-1 0 1 0 0,9 6-1 0 0,-14-11 5 0 0,0-1 1 0 0,1 0-1 0 0,-1 0 0 0 0,0 0 1 0 0,1 0-1 0 0,-1 0 0 0 0,1 0 1 0 0,-1 0-1 0 0,1-1 1 0 0,-1 1-1 0 0,1 0 0 0 0,0-1 1 0 0,-1 1-1 0 0,1-1 0 0 0,0 0 1 0 0,0 0-1 0 0,-1 0 0 0 0,1 1 1 0 0,0-1-1 0 0,0-1 0 0 0,-1 1 1 0 0,1 0-1 0 0,0 0 0 0 0,-1-1 1 0 0,1 1-1 0 0,0-1 0 0 0,-1 1 1 0 0,1-1-1 0 0,-1 0 0 0 0,1 0 1 0 0,0 1-1 0 0,-1-1 0 0 0,0 0 1 0 0,1-1-1 0 0,-1 1 1 0 0,0 0-1 0 0,1 0 0 0 0,-1 0 1 0 0,0-1-1 0 0,0 1 0 0 0,0-1 1 0 0,0 1-1 0 0,0-1 0 0 0,1-2 1 0 0,3-7 17 0 0,0-1 1 0 0,-1 0-1 0 0,0 0 1 0 0,-1 0 0 0 0,0 0-1 0 0,0-1 1 0 0,-2 1-1 0 0,1-15 1 0 0,-4-102 66 0 0,0 104-363 0 0,-1 0 0 0 0,-1 0-1 0 0,-1 0 1 0 0,-2 1 0 0 0,0 0-1 0 0,-1 0 1 0 0,-1 0 0 0 0,-14-24 0 0 0,6 20-704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26.2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1 509 920 0 0,'10'9'10247'0'0,"-7"-8"-9564"0"0,17 2 3313 0 0,21-7-2748 0 0,-35 3-94 0 0,0 1-942 0 0,-1-1 0 0 0,1 0 0 0 0,-1-1 0 0 0,1 1 0 0 0,-1-1-1 0 0,0 0 1 0 0,0 0 0 0 0,0-1 0 0 0,0 0 0 0 0,0 0 0 0 0,0 0 0 0 0,5-5 0 0 0,-7 5-205 0 0,-1 0 1 0 0,1 0 0 0 0,-1 0-1 0 0,0 0 1 0 0,0 0-1 0 0,0 0 1 0 0,-1-1-1 0 0,1 1 1 0 0,-1-1-1 0 0,0 1 1 0 0,0-1-1 0 0,0 1 1 0 0,0-1 0 0 0,-1 0-1 0 0,1 1 1 0 0,-1-1-1 0 0,0 0 1 0 0,0 0-1 0 0,-1-4 1 0 0,-5-31-1079 0 0,-10-38 1 0 0,-5-32-2374 0 0,19 95 3186 0 0,1 1 0 0 0,1-1 0 0 0,0 1 0 0 0,1-1 0 0 0,1 1 0 0 0,2-15 0 0 0,-3 24 330 0 0,0 0 0 0 0,0 0 0 0 0,0 0 0 0 0,1 0-1 0 0,-1 1 1 0 0,1-1 0 0 0,0 0 0 0 0,0 1 0 0 0,1-1 0 0 0,-1 1 0 0 0,0-1 0 0 0,1 1 0 0 0,0 0-1 0 0,0 0 1 0 0,0 1 0 0 0,0-1 0 0 0,0 0 0 0 0,1 1 0 0 0,-1 0 0 0 0,1 0 0 0 0,0 0 0 0 0,-1 0-1 0 0,1 1 1 0 0,0-1 0 0 0,0 1 0 0 0,8-1 0 0 0,-6 1 29 0 0,-1 1 0 0 0,1 0 0 0 0,-1 0-1 0 0,1 1 1 0 0,-1 0 0 0 0,0 0 0 0 0,1 0 0 0 0,-1 1 0 0 0,0-1 0 0 0,0 1-1 0 0,1 1 1 0 0,-1-1 0 0 0,-1 1 0 0 0,1-1 0 0 0,0 1 0 0 0,-1 1 0 0 0,0-1-1 0 0,1 1 1 0 0,6 7 0 0 0,4 9 20 0 0,-1 1 0 0 0,0 1 0 0 0,-2 0 0 0 0,0 1 0 0 0,-2 0 0 0 0,13 40 0 0 0,13 28 203 0 0,-28-75-217 0 0,26 51 48 0 0,-31-63-82 0 0,0 1 0 0 0,0-1-1 0 0,0 0 1 0 0,1 0 0 0 0,-1 0 0 0 0,1 0 0 0 0,0 0 0 0 0,0-1 0 0 0,1 0 0 0 0,-1 0-1 0 0,7 3 1 0 0,-9-5-13 0 0,0 0 0 0 0,1-1 0 0 0,-1 0-1 0 0,1 1 1 0 0,-1-1 0 0 0,0 0 0 0 0,1 0 0 0 0,-1 0-1 0 0,1 0 1 0 0,-1-1 0 0 0,1 1 0 0 0,-1-1 0 0 0,0 1-1 0 0,1-1 1 0 0,-1 0 0 0 0,0 0 0 0 0,0 0 0 0 0,0 0-1 0 0,1 0 1 0 0,-1 0 0 0 0,0-1 0 0 0,0 1-1 0 0,-1-1 1 0 0,1 1 0 0 0,0-1 0 0 0,0 0 0 0 0,1-2-1 0 0,7-7 87 0 0,-1-1-1 0 0,-1 0 0 0 0,10-17 1 0 0,-12 18-75 0 0,37-62 254 0 0,7-11-613 0 0,-15 31-5654 0 0,-12 24-1122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27.1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14283 0 0,'1'22'1307'0'0,"1"0"-1"0"0,6 26 1 0 0,2 9-658 0 0,3 102 266 0 0,17 118-582 0 0,-30-275-358 0 0,1 6-147 0 0,1 0 0 0 0,-1 0 0 0 0,2-1 0 0 0,-1 1 0 0 0,1 0 0 0 0,0-1 1 0 0,0 1-1 0 0,7 9 0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27.4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22 280 6449 0 0,'-1'-4'19'0'0,"-6"-24"324"0"0,2-1 1 0 0,-2-36-1 0 0,6 57-24 0 0,1 0 0 0 0,0-1 0 0 0,1 1 0 0 0,0 0 0 0 0,0 0-1 0 0,1-1 1 0 0,0 1 0 0 0,1 0 0 0 0,-1 1 0 0 0,1-1 0 0 0,1 0 0 0 0,7-12 0 0 0,-10 19-196 0 0,-1 0 0 0 0,1 0 0 0 0,0 0 0 0 0,0 0 0 0 0,0 0 0 0 0,0 0 0 0 0,0 0 0 0 0,0 0 0 0 0,0 0 0 0 0,1 0 0 0 0,-1 0 0 0 0,0 1 0 0 0,0-1 0 0 0,1 0 0 0 0,-1 1 0 0 0,0-1 0 0 0,1 1 0 0 0,-1-1 0 0 0,1 1 0 0 0,-1 0 0 0 0,0 0 0 0 0,3 0 0 0 0,-1 0 48 0 0,-1 0 1 0 0,1 1 0 0 0,-1 0 0 0 0,1-1-1 0 0,-1 1 1 0 0,1 0 0 0 0,-1 1-1 0 0,0-1 1 0 0,1 0 0 0 0,-1 0 0 0 0,3 4-1 0 0,3 2 290 0 0,0 0-1 0 0,0 1 1 0 0,-1 0 0 0 0,12 17-1 0 0,-3 4-101 0 0,-1 0 0 0 0,-1 1 0 0 0,-2 1 0 0 0,-1 0 0 0 0,10 45 0 0 0,-8-29-222 0 0,25 61-1 0 0,-38-105-123 0 0,1-1 0 0 0,0 0 0 0 0,0 0 0 0 0,0 0 0 0 0,0 0 0 0 0,1 0 0 0 0,-1 0 0 0 0,0-1 0 0 0,1 1 0 0 0,-1 0-1 0 0,1-1 1 0 0,0 1 0 0 0,-1-1 0 0 0,1 1 0 0 0,0-1 0 0 0,0 0 0 0 0,3 2 0 0 0,-4-3-5 0 0,0 0-1 0 0,1 0 1 0 0,-1 0-1 0 0,1-1 1 0 0,-1 1 0 0 0,1 0-1 0 0,-1 0 1 0 0,0-1-1 0 0,1 1 1 0 0,-1-1-1 0 0,0 0 1 0 0,1 1 0 0 0,-1-1-1 0 0,0 0 1 0 0,0 1-1 0 0,0-1 1 0 0,1 0 0 0 0,-1 0-1 0 0,0 0 1 0 0,0 0-1 0 0,0 0 1 0 0,-1-1 0 0 0,1 1-1 0 0,0 0 1 0 0,0 0-1 0 0,-1 0 1 0 0,2-3 0 0 0,5-9-14 0 0,0 0 0 0 0,-1-1 0 0 0,0 1 0 0 0,-1-1 0 0 0,4-20 0 0 0,11-78-62 0 0,-5 24 30 0 0,-14 83 36 0 0,22-86-42 0 0,-20 83 40 0 0,0-1 1 0 0,1 1 0 0 0,0 0 0 0 0,0 0 0 0 0,1 0 0 0 0,0 0 0 0 0,0 1 0 0 0,7-8 0 0 0,-11 14 21 0 0,0 1 1 0 0,0-1 0 0 0,0 1 0 0 0,0-1-1 0 0,0 1 1 0 0,0-1 0 0 0,1 1 0 0 0,-1 0 0 0 0,0-1-1 0 0,0 1 1 0 0,0 0 0 0 0,0 0 0 0 0,0 0-1 0 0,0 0 1 0 0,1 0 0 0 0,-1 0 0 0 0,0 0 0 0 0,0 0-1 0 0,0 0 1 0 0,0 1 0 0 0,0-1 0 0 0,0 1-1 0 0,1-1 1 0 0,-1 0 0 0 0,0 1 0 0 0,0 0-1 0 0,0-1 1 0 0,0 1 0 0 0,-1-1 0 0 0,1 1 0 0 0,0 0-1 0 0,0 0 1 0 0,0 0 0 0 0,0-1 0 0 0,-1 1-1 0 0,1 0 1 0 0,0 0 0 0 0,0 2 0 0 0,26 37 801 0 0,-20-22-772 0 0,-1 1 1 0 0,0 0-1 0 0,-1 0 1 0 0,-2 0-1 0 0,0 0 1 0 0,1 26-1 0 0,-1-12-671 0 0,8 35 0 0 0,-2-34-1340 0 0,1 0-5369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28.0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3 514 10594 0 0,'0'0'146'0'0,"0"1"-1"0"0,-1 0 1 0 0,1-1 0 0 0,0 1-1 0 0,-1 0 1 0 0,1-1-1 0 0,0 1 1 0 0,0 0-1 0 0,0-1 1 0 0,0 1 0 0 0,-1 0-1 0 0,1-1 1 0 0,0 1-1 0 0,0 0 1 0 0,1 0-1 0 0,-1-1 1 0 0,0 1 0 0 0,0 0-1 0 0,0-1 1 0 0,0 1-1 0 0,0 0 1 0 0,1-1 0 0 0,-1 1-1 0 0,0 0 1 0 0,1-1-1 0 0,-1 1 1 0 0,0-1-1 0 0,2 2 1 0 0,-1-1 151 0 0,1 0-1 0 0,-1 0 1 0 0,1 0 0 0 0,0 0-1 0 0,-1 0 1 0 0,1 0 0 0 0,0 0 0 0 0,0-1-1 0 0,-1 1 1 0 0,5 0 0 0 0,42 2 3066 0 0,-41-4-3072 0 0,-2 1-154 0 0,-1 0 1 0 0,1-1 0 0 0,0 0-1 0 0,-1 1 1 0 0,1-2-1 0 0,4 0 1 0 0,-9 1-136 0 0,1 1 0 0 0,0-1 0 0 0,0 1 0 0 0,0-1 0 0 0,-1 1 0 0 0,1-1 0 0 0,0 0 0 0 0,-1 1 0 0 0,1-1 0 0 0,-1 0 0 0 0,1 1 0 0 0,-1-1 0 0 0,1 0 0 0 0,-1 0 0 0 0,1 1 0 0 0,-1-1 0 0 0,1 0 0 0 0,-1 0 0 0 0,0 0 0 0 0,0 0 0 0 0,1 0 0 0 0,-1 1-1 0 0,0-1 1 0 0,0 0 0 0 0,0 0 0 0 0,0 0 0 0 0,0 0 0 0 0,0 0 0 0 0,0 0 0 0 0,-1 0 0 0 0,1 0 0 0 0,0 0 0 0 0,0 1 0 0 0,-1-1 0 0 0,1 0 0 0 0,-1-1 0 0 0,-17-51-481 0 0,5 20 36 0 0,2-1-1 0 0,1-1 1 0 0,-10-68 0 0 0,19 94 388 0 0,0-1 1 0 0,1 0 0 0 0,0 1 0 0 0,1-1 0 0 0,0 0-1 0 0,0 1 1 0 0,1-1 0 0 0,1 1 0 0 0,-1-1 0 0 0,2 1-1 0 0,-1 0 1 0 0,1 0 0 0 0,0 1 0 0 0,1-1 0 0 0,0 1-1 0 0,0 0 1 0 0,1 0 0 0 0,0 1 0 0 0,11-11-1 0 0,-9 11 63 0 0,0-1-1 0 0,1 2 0 0 0,0-1 0 0 0,0 1 0 0 0,0 1 0 0 0,1-1 0 0 0,16-5 0 0 0,-23 10 15 0 0,0 0 1 0 0,0 0-1 0 0,0 0 1 0 0,0 0-1 0 0,1 1 1 0 0,-1-1-1 0 0,0 1 1 0 0,0 0-1 0 0,0 0 1 0 0,1 0-1 0 0,-1 0 1 0 0,0 1-1 0 0,0-1 1 0 0,0 1-1 0 0,1 0 1 0 0,-1 0-1 0 0,0 0 1 0 0,0 0-1 0 0,0 1 1 0 0,-1-1-1 0 0,1 1 1 0 0,0-1-1 0 0,0 1 1 0 0,-1 0-1 0 0,1 0 1 0 0,-1 1-1 0 0,0-1 1 0 0,0 0-1 0 0,0 1 1 0 0,2 2-1 0 0,5 8 3 0 0,-2 1 1 0 0,0 0-1 0 0,0 0 0 0 0,-2 1 0 0 0,0 0 1 0 0,0 0-1 0 0,4 25 0 0 0,7 116 210 0 0,-10-70-183 0 0,-4-63-58 0 0,1 4-41 0 0,9 45 1 0 0,-10-66 41 0 0,-1 0 0 0 0,1 0 0 0 0,0 0 1 0 0,0 0-1 0 0,1-1 0 0 0,0 1 0 0 0,0-1 0 0 0,0 0 0 0 0,1 0 0 0 0,-1 0 0 0 0,1 0 0 0 0,0-1 0 0 0,7 7 0 0 0,-9-10 24 0 0,1 0 0 0 0,-1 0-1 0 0,0 0 1 0 0,0 0-1 0 0,0 0 1 0 0,1 0 0 0 0,-1-1-1 0 0,1 1 1 0 0,-1-1 0 0 0,0 1-1 0 0,1-1 1 0 0,-1 0-1 0 0,1 0 1 0 0,-1 0 0 0 0,0 0-1 0 0,1-1 1 0 0,-1 1-1 0 0,1-1 1 0 0,-1 1 0 0 0,0-1-1 0 0,1 0 1 0 0,-1 0-1 0 0,0 0 1 0 0,0 0 0 0 0,0 0-1 0 0,0 0 1 0 0,0-1 0 0 0,3-2-1 0 0,7-5 190 0 0,-2-1 0 0 0,1 0 1 0 0,14-19-1 0 0,-16 18-108 0 0,24-28 128 0 0,3 1 1 0 0,0 2 0 0 0,59-45 0 0 0,-62 56-214 0 0,-21 15-99 0 0,-1 1 0 0 0,1 0-1 0 0,1 1 1 0 0,-1 0 0 0 0,1 1-1 0 0,26-10 1 0 0,-26 15-552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28.8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10138 0 0,'4'20'8512'0'0,"9"20"-6162"0"0,0 2-1771 0 0,7 64 93 0 0,8 125-1 0 0,-19-130-789 0 0,34 150-1 0 0,-39-237-413 0 0,0 0 0 0 0,1 1 0 0 0,0-2 0 0 0,1 1 0 0 0,10 15 1 0 0,-3-10-6576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29.3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98 225 3225 0 0,'-2'-5'614'0'0,"1"-1"0"0"0,-1 1 1 0 0,1-1-1 0 0,0 1 0 0 0,0-1 1 0 0,0-6-1 0 0,0 7 43 0 0,1 0 1 0 0,0 0-1 0 0,-1 1 0 0 0,0-1 0 0 0,0 1 1 0 0,0-1-1 0 0,-1 1 0 0 0,0-1 1 0 0,0 1-1 0 0,-3-6 0 0 0,4 10-547 0 0,1-1 0 0 0,-1 1 0 0 0,1 0 0 0 0,-1 0 0 0 0,1 0 0 0 0,-1 0 0 0 0,1-1 0 0 0,-1 1 0 0 0,1 0 0 0 0,-1 0 0 0 0,1 0 0 0 0,-1 0 0 0 0,1 0 0 0 0,-1 0 0 0 0,1 0 0 0 0,-1 1 0 0 0,1-1 0 0 0,-1 0 0 0 0,0 0 0 0 0,1 0 0 0 0,-1 0 0 0 0,1 1 0 0 0,0-1 0 0 0,-1 0 0 0 0,1 1 0 0 0,-1-1 0 0 0,1 0 0 0 0,-1 1 0 0 0,1-1 0 0 0,0 0 0 0 0,-1 1 0 0 0,1-1 0 0 0,0 1 0 0 0,-1-1 0 0 0,1 1 0 0 0,0-1 0 0 0,-1 0 0 0 0,1 1 0 0 0,0-1 0 0 0,0 1 0 0 0,0 0 0 0 0,-14 23 1013 0 0,6-5-1016 0 0,1 0 0 0 0,0 1 1 0 0,2 0-1 0 0,1 0 0 0 0,0 0 0 0 0,1 0 1 0 0,1 1-1 0 0,2 33 0 0 0,1-25 13 0 0,2 1-1 0 0,1-1 1 0 0,2 0 0 0 0,0 0-1 0 0,15 39 1 0 0,-16-57-122 0 0,0-1-1 0 0,0 0 1 0 0,1 0 0 0 0,0-1 0 0 0,1 1 0 0 0,0-1-1 0 0,0-1 1 0 0,1 1 0 0 0,0-1 0 0 0,0-1 0 0 0,1 0-1 0 0,0 0 1 0 0,0 0 0 0 0,19 9 0 0 0,-22-13 0 0 0,0-1 0 0 0,-1 1 0 0 0,1-1 1 0 0,0 0-1 0 0,0-1 0 0 0,0 1 0 0 0,1-1 1 0 0,-1 0-1 0 0,0-1 0 0 0,0 0 0 0 0,0 0 1 0 0,1 0-1 0 0,-1 0 0 0 0,0-1 0 0 0,0 0 1 0 0,0-1-1 0 0,0 1 0 0 0,0-1 0 0 0,0 0 1 0 0,0-1-1 0 0,0 1 0 0 0,-1-1 0 0 0,1 0 1 0 0,-1-1-1 0 0,0 1 0 0 0,0-1 0 0 0,0 0 1 0 0,5-6-1 0 0,-2 0 4 0 0,0 0 1 0 0,-1-1 0 0 0,0 0 0 0 0,0 0-1 0 0,-2-1 1 0 0,1 1 0 0 0,-2-1-1 0 0,1 0 1 0 0,-2-1 0 0 0,1 1-1 0 0,-2-1 1 0 0,0 1 0 0 0,0-1-1 0 0,-1 0 1 0 0,-1-19 0 0 0,-2-6 78 0 0,-1 0 0 0 0,-2-1 1 0 0,-18-70-1 0 0,18 90-160 0 0,-1 1 0 0 0,-1-1-1 0 0,0 1 1 0 0,-1 1 0 0 0,-1-1 0 0 0,-1 2 0 0 0,-13-19 0 0 0,16 27-349 0 0,0-1 0 0 0,-1 1 1 0 0,0 0-1 0 0,-1 0 0 0 0,1 1 0 0 0,-1 0 1 0 0,-1 1-1 0 0,1 0 0 0 0,-1 0 0 0 0,0 1 1 0 0,0 0-1 0 0,-1 1 0 0 0,-18-5 0 0 0,2 4-1236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29.7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28 3225 0 0,'-28'-27'12601'0'0,"25"48"-9635"0"0,3 39-1732 0 0,12 95-1 0 0,-10-138-1197 0 0,1 0 0 0 0,1 0 0 0 0,1 0 0 0 0,0 0 0 0 0,1-1 0 0 0,1 0 0 0 0,0 0 0 0 0,2-1 0 0 0,-1 0 0 0 0,15 19 0 0 0,-20-31-32 0 0,-1 0-1 0 0,1 0 0 0 0,-1-1 1 0 0,1 1-1 0 0,0 0 0 0 0,0-1 1 0 0,0 0-1 0 0,0 0 0 0 0,0 0 1 0 0,0 0-1 0 0,1 0 0 0 0,-1-1 1 0 0,1 1-1 0 0,-1-1 0 0 0,1 0 1 0 0,0 0-1 0 0,-1-1 0 0 0,1 1 1 0 0,0-1-1 0 0,0 1 0 0 0,-1-1 1 0 0,1 0-1 0 0,0-1 0 0 0,4 0 1 0 0,-3 0 9 0 0,0-1 0 0 0,0 0 0 0 0,0 0 0 0 0,0-1 0 0 0,-1 1 1 0 0,1-1-1 0 0,-1 0 0 0 0,1 0 0 0 0,-1-1 0 0 0,0 1 0 0 0,-1-1 0 0 0,1 0 0 0 0,0 0 1 0 0,-1 0-1 0 0,0 0 0 0 0,4-8 0 0 0,-1 2 35 0 0,-1 0 0 0 0,0 0 1 0 0,-1 0-1 0 0,0 0 0 0 0,0-1 0 0 0,-1 1 0 0 0,-1-1 0 0 0,0 0 1 0 0,0 0-1 0 0,-1 0 0 0 0,0 0 0 0 0,-1 0 0 0 0,-1-1 1 0 0,1 1-1 0 0,-4-14 0 0 0,4 24-53 0 0,0 0 1 0 0,-1 1-1 0 0,1-1 1 0 0,0 0-1 0 0,0 1 1 0 0,-1-1-1 0 0,1 0 1 0 0,0 1-1 0 0,-1-1 1 0 0,1 0-1 0 0,-1 1 1 0 0,1-1-1 0 0,-1 1 1 0 0,1-1 0 0 0,-1 1-1 0 0,1-1 1 0 0,-1 1-1 0 0,1-1 1 0 0,-1 1-1 0 0,0-1 1 0 0,1 1-1 0 0,-1 0 1 0 0,0-1-1 0 0,1 1 1 0 0,-1 0-1 0 0,0 0 1 0 0,1-1-1 0 0,-1 1 1 0 0,-1 0-1 0 0,0 0-24 0 0,1 1-1 0 0,-1-1 1 0 0,0 0-1 0 0,0 1 1 0 0,1-1-1 0 0,-1 1 1 0 0,0 0-1 0 0,1 0 1 0 0,-1-1-1 0 0,0 1 1 0 0,-1 2-1 0 0,-35 32-1032 0 0,12 1-2483 0 0,15-16-3010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30.4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41 494 2761 0 0,'-1'0'-55'0'0,"-25"29"4069"0"0,25-27-3522 0 0,-1 0 0 0 0,1-1 1 0 0,0 1-1 0 0,0 0 0 0 0,-1 0 0 0 0,1 0 0 0 0,1 0 0 0 0,-1 0 0 0 0,0 0 0 0 0,0 0 0 0 0,1 0 0 0 0,-1 0 0 0 0,1 0 1 0 0,0 0-1 0 0,0 3 0 0 0,0-4-352 0 0,1 0-1 0 0,-1-1 1 0 0,1 1 0 0 0,-1-1 0 0 0,1 0 0 0 0,-1 1 0 0 0,1-1 0 0 0,0 1-1 0 0,-1-1 1 0 0,1 0 0 0 0,0 0 0 0 0,-1 1 0 0 0,1-1 0 0 0,0 0-1 0 0,0 0 1 0 0,-1 0 0 0 0,1 0 0 0 0,0 0 0 0 0,-1 0 0 0 0,1 0 0 0 0,0 0-1 0 0,0 0 1 0 0,-1 0 0 0 0,2 0 0 0 0,27-4 758 0 0,-19 2-413 0 0,17 1-283 0 0,0-1 0 0 0,-1-2-1 0 0,1-1 1 0 0,-1-1-1 0 0,0-1 1 0 0,0-1 0 0 0,-1-2-1 0 0,0 0 1 0 0,-1-2-1 0 0,0-1 1 0 0,29-20 0 0 0,-49 30-278 0 0,0 0 0 0 0,1-1 1 0 0,-2 1-1 0 0,1-1 0 0 0,0 0 0 0 0,-1 0 1 0 0,0 0-1 0 0,0-1 0 0 0,0 1 1 0 0,0-1-1 0 0,-1 0 0 0 0,0 0 1 0 0,0 0-1 0 0,0 0 0 0 0,0 0 0 0 0,1-9 1 0 0,-3 8-208 0 0,0 0 1 0 0,0 1 0 0 0,-1-1 0 0 0,0 1-1 0 0,0-1 1 0 0,0 1 0 0 0,-1-1-1 0 0,0 1 1 0 0,0 0 0 0 0,0 0-1 0 0,0 0 1 0 0,-1 0 0 0 0,0 0-1 0 0,0 0 1 0 0,-7-7 0 0 0,2 2-55 0 0,0-1 0 0 0,1 0 0 0 0,0 0 1 0 0,1 0-1 0 0,0-1 0 0 0,0 0 0 0 0,-4-15 1 0 0,9 23 347 0 0,0-1 1 0 0,0 1 0 0 0,1-1 0 0 0,-1 1 0 0 0,1-1 0 0 0,0 0 0 0 0,0 1-1 0 0,0-1 1 0 0,1 1 0 0 0,0-1 0 0 0,0 1 0 0 0,0-1 0 0 0,0 1 0 0 0,1 0-1 0 0,-1 0 1 0 0,1-1 0 0 0,0 1 0 0 0,1 0 0 0 0,-1 0 0 0 0,1 1 0 0 0,-1-1-1 0 0,1 1 1 0 0,0-1 0 0 0,5-3 0 0 0,-2 1 214 0 0,1 0 1 0 0,0 1-1 0 0,0-1 0 0 0,1 2 0 0 0,0-1 1 0 0,-1 1-1 0 0,1 0 0 0 0,1 1 1 0 0,-1-1-1 0 0,0 2 0 0 0,1-1 0 0 0,15-1 1 0 0,-18 3-96 0 0,-1 1 1 0 0,0 0-1 0 0,0 0 1 0 0,1 1 0 0 0,-1-1-1 0 0,0 1 1 0 0,0 1-1 0 0,0-1 1 0 0,0 1-1 0 0,0-1 1 0 0,0 1 0 0 0,0 1-1 0 0,-1-1 1 0 0,1 1-1 0 0,-1 0 1 0 0,1 0-1 0 0,-1 0 1 0 0,0 0 0 0 0,0 1-1 0 0,-1-1 1 0 0,1 1-1 0 0,5 8 1 0 0,1 4 100 0 0,-1 1 0 0 0,0 1-1 0 0,-1 0 1 0 0,-1 0 0 0 0,-1 0 0 0 0,-1 1 0 0 0,5 28 0 0 0,-3-16 254 0 0,17 47 0 0 0,-23-75-458 0 0,0 0 0 0 0,0 0 0 0 0,1-1 0 0 0,-1 1 0 0 0,1 0 0 0 0,0 0 0 0 0,-1-1-1 0 0,1 1 1 0 0,0-1 0 0 0,0 0 0 0 0,1 1 0 0 0,-1-1 0 0 0,0 0 0 0 0,1-1 0 0 0,0 1 0 0 0,-1 0 0 0 0,1-1 0 0 0,3 3 0 0 0,-3-4-9 0 0,0 1 1 0 0,0-1-1 0 0,0 0 1 0 0,-1 0 0 0 0,1 0-1 0 0,0 0 1 0 0,0 0 0 0 0,0-1-1 0 0,-1 1 1 0 0,1-1 0 0 0,0 0-1 0 0,-1 1 1 0 0,1-1 0 0 0,0-1-1 0 0,-1 1 1 0 0,1 0-1 0 0,-1-1 1 0 0,0 1 0 0 0,1-1-1 0 0,2-2 1 0 0,19-17-89 0 0,-2-1 0 0 0,-1 0 1 0 0,24-33-1 0 0,5-5-224 0 0,14-11-2158 0 0,-28 35-4948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31.4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230 18 10594 0 0,'-1'-2'259'0'0,"-1"1"-1"0"0,1-1 1 0 0,-1 1-1 0 0,1 0 1 0 0,-1-1-1 0 0,0 1 1 0 0,0 0-1 0 0,1 0 1 0 0,-1 0-1 0 0,0 0 1 0 0,0 0 0 0 0,0 1-1 0 0,0-1 1 0 0,0 1-1 0 0,0-1 1 0 0,0 1-1 0 0,-1 0 1 0 0,1-1-1 0 0,0 1 1 0 0,0 0-1 0 0,-2 1 1 0 0,0 0-156 0 0,1 0 1 0 0,0 0-1 0 0,0 1 1 0 0,-1-1 0 0 0,1 1-1 0 0,0 0 1 0 0,1 0-1 0 0,-1 0 1 0 0,0 0-1 0 0,0 0 1 0 0,1 0 0 0 0,0 1-1 0 0,-3 2 1 0 0,-9 13-67 0 0,1 0 0 0 0,1 0 0 0 0,0 1 1 0 0,2 1-1 0 0,-14 32 0 0 0,9-11-220 0 0,-18 78 0 0 0,29-102 216 0 0,1 1-1 0 0,1 0 0 0 0,1 0 1 0 0,0-1-1 0 0,2 1 1 0 0,0 0-1 0 0,0 0 1 0 0,2 0-1 0 0,0-1 0 0 0,1 0 1 0 0,1 1-1 0 0,12 27 1 0 0,-11-34 77 0 0,0 1 0 0 0,0 0 0 0 0,1-1 0 0 0,1 0 1 0 0,0-1-1 0 0,1 0 0 0 0,-1 0 0 0 0,2-1 0 0 0,-1 0 0 0 0,2 0 0 0 0,-1-1 1 0 0,1-1-1 0 0,0 0 0 0 0,0 0 0 0 0,1-1 0 0 0,0 0 0 0 0,23 6 1 0 0,-25-9-98 0 0,1 0 0 0 0,-1-1 1 0 0,1 0-1 0 0,0-1 1 0 0,19 0-1 0 0,-25-1-41 0 0,0-1 0 0 0,-1 1 0 0 0,1-1 0 0 0,0 0 0 0 0,-1 0-1 0 0,1 0 1 0 0,-1-1 0 0 0,1 0 0 0 0,-1 0 0 0 0,0 0 0 0 0,0 0 0 0 0,0 0 0 0 0,0-1 0 0 0,0 0-1 0 0,-1 0 1 0 0,4-3 0 0 0,-5 3 7 0 0,-1 1-1 0 0,1 0 1 0 0,-1-1-1 0 0,0 0 1 0 0,0 1-1 0 0,0-1 1 0 0,0 1 0 0 0,-1-1-1 0 0,1 0 1 0 0,-1 0-1 0 0,1 0 1 0 0,-1 1-1 0 0,0-1 1 0 0,0 0-1 0 0,0 0 1 0 0,-1 1-1 0 0,1-1 1 0 0,-1 0-1 0 0,0 0 1 0 0,1 1 0 0 0,-1-1-1 0 0,0 0 1 0 0,0 1-1 0 0,-1-1 1 0 0,-1-3-1 0 0,-3-4-134 0 0,1 1-1 0 0,-1 0 0 0 0,-1 0 1 0 0,0 0-1 0 0,-8-9 1 0 0,3 8-24 0 0,0 0 1 0 0,0 1 0 0 0,-22-12 0 0 0,20 13-6 0 0,0-1-1 0 0,-18-16 0 0 0,31 25 185 0 0,0-1 0 0 0,0 0 0 0 0,0 0 1 0 0,1 0-1 0 0,-1 1 0 0 0,0-1 0 0 0,1 0 0 0 0,-1 0 0 0 0,1 0 1 0 0,-1 0-1 0 0,1 0 0 0 0,-1 0 0 0 0,1 0 0 0 0,0 0 1 0 0,0 0-1 0 0,-1 0 0 0 0,1 0 0 0 0,0-1 0 0 0,0 1 0 0 0,0 0 1 0 0,0 0-1 0 0,0 0 0 0 0,0 0 0 0 0,0 0 0 0 0,1-2 0 0 0,0 1 1 0 0,0-1 1 0 0,0 1-1 0 0,1-1 0 0 0,-1 1 0 0 0,1-1 0 0 0,-1 1 0 0 0,1 0 0 0 0,0-1 0 0 0,4-2 0 0 0,4-4 38 0 0,0 1 0 0 0,1 1 0 0 0,13-9 0 0 0,-12 10 39 0 0,1-1 0 0 0,-1 2 1 0 0,1-1-1 0 0,0 2 1 0 0,0 0-1 0 0,1 0 1 0 0,-1 2-1 0 0,21-3 0 0 0,-29 4-36 0 0,-1 1 1 0 0,1 0-1 0 0,-1 0 0 0 0,0 0 0 0 0,1 1 0 0 0,-1-1 0 0 0,0 1 0 0 0,1 0 0 0 0,-1 0 0 0 0,0 1 0 0 0,0-1 0 0 0,0 1 0 0 0,0 0 0 0 0,0 0 0 0 0,0 0 0 0 0,0 0 0 0 0,-1 1 1 0 0,1 0-1 0 0,-1-1 0 0 0,0 1 0 0 0,1 1 0 0 0,-2-1 0 0 0,1 0 0 0 0,0 1 0 0 0,-1-1 0 0 0,1 1 0 0 0,-1 0 0 0 0,0 0 0 0 0,0 0 0 0 0,1 5 0 0 0,3 12 358 0 0,-2 0-1 0 0,0 1 0 0 0,-2 0 1 0 0,1 30-1 0 0,-3-32-241 0 0,1-1 1 0 0,1 1-1 0 0,0-1 1 0 0,2 1-1 0 0,10 32 1 0 0,-1-25-1897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31.7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0 8290 0 0,'-1'1'288'0'0,"0"-1"0"0"0,0 0 1 0 0,0 1-1 0 0,0-1 0 0 0,0 0 1 0 0,0 1-1 0 0,0-1 0 0 0,0 1 1 0 0,1 0-1 0 0,-1-1 1 0 0,0 1-1 0 0,0 0 0 0 0,0-1 1 0 0,1 1-1 0 0,-1 0 0 0 0,0 0 1 0 0,1-1-1 0 0,-2 3 0 0 0,2 21 3738 0 0,5 3-2744 0 0,1 1 0 0 0,15 41-1 0 0,5 19-369 0 0,-17-43-635 0 0,-2 1-1 0 0,-2 0 1 0 0,-1 55-1 0 0,-3-90-265 0 0,3-22-9 0 0,2-22-3 0 0,-7-28-183 0 0,-1 38-32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31.9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 7810 0 0,'2'-3'0'0'0,"-2"0"0"0"0,0 0 0 0 0,0 1 0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32.0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262 20 2761 0 0,'-12'-20'9855'0'0,"10"25"-8807"0"0,-4 6-446 0 0,0-1-1 0 0,-1 1 0 0 0,0-1 1 0 0,-1-1-1 0 0,0 1 0 0 0,-1-1 1 0 0,0-1-1 0 0,0 0 0 0 0,-11 8 0 0 0,-18 10-61 0 0,-47 24 0 0 0,60-36-847 0 0,14-8-291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32.4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6913 0 0,'15'1'1459'0'0,"0"0"-1"0"0,0 1 1 0 0,25 5-1 0 0,-27-3-1046 0 0,1 0 0 0 0,-1 1 0 0 0,1 1 0 0 0,14 8 1 0 0,-20-9-370 0 0,1 0 1 0 0,-1 1 0 0 0,0 0-1 0 0,-1 0 1 0 0,1 1 0 0 0,-1-1-1 0 0,-1 2 1 0 0,1-1 0 0 0,-1 1-1 0 0,0 0 1 0 0,-1 0 0 0 0,0 1-1 0 0,0-1 1 0 0,-1 1 0 0 0,0 0-1 0 0,3 11 1 0 0,-1 7 17 0 0,3 37-1 0 0,-7-46 240 0 0,0 1 0 0 0,2-1 0 0 0,0 0 1 0 0,0-1-1 0 0,13 29 0 0 0,-17-44-217 0 0,1-1 0 0 0,0 0-1 0 0,0 0 1 0 0,0 1 0 0 0,0-1 0 0 0,0 0 0 0 0,0 0 0 0 0,0 0 0 0 0,0 0 0 0 0,1 0 0 0 0,-1 0 0 0 0,0 0 0 0 0,1-1 0 0 0,-1 1-1 0 0,1 0 1 0 0,-1-1 0 0 0,0 1 0 0 0,1-1 0 0 0,-1 1 0 0 0,1-1 0 0 0,0 0 0 0 0,-1 0 0 0 0,1 0 0 0 0,-1 1 0 0 0,1-2 0 0 0,-1 1 0 0 0,1 0-1 0 0,-1 0 1 0 0,1 0 0 0 0,-1-1 0 0 0,1 1 0 0 0,-1-1 0 0 0,1 1 0 0 0,2-2 0 0 0,5-2 235 0 0,1-1 0 0 0,-1 0-1 0 0,17-12 1 0 0,-19 13-297 0 0,45-35 427 0 0,-34 25-734 0 0,1 0-1 0 0,1 1 0 0 0,25-12 0 0 0,-33 20-1664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32.8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1 14747 0 0,'-1'0'144'0'0,"0"0"0"0"0,0 1-1 0 0,-1-1 1 0 0,1 1 0 0 0,0-1-1 0 0,0 1 1 0 0,0-1 0 0 0,0 1-1 0 0,0 0 1 0 0,0 0 0 0 0,1-1 0 0 0,-1 1-1 0 0,0 0 1 0 0,0 0 0 0 0,0 0-1 0 0,1 0 1 0 0,-1 0 0 0 0,1 0-1 0 0,-2 1 1 0 0,3 25 1444 0 0,-1-22-1565 0 0,43 220 2602 0 0,-9-51-1951 0 0,-21-97-500 0 0,62 317 570 0 0,-73-386-1100 0 0,1-1 0 0 0,-1 1 0 0 0,1 0 0 0 0,1-1 0 0 0,5 10 0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33.1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48 456 0 0,'4'-7'5583'0'0,"-15"22"865"0"0,2 3-5975 0 0,1 1-1 0 0,1 0 1 0 0,1 1 0 0 0,0 0 0 0 0,2-1 0 0 0,0 2 0 0 0,-1 28 0 0 0,4-38-330 0 0,1 1 0 0 0,0-1 0 0 0,1 0-1 0 0,0 0 1 0 0,1 1 0 0 0,0-1 0 0 0,1 0 0 0 0,0 0 0 0 0,1-1 0 0 0,0 1 0 0 0,1-1-1 0 0,0 1 1 0 0,1-2 0 0 0,0 1 0 0 0,10 13 0 0 0,-13-20-89 0 0,0 0 0 0 0,-1 0 0 0 0,1 0-1 0 0,0 0 1 0 0,1 0 0 0 0,-1-1 0 0 0,0 1 0 0 0,1-1 0 0 0,-1 0-1 0 0,1 0 1 0 0,0 0 0 0 0,0-1 0 0 0,-1 1 0 0 0,1-1 0 0 0,0 0 0 0 0,1 0-1 0 0,-1 0 1 0 0,0-1 0 0 0,0 1 0 0 0,0-1 0 0 0,0 0 0 0 0,0 0 0 0 0,0-1-1 0 0,1 1 1 0 0,-1-1 0 0 0,0 0 0 0 0,0 0 0 0 0,0 0 0 0 0,0-1 0 0 0,-1 1-1 0 0,1-1 1 0 0,4-2 0 0 0,1-2 30 0 0,-1 1 1 0 0,-1-1-1 0 0,1 0 0 0 0,-1-1 0 0 0,0 0 1 0 0,0 0-1 0 0,-1 0 0 0 0,0-1 1 0 0,0 0-1 0 0,-1 0 0 0 0,0-1 0 0 0,7-15 1 0 0,-8 11-3 0 0,0 0-1 0 0,0 0 1 0 0,-1-1 0 0 0,-1 1 0 0 0,0-1 0 0 0,-1 1 0 0 0,0-1 0 0 0,-1 0 0 0 0,-1 1 0 0 0,0-1 0 0 0,-1 1 0 0 0,0-1 0 0 0,-8-22 0 0 0,8 28-155 0 0,-1 1 0 0 0,0 0 0 0 0,0 0 1 0 0,0 0-1 0 0,-1 0 0 0 0,0 0 0 0 0,-1 1 0 0 0,0 0 1 0 0,0 0-1 0 0,0 0 0 0 0,0 0 0 0 0,-1 1 0 0 0,0 0 1 0 0,0 0-1 0 0,0 1 0 0 0,-1-1 0 0 0,0 1 0 0 0,0 1 1 0 0,0-1-1 0 0,0 1 0 0 0,0 1 0 0 0,-1-1 0 0 0,1 1 1 0 0,-1 0-1 0 0,-8 0 0 0 0,-12 0-1286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33.5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79 2304 0 0,'2'2'354'0'0,"-1"0"0"0"0,0-1 0 0 0,1 1 1 0 0,-1 0-1 0 0,1-1 0 0 0,0 0 0 0 0,-1 1 0 0 0,1-1 0 0 0,0 0 0 0 0,0 0 0 0 0,2 1 0 0 0,11 9 687 0 0,-13-9-919 0 0,0 0 1 0 0,-1 0-1 0 0,1 0 1 0 0,-1 1 0 0 0,1-1-1 0 0,-1 1 1 0 0,0-1-1 0 0,0 1 1 0 0,0-1 0 0 0,0 1-1 0 0,0 0 1 0 0,-1-1-1 0 0,1 1 1 0 0,-1 0 0 0 0,0-1-1 0 0,0 1 1 0 0,0 4-1 0 0,-1-2 51 0 0,0 0 1 0 0,0 1-1 0 0,0-1 0 0 0,-1 0 0 0 0,0 1 0 0 0,0-1 0 0 0,0 0 0 0 0,-4 6 0 0 0,0-2 43 0 0,-1 1-1 0 0,1-1 1 0 0,-1-1 0 0 0,-1 0-1 0 0,0 0 1 0 0,0 0 0 0 0,0-1-1 0 0,-11 7 1 0 0,16-12-200 0 0,1 0 0 0 0,-1-1 1 0 0,1 1-1 0 0,-1-1 0 0 0,0 0 0 0 0,1 0 1 0 0,-1 0-1 0 0,0 0 0 0 0,0 0 0 0 0,0-1 1 0 0,1 1-1 0 0,-1-1 0 0 0,0 0 1 0 0,0 0-1 0 0,0 0 0 0 0,0 0 0 0 0,0 0 1 0 0,0-1-1 0 0,0 1 0 0 0,0-1 0 0 0,-3-1 1 0 0,2 0-50 0 0,1 0 0 0 0,-1-1 1 0 0,1 1-1 0 0,0-1 0 0 0,0 0 1 0 0,0 0-1 0 0,0 0 0 0 0,0 0 1 0 0,1 0-1 0 0,-1 0 0 0 0,1-1 1 0 0,0 0-1 0 0,-2-4 0 0 0,-3-8-80 0 0,1-1 0 0 0,0 1 0 0 0,2-1-1 0 0,0 0 1 0 0,-3-34 0 0 0,5 41 85 0 0,2 0 1 0 0,-1-1-1 0 0,1 1 1 0 0,1 0-1 0 0,0 0 1 0 0,2-11-1 0 0,-2 18 20 0 0,0 1 0 0 0,-1 0 1 0 0,1 0-1 0 0,0 0 0 0 0,0 0 0 0 0,0 1 1 0 0,0-1-1 0 0,1 0 0 0 0,-1 0 0 0 0,0 0 1 0 0,1 1-1 0 0,-1-1 0 0 0,1 1 0 0 0,0-1 1 0 0,-1 1-1 0 0,1 0 0 0 0,0 0 0 0 0,0 0 1 0 0,0 0-1 0 0,0 0 0 0 0,0 0 0 0 0,0 0 1 0 0,0 0-1 0 0,0 1 0 0 0,0-1 0 0 0,0 1 1 0 0,0 0-1 0 0,0 0 0 0 0,1-1 0 0 0,-1 1 1 0 0,0 1-1 0 0,0-1 0 0 0,0 0 0 0 0,0 0 1 0 0,3 2-1 0 0,4 0 226 0 0,-1 0-1 0 0,0 1 1 0 0,0 0 0 0 0,0 0-1 0 0,0 1 1 0 0,0 0-1 0 0,-1 0 1 0 0,0 1 0 0 0,0 0-1 0 0,0 0 1 0 0,0 1 0 0 0,5 6-1 0 0,-3-2 187 0 0,0-1 0 0 0,-1 1 0 0 0,0 1 0 0 0,0-1-1 0 0,-1 2 1 0 0,-1-1 0 0 0,7 16 0 0 0,-9-15-118 0 0,0 0 1 0 0,-1 0-1 0 0,0 0 1 0 0,-1 1-1 0 0,-1-1 1 0 0,0 0-1 0 0,0 1 1 0 0,-2-1-1 0 0,-1 14 1 0 0,-3 10 296 0 0,-19 62 1 0 0,22-88-610 0 0,-2 6-1558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34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60 492 6913 0 0,'-2'2'149'0'0,"-39"34"3655"0"0,40-34-3582 0 0,-1-1 0 0 0,1 0-1 0 0,0 1 1 0 0,-1-1 0 0 0,1 1-1 0 0,0 0 1 0 0,0-1 0 0 0,0 1-1 0 0,0 0 1 0 0,0 0 0 0 0,0-1-1 0 0,1 1 1 0 0,-1 0 0 0 0,1 0-1 0 0,-1 0 1 0 0,1 0 0 0 0,-1 0-1 0 0,1 0 1 0 0,0 0 0 0 0,0 0-1 0 0,0 0 1 0 0,1 4 0 0 0,0-4-105 0 0,0-1 1 0 0,1 1-1 0 0,-1-1 0 0 0,1 0 1 0 0,-1 1-1 0 0,1-1 1 0 0,-1 0-1 0 0,1 0 1 0 0,-1 0-1 0 0,1 0 0 0 0,0 0 1 0 0,0 0-1 0 0,0-1 1 0 0,-1 1-1 0 0,1-1 1 0 0,0 1-1 0 0,0-1 0 0 0,0 1 1 0 0,0-1-1 0 0,2 0 1 0 0,44 1 956 0 0,-43-2-943 0 0,17 1 25 0 0,0-2 0 0 0,1-1 0 0 0,-2-1 0 0 0,1 0 0 0 0,0-2 0 0 0,-1 0-1 0 0,0-2 1 0 0,22-10 0 0 0,-35 14-165 0 0,0-1-1 0 0,-1 0 1 0 0,1 0-1 0 0,-1 0 1 0 0,0-1-1 0 0,0 0 1 0 0,-1-1 0 0 0,0 1-1 0 0,0-1 1 0 0,0 0-1 0 0,-1-1 1 0 0,0 1-1 0 0,-1-1 1 0 0,0 0-1 0 0,0-1 1 0 0,0 1-1 0 0,-1 0 1 0 0,0-1 0 0 0,-1 0-1 0 0,0 0 1 0 0,0 0-1 0 0,0-13 1 0 0,-2 13-134 0 0,-1 0 1 0 0,1 1 0 0 0,-1-1-1 0 0,-1 1 1 0 0,0 0-1 0 0,0-1 1 0 0,-1 1 0 0 0,0 0-1 0 0,0 0 1 0 0,-1 0-1 0 0,0 1 1 0 0,0-1-1 0 0,-1 1 1 0 0,0 0 0 0 0,-7-9-1 0 0,-21-34-492 0 0,31 46 693 0 0,0 0-1 0 0,0-1 1 0 0,1 1 0 0 0,0-1-1 0 0,-1 0 1 0 0,2 1 0 0 0,-1-1 0 0 0,1 0-1 0 0,-1 0 1 0 0,1 0 0 0 0,0 1 0 0 0,1-1-1 0 0,-1 0 1 0 0,1 0 0 0 0,0 1 0 0 0,0-1-1 0 0,1 1 1 0 0,0-1 0 0 0,-1 1-1 0 0,1-1 1 0 0,1 1 0 0 0,-1 0 0 0 0,0 0-1 0 0,1 0 1 0 0,0 0 0 0 0,5-5 0 0 0,-4 4 31 0 0,0 1 0 0 0,1-1 0 0 0,-1 1 0 0 0,1 0 0 0 0,0 1 1 0 0,0-1-1 0 0,0 1 0 0 0,0 0 0 0 0,1 0 0 0 0,-1 0 0 0 0,1 1 1 0 0,-1 0-1 0 0,1 0 0 0 0,0 0 0 0 0,0 1 0 0 0,0 0 1 0 0,0 0-1 0 0,0 1 0 0 0,0-1 0 0 0,11 2 0 0 0,-12 0-51 0 0,-1 1 0 0 0,0 0 0 0 0,1-1 0 0 0,-1 1 0 0 0,0 1 0 0 0,0-1-1 0 0,-1 0 1 0 0,1 1 0 0 0,0 0 0 0 0,-1 0 0 0 0,0 0 0 0 0,0 0 0 0 0,0 1 0 0 0,0-1 0 0 0,0 1-1 0 0,0 0 1 0 0,-1 0 0 0 0,0 0 0 0 0,0 0 0 0 0,2 4 0 0 0,5 14-8 0 0,-2-1-1 0 0,10 38 1 0 0,-14-47-23 0 0,14 68 109 0 0,11 42-2 0 0,-24-110-100 0 0,0 0 1 0 0,1-1-1 0 0,0 1 1 0 0,1-1-1 0 0,0-1 1 0 0,1 1-1 0 0,12 15 1 0 0,-17-23 5 0 0,1-1 1 0 0,-1 0 0 0 0,0 0-1 0 0,0 0 1 0 0,1 0 0 0 0,-1 0-1 0 0,1-1 1 0 0,0 1 0 0 0,-1-1-1 0 0,1 1 1 0 0,0-1-1 0 0,0 0 1 0 0,0 0 0 0 0,0 0-1 0 0,0-1 1 0 0,0 1 0 0 0,5 0-1 0 0,-3-1 18 0 0,-1-1-1 0 0,1 0 1 0 0,-1 1-1 0 0,0-1 1 0 0,1-1-1 0 0,-1 1 1 0 0,0-1-1 0 0,0 1 1 0 0,0-1-1 0 0,0-1 1 0 0,4-2-1 0 0,8-7 83 0 0,-1 0-1 0 0,0-2 0 0 0,-1 0 0 0 0,18-22 0 0 0,-27 30-113 0 0,41-50 115 0 0,3-3-588 0 0,-14 21-5929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38.7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25 110 6913 0 0,'-22'-27'2802'0'0,"21"24"-2369"0"0,0-1-1 0 0,1 1 1 0 0,-1-1-1 0 0,1 0 1 0 0,0 1-1 0 0,0-1 1 0 0,0 0-1 0 0,1 1 1 0 0,-1-1-1 0 0,1 1 1 0 0,0-1-1 0 0,0 0 1 0 0,0 1-1 0 0,0 0 1 0 0,1-1-1 0 0,-1 1 1 0 0,1 0-1 0 0,0 0 1 0 0,0 0-1 0 0,0 0 1 0 0,0 0-1 0 0,5-5 1 0 0,6 31 2373 0 0,51 98-2686 0 0,50 136 0 0 0,-105-229-120 0 0,-7-21 0 0 0,0-1 0 0 0,0 1 0 0 0,0-1 0 0 0,1 1 0 0 0,0-1 0 0 0,1 0 0 0 0,-1 0 0 0 0,6 6 0 0 0,-9-12-2 0 0,1 0 1 0 0,-1 1 0 0 0,1-1-1 0 0,-1 0 1 0 0,1 0-1 0 0,-1 0 1 0 0,1 0 0 0 0,-1 0-1 0 0,0 0 1 0 0,1 0 0 0 0,-1-1-1 0 0,1 1 1 0 0,-1 0-1 0 0,1 0 1 0 0,-1 0 0 0 0,1 0-1 0 0,-1-1 1 0 0,0 1-1 0 0,1 0 1 0 0,-1 0 0 0 0,1-1-1 0 0,-1 1 1 0 0,0 0-1 0 0,1-1 1 0 0,-1 1 0 0 0,0 0-1 0 0,0-1 1 0 0,1 1-1 0 0,-1 0 1 0 0,0-1 0 0 0,0 1-1 0 0,1-1 1 0 0,-1 1-1 0 0,0 0 1 0 0,0-1 0 0 0,0 1-1 0 0,0-1 1 0 0,0 1-1 0 0,1-1 1 0 0,-1 1 0 0 0,0-1-1 0 0,0 1 1 0 0,0-1 0 0 0,7-24-77 0 0,-1-9-56 0 0,-1-1 1 0 0,0-39-1 0 0,-3 42-6 0 0,0-1 0 0 0,12-52 0 0 0,-13 83 153 0 0,-1 0 0 0 0,0 0 0 0 0,1 0 0 0 0,-1 1 1 0 0,1-1-1 0 0,0 0 0 0 0,-1 0 0 0 0,1 1 0 0 0,0-1 1 0 0,0 0-1 0 0,0 1 0 0 0,0-1 0 0 0,0 1 0 0 0,1-1 1 0 0,-1 1-1 0 0,0 0 0 0 0,1 0 0 0 0,-1-1 0 0 0,1 1 1 0 0,-1 0-1 0 0,1 0 0 0 0,0 0 0 0 0,-1 0 0 0 0,1 1 1 0 0,0-1-1 0 0,2 0 0 0 0,0 1 12 0 0,-1 0 1 0 0,0 0-1 0 0,0 1 0 0 0,1-1 0 0 0,-1 1 0 0 0,0 0 1 0 0,0 0-1 0 0,0 0 0 0 0,0 0 0 0 0,0 1 1 0 0,0-1-1 0 0,0 1 0 0 0,0 0 0 0 0,3 3 0 0 0,7 6-17 0 0,0 1-1 0 0,-1 0 0 0 0,-1 1 0 0 0,0 0 1 0 0,-1 0-1 0 0,0 2 0 0 0,-1-1 0 0 0,9 21 1 0 0,-9-18-1027 0 0,0 0 0 0 0,2-1 1 0 0,0 0-1 0 0,1 0 0 0 0,0-1 1 0 0,17 16-1 0 0,-13-19-692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39.6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59 6913 0 0,'-9'-16'869'0'0,"8"12"-449"0"0,-1 1 0 0 0,0-1 0 0 0,0 0 0 0 0,0 1 0 0 0,-1-1 0 0 0,1 1 0 0 0,-1 0 0 0 0,0 0 0 0 0,0 0 1 0 0,-6-5-1 0 0,8 8-249 0 0,1 1 0 0 0,-1-1 1 0 0,0 1-1 0 0,1-1 0 0 0,-1 1 1 0 0,1 0-1 0 0,-1-1 0 0 0,1 1 0 0 0,-1-1 1 0 0,1 1-1 0 0,-1 0 0 0 0,1-1 1 0 0,0 1-1 0 0,-1 0 0 0 0,1 0 1 0 0,0-1-1 0 0,0 1 0 0 0,0 0 1 0 0,0 0-1 0 0,-1 0 0 0 0,1-1 1 0 0,0 2-1 0 0,-4 20 752 0 0,-16 384 2925 0 0,18-282-3631 0 0,0-57-199 0 0,1 116 66 0 0,2-148-161 0 0,3 0 0 0 0,0 0 0 0 0,11 39 0 0 0,-11-62-74 0 0,0 1 1 0 0,1-1 0 0 0,6 13 0 0 0,-10-23 6 0 0,0 1 0 0 0,0-1 0 0 0,1 1 0 0 0,-1-1 0 0 0,1 0 0 0 0,-1 0 0 0 0,1 0 0 0 0,0 0 0 0 0,0 0 0 0 0,0 0 0 0 0,0 0 0 0 0,0 0 0 0 0,0-1 0 0 0,0 1 0 0 0,1-1 0 0 0,-1 0 0 0 0,0 1 0 0 0,1-1 0 0 0,-1 0 0 0 0,1 0 0 0 0,4 0 0 0 0,-6-1 33 0 0,-1 0 0 0 0,1 0 0 0 0,-1 0 0 0 0,1 0 0 0 0,0 0 1 0 0,-1 0-1 0 0,1-1 0 0 0,-1 1 0 0 0,1 0 0 0 0,0 0 0 0 0,-1-1 1 0 0,1 1-1 0 0,-1 0 0 0 0,1-1 0 0 0,-1 1 0 0 0,1 0 0 0 0,-1-1 1 0 0,1 1-1 0 0,-1-1 0 0 0,0 1 0 0 0,1-1 0 0 0,-1 1 0 0 0,0-1 0 0 0,1 1 1 0 0,-1-2-1 0 0,3-9-1360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39.8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17 240 1840 0 0,'4'-36'1058'0'0,"-1"-44"0"0"0,-4 64 289 0 0,0 0 1 0 0,-1 0-1 0 0,0 0 1 0 0,-1 0 0 0 0,-11-27 7061 0 0,27 77-6510 0 0,101 158-715 0 0,-30-54-789 0 0,-18-18-264 0 0,-31-54-130 0 0,2-2 1 0 0,2-2-1 0 0,57 68 0 0 0,-69-106-2191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40.0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87 14283 0 0,'0'0'24'0'0,"0"0"0"0"0,0 0 0 0 0,0 0 0 0 0,0 0 0 0 0,0 0 1 0 0,0 0-1 0 0,0 0 0 0 0,0 1 0 0 0,0-1 0 0 0,0 0 0 0 0,0 0 0 0 0,0 0 0 0 0,0 0 0 0 0,0 0 0 0 0,0 0 0 0 0,0 1 0 0 0,0-1 0 0 0,0 0 0 0 0,0 0 1 0 0,0 0-1 0 0,0 0 0 0 0,0 0 0 0 0,0 0 0 0 0,0 1 0 0 0,0-1 0 0 0,0 0 0 0 0,0 0 0 0 0,1 0 0 0 0,-1 0 0 0 0,0 0 0 0 0,0 0 0 0 0,0 0 1 0 0,0 0-1 0 0,0 1 0 0 0,0-1 0 0 0,0 0 0 0 0,0 0 0 0 0,1 0 0 0 0,-1 0 0 0 0,0 0 0 0 0,0 0 0 0 0,0 0 0 0 0,0 0 0 0 0,0 0 0 0 0,0 0 1 0 0,0 0-1 0 0,1 0 0 0 0,-1 0 0 0 0,0 0 0 0 0,0 0 0 0 0,0 0 0 0 0,0 0 0 0 0,0 0 0 0 0,0 0 0 0 0,1 0 0 0 0,-1 0 0 0 0,0 0 0 0 0,0 0 1 0 0,0 0-1 0 0,0 0 0 0 0,0 0 0 0 0,0 0 0 0 0,1 0 0 0 0,-1-1 0 0 0,0 1 0 0 0,0 0 0 0 0,20-1 902 0 0,20-6-19 0 0,52-28 569 0 0,-62 23-2474 0 0,41-13 0 0 0,-58 23-1142 0 0,-1-1 0 0 0,0 1 0 0 0,23 0 0 0 0,-22 3-684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41.1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18 160 5985 0 0,'-5'-17'682'0'0,"1"1"-1"0"0,-3-32 0 0 0,6 39 194 0 0,1 0 0 0 0,0 0 0 0 0,0 0 0 0 0,1 0 0 0 0,0 1 0 0 0,1-1 0 0 0,6-8 2981 0 0,-8 17-3808 0 0,4 15 1002 0 0,1 18-346 0 0,-1 245 1515 0 0,-4-54-2063 0 0,2-175-380 0 0,3 1-1 0 0,16 70 1 0 0,-11-84-913 0 0,2-2-3989 0 0,2-8-1443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41.5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 85 4145 0 0,'0'-1'190'0'0,"0"0"1"0"0,0 1-1 0 0,0-1 0 0 0,0 0 0 0 0,0 1 1 0 0,-1-1-1 0 0,1 1 0 0 0,0-1 1 0 0,-1 0-1 0 0,1 1 0 0 0,0-1 1 0 0,-1 1-1 0 0,1-1 0 0 0,-1 1 1 0 0,1-1-1 0 0,-1 1 0 0 0,1-1 1 0 0,-1 1-1 0 0,1-1 0 0 0,-1 1 1 0 0,1 0-1 0 0,-1-1 0 0 0,0 1 1 0 0,1 0-1 0 0,-1 0 0 0 0,0-1 1 0 0,1 1-1 0 0,-1 0 0 0 0,0 0 1 0 0,1 0-1 0 0,-1 0 0 0 0,0 0 0 0 0,1 0 1 0 0,-1 0-1 0 0,0 0 0 0 0,1 0 1 0 0,-1 0-1 0 0,0 0 0 0 0,1 0 1 0 0,-1 0-1 0 0,0 1 0 0 0,1-1 1 0 0,-1 0-1 0 0,0 0 0 0 0,1 1 1 0 0,-2 0-1 0 0,0 0 129 0 0,-1 0-1 0 0,0 0 1 0 0,1 0-1 0 0,-1 0 1 0 0,1 0-1 0 0,-1 1 1 0 0,1-1 0 0 0,-1 1-1 0 0,1 0 1 0 0,-4 4-1 0 0,1 3-33 0 0,1 0 0 0 0,0 0-1 0 0,1 0 1 0 0,0 1 0 0 0,0 0 0 0 0,1 0-1 0 0,0 0 1 0 0,1-1 0 0 0,-1 21-1 0 0,2-8-144 0 0,1-1-1 0 0,1 0 1 0 0,8 35-1 0 0,-8-47-138 0 0,1 0 1 0 0,0-1 0 0 0,0 1-1 0 0,1-1 1 0 0,0 0-1 0 0,0 0 1 0 0,1 0-1 0 0,0 0 1 0 0,0-1-1 0 0,1 0 1 0 0,0 0-1 0 0,0-1 1 0 0,1 1-1 0 0,0-1 1 0 0,0-1-1 0 0,9 7 1 0 0,-10-9 25 0 0,0 0 1 0 0,-1-1-1 0 0,1 1 0 0 0,0-1 1 0 0,0 0-1 0 0,0-1 0 0 0,0 1 1 0 0,1-1-1 0 0,-1 0 0 0 0,0-1 1 0 0,1 0-1 0 0,-1 0 0 0 0,0 0 1 0 0,1 0-1 0 0,-1-1 0 0 0,0 0 1 0 0,0-1-1 0 0,0 1 0 0 0,0-1 1 0 0,0-1-1 0 0,0 1 0 0 0,0-1 1 0 0,0 0-1 0 0,4-3 0 0 0,0-1 40 0 0,0 0-1 0 0,0-1 0 0 0,-1 0 1 0 0,-1 0-1 0 0,1-1 0 0 0,-1 0 1 0 0,-1-1-1 0 0,0 1 0 0 0,0-2 1 0 0,-1 1-1 0 0,0-1 0 0 0,-1 1 1 0 0,0-1-1 0 0,-1-1 0 0 0,0 1 1 0 0,-1-1-1 0 0,0 0 0 0 0,1-13 1 0 0,-3 16-69 0 0,0 0 0 0 0,-1 0 0 0 0,0 1 1 0 0,0-1-1 0 0,-1 0 0 0 0,0 0 0 0 0,-1 1 1 0 0,0-1-1 0 0,0 1 0 0 0,-1-1 0 0 0,0 1 1 0 0,0 0-1 0 0,-1 0 0 0 0,0 0 0 0 0,-1 0 1 0 0,1 1-1 0 0,-1 0 0 0 0,-1 0 1 0 0,0 0-1 0 0,0 1 0 0 0,0 0 0 0 0,0 0 1 0 0,-1 0-1 0 0,0 1 0 0 0,-12-7 0 0 0,4 4-236 0 0,-1 0-1 0 0,0 1 1 0 0,0 1-1 0 0,-1 0 1 0 0,-18-3-1 0 0,23 7-366 0 0,-1 0 1 0 0,1 0-1 0 0,-14 1 0 0 0,18 2-270 0 0,1-1 1 0 0,-1 1 0 0 0,1 0 0 0 0,0 0 0 0 0,0 1-1 0 0,-8 3 1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41.7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50 8754 0 0,'-1'6'5335'0'0,"2"-6"-5251"0"0,14-1 1782 0 0,21-9-1031 0 0,59-27-1630 0 0,-72 30-4978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42.1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328 0 10594 0 0,'1'17'603'0'0,"-2"1"0"0"0,0-1 0 0 0,-1 1 0 0 0,0-1 0 0 0,-2 0 0 0 0,-5 17 0 0 0,7-28-488 0 0,0 0-1 0 0,-1 0 1 0 0,0-1-1 0 0,0 1 1 0 0,-1-1-1 0 0,1 0 1 0 0,-1 0-1 0 0,0 0 1 0 0,0-1-1 0 0,-1 1 1 0 0,0-1-1 0 0,1 0 1 0 0,-1-1-1 0 0,-1 1 1 0 0,1-1-1 0 0,0 0 1 0 0,-1 0-1 0 0,0 0 1 0 0,1-1-1 0 0,-9 2 1 0 0,2 0-75 0 0,-1-2 1 0 0,1 1 0 0 0,-1-2-1 0 0,1 0 1 0 0,-1 0-1 0 0,-14-2 1 0 0,20 1 6 0 0,0-1 0 0 0,0 0 0 0 0,0 0 0 0 0,0-1 0 0 0,1 1 0 0 0,-1-2 0 0 0,1 1 1 0 0,-1-1-1 0 0,1 0 0 0 0,0 0 0 0 0,0 0 0 0 0,-10-9 0 0 0,15 11-11 0 0,0 0 0 0 0,-1 0 0 0 0,1 0 0 0 0,0 0 0 0 0,0 0 0 0 0,0 0 0 0 0,1 0 0 0 0,-1-1 0 0 0,0 1 0 0 0,0 0 0 0 0,1-1 0 0 0,-1 1 0 0 0,1-1 0 0 0,-1 1 0 0 0,1-1 0 0 0,0 1 0 0 0,-1 0 0 0 0,1-1 0 0 0,0 1 0 0 0,0-1 0 0 0,0 0 0 0 0,0 1 0 0 0,1-3 0 0 0,-1 2 16 0 0,1-1 1 0 0,0 0 0 0 0,1 1-1 0 0,-1-1 1 0 0,0 1-1 0 0,1 0 1 0 0,-1-1-1 0 0,1 1 1 0 0,0 0 0 0 0,0 0-1 0 0,4-4 1 0 0,1 1 8 0 0,0-1 0 0 0,1 1 0 0 0,-1 0 0 0 0,1 1 1 0 0,0 0-1 0 0,16-6 0 0 0,-19 8-7 0 0,1 1 0 0 0,-1 0 0 0 0,1 0 0 0 0,-1 0 0 0 0,1 1 0 0 0,-1-1 0 0 0,1 1 0 0 0,0 1 0 0 0,-1-1 0 0 0,1 1 0 0 0,-1 0 0 0 0,1 0 0 0 0,-1 1 0 0 0,1 0 0 0 0,4 2 0 0 0,-3-1 4 0 0,0 1 1 0 0,-1 0 0 0 0,1 1-1 0 0,-1-1 1 0 0,0 1-1 0 0,-1 0 1 0 0,1 1 0 0 0,-1 0-1 0 0,0-1 1 0 0,4 8 0 0 0,-1-1 12 0 0,-1 0 0 0 0,0 0 1 0 0,-1 1-1 0 0,-1 0 1 0 0,0 0-1 0 0,-1 0 1 0 0,0 1-1 0 0,-1-1 1 0 0,0 1-1 0 0,-1 0 0 0 0,0 23 1 0 0,-4-16 5 0 0,-1 0 0 0 0,0 0 0 0 0,-2-1 0 0 0,-1 1 0 0 0,-11 29 0 0 0,6-20-130 0 0,-8 37 0 0 0,17-53-430 0 0,0-4-134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42.8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59 5985 0 0,'3'-14'788'0'0,"-1"7"430"0"0,0 1 0 0 0,-3-25 10829 0 0,-6 58-11458 0 0,-9 105 73 0 0,-37 219-212 0 0,43-304-422 0 0,-22 114 84 0 0,28-134-100 0 0,2 0 0 0 0,1 0 0 0 0,0-1 0 0 0,5 29 0 0 0,-4-50-63 0 0,1 0 1 0 0,0 0-1 0 0,0 0 0 0 0,1 0 1 0 0,0 0-1 0 0,-1 0 0 0 0,1 0 1 0 0,1-1-1 0 0,-1 1 0 0 0,1-1 0 0 0,0 1 1 0 0,4 4-1 0 0,-15-55-8260 0 0,7 38 7141 0 0,0-12-877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43.1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66 456 0 0,'-2'-24'2069'0'0,"1"-16"8625"0"0,2 40-10581 0 0,-1 0 1 0 0,0 0-1 0 0,1 0 1 0 0,-1-1-1 0 0,0 1 1 0 0,1 0-1 0 0,-1 0 1 0 0,0 0-1 0 0,1 0 1 0 0,-1 0-1 0 0,0 0 1 0 0,1 0 0 0 0,-1 0-1 0 0,1 0 1 0 0,-1 0-1 0 0,0 0 1 0 0,1 0-1 0 0,-1 0 1 0 0,0 0-1 0 0,1 0 1 0 0,-1 0-1 0 0,0 1 1 0 0,1-1-1 0 0,-1 0 1 0 0,0 0-1 0 0,1 0 1 0 0,-1 1-1 0 0,0-1 1 0 0,1 0-1 0 0,-1 0 1 0 0,0 1-1 0 0,0-1 1 0 0,1 0-1 0 0,-1 0 1 0 0,0 1-1 0 0,0-1 1 0 0,1 0-1 0 0,-1 1 1 0 0,0-1-1 0 0,14 15 1133 0 0,129 184 2268 0 0,-21-25-3007 0 0,-97-142-479 0 0,1-2 0 0 0,2-1 0 0 0,41 34 0 0 0,-66-61-70 0 0,24 24-597 0 0,-71-42-8384 0 0,-18-6 6609 0 0,34 13 2396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43.2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0 112 13363 0 0,'122'-43'5954'0'0,"40"-14"-8685"0"0,-135 45 1772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45.9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56 14283 0 0,'5'-40'2536'0'0,"1"24"1683"0"0,-3 41-2744 0 0,-10 147-990 0 0,-49 299-1 0 0,52-445-518 0 0,-9 72 126 0 0,12-89-150 0 0,1 0 1 0 0,0 0-1 0 0,0 0 0 0 0,1 0 1 0 0,1 0-1 0 0,-1 0 0 0 0,1 0 1 0 0,5 12-1 0 0,2-10-622 0 0,-8-10 581 0 0,-1-1 0 0 0,0 0 0 0 0,0 0 0 0 0,1 0 0 0 0,-1 0 0 0 0,0 0 0 0 0,1 1 1 0 0,-1-1-1 0 0,0 0 0 0 0,1 0 0 0 0,-1 0 0 0 0,0 0 0 0 0,1 0 0 0 0,-1 0 0 0 0,0 0 0 0 0,0 0 0 0 0,1 0 0 0 0,-1 0 0 0 0,0 0 0 0 0,1 0 0 0 0,-1 0 1 0 0,0-1-1 0 0,1 1 0 0 0,-1 0 0 0 0,0 0 0 0 0,1 0 0 0 0,-1 0 0 0 0,0 0 0 0 0,0-1 0 0 0,1 1 0 0 0,-1 0 0 0 0,0 0 0 0 0,0 0 0 0 0,1-1 0 0 0,-1 1 1 0 0,0 0-1 0 0,0 0 0 0 0,0-1 0 0 0,0 1 0 0 0,1 0 0 0 0,-1-1 0 0 0,0 1 0 0 0,0 0 0 0 0,0-1 0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46.3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14 224 4345 0 0,'-1'-1'50'0'0,"0"0"-1"0"0,0 0 1 0 0,0 0 0 0 0,0 0-1 0 0,0 0 1 0 0,0 0 0 0 0,0 0-1 0 0,0-1 1 0 0,0 1 0 0 0,1 0-1 0 0,-1 0 1 0 0,0-1 0 0 0,1 1 0 0 0,0 0-1 0 0,-1-1 1 0 0,1 1 0 0 0,0-1-1 0 0,-1 1 1 0 0,1-1 0 0 0,0 1-1 0 0,0-1 1 0 0,0 1 0 0 0,0 0-1 0 0,0-1 1 0 0,1 1 0 0 0,-1-2-1 0 0,1 1 164 0 0,1 1 1 0 0,-1-1-1 0 0,0 1 0 0 0,0 0 0 0 0,1-1 0 0 0,-1 1 0 0 0,0 0 0 0 0,1 0 0 0 0,-1 0 0 0 0,1 0 0 0 0,0 0 0 0 0,-1 0 0 0 0,1 0 1 0 0,0 1-1 0 0,0-1 0 0 0,-1 0 0 0 0,1 1 0 0 0,0 0 0 0 0,0-1 0 0 0,0 1 0 0 0,2 0 0 0 0,2 0 127 0 0,1 0 0 0 0,-1 0-1 0 0,0 1 1 0 0,0 0 0 0 0,1 0 0 0 0,-1 0-1 0 0,0 1 1 0 0,0 0 0 0 0,0 0-1 0 0,0 1 1 0 0,-1-1 0 0 0,1 1 0 0 0,-1 1-1 0 0,1-1 1 0 0,-1 1 0 0 0,0 0-1 0 0,4 5 1 0 0,10 9 430 0 0,-1 0 0 0 0,27 37 0 0 0,-41-50-670 0 0,27 37 373 0 0,30 37 706 0 0,-54-71-1042 0 0,1 1-1 0 0,1-1 1 0 0,0 0 0 0 0,0-1 0 0 0,0 0 0 0 0,13 6 0 0 0,-20-12-141 0 0,0 0 0 0 0,0 0 0 0 0,1 0 0 0 0,-1-1 0 0 0,1 1 0 0 0,-1-1 0 0 0,1 1 0 0 0,-1-1 0 0 0,1 0 0 0 0,-1 0 0 0 0,1 0 0 0 0,-1-1 0 0 0,1 1 0 0 0,-1 0 1 0 0,1-1-1 0 0,-1 0 0 0 0,0 1 0 0 0,1-1 0 0 0,-1 0 0 0 0,0 0 0 0 0,0 0 0 0 0,1-1 0 0 0,-1 1 0 0 0,0-1 0 0 0,0 1 0 0 0,0-1 0 0 0,-1 1 0 0 0,4-5 0 0 0,5-5 9 0 0,-1 0 0 0 0,0-1-1 0 0,13-22 1 0 0,-13 20-13 0 0,12-21-109 0 0,-1 0 0 0 0,-2-2 0 0 0,15-41 0 0 0,-24 53 57 0 0,-1 0 0 0 0,-2-1 0 0 0,0 0 0 0 0,-2 0 0 0 0,2-49-1 0 0,21 132 2802 0 0,3 33-2616 0 0,-19-54-610 0 0,1 0-1 0 0,2-1 1 0 0,35 63 0 0 0,-33-72-7245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46.8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237 106 5985 0 0,'-3'-7'736'0'0,"0"1"-1"0"0,0-1 0 0 0,0 0 1 0 0,1 0-1 0 0,0-1 0 0 0,1 1 1 0 0,-2-14-1 0 0,-6-14 6036 0 0,9 35-6729 0 0,-6 8 947 0 0,-3 12-168 0 0,-94 371 1914 0 0,52-176-2669 0 0,46-193-181 0 0,-23 101-144 0 0,26-109 243 0 0,0 0 0 0 0,1-1-1 0 0,1 1 1 0 0,0 0 0 0 0,1 0 0 0 0,5 26 0 0 0,-6-38-59 0 0,0 0 0 0 0,1 0 0 0 0,-1 0 0 0 0,1 0 0 0 0,0 0-1 0 0,-1 0 1 0 0,1-1 0 0 0,0 1 0 0 0,0 0 0 0 0,0 0 0 0 0,0 0 0 0 0,0-1 0 0 0,0 1 0 0 0,1 0 0 0 0,-1-1 0 0 0,1 0 0 0 0,-1 1 0 0 0,1-1 0 0 0,-1 0 0 0 0,1 1 0 0 0,0-1-1 0 0,0 0 1 0 0,0 0 0 0 0,-1-1 0 0 0,1 1 0 0 0,0 0 0 0 0,4 0 0 0 0,6-4-1480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47.1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62 456 0 0,'4'-43'13017'0'0,"-1"40"-12469"0"0,10-6-229 0 0,-10 8-85 0 0,0 0 0 0 0,0 0 0 0 0,0 0 0 0 0,0 0 0 0 0,1 0 0 0 0,-1 1 0 0 0,0 0 0 0 0,1-1 0 0 0,-1 1 0 0 0,0 1 0 0 0,0-1 0 0 0,1 0-1 0 0,-1 1 1 0 0,0-1 0 0 0,1 1 0 0 0,-1 0 0 0 0,0 0 0 0 0,0 0 0 0 0,0 1 0 0 0,0-1 0 0 0,0 1 0 0 0,0 0 0 0 0,-1 0 0 0 0,1 0 0 0 0,0 0 0 0 0,4 4 0 0 0,6 6 224 0 0,-1 1 1 0 0,0 0 0 0 0,17 24-1 0 0,0 8-231 0 0,-3 2 0 0 0,-2 0 0 0 0,-1 1-1 0 0,19 65 1 0 0,-22-57-245 0 0,2-2 1 0 0,3 0-1 0 0,34 56 0 0 0,-53-100-335 0 0,0-1-1 0 0,1-1 0 0 0,0 1 1 0 0,13 12-1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47.3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64 13563 0 0,'9'-1'272'0'0,"0"-1"1"0"0,0 0-1 0 0,0-1 0 0 0,0 0 1 0 0,12-6-1 0 0,10-3-130 0 0,-23 9-77 0 0,75-21-1405 0 0,-76 23 1226 0 0,0 0 1 0 0,0 0-1 0 0,0 0 1 0 0,0 1-1 0 0,0 0 0 0 0,0 0 1 0 0,0 1-1 0 0,0 0 1 0 0,12 3-1 0 0,-5 5 71 0 0,-5 2 33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47.6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 13363 0 0,'-1'1'341'0'0,"0"1"0"0"0,1 0 0 0 0,-1 0 0 0 0,0 0 0 0 0,1 0 0 0 0,-1 0-1 0 0,1 0 1 0 0,0 0 0 0 0,0 0 0 0 0,0 0 0 0 0,0 0 0 0 0,0 0 0 0 0,0 3 0 0 0,-1 41 766 0 0,-1 252 1999 0 0,0 59-2766 0 0,6-119-6547 0 0,-2-190-881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48.0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14 127 6449 0 0,'-14'3'10891'0'0,"14"-2"-10742"0"0,9 111 3700 0 0,11 62-2505 0 0,-19-167-1341 0 0,1 1-1 0 0,0 0 1 0 0,0-1-1 0 0,1 0 1 0 0,0 0 0 0 0,0 1-1 0 0,0-2 1 0 0,1 1-1 0 0,0 0 1 0 0,1-1-1 0 0,-1 0 1 0 0,7 7 0 0 0,-9-11-4 0 0,1 0 1 0 0,-1 0 0 0 0,1 0 0 0 0,-1 0 0 0 0,1 0-1 0 0,0-1 1 0 0,-1 1 0 0 0,1-1 0 0 0,0 0-1 0 0,0 1 1 0 0,0-1 0 0 0,0-1 0 0 0,0 1 0 0 0,0 0-1 0 0,1-1 1 0 0,-1 0 0 0 0,0 1 0 0 0,0-1 0 0 0,0 0-1 0 0,0-1 1 0 0,1 1 0 0 0,-1-1 0 0 0,0 1 0 0 0,0-1-1 0 0,0 0 1 0 0,0 0 0 0 0,0 0 0 0 0,0-1 0 0 0,0 1-1 0 0,-1-1 1 0 0,1 1 0 0 0,3-3 0 0 0,2-3 0 0 0,0 0 1 0 0,-1 0-1 0 0,1 0 1 0 0,-1-1-1 0 0,-1 0 1 0 0,1-1-1 0 0,-1 1 1 0 0,-1-1-1 0 0,0 0 1 0 0,0-1-1 0 0,0 1 0 0 0,-2-1 1 0 0,1 0-1 0 0,-1 0 1 0 0,0 0-1 0 0,1-16 1 0 0,-1 7-6 0 0,-1 1 1 0 0,-1 0 0 0 0,-1-1-1 0 0,0 1 1 0 0,-2-1-1 0 0,0 1 1 0 0,-1-1-1 0 0,-8-27 1 0 0,8 38-137 0 0,1 0 1 0 0,-2 0-1 0 0,1 1 1 0 0,-1-1 0 0 0,-1 1-1 0 0,1 0 1 0 0,-1 0-1 0 0,-1 0 1 0 0,1 0-1 0 0,-1 1 1 0 0,0 0-1 0 0,0 1 1 0 0,-1-1-1 0 0,0 1 1 0 0,-9-6-1 0 0,0 3-1047 0 0,-1 1 0 0 0,1 0-1 0 0,-1 1 1 0 0,0 0-1 0 0,-1 2 1 0 0,-20-3 0 0 0,18 2-3409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48.2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63 2304 0 0,'12'-5'7301'0'0,"17"-2"-5176"0"0,-15 4-884 0 0,103-33 2411 0 0,-99 30-4424 0 0,-3 1-4909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48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99 1 7834 0 0,'-13'9'7612'0'0,"11"-7"-7189"0"0,-7 16 1616 0 0,8-15-2199 0 0,-8 13 351 0 0,1 1 1 0 0,1 0-1 0 0,0 0 1 0 0,1 1-1 0 0,1 0 1 0 0,1 0-1 0 0,1 0 1 0 0,0 1-1 0 0,1-1 1 0 0,1 26-1 0 0,2-28-60 0 0,0 0-1 0 0,1 0 0 0 0,0-1 1 0 0,1 1-1 0 0,1-1 0 0 0,1 1 1 0 0,0-1-1 0 0,1-1 0 0 0,0 1 1 0 0,2-1-1 0 0,-1 0 0 0 0,13 16 1 0 0,-17-26-214 0 0,2 1-1 0 0,-1-1 1 0 0,0 0 0 0 0,1-1 0 0 0,-1 1 0 0 0,1-1 0 0 0,0 1 0 0 0,1-2 0 0 0,-1 1 0 0 0,0 0-1 0 0,1-1 1 0 0,-1 0 0 0 0,1-1 0 0 0,0 1 0 0 0,0-1 0 0 0,-1 0 0 0 0,1 0 0 0 0,0-1 0 0 0,0 0-1 0 0,0 0 1 0 0,0 0 0 0 0,0-1 0 0 0,0 1 0 0 0,-1-1 0 0 0,7-3 0 0 0,-6 3 1 0 0,-1 0-1 0 0,0-1 1 0 0,0 0 0 0 0,0 0 0 0 0,0-1-1 0 0,0 1 1 0 0,0-1 0 0 0,-1 0 0 0 0,1 0-1 0 0,-1-1 1 0 0,0 1 0 0 0,0-1 0 0 0,0 0-1 0 0,-1 0 1 0 0,1 0 0 0 0,-1-1 0 0 0,0 1-1 0 0,0-1 1 0 0,0 0 0 0 0,-1 0 0 0 0,0 0-1 0 0,0 0 1 0 0,0 0 0 0 0,0 0 0 0 0,-1 0-1 0 0,0-1 1 0 0,1-6 0 0 0,-2 10 87 0 0,0 0 0 0 0,0 0 0 0 0,0 0 0 0 0,0 0 0 0 0,0 1-1 0 0,0-1 1 0 0,0 0 0 0 0,-1 0 0 0 0,1 0 0 0 0,-1 0 0 0 0,1 1 0 0 0,-1-1 0 0 0,0 0 0 0 0,0 1 0 0 0,1-1 0 0 0,-1 0 0 0 0,0 1-1 0 0,0-1 1 0 0,-1 1 0 0 0,1 0 0 0 0,0-1 0 0 0,-3-1 0 0 0,2 2 69 0 0,-1 0-1 0 0,1-1 1 0 0,-1 1-1 0 0,1 1 1 0 0,-1-1 0 0 0,1 0-1 0 0,-1 1 1 0 0,0-1-1 0 0,1 1 1 0 0,-1 0-1 0 0,0 0 1 0 0,0 0 0 0 0,-4 1-1 0 0,-6 1 223 0 0,-1 1-1 0 0,1 1 1 0 0,0 0-1 0 0,-22 10 1 0 0,9-4-546 0 0,1 2 1 0 0,1 1 0 0 0,0 1 0 0 0,1 1 0 0 0,-25 20 0 0 0,32-20-838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49.6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6 11979 0 0,'-8'-3'3177'0'0,"8"2"-2824"0"0,-1 1-264 0 0,1 0-1 0 0,0 0 0 0 0,0 0 1 0 0,-1-1-1 0 0,1 1 0 0 0,0 0 0 0 0,0 0 1 0 0,-1 0-1 0 0,1 0 0 0 0,0 0 1 0 0,0 0-1 0 0,-1 0 0 0 0,1 0 0 0 0,0 0 1 0 0,-1 0-1 0 0,1 0 0 0 0,0 0 1 0 0,0 0-1 0 0,-1 0 0 0 0,1 0 0 0 0,0 0 1 0 0,0 0-1 0 0,-1 0 0 0 0,1 0 1 0 0,0 0-1 0 0,0 0 0 0 0,-1 0 0 0 0,1 0 1 0 0,0 1-1 0 0,0-1 0 0 0,-1 0 1 0 0,1 1 264 0 0,-1-1-265 0 0,1 0 0 0 0,0 0 1 0 0,0 1-1 0 0,0-1 0 0 0,0 0 0 0 0,-1 0 1 0 0,1 0-1 0 0,0 1 0 0 0,0-1 1 0 0,0 0-1 0 0,0 1 0 0 0,0-1 0 0 0,0 0 1 0 0,0 0-1 0 0,0 1 0 0 0,-35 179 2468 0 0,12-49-2175 0 0,9-69-295 0 0,0-9-291 0 0,3 0 0 0 0,2 2 0 0 0,-3 105 0 0 0,16-131-2779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49.8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13 103 5985 0 0,'-2'-7'604'0'0,"-1"-1"0"0"0,1 1 0 0 0,0-1 0 0 0,1 0 0 0 0,0 0 0 0 0,0 0-1 0 0,1-10 1 0 0,0 16-405 0 0,0 1 0 0 0,0-1 0 0 0,1 1-1 0 0,-1 0 1 0 0,1-1 0 0 0,-1 1 0 0 0,1 0 0 0 0,-1-1-1 0 0,1 1 1 0 0,-1 0 0 0 0,1 0 0 0 0,0 0 0 0 0,0-1 0 0 0,0 1-1 0 0,0 0 1 0 0,0 0 0 0 0,0 0 0 0 0,0 0 0 0 0,1 0-1 0 0,1 0-60 0 0,-1 0-1 0 0,0 0 0 0 0,0 0 0 0 0,0 1 1 0 0,1 0-1 0 0,-1-1 0 0 0,0 1 1 0 0,1 0-1 0 0,-1 0 0 0 0,0 0 1 0 0,1 0-1 0 0,-1 0 0 0 0,0 1 0 0 0,0-1 1 0 0,5 2-1 0 0,7 2 260 0 0,0 1 0 0 0,0 1-1 0 0,0 0 1 0 0,0 0 0 0 0,-1 2 0 0 0,0-1 0 0 0,-1 2 0 0 0,1 0-1 0 0,-2 0 1 0 0,16 16 0 0 0,-9-6-308 0 0,-2 1 0 0 0,0 1 0 0 0,-1 0 0 0 0,-1 1 1 0 0,13 29-1 0 0,-2-5-596 0 0,-7-12-5853 0 0,-9-17-108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50.0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14 111 16131 0 0,'-8'7'713'0'0,"5"-4"151"0"0,0-1-696 0 0,3-1-168 0 0,0 1 0 0 0,2-2 0 0 0,2 1-72 0 0,2-1-56 0 0,6-1 0 0 0,6-2-8 0 0,6-3 136 0 0,4-3 72 0 0,3-3-8 0 0,0-3 0 0 0,4-3-888 0 0,2-1-177 0 0,0-4-39 0 0,-1 3-8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51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43 8754 0 0,'5'-9'6351'0'0,"-5"9"-6192"0"0,13 7 1981 0 0,8 18-1401 0 0,-9 2-291 0 0,-1 0 1 0 0,-2 0 0 0 0,-1 1-1 0 0,-1 0 1 0 0,4 38 0 0 0,-4-30-265 0 0,1 27 41 0 0,-5-39-270 0 0,0 0 0 0 0,11 37 0 0 0,1-110-3479 0 0,-5 0 343 0 0,6-72 1 0 0,-1 4 1687 0 0,-11 93 2278 0 0,2 1 0 0 0,14-42 1 0 0,-19 63-594 0 0,-1 0 0 0 0,1 1 0 0 0,0-1 1 0 0,-1 0-1 0 0,1 1 0 0 0,0-1 0 0 0,0 1 1 0 0,0-1-1 0 0,0 1 0 0 0,0-1 0 0 0,0 1 0 0 0,1-1 1 0 0,-1 1-1 0 0,0 0 0 0 0,1 0 0 0 0,-1 0 1 0 0,1 0-1 0 0,2-2 0 0 0,-3 4-98 0 0,1-1-1 0 0,-1 0 1 0 0,0 0-1 0 0,0 1 0 0 0,0-1 1 0 0,0 1-1 0 0,0-1 1 0 0,0 1-1 0 0,0 0 1 0 0,0-1-1 0 0,0 1 1 0 0,-1 0-1 0 0,1-1 0 0 0,0 1 1 0 0,0 0-1 0 0,0 0 1 0 0,-1 0-1 0 0,1 0 1 0 0,0 0-1 0 0,-1 0 1 0 0,1 0-1 0 0,-1 0 0 0 0,0 0 1 0 0,1 0-1 0 0,-1 0 1 0 0,0 0-1 0 0,1 0 1 0 0,-1 0-1 0 0,0 1 1 0 0,0 0-1 0 0,23 70 1047 0 0,51 109 0 0 0,-74-181-1248 0 0,1 0-1 0 0,0 0 0 0 0,0 0 0 0 0,-1-1 0 0 0,1 1 0 0 0,0 0 0 0 0,-1-1 0 0 0,1 1 0 0 0,0-1 0 0 0,-1 1 1 0 0,1 0-1 0 0,-1-1 0 0 0,1 0 0 0 0,-1 1 0 0 0,1-1 0 0 0,-1 1 0 0 0,1-1 0 0 0,-1 0 0 0 0,1 1 0 0 0,-1-1 1 0 0,0 0-1 0 0,1 1 0 0 0,-1-1 0 0 0,0 0 0 0 0,1 0 0 0 0,13-25-884 0 0,-4 7 1046 0 0,2 0 1 0 0,0 1 0 0 0,1 0 0 0 0,0 1 0 0 0,2 1 0 0 0,0 0-1 0 0,1 1 1 0 0,0 0 0 0 0,1 1 0 0 0,25-15 0 0 0,-40 28 59 0 0,0 0 1 0 0,0 0 0 0 0,0 0-1 0 0,0 0 1 0 0,0 1-1 0 0,0-1 1 0 0,0 1-1 0 0,0-1 1 0 0,0 1 0 0 0,0 0-1 0 0,0 0 1 0 0,0 0-1 0 0,0 0 1 0 0,0 0 0 0 0,0 0-1 0 0,1 1 1 0 0,-1-1-1 0 0,0 1 1 0 0,0-1-1 0 0,0 1 1 0 0,0 0 0 0 0,-1 0-1 0 0,1 0 1 0 0,0 0-1 0 0,0 0 1 0 0,0 0 0 0 0,-1 0-1 0 0,1 1 1 0 0,0-1-1 0 0,-1 1 1 0 0,0-1-1 0 0,3 3 1 0 0,4 7 59 0 0,0 0 1 0 0,0 0-1 0 0,-1 0 0 0 0,6 13 0 0 0,-2-4-962 0 0,-4-9-514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51.4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104 0 11058 0 0,'1'13'6705'0'0,"-6"20"-5594"0"0,2-21-293 0 0,-25 160 1373 0 0,-37 285-1676 0 0,61-364-1416 0 0,7-54-5038 0 0,0-18-753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51.6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1 159 7370 0 0,'0'-8'404'0'0,"0"1"1"0"0,0-1-1 0 0,0 1 1 0 0,1-1-1 0 0,0 1 1 0 0,0-1-1 0 0,1 1 1 0 0,0-1-1 0 0,1 1 1 0 0,-1 0-1 0 0,1 0 1 0 0,1 0-1 0 0,-1 0 1 0 0,1 1 0 0 0,0-1-1 0 0,1 1 1 0 0,-1 0-1 0 0,1 1 1 0 0,1-1-1 0 0,8-7 1 0 0,-12 12-287 0 0,1 0 0 0 0,-1 0 0 0 0,0 0 0 0 0,1 0 0 0 0,-1 1 0 0 0,1-1 0 0 0,-1 1 0 0 0,1 0 0 0 0,-1-1 0 0 0,1 1 0 0 0,-1 0 0 0 0,1 1 0 0 0,-1-1 0 0 0,1 0 0 0 0,-1 1 0 0 0,0-1 0 0 0,1 1 0 0 0,-1 0 0 0 0,0 0 0 0 0,1 0 0 0 0,-1 0 0 0 0,0 0 0 0 0,0 0 0 0 0,0 1 0 0 0,0-1 0 0 0,0 1 0 0 0,0 0 0 0 0,0-1 0 0 0,1 3 0 0 0,8 6 266 0 0,-1 1 0 0 0,0 0-1 0 0,11 19 1 0 0,-19-28-344 0 0,37 64 177 0 0,-2 1 0 0 0,-3 2 0 0 0,31 89 0 0 0,-20-47-735 0 0,-35-84-1177 0 0,1-2-5385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51.8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45 11522 0 0,'-2'0'513'0'0,"1"0"95"0"0,1-2-480 0 0,0 1-128 0 0,3-1 0 0 0,1 1 128 0 0,4-2 0 0 0,4-2 0 0 0,4-1 0 0 0,5 0-224 0 0,3 1-32 0 0,-1 0-16 0 0,1 2 0 0 0,0 2 144 0 0,-3-2 0 0 0,-3 1-64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52.3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1 13827 0 0,'4'31'7213'0'0,"5"32"-6056"0"0,-10 16-291 0 0,-16 109 0 0 0,-2 15-1969 0 0,19-163-1851 0 0,5 56 0 0 0,1-58-4314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52.6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46 177 7834 0 0,'-16'-29'10075'0'0,"15"29"-9939"0"0,-9 17 1047 0 0,6-4-947 0 0,0 1 1 0 0,1 0-1 0 0,0 0 0 0 0,1 0 0 0 0,0 0 0 0 0,2 1 1 0 0,-1-1-1 0 0,2 0 0 0 0,0 0 0 0 0,1 1 1 0 0,6 24-1 0 0,-6-29-232 0 0,0-1 0 0 0,1 0 1 0 0,1 0-1 0 0,0 0 0 0 0,0 0 0 0 0,0 0 1 0 0,1-1-1 0 0,1 0 0 0 0,-1 0 0 0 0,1-1 0 0 0,0 1 1 0 0,1-1-1 0 0,0 0 0 0 0,0-1 0 0 0,1 0 1 0 0,-1 0-1 0 0,1-1 0 0 0,13 7 0 0 0,-19-11-18 0 0,1 0 0 0 0,-1 0 0 0 0,1 0 0 0 0,0 0 0 0 0,-1 0 0 0 0,1-1 0 0 0,0 1-1 0 0,0-1 1 0 0,0 0 0 0 0,-1 0 0 0 0,1 0 0 0 0,0 0 0 0 0,0-1 0 0 0,0 1 0 0 0,-1-1 0 0 0,1 1-1 0 0,0-1 1 0 0,3-2 0 0 0,-2 1-21 0 0,0 0-1 0 0,0-1 1 0 0,0 0-1 0 0,-1 1 1 0 0,1-1-1 0 0,-1-1 1 0 0,0 1 0 0 0,0 0-1 0 0,0-1 1 0 0,3-5-1 0 0,2-4-33 0 0,-2 0-1 0 0,1 0 0 0 0,-2-1 1 0 0,0 0-1 0 0,0 0 0 0 0,2-16 1 0 0,-3 7-28 0 0,-1 1 0 0 0,-1-1 0 0 0,-1 0 0 0 0,-1 0 0 0 0,-1 1 0 0 0,-5-31 0 0 0,4 42-181 0 0,0 0 0 0 0,-1 1 0 0 0,0-1 0 0 0,0 1 0 0 0,-1-1 0 0 0,0 1 0 0 0,-1 1 0 0 0,0-1 0 0 0,-1 1 0 0 0,0-1 0 0 0,0 2 0 0 0,-1-1 0 0 0,0 1 0 0 0,-1 0 0 0 0,-10-9 0 0 0,0 5-1102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52.8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93 3681 0 0,'9'-4'5579'0'0,"15"-3"-2213"0"0,-6 2-1961 0 0,95-35 2918 0 0,-39 10-6564 0 0,-57 23-3622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53.5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26 5985 0 0,'4'-1'440'0'0,"-1"1"-1"0"0,1-1 0 0 0,-1 0 0 0 0,1 0 1 0 0,-1 0-1 0 0,0 0 0 0 0,0 0 0 0 0,4-3 1 0 0,3 0 23 0 0,-3 2-171 0 0,0 0 0 0 0,0 0 0 0 0,0 0-1 0 0,0 1 1 0 0,0 0 0 0 0,1 1 0 0 0,-1 0-1 0 0,0 0 1 0 0,0 0 0 0 0,1 1 0 0 0,13 3-1 0 0,-18-3-206 0 0,0 0 0 0 0,-1 1 0 0 0,1-1 1 0 0,0 0-1 0 0,-1 1 0 0 0,1-1 0 0 0,-1 1 0 0 0,0 0 0 0 0,1 0 0 0 0,-1 0 0 0 0,0 0 0 0 0,0 1 0 0 0,0-1 0 0 0,-1 0 0 0 0,1 1 0 0 0,0-1 0 0 0,-1 1 0 0 0,0 0 0 0 0,0-1 0 0 0,1 1 0 0 0,-2 0 0 0 0,1 0 0 0 0,0 0 0 0 0,0 0 1 0 0,-1 0-1 0 0,0-1 0 0 0,1 1 0 0 0,-1 0 0 0 0,0 0 0 0 0,-1 0 0 0 0,0 6 0 0 0,-1 3-26 0 0,-1 0 1 0 0,0 1-1 0 0,-1-1 0 0 0,-1 0 1 0 0,0-1-1 0 0,0 1 0 0 0,-1-1 1 0 0,-15 21-1 0 0,13-20-39 0 0,1 0-1 0 0,-1 1 1 0 0,2 0 0 0 0,0 0-1 0 0,-8 28 1 0 0,13-39 0 0 0,1-1 1 0 0,0 1-1 0 0,0-1 0 0 0,-1 1 0 0 0,1-1 1 0 0,0 1-1 0 0,0 0 0 0 0,1-1 0 0 0,-1 1 1 0 0,0-1-1 0 0,1 1 0 0 0,-1-1 1 0 0,0 1-1 0 0,1-1 0 0 0,0 1 0 0 0,-1-1 1 0 0,1 0-1 0 0,0 1 0 0 0,1 1 0 0 0,24 17 661 0 0,-23-18-650 0 0,-1-1 1 0 0,1 1-1 0 0,-1-1 1 0 0,1 1-1 0 0,-1 0 1 0 0,0 0-1 0 0,1 0 1 0 0,-1 0-1 0 0,0 0 1 0 0,0 0-1 0 0,0 1 1 0 0,-1-1-1 0 0,1 1 1 0 0,-1-1-1 0 0,1 1 1 0 0,-1 0-1 0 0,0-1 1 0 0,1 5-1 0 0,-1-3-19 0 0,-1 1 0 0 0,-1-1-1 0 0,1 0 1 0 0,0 1-1 0 0,-1-1 1 0 0,0 0-1 0 0,0 0 1 0 0,0 0 0 0 0,-1 0-1 0 0,1 0 1 0 0,-1 0-1 0 0,0 0 1 0 0,0 0-1 0 0,-1-1 1 0 0,-4 7 0 0 0,-1 0-805 0 0,-1 1 0 0 0,0-1 0 0 0,-19 14 0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53.8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104 1 11522 0 0,'0'0'96'0'0,"1"-1"0"0"0,-1 1 0 0 0,0 0 0 0 0,1 0 0 0 0,-1 0 0 0 0,1 0 0 0 0,-1 0 0 0 0,1 0 0 0 0,-1 0 0 0 0,0 0 0 0 0,1 0-1 0 0,-1 0 1 0 0,1 0 0 0 0,-1 0 0 0 0,1 1 0 0 0,-1-1 0 0 0,0 0 0 0 0,1 0 0 0 0,-1 0 0 0 0,0 1 0 0 0,1-1 0 0 0,-1 0 0 0 0,1 0 0 0 0,-1 1-1 0 0,0-1 1 0 0,0 0 0 0 0,1 0 0 0 0,-1 1 0 0 0,0-1 0 0 0,1 0 0 0 0,-1 1 0 0 0,0-1 0 0 0,0 1 0 0 0,1-1 0 0 0,1 21 1912 0 0,-12 31 62 0 0,8-42-1472 0 0,-53 296 2711 0 0,6 156-2726 0 0,47-438-744 0 0,1 1 1 0 0,1-1-1 0 0,2 1 0 0 0,5 29 1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54.1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1 124 4609 0 0,'5'-34'299'0'0,"-4"27"633"0"0,1-1 0 0 0,0 1 0 0 0,0 0 0 0 0,5-11 0 0 0,-5 15-605 0 0,-1 0 0 0 0,1 0-1 0 0,-1 1 1 0 0,1-1 0 0 0,0 1 0 0 0,0-1 0 0 0,0 1 0 0 0,1 0-1 0 0,-1 0 1 0 0,1 0 0 0 0,-1 0 0 0 0,1 0 0 0 0,-1 0-1 0 0,1 1 1 0 0,0-1 0 0 0,0 1 0 0 0,0 0 0 0 0,0 0 0 0 0,0 0-1 0 0,0 0 1 0 0,0 1 0 0 0,0-1 0 0 0,6 0 0 0 0,-3 1-57 0 0,-1 0 0 0 0,0 0-1 0 0,1 1 1 0 0,-1 0 0 0 0,0 0 0 0 0,0 0 0 0 0,0 0 0 0 0,0 1 0 0 0,0 0 0 0 0,0 0 0 0 0,0 0 0 0 0,0 0-1 0 0,-1 1 1 0 0,6 4 0 0 0,-3-1-93 0 0,0 0 0 0 0,-1 0 0 0 0,1 1 0 0 0,-1 0 0 0 0,-1 0 0 0 0,1 1 0 0 0,6 12 1 0 0,0 5-113 0 0,-1 1 1 0 0,-1 1 0 0 0,-1-1-1 0 0,7 39 1 0 0,81 329-1564 0 0,-87-344 61 0 0,-10-46 394 0 0,0 0 0 0 0,0 0 1 0 0,0 0-1 0 0,-1 0 0 0 0,1 0 0 0 0,-3 6 1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2:54.2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12 4689 0 0,'-10'2'-808'0'0,"-7"3"4197"0"0,34-3 1594 0 0,47-6-390 0 0,1-7-4135 0 0,-34 5-6488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8:49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106 354 8290 0 0,'-21'-119'1984'0'0,"15"73"-805"0"0,-3 0 0 0 0,-1 1 0 0 0,-18-49 0 0 0,23 90 417 0 0,1 13-810 0 0,0 16-236 0 0,4-23-477 0 0,-12 114 581 0 0,6 1 0 0 0,13 187 0 0 0,53 231-850 0 0,-37-361 311 0 0,38 336-114 0 0,111 727 10 0 0,-158-1160 42 0 0,5 105-1 0 0,-18-148-135 0 0,-1 0 0 0 0,-2 0-1 0 0,-1 1 1 0 0,-2-1 0 0 0,-14 49-1 0 0,0-35-1936 0 0,9-32-4307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8:49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35 920 0 0,'-20'10'297'0'0,"1"-1"0"0"0,-41 12 0 0 0,50-18-54 0 0,0-1 0 0 0,0-1-1 0 0,-1 0 1 0 0,1 0 0 0 0,-1-1-1 0 0,1 0 1 0 0,-1-1 0 0 0,-12-2 0 0 0,3-2 399 0 0,7 2 51 0 0,0 1 0 0 0,-25-3 0 0 0,35 5-537 0 0,0 0 1 0 0,1 0-1 0 0,-1 0 1 0 0,0 1-1 0 0,1-1 1 0 0,-1 0-1 0 0,1 1 1 0 0,-1 0-1 0 0,1-1 0 0 0,-1 1 1 0 0,1 0-1 0 0,-1 1 1 0 0,1-1-1 0 0,0 0 1 0 0,-1 1-1 0 0,1-1 0 0 0,0 1 1 0 0,0-1-1 0 0,0 1 1 0 0,-2 3-1 0 0,3-4-118 0 0,1-1 0 0 0,0 1 1 0 0,-1-1-1 0 0,1 1 0 0 0,0 0 0 0 0,-1-1 0 0 0,1 1 0 0 0,0 0 1 0 0,0-1-1 0 0,-1 1 0 0 0,1 0 0 0 0,0-1 0 0 0,0 1 1 0 0,0 0-1 0 0,0 0 0 0 0,0-1 0 0 0,0 1 0 0 0,0 0 0 0 0,0-1 1 0 0,0 1-1 0 0,1 0 0 0 0,-1-1 0 0 0,0 1 0 0 0,0 0 0 0 0,0-1 1 0 0,1 1-1 0 0,0 0 0 0 0,17 15 364 0 0,-10-13-385 0 0,-1 0 0 0 0,1 0 0 0 0,15 4 0 0 0,4-3 30 0 0,-1-1 0 0 0,1-2 0 0 0,42-2 0 0 0,82-14 381 0 0,-58 3 196 0 0,145-7 583 0 0,94-11-312 0 0,-234 17-1983 0 0,129-34 0 0 0,-200 39-3529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8:50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 6913 0 0,'-1'0'119'0'0,"0"0"0"0"0,0 0 0 0 0,0 0 0 0 0,-1 1-1 0 0,1-1 1 0 0,0 0 0 0 0,0 1 0 0 0,0-1 0 0 0,0 1-1 0 0,-1-1 1 0 0,1 1 0 0 0,0 0 0 0 0,0-1-1 0 0,0 1 1 0 0,0 0 0 0 0,1 0 0 0 0,-1 0 0 0 0,0-1-1 0 0,0 1 1 0 0,0 0 0 0 0,1 0 0 0 0,-1 0 0 0 0,0 0-1 0 0,1 1 1 0 0,-1-1 0 0 0,1 0 0 0 0,-1 0-1 0 0,1 0 1 0 0,-1 2 0 0 0,-13 38 1070 0 0,9-20-664 0 0,1 1-1 0 0,1 0 0 0 0,0 45 0 0 0,10 72 424 0 0,-3-81-602 0 0,152 1349 983 0 0,6-127-39 0 0,-107-763 333 0 0,-38-381-3326 0 0,-14-116-4627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8:50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5985 0 0,'-1'2'138'0'0,"-1"0"0"0"0,1 1 0 0 0,0-1 0 0 0,0 0 0 0 0,0 0 0 0 0,0 1 0 0 0,0-1-1 0 0,0 0 1 0 0,1 1 0 0 0,-1-1 0 0 0,1 1 0 0 0,0-1 0 0 0,0 1 0 0 0,0-1 0 0 0,0 1 0 0 0,0-1 0 0 0,1 4-1 0 0,10 50 1251 0 0,-7-37-879 0 0,26 144 765 0 0,-23-52-3469 0 0,-7-90-1279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8:50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37 187 6913 0 0,'-23'-2'253'0'0,"11"5"-367"0"0,12-3 163 0 0,-1 0-1 0 0,1 0 0 0 0,0 1 1 0 0,0-1-1 0 0,0 0 0 0 0,0 0 1 0 0,0 0-1 0 0,0 0 0 0 0,-1 1 1 0 0,1-1-1 0 0,0 0 0 0 0,0 0 1 0 0,0 0-1 0 0,0 1 0 0 0,0-1 1 0 0,0 0-1 0 0,0 0 0 0 0,0 0 1 0 0,0 1-1 0 0,0-1 0 0 0,0 0 1 0 0,0 0-1 0 0,0 0 0 0 0,0 1 1 0 0,0-1-1 0 0,0 0 0 0 0,0 0 1 0 0,1 0-1 0 0,-1 1 0 0 0,0-1 1 0 0,0 0-1 0 0,0 0 0 0 0,0 0 1 0 0,0 1-1 0 0,0-1 0 0 0,1 0 1 0 0,-1 0-1 0 0,0 0 0 0 0,0 0 1 0 0,0 0-1 0 0,0 0 0 0 0,0 1 1 0 0,1-1-1 0 0,-1 0 0 0 0,5 3 165 0 0,0-1 0 0 0,0 1 0 0 0,1-1 0 0 0,-1 0 0 0 0,0 0 0 0 0,1-1 0 0 0,0 1-1 0 0,-1-1 1 0 0,1-1 0 0 0,0 1 0 0 0,-1-1 0 0 0,12-1 0 0 0,-3 2 81 0 0,67 0 790 0 0,-1-3-1 0 0,93-14 0 0 0,156-42 1174 0 0,-291 50-2079 0 0,399-92-564 0 0,-381 84-1063 0 0,0 0-4384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8:52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76 378 1840 0 0,'-36'20'5644'0'0,"35"-19"-5505"0"0,1-1 0 0 0,-1 1-1 0 0,0-1 1 0 0,1 1 0 0 0,-1-1-1 0 0,0 0 1 0 0,0 1-1 0 0,1-1 1 0 0,-1 0 0 0 0,0 1-1 0 0,0-1 1 0 0,1 0 0 0 0,-1 0-1 0 0,0 0 1 0 0,0 1 0 0 0,0-1-1 0 0,0 0 1 0 0,1 0 0 0 0,-1 0-1 0 0,0-1 1 0 0,0 1 0 0 0,0 0-1 0 0,0 0 1 0 0,1 0-1 0 0,-1 0 1 0 0,0-1 0 0 0,0 1-1 0 0,1 0 1 0 0,-1-1 0 0 0,-1 0-1 0 0,0-1-27 0 0,1 1 0 0 0,0-1 0 0 0,0 0 0 0 0,0 0-1 0 0,0 0 1 0 0,0 0 0 0 0,0 1 0 0 0,1-1 0 0 0,-1 0-1 0 0,0 0 1 0 0,1 0 0 0 0,-1-3 0 0 0,0-7-38 0 0,0-1 0 0 0,1-24 0 0 0,0 37-53 0 0,3-30 19 0 0,9-37 1 0 0,3-31-21 0 0,-14 88-370 0 0,-1 0-1 0 0,0 1 0 0 0,0-1 0 0 0,-1 0 0 0 0,0 1 0 0 0,-1-1 0 0 0,-6-16 0 0 0,7 4 2246 0 0,21 31 4551 0 0,2 3-7582 0 0,-3-3 1179 0 0,-1 0 1 0 0,0 2-1 0 0,-1 0 1 0 0,0 1-1 0 0,-1 0 1 0 0,0 2-1 0 0,17 18 1 0 0,-28-29-63 0 0,-1 0 0 0 0,1 0 0 0 0,-1 0 0 0 0,1-1 0 0 0,0 0 0 0 0,0 0 0 0 0,0 0 0 0 0,0-1 1 0 0,0 1-1 0 0,0-1 0 0 0,10 1 0 0 0,2 1-110 0 0,-17-3 90 0 0,0 0 0 0 0,1 0 0 0 0,-1 1-1 0 0,0-1 1 0 0,1 0 0 0 0,-1 1-1 0 0,0-1 1 0 0,0 1 0 0 0,0-1-1 0 0,0 0 1 0 0,1 1 0 0 0,-1-1-1 0 0,0 1 1 0 0,0-1 0 0 0,0 0 0 0 0,0 1-1 0 0,0-1 1 0 0,0 1 0 0 0,0-1-1 0 0,0 1 1 0 0,0-1 0 0 0,0 0-1 0 0,0 1 1 0 0,0-1 0 0 0,0 1-1 0 0,0-1 1 0 0,-1 0 0 0 0,1 1 0 0 0,0-1-1 0 0,0 1 1 0 0,0-1 0 0 0,-1 0-1 0 0,1 1 1 0 0,-1 0 0 0 0,-11 25 122 0 0,2-5-188 0 0,-8 21-639 0 0,3 1 1 0 0,1 0 0 0 0,2 1 0 0 0,-10 69 0 0 0,24-86-821 0 0,-2-27 1537 0 0,0 1 0 0 0,0-1 0 0 0,0 1 0 0 0,0-1 0 0 0,0 1 0 0 0,0-1 0 0 0,0 1 0 0 0,0-1 0 0 0,1 0 0 0 0,-1 1 0 0 0,0-1 0 0 0,0 1 0 0 0,0-1 0 0 0,1 1 0 0 0,-1-1 0 0 0,0 0 0 0 0,1 1 0 0 0,-1-1 0 0 0,0 0 0 0 0,1 1 0 0 0,-1-1 0 0 0,0 0-1 0 0,1 0 1 0 0,-1 1 0 0 0,0-1 0 0 0,1 0 0 0 0,-1 0 0 0 0,1 0 0 0 0,-1 1 0 0 0,1-1 0 0 0,-1 0 0 0 0,1 0 0 0 0,-1 0 0 0 0,0 0 0 0 0,1 0 0 0 0,-1 0 0 0 0,1 0 0 0 0,-1 0 0 0 0,1 0 0 0 0,-1 0 0 0 0,1 0 0 0 0,-1 0 0 0 0,1 0 0 0 0,-1-1 0 0 0,0 1 0 0 0,1 0 0 0 0,-1 0 0 0 0,1 0 0 0 0,0-1 0 0 0,9-8 1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8:54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211 821 6057 0 0,'-55'-376'2069'0'0,"31"124"2258"0"0,22 217-3689 0 0,2 21-408 0 0,0 0-1 0 0,-1 0 0 0 0,-1 0 1 0 0,0 0-1 0 0,-1 1 0 0 0,-1-1 1 0 0,0 1-1 0 0,-8-17 0 0 0,12 29-215 0 0,0 0-1 0 0,0 0 0 0 0,-1 0 1 0 0,1 0-1 0 0,0 1 1 0 0,-1-1-1 0 0,1 0 0 0 0,-1 0 1 0 0,1 1-1 0 0,-1-1 1 0 0,1 0-1 0 0,-1 0 0 0 0,1 1 1 0 0,-1-1-1 0 0,0 0 1 0 0,0 1-1 0 0,1-1 0 0 0,-1 1 1 0 0,0-1-1 0 0,0 1 1 0 0,1 0-1 0 0,-1-1 0 0 0,0 1 1 0 0,0 0-1 0 0,0-1 1 0 0,0 1-1 0 0,0 0 0 0 0,1 0 1 0 0,-1 0-1 0 0,0 0 1 0 0,0 0-1 0 0,0 0 0 0 0,0 0 1 0 0,0 0-1 0 0,0 0 1 0 0,0 0-1 0 0,0 0 0 0 0,1 0 1 0 0,-1 1-1 0 0,0-1 1 0 0,0 0-1 0 0,0 1 0 0 0,0-1 1 0 0,1 1-1 0 0,-1-1 0 0 0,0 1 1 0 0,0-1-1 0 0,1 1 1 0 0,-1 0-1 0 0,0-1 0 0 0,1 1 1 0 0,-1 0-1 0 0,1-1 1 0 0,-1 1-1 0 0,1 0 0 0 0,-1 1 1 0 0,-4 5 130 0 0,0 1 0 0 0,0 0 0 0 0,1 0 1 0 0,-3 11-1 0 0,6-17-140 0 0,-7 22-41 0 0,1 1 1 0 0,0 1-1 0 0,2-1 1 0 0,1 1-1 0 0,1 0 1 0 0,2-1-1 0 0,0 1 1 0 0,4 27 0 0 0,34 205-341 0 0,-34-240 372 0 0,95 377-172 0 0,26-7 151 0 0,-58-189-336 0 0,-42-109-671 0 0,-3 1 1 0 0,-5 2-1 0 0,7 120 0 0 0,-21-169-3059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8:54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21 456 0 0,'-18'-21'6179'0'0,"16"36"-5118"0"0,5 32 20 0 0,9 58 0 0 0,1 9-65 0 0,29 388 1219 0 0,-41-499-2279 0 0,26 181-178 0 0,-4-111-4134 0 0,-18-61 702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8:54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6177 0 0,'0'0'0'0'0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8:55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16 297 2761 0 0,'-4'3'184'0'0,"-7"8"1295"0"0,11-11-1456 0 0,0 0 0 0 0,0 0 0 0 0,0 0-1 0 0,0 0 1 0 0,0 0 0 0 0,1 0 0 0 0,-1 0 0 0 0,0 0 0 0 0,0 0 0 0 0,0 0 0 0 0,0 0 0 0 0,0 0-1 0 0,1 0 1 0 0,-1 0 0 0 0,0 0 0 0 0,0 0 0 0 0,0 0 0 0 0,0 1 0 0 0,0-1 0 0 0,1 0-1 0 0,-1 0 1 0 0,0 0 0 0 0,0 0 0 0 0,0 0 0 0 0,0 0 0 0 0,0 0 0 0 0,0 0 0 0 0,0 0-1 0 0,0 1 1 0 0,1-1 0 0 0,-1 0 0 0 0,0 0 0 0 0,0 0 0 0 0,0 0 0 0 0,0 0 0 0 0,0 1-1 0 0,0-1 1 0 0,0 0 0 0 0,0 0 0 0 0,0 0 0 0 0,0 0 0 0 0,0 0 0 0 0,0 1 0 0 0,0-1-1 0 0,0 0 1 0 0,0 0 0 0 0,0 0 0 0 0,0 0 0 0 0,0 0 0 0 0,0 1 0 0 0,0-1 0 0 0,0 0-1 0 0,0 0 1 0 0,0 0 0 0 0,0 0 0 0 0,0 0 0 0 0,-1 1 0 0 0,1-1 0 0 0,0 0 0 0 0,0 0-1 0 0,0 0 1 0 0,0 0 0 0 0,0 0 0 0 0,0 0 0 0 0,0 0 0 0 0,-1 0 0 0 0,1 1 0 0 0,0-1-1 0 0,0 0 1 0 0,1 0 349 0 0,5-3-17 0 0,36-10 188 0 0,0 2 1 0 0,0 1-1 0 0,1 3 0 0 0,48-3 1 0 0,35-6-22 0 0,-20-1-367 0 0,115-22 384 0 0,-189 31-458 0 0,0-1-1 0 0,-1-2 1 0 0,0-2-1 0 0,52-28 1 0 0,-30 6 174 0 0,26-14 410 0 0,-71 45-618 0 0,1 0 0 0 0,0 0 1 0 0,0 1-1 0 0,0 0 0 0 0,1 0 1 0 0,-1 1-1 0 0,13-1 1 0 0,-17 4-170 0 0,0-1 0 0 0,-1 1 0 0 0,1 1 0 0 0,0-1 0 0 0,-1 1-1 0 0,1-1 1 0 0,-1 1 0 0 0,1 0 0 0 0,-1 1 0 0 0,0-1 0 0 0,0 1 0 0 0,0 0 0 0 0,0 0 0 0 0,-1 0 0 0 0,5 5 0 0 0,0-1-401 0 0,2 1-3123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8:56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3116 2761 0 0,'-2'-1'179'0'0,"0"1"1"0"0,1-1-1 0 0,-1 0 1 0 0,1 1 0 0 0,-1-1-1 0 0,1 0 1 0 0,0 0 0 0 0,-1 0-1 0 0,1 0 1 0 0,0 0 0 0 0,-1 0-1 0 0,1 0 1 0 0,0 0-1 0 0,0-1 1 0 0,0 1 0 0 0,0 0-1 0 0,0-1 1 0 0,0 1 0 0 0,1-1-1 0 0,-1 1 1 0 0,0-1-1 0 0,1 1 1 0 0,-1-1 0 0 0,1 0-1 0 0,0 1 1 0 0,-1-1 0 0 0,1-2-1 0 0,-9-56 2194 0 0,8 48-1742 0 0,-21-249 3087 0 0,-16-121-1786 0 0,-22 3-867 0 0,-14-96-342 0 0,39-2-44 0 0,47 168-156 0 0,1 19 249 0 0,-13 224-639 0 0,-4 0 0 0 0,-15-88-1 0 0,12 126-1645 0 0,-1 1 0 0 0,-22-50 0 0 0,23 60 163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8:56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32 456 0 0,'-1'-1'-47'0'0,"-25"-13"1156"0"0,4-3 3373 0 0,25 23-4029 0 0,0 0 0 0 0,0 0 0 0 0,0 0 0 0 0,-1 0 0 0 0,3 10 0 0 0,4 11 127 0 0,34 103 717 0 0,-26-71-978 0 0,-9-22-3042 0 0,-8-30-371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8:57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42 157 2761 0 0,'0'-1'39'0'0,"-10"-20"1338"0"0,-22-39 1 0 0,33 60-1257 0 0,-1-1 1 0 0,0 1 0 0 0,0-1 0 0 0,0 0 0 0 0,0 1 0 0 0,1-1 0 0 0,-1 1-1 0 0,0-1 1 0 0,1 1 0 0 0,-1-1 0 0 0,0 1 0 0 0,1-1 0 0 0,-1 1 0 0 0,1-1-1 0 0,-1 1 1 0 0,1-1 0 0 0,-1 1 0 0 0,1 0 0 0 0,-1-1 0 0 0,1 1 0 0 0,-1 0-1 0 0,1-1 1 0 0,0 1 0 0 0,-1 0 0 0 0,1 0 0 0 0,0-1 0 0 0,22-10-36 0 0,-19 10 153 0 0,28-15 407 0 0,-19 9-118 0 0,-1 1-1 0 0,1 0 1 0 0,27-7 0 0 0,-34 12-465 0 0,-1 0 1 0 0,0 1 0 0 0,1-1-1 0 0,-1 1 1 0 0,0 1 0 0 0,0-1-1 0 0,1 0 1 0 0,-1 1 0 0 0,0 0-1 0 0,0 1 1 0 0,0-1-1 0 0,0 1 1 0 0,0 0 0 0 0,8 4-1 0 0,-3 0-36 0 0,-1 0 0 0 0,0 1-1 0 0,9 9 1 0 0,-12-11-133 0 0,-1 0 0 0 0,1 0 0 0 0,0 0 0 0 0,0-1 0 0 0,0 0 1 0 0,1 0-1 0 0,-1 0 0 0 0,1-1 0 0 0,14 5 0 0 0,-12-9-545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8:57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0 149 920 0 0,'56'-43'6889'0'0,"38"-32"-4849"0"0,-64 52-4438 0 0,-16 16-796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8:57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29 1376 0 0,'-7'-11'128'0'0,"4"6"-128"0"0,-1 1 0 0 0,2 1 0 0 0,1 1 608 0 0,-1 2 105 0 0,2-2 23 0 0,-4 1 0 0 0,1 1 448 0 0,-1 0 96 0 0,-1 3 25 0 0,2 4-1 0 0,1 5-752 0 0,2 4-144 0 0,2 5-32 0 0,1 2-8 0 0,2-2-224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8:58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1 383 6913 0 0,'0'0'-22'0'0,"0"-1"0"0"0,0 1 0 0 0,0-1 0 0 0,0 1 0 0 0,0-1 0 0 0,0 1 0 0 0,0-1 0 0 0,0 1 0 0 0,0 0 0 0 0,1-1 0 0 0,-1 1 0 0 0,0-1 0 0 0,0 1 0 0 0,0 0 0 0 0,1-1 0 0 0,-1 1 0 0 0,0-1 0 0 0,0 1 0 0 0,1 0 0 0 0,-1-1 0 0 0,0 1 0 0 0,1 0 0 0 0,-1 0 0 0 0,0-1 0 0 0,1 1 0 0 0,-1 0 0 0 0,1 0 0 0 0,-1-1 0 0 0,0 1 0 0 0,1 0 0 0 0,-1 0 0 0 0,1 0 0 0 0,-1 0 0 0 0,0 0 0 0 0,2-1 0 0 0,15-6-234 0 0,-17 7 262 0 0,267-91 4967 0 0,239-83-836 0 0,-381 134-4061 0 0,48-11-1217 0 0,-136 43-3853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8:5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12 10138 0 0,'-8'-6'1090'0'0,"13"2"-217"0"0,16 2 102 0 0,-16 4-831 0 0,0 0-1 0 0,-1 0 1 0 0,1 0 0 0 0,-1 1-1 0 0,0 0 1 0 0,0 0 0 0 0,0 0 0 0 0,0 0-1 0 0,0 0 1 0 0,-1 1 0 0 0,0 0-1 0 0,1-1 1 0 0,-1 1 0 0 0,4 8-1 0 0,5 8 586 0 0,17 42-1 0 0,-17-34-402 0 0,21 46-1 0 0,61 122 1687 0 0,-36-105-3126 0 0,-43-73-378 0 0,0 0 1 0 0,26 23 0 0 0,-17-21-4422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8:59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8290 0 0,'-2'2'736'0'0,"2"-1"-584"0"0,0 1-152 0 0,2 0 160 0 0,-2 0 8 0 0,2 1 0 0 0,-1 4 0 0 0,1 2-680 0 0,2 3-128 0 0,-1 2-32 0 0,-1-3-8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00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3225 0 0,'75'2'8005'0'0,"-71"-1"-8618"0"0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00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1 166 3225 0 0,'4'-9'456'0'0,"1"1"1"0"0,-1-1-1 0 0,2 1 1 0 0,-1 0-1 0 0,1 0 1 0 0,0 1-1 0 0,1 0 0 0 0,0 0 1 0 0,10-8-1 0 0,5-7 281 0 0,-10 9-538 0 0,-9 9-273 0 0,0 0 1 0 0,1 0-1 0 0,-1 0 0 0 0,1 0 0 0 0,0 1 1 0 0,0-1-1 0 0,0 1 0 0 0,1 0 1 0 0,-1 0-1 0 0,1 1 0 0 0,8-4 0 0 0,-13 5 53 0 0,1 1 0 0 0,-1 0 0 0 0,0 0 0 0 0,1 0 0 0 0,-1 0 0 0 0,0 0 0 0 0,1 0-1 0 0,-1 0 1 0 0,0 0 0 0 0,1 0 0 0 0,-1 0 0 0 0,0 0 0 0 0,1 0 0 0 0,-1 0 0 0 0,0 1-1 0 0,0-1 1 0 0,1 0 0 0 0,-1 0 0 0 0,0 0 0 0 0,1 0 0 0 0,-1 0 0 0 0,0 1 0 0 0,1-1 0 0 0,-1 0-1 0 0,0 0 1 0 0,0 1 0 0 0,0-1 0 0 0,1 0 0 0 0,-1 0 0 0 0,0 1 0 0 0,0-1 0 0 0,0 0 0 0 0,1 0-1 0 0,-1 1 1 0 0,0-1 0 0 0,0 0 0 0 0,0 1 0 0 0,0-1 0 0 0,0 0 0 0 0,0 1 0 0 0,0 0-1 0 0,-1 2 22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00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 1376 0 0,'-6'7'255'0'0,"1"1"-1"0"0,-1 1 0 0 0,1-1 1 0 0,1 1-1 0 0,0 0 0 0 0,0 0 0 0 0,1 0 1 0 0,0 0-1 0 0,1 1 0 0 0,0-1 1 0 0,0 1-1 0 0,0 12 0 0 0,2-20-116 0 0,0-1-1 0 0,0 1 0 0 0,0-1 0 0 0,0 1 1 0 0,0 0-1 0 0,0-1 0 0 0,1 1 0 0 0,-1-1 1 0 0,1 1-1 0 0,-1-1 0 0 0,1 1 0 0 0,0-1 1 0 0,0 1-1 0 0,-1-1 0 0 0,1 0 0 0 0,0 1 1 0 0,0-1-1 0 0,0 0 0 0 0,0 0 0 0 0,1 0 1 0 0,-1 0-1 0 0,0 0 0 0 0,0 0 0 0 0,3 1 1 0 0,41 19 2857 0 0,-14-7-2247 0 0,-24-10-651 0 0,-1 0 0 0 0,0 1 1 0 0,0-1-1 0 0,-1 1 0 0 0,0 0 0 0 0,0 0 0 0 0,0 1 0 0 0,8 11 0 0 0,-10-12-26 0 0,-1 0 0 0 0,0 0-1 0 0,0 0 1 0 0,-1 0 0 0 0,1 0-1 0 0,-1 0 1 0 0,0 0-1 0 0,0 0 1 0 0,-1 1 0 0 0,0-1-1 0 0,0 0 1 0 0,0 0 0 0 0,-2 8-1 0 0,-20 111-1028 0 0,13-81-815 0 0,2-11-2303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01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1 285 8754 0 0,'0'0'793'0'0,"25"11"464"0"0,-10-6-827 0 0,1-1 1 0 0,0 0-1 0 0,-1-1 1 0 0,1 0-1 0 0,0-2 1 0 0,1 0-1 0 0,26-2 1 0 0,-36 1-327 0 0,-1 0 0 0 0,1-1 0 0 0,0 0-1 0 0,0-1 1 0 0,0 1 0 0 0,-1-1 0 0 0,1-1 0 0 0,0 1 0 0 0,-1-1-1 0 0,0 0 1 0 0,0 0 0 0 0,0-1 0 0 0,0 0 0 0 0,0 0 0 0 0,-1-1 0 0 0,0 1-1 0 0,0-1 1 0 0,0 0 0 0 0,0 0 0 0 0,4-8 0 0 0,-7 9-1 0 0,-1 1-1 0 0,1-1 1 0 0,-1-1 0 0 0,0 1 0 0 0,0 0-1 0 0,0 0 1 0 0,0 0 0 0 0,-1-1 0 0 0,1 1-1 0 0,-1 0 1 0 0,-1-8 0 0 0,-11-51 743 0 0,2 12-551 0 0,9-6-2078 0 0,4 39-4347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01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11 10594 0 0,'-20'-8'3868'0'0,"12"5"-823"0"0,19 19-1804 0 0,20 29-698 0 0,-2 3 1 0 0,44 96-1 0 0,-45-83-1511 0 0,50 78 1 0 0,-49-97-1734 0 0,36 41 0 0 0,-45-63 1022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01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6913 0 0,'-4'5'1441'0'0,"6"-5"-1057"0"0,-2-2 0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02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1 247 6913 0 0,'16'-15'1601'0'0,"3"-4"-867"0"0,-1-1-1 0 0,-2-1 1 0 0,27-43 0 0 0,-28 38-1787 0 0,17-43 0 0 0,-27 56 16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02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1 456 0 0,'-4'16'805'0'0,"0"0"0"0"0,0 1 0 0 0,2-1 0 0 0,-1 33 0 0 0,1-29-530 0 0,2-10 25 0 0,-2 57 1525 0 0,2-64-1630 0 0,1 0 0 0 0,-1 1 0 0 0,1-1 0 0 0,-1 1 0 0 0,1-1 0 0 0,0 0 0 0 0,0 1 1 0 0,0-1-1 0 0,1 0 0 0 0,-1 0 0 0 0,1 0 0 0 0,0 0 0 0 0,0 0 0 0 0,0 0 0 0 0,4 4 0 0 0,-2-5-58 0 0,0-1-1 0 0,-1 1 1 0 0,1-1-1 0 0,0 0 1 0 0,0 0-1 0 0,0-1 1 0 0,0 1-1 0 0,0-1 1 0 0,0 0 0 0 0,0 0-1 0 0,0 0 1 0 0,0-1-1 0 0,0 1 1 0 0,0-1-1 0 0,7-2 1 0 0,-5 1 16 0 0,0 1 0 0 0,0 0 1 0 0,1 1-1 0 0,-1-1 0 0 0,8 2 1 0 0,-12-1-122 0 0,1 1-1 0 0,-1-1 1 0 0,0 1 0 0 0,0 0-1 0 0,0 0 1 0 0,1 0 0 0 0,-1 0 0 0 0,0 0-1 0 0,0 1 1 0 0,0-1 0 0 0,0 0-1 0 0,-1 1 1 0 0,1 0 0 0 0,0-1 0 0 0,-1 1-1 0 0,1 0 1 0 0,-1 0 0 0 0,1 0-1 0 0,0 3 1 0 0,10 27-3816 0 0,-8-10-492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03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88 757 2304 0 0,'-3'-2'186'0'0,"1"-1"0"0"0,0 1 0 0 0,-1 0-1 0 0,1-1 1 0 0,0 1 0 0 0,0-1 0 0 0,0 1-1 0 0,0-1 1 0 0,1 0 0 0 0,-1 0 0 0 0,1 0-1 0 0,0 0 1 0 0,-2-4 0 0 0,1 3-39 0 0,-8-23 722 0 0,0-1 0 0 0,2 0 1 0 0,1 0-1 0 0,1-1 0 0 0,-3-43 1 0 0,2-150 2033 0 0,7 197-2841 0 0,10-199-748 0 0,-6 195-2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04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1376 0 0,'6'-2'218'0'0,"-1"0"-1"0"0,1 1 1 0 0,0 0 0 0 0,0 0-1 0 0,8-1 1 0 0,-8 1 14 0 0,158-17 3283 0 0,270 6 1 0 0,-357 12-3036 0 0,473 45 1289 0 0,-320-18-1456 0 0,63-5-107 0 0,-223-21-221 0 0,0-3-1 0 0,84-13 1 0 0,381-42 320 0 0,-291 51 13 0 0,-96 3-1349 0 0,-59-3-3818 0 0,-59 5 1632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04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 2304 0 0,'15'17'7928'0'0,"-16"-16"-7752"0"0,-4 5 209 0 0,0 1 0 0 0,1 0 0 0 0,0 0 1 0 0,0 0-1 0 0,0 1 0 0 0,1-1 0 0 0,0 1 1 0 0,-3 11-1 0 0,-7 46 254 0 0,-8 112 1 0 0,12 70-618 0 0,5-65-3 0 0,-10 75-24 0 0,-4 586-70 0 0,61 319-610 0 0,-7-604 4 0 0,-1-61 239 0 0,-20 59 497 0 0,15 335 58 0 0,75 242-89 0 0,-34-742 969 0 0,12 96 989 0 0,-34 233-292 0 0,10-147-314 0 0,-34-379-877 0 0,-8 0 0 0 0,-10 198-1 0 0,-4 215 687 0 0,-1-534-1218 0 0,-2 0 1 0 0,-15 100-1 0 0,10-151-1919 0 0,1-21 1201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05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 1840 0 0,'-44'39'2228'0'0,"9"-7"-589"0"0,32-30-1428 0 0,-1 0 1 0 0,1 1 0 0 0,0-1 0 0 0,0 1 0 0 0,0 0 0 0 0,0 0 0 0 0,0 0 0 0 0,1 0 0 0 0,-1 0 0 0 0,1 1 0 0 0,0-1-1 0 0,0 1 1 0 0,0 0 0 0 0,0-1 0 0 0,1 1 0 0 0,-1 0 0 0 0,1 0 0 0 0,0 0 0 0 0,0 0 0 0 0,1 0 0 0 0,-1 0 0 0 0,1 0 0 0 0,0 0-1 0 0,0 1 1 0 0,0-1 0 0 0,1 0 0 0 0,-1 0 0 0 0,1 0 0 0 0,2 7 0 0 0,17 95 1326 0 0,-8-26-1204 0 0,5-1-1 0 0,2-1 1 0 0,39 97 0 0 0,8-25-2523 0 0,-41-92-2461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05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17 160 3225 0 0,'-17'10'4593'0'0,"25"-9"-2458"0"0,29-5-1943 0 0,1 2-1 0 0,-1 1 1 0 0,1 2 0 0 0,-1 1 0 0 0,51 10 0 0 0,-15 5-179 0 0,0-4 0 0 0,0-2 1 0 0,1-4-1 0 0,88-3 0 0 0,66-5-13 0 0,237 31 0 0 0,-392-24-5 0 0,120-5 0 0 0,-147-4 50 0 0,-1-3-1 0 0,0-1 1 0 0,79-23-1 0 0,65-48 1372 0 0,-135 53-556 0 0,1 2 0 0 0,88-24 0 0 0,-94 38-239 0 0,98-4 0 0 0,-61 7-421 0 0,-85 6-200 0 0,0 0 5 0 0,0-1-1 0 0,1 1 1 0 0,-1 0-1 0 0,1 0 0 0 0,-1 0 1 0 0,0-1-1 0 0,1 1 1 0 0,-1-1-1 0 0,0 1 1 0 0,1-1-1 0 0,-1 0 0 0 0,0 1 1 0 0,0-1-1 0 0,0 0 1 0 0,0 0-1 0 0,2-2 1 0 0,-16-5-3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06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27 6449 0 0,'-1'0'129'0'0,"0"0"1"0"0,1 0-1 0 0,-1 0 0 0 0,0 0 0 0 0,0 0 0 0 0,1 0 0 0 0,-1 0 0 0 0,0 0 0 0 0,0 1 0 0 0,1-1 0 0 0,-1 0 0 0 0,0 0 1 0 0,1 1-1 0 0,-1-1 0 0 0,1 1 0 0 0,-1-1 0 0 0,0 0 0 0 0,1 1 0 0 0,-1-1 0 0 0,1 1 0 0 0,-1-1 0 0 0,1 1 1 0 0,-1 0-1 0 0,1-1 0 0 0,0 1 0 0 0,-1 0 0 0 0,0 0 0 0 0,0 23 1452 0 0,3-17-1361 0 0,-1 0 0 0 0,1-1 1 0 0,1 1-1 0 0,4 10 1 0 0,-4-10-117 0 0,-2-5-92 0 0,0 0 1 0 0,-1-1-1 0 0,1 1 1 0 0,0 0 0 0 0,0-1-1 0 0,0 1 1 0 0,0-1-1 0 0,0 0 1 0 0,0 1-1 0 0,0-1 1 0 0,0 0 0 0 0,0 1-1 0 0,3 0 1 0 0,-4-29-27 0 0,-2 20 15 0 0,0 0-1 0 0,-1 1 1 0 0,1-1-1 0 0,-1 1 0 0 0,-1-1 1 0 0,1 1-1 0 0,-1 0 0 0 0,0 0 1 0 0,0 1-1 0 0,-1-1 1 0 0,0 1-1 0 0,0 0 0 0 0,0 0 1 0 0,0 0-1 0 0,-1 1 0 0 0,0 0 1 0 0,-9-5-1 0 0,20 18-215 0 0,0-5-35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07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6 6449 0 0,'-60'-1'1193'0'0,"19"-3"2569"0"0,50 8-739 0 0,44 16-1995 0 0,262 65 621 0 0,-253-70-1601 0 0,24 5-85 0 0,108 29-4181 0 0,-164-42-621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07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2 6913 0 0,'-2'0'65'0'0,"1"-1"-1"0"0,-1 1 0 0 0,0 0 0 0 0,1-1 0 0 0,-1 1 0 0 0,0 0 1 0 0,0 0-1 0 0,1 0 0 0 0,-1 0 0 0 0,0 1 0 0 0,1-1 0 0 0,-1 0 0 0 0,0 1 1 0 0,1-1-1 0 0,-1 1 0 0 0,0-1 0 0 0,1 1 0 0 0,-1 0 0 0 0,1 0 1 0 0,-1 0-1 0 0,1 0 0 0 0,0 0 0 0 0,-1 0 0 0 0,1 0 0 0 0,0 0 1 0 0,0 0-1 0 0,0 1 0 0 0,-1-1 0 0 0,2 1 0 0 0,-1-1 0 0 0,0 0 0 0 0,0 1 1 0 0,-1 2-1 0 0,-4 6 577 0 0,1 0 0 0 0,0 1 1 0 0,-6 18-1 0 0,-22 90 1227 0 0,-25 166 1 0 0,41-190-2819 0 0,3-19-4239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08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23 114 4145 0 0,'-1'1'38'0'0,"0"0"1"0"0,0 0-1 0 0,0-1 0 0 0,0 1 1 0 0,0-1-1 0 0,0 1 0 0 0,0-1 1 0 0,0 0-1 0 0,0 1 0 0 0,0-1 1 0 0,0 0-1 0 0,0 0 0 0 0,-1 1 1 0 0,1-1-1 0 0,0 0 0 0 0,0 0 1 0 0,0 0-1 0 0,-2-1 0 0 0,3 1 39 0 0,0-1 0 0 0,0 0 0 0 0,0 1 0 0 0,0-1 0 0 0,0 0 0 0 0,0 1 0 0 0,0-1 0 0 0,0 1 0 0 0,0-1 0 0 0,0 0 0 0 0,0 1 0 0 0,1-1 0 0 0,-1 0 0 0 0,0 1 0 0 0,0-1 0 0 0,1 1 0 0 0,-1-1 0 0 0,0 1 0 0 0,1-1 0 0 0,-1 1 0 0 0,1-1 0 0 0,0 0 0 0 0,32-38 1862 0 0,-24 31-2059 0 0,0 0-1 0 0,0 1 0 0 0,0 0 1 0 0,1 1-1 0 0,0-1 0 0 0,0 2 1 0 0,1 0-1 0 0,14-6 1 0 0,-14 9 120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08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1 170 3225 0 0,'0'-1'60'0'0,"0"-1"0"0"0,0 1 0 0 0,0-1 0 0 0,0 1 0 0 0,0-1 0 0 0,0 1 0 0 0,1-1 0 0 0,-1 1 0 0 0,0-1 0 0 0,1 1 0 0 0,-1-1 0 0 0,1 1 0 0 0,0-1 0 0 0,-1 1 0 0 0,1 0 0 0 0,0 0 1 0 0,0-1-1 0 0,0 1 0 0 0,0 0 0 0 0,0 0 0 0 0,0 0 0 0 0,1-2 0 0 0,30-26 1039 0 0,-30 27-1051 0 0,30-23 154 0 0,1 1 1 0 0,44-23-1 0 0,-60 38-297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09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6913 0 0,'0'-1'24'0'0,"0"-1"-1"0"0,0 1 1 0 0,0 0-1 0 0,0-1 1 0 0,0 1-1 0 0,0 0 1 0 0,0-1-1 0 0,0 1 0 0 0,1 0 1 0 0,-1-1-1 0 0,1 1 1 0 0,-1 0-1 0 0,1 0 1 0 0,-1-1-1 0 0,1 1 0 0 0,-1 0 1 0 0,1 0-1 0 0,0 0 1 0 0,0 0-1 0 0,0 0 1 0 0,0 0-1 0 0,0 0 0 0 0,0 0 1 0 0,0 0-1 0 0,0 0 1 0 0,0 1-1 0 0,0-1 1 0 0,0 0-1 0 0,0 1 0 0 0,1-1 1 0 0,-1 1-1 0 0,0-1 1 0 0,0 1-1 0 0,1-1 1 0 0,-1 1-1 0 0,0 0 1 0 0,1 0-1 0 0,-1 0 0 0 0,0 0 1 0 0,1 0-1 0 0,2 0 1 0 0,-1 0 81 0 0,0 1 0 0 0,1 0 1 0 0,-1 0-1 0 0,0 0 0 0 0,0 0 1 0 0,0 0-1 0 0,0 1 1 0 0,0-1-1 0 0,0 1 0 0 0,0 0 1 0 0,0 0-1 0 0,-1 0 0 0 0,1 0 1 0 0,-1 0-1 0 0,1 1 0 0 0,2 3 1 0 0,1 4-186 0 0,0 1 0 0 0,0 0-1 0 0,-1 0 1 0 0,-1 0 0 0 0,1 1 0 0 0,3 19 0 0 0,10 78-1450 0 0,-7-28 407 0 0,-7-63 771 0 0,-2-4 234 0 0,1 0 1 0 0,1 1-1 0 0,9 22 0 0 0,-11-33 160 0 0,-1 0-1 0 0,1-1 0 0 0,1 1 0 0 0,-1-1 0 0 0,0 0 0 0 0,1 0 0 0 0,-1 0 0 0 0,1 0 0 0 0,0 0 0 0 0,0 0 1 0 0,0-1-1 0 0,1 0 0 0 0,-1 1 0 0 0,0-1 0 0 0,1 0 0 0 0,0-1 0 0 0,-1 1 0 0 0,5 1 0 0 0,2 0 66 0 0,-2 1-86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09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10594 0 0,'-7'16'472'0'0,"4"-9"96"0"0,1 2-455 0 0,0-4-113 0 0,0-2 0 0 0,2 1 0 0 0,0-1 0 0 0,0 4-121 0 0,2 4 25 0 0,3-1 8 0 0,4-3 88 0 0,-2-10 112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12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789 306 456 0 0,'-65'-9'1182'0'0,"1"4"-1"0"0,-1 2 1 0 0,0 3-1 0 0,1 3 1 0 0,-74 13 0 0 0,57-6 254 0 0,41-6 80 0 0,0 1 1 0 0,0 2-1 0 0,-58 19 0 0 0,96-25-1443 0 0,0-1 0 0 0,0 1 0 0 0,0 0 0 0 0,0-1 0 0 0,1 1 0 0 0,-1 0 0 0 0,0 0 0 0 0,0 1 0 0 0,0-1 0 0 0,1 0 0 0 0,-1 0 0 0 0,1 1 0 0 0,-1-1 0 0 0,-2 4 0 0 0,4-5-51 0 0,0 1-1 0 0,0-1 1 0 0,0 1-1 0 0,0-1 1 0 0,0 0-1 0 0,0 1 0 0 0,0-1 1 0 0,0 1-1 0 0,0-1 1 0 0,0 0-1 0 0,0 1 1 0 0,1-1-1 0 0,-1 0 0 0 0,0 1 1 0 0,0-1-1 0 0,0 1 1 0 0,0-1-1 0 0,1 0 0 0 0,-1 1 1 0 0,0-1-1 0 0,0 0 1 0 0,1 0-1 0 0,-1 1 1 0 0,0-1-1 0 0,0 0 0 0 0,1 1 1 0 0,19 8 229 0 0,12-1-200 0 0,1-2 1 0 0,0-1 0 0 0,-1-1 0 0 0,58-3-1 0 0,-71 0-16 0 0,105-6 999 0 0,186-29 0 0 0,-198 18-659 0 0,774-139 1648 0 0,-565 68-1867 0 0,-202 50-694 0 0,178-31 0 0 0,-206 54-1724 0 0,-59 7 941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12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0 2304 0 0,'-56'30'1254'0'0,"-28"17"2507"0"0,122-46 822 0 0,-10 0-3594 0 0,214-17 2588 0 0,-2-20-3461 0 0,-211 32-1101 0 0,-1 0-315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13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2585 3225 0 0,'1'-14'5850'0'0,"0"-12"-5062"0"0,-16-411 3513 0 0,5 298-3108 0 0,-27-336 1631 0 0,-1-6-1055 0 0,27-2-513 0 0,13 419-1198 0 0,-2-143 59 0 0,-2 180-127 0 0,-1 0 0 0 0,-1 0 0 0 0,-1 0 1 0 0,-2 1-1 0 0,-13-37 0 0 0,18 58-102 0 0,0 0 0 0 0,-1 0 0 0 0,1 0 0 0 0,-1 0 0 0 0,0 0 0 0 0,-1 0 0 0 0,1 1 0 0 0,-6-6-1 0 0,-12-2-5590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14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56 107 3225 0 0,'-7'-1'341'0'0,"-21"-5"-523"0"0,8 4 2831 0 0,125 15-419 0 0,-32-12-1730 0 0,119-11 0 0 0,71-27 809 0 0,-35 3-69 0 0,211 10 995 0 0,1 37-1369 0 0,370-20 871 0 0,-410-5-419 0 0,-361 11-1287 0 0,0 3 0 0 0,63 9 0 0 0,-84-8-116 0 0,0 1 0 0 0,0 2 0 0 0,-1-1 0 0 0,0 2 0 0 0,0 0 0 0 0,0 1 0 0 0,26 18 0 0 0,-18-8-468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49:15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1520 0 0,'-1'2'17'0'0,"1"1"-1"0"0,-1 0 1 0 0,1 0-1 0 0,0 0 1 0 0,0 0-1 0 0,1 0 0 0 0,-1 0 1 0 0,0 0-1 0 0,1 0 1 0 0,0 0-1 0 0,0 0 1 0 0,0-1-1 0 0,0 1 1 0 0,0 0-1 0 0,0-1 0 0 0,1 1 1 0 0,3 4-1 0 0,-4-5 1 0 0,0-1 0 0 0,0 1 0 0 0,1 0 0 0 0,-1-1 0 0 0,1 1 0 0 0,-1-1 0 0 0,1 1 0 0 0,-1-1 0 0 0,1 0 0 0 0,0 0 0 0 0,3 2 0 0 0,-4-3-14 0 0,0 1 1 0 0,0-1-1 0 0,0 0 1 0 0,0 0-1 0 0,0 0 0 0 0,0 0 1 0 0,0 0-1 0 0,0 0 1 0 0,0 0-1 0 0,0 0 1 0 0,0 0-1 0 0,0 0 0 0 0,0 0 1 0 0,0-1-1 0 0,0 1 1 0 0,0 0-1 0 0,-1-1 1 0 0,1 1-1 0 0,0-1 0 0 0,0 1 1 0 0,0-1-1 0 0,0 1 1 0 0,-1-1-1 0 0,1 1 1 0 0,0-1-1 0 0,0-1 0 0 0,2-1-6 0 0,0 0-1 0 0,-1 0 0 0 0,0 0 1 0 0,1 0-1 0 0,-1-1 0 0 0,0 0 1 0 0,-1 1-1 0 0,6-36 16082 0 0,-18 69-13461 0 0,-1 7-2551 0 0,-2 28 669 0 0,-11 38 291 0 0,24-100-1023 0 0,0 0 1 0 0,1 0-1 0 0,-1 1 0 0 0,0-1 1 0 0,1 0-1 0 0,0 0 0 0 0,0 0 1 0 0,0 1-1 0 0,0-1 1 0 0,0 0-1 0 0,1 0 0 0 0,0 1 1 0 0,-1-1-1 0 0,1 0 0 0 0,0 0 1 0 0,0 0-1 0 0,1 0 0 0 0,1 3 1 0 0,-2-6-4 0 0,1 5 0 0 0,-2 41 0 0 0,-7 55 0 0 0,-1 13 0 0 0,-5 653-192 0 0,23-54-1375 0 0,-1 27 1136 0 0,-12 293 420 0 0,13-729 16 0 0,23 1093 66 0 0,13-222 791 0 0,-17-727-216 0 0,36 427-477 0 0,-26-368-127 0 0,-33-348 127 0 0,-19 191 1 0 0,7-258-133 0 0,9 144-1 0 0,29 91-44 0 0,-30-309 10 0 0,2 19-53 0 0,-1-1-1 0 0,-2 0 1 0 0,-4 44 0 0 0,1-63-1164 0 0,-1 0 1 0 0,-9 28-1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0:06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67 384 4609 0 0,'-6'5'193'0'0,"0"0"1"0"0,0 0-1 0 0,0 1 0 0 0,0 0 1 0 0,1 0-1 0 0,0 0 1 0 0,0 1-1 0 0,1-1 0 0 0,-1 1 1 0 0,1 0-1 0 0,-5 14 0 0 0,9-20-160 0 0,0 0-1 0 0,0 0 0 0 0,0 0 1 0 0,1 0-1 0 0,-1-1 0 0 0,0 1 0 0 0,0 0 1 0 0,1 0-1 0 0,-1 0 0 0 0,0 0 1 0 0,1-1-1 0 0,-1 1 0 0 0,1 0 0 0 0,-1-1 1 0 0,1 1-1 0 0,-1 0 0 0 0,1-1 1 0 0,0 1-1 0 0,-1 0 0 0 0,1-1 0 0 0,0 1 1 0 0,-1-1-1 0 0,1 1 0 0 0,0-1 0 0 0,-1 0 1 0 0,1 1-1 0 0,0-1 0 0 0,0 0 1 0 0,0 1-1 0 0,0-1 0 0 0,-1 0 0 0 0,1 0 1 0 0,0 0-1 0 0,1 0 0 0 0,39 6 674 0 0,-30-5-364 0 0,-4 0-177 0 0,1-1 0 0 0,-1 0 0 0 0,0-1 1 0 0,1 0-1 0 0,-1 0 0 0 0,0-1 0 0 0,0 0 0 0 0,0 0 0 0 0,11-5 0 0 0,65-35 1149 0 0,-43 20-606 0 0,28-11 71 0 0,0 3 0 0 0,2 3 0 0 0,1 3 0 0 0,1 4 0 0 0,1 2 0 0 0,118-13 0 0 0,339-37 528 0 0,-487 60-1246 0 0,118-20 347 0 0,237-74 1 0 0,-377 95-752 0 0,30-10 583 0 0,-18 12-5891 0 0,-17 6-651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0:07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0 156 6537 0 0,'35'-14'1242'0'0,"0"1"0"0"0,1 2 0 0 0,63-12 0 0 0,-43 11-216 0 0,-15 3-798 0 0,92-24 655 0 0,-45 3-4988 0 0,-64 20 1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0:08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5 6913 0 0,'-3'-1'447'0'0,"3"1"-420"0"0,0 0 0 0 0,0-1 0 0 0,0 1 0 0 0,-1 0 0 0 0,1 0-1 0 0,0-1 1 0 0,0 1 0 0 0,0 0 0 0 0,-1 0 0 0 0,1 0 0 0 0,0-1 0 0 0,0 1-1 0 0,-1 0 1 0 0,1 0 0 0 0,0 0 0 0 0,-1 0 0 0 0,1 0 0 0 0,0 0-1 0 0,0 0 1 0 0,-1-1 0 0 0,1 1 0 0 0,0 0 0 0 0,-1 0 0 0 0,1 0 0 0 0,0 0-1 0 0,-1 0 1 0 0,1 0 0 0 0,0 0 0 0 0,0 1 0 0 0,-1-1 0 0 0,1 0-1 0 0,0 0 1 0 0,-1 0 0 0 0,1 0 0 0 0,0 0 0 0 0,0 0 0 0 0,-1 0 0 0 0,1 1-1 0 0,0-1 1 0 0,0 0 0 0 0,-1 0 0 0 0,1 0 0 0 0,0 1 0 0 0,0-1-1 0 0,-2 2 1057 0 0,2 3-260 0 0,6 125 1570 0 0,26 142 0 0 0,-17-166-2322 0 0,22 516 89 0 0,-34-496-96 0 0,5 546 388 0 0,-6-551-361 0 0,16 464 1495 0 0,-5-363-1254 0 0,23 242-408 0 0,6 9 275 0 0,-28-297 93 0 0,-3 190 500 0 0,-6-98-549 0 0,2-208-180 0 0,-5-49-62 0 0,0 0 1 0 0,0 0-1 0 0,-1 0 1 0 0,-1 0-1 0 0,0 0 0 0 0,-1 0 1 0 0,-2 15-1 0 0,-23 78-65 0 0,19-86-296 0 0,5-12 358 0 0,0-1 1 0 0,0 1-1 0 0,0-1 1 0 0,1 1-1 0 0,-1 0 1 0 0,1 0 0 0 0,0 6-1 0 0,2-6-96 0 0,-1-1-1 0 0,1 0 1 0 0,-1 1 0 0 0,2-1-1 0 0,-1 0 1 0 0,0 0 0 0 0,1 0-1 0 0,0 0 1 0 0,0 0 0 0 0,1 0-1 0 0,5 8 1 0 0,-2-12-824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0:08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18 409 1728 0 0,'-2'-1'165'0'0,"1"0"0"0"0,-1-1 1 0 0,1 0-1 0 0,0 1 0 0 0,-1-1 0 0 0,1 0 0 0 0,0 0 0 0 0,0 0 0 0 0,0 1 0 0 0,0-1 0 0 0,1 0 0 0 0,-1 0 0 0 0,0-1 0 0 0,1 1 0 0 0,-1 0 0 0 0,1 0 0 0 0,0 0 0 0 0,0 0 0 0 0,0 0 1 0 0,0 0-1 0 0,0 0 0 0 0,0-1 0 0 0,1 1 0 0 0,-1 0 0 0 0,1 0 0 0 0,-1 0 0 0 0,1 0 0 0 0,0 0 0 0 0,0 0 0 0 0,0 0 0 0 0,0 0 0 0 0,0 1 0 0 0,0-1 0 0 0,0 0 0 0 0,1 0 0 0 0,-1 1 1 0 0,0-1-1 0 0,1 1 0 0 0,0-1 0 0 0,-1 1 0 0 0,1 0 0 0 0,2-2 0 0 0,26-10 2097 0 0,46-13 0 0 0,-26 9-1570 0 0,-19 9-528 0 0,0 1 1 0 0,1 1 0 0 0,0 2 0 0 0,0 1-1 0 0,0 1 1 0 0,48 4 0 0 0,81-5 403 0 0,67-5-226 0 0,-7 1-329 0 0,-28-15 76 0 0,134-11 11 0 0,100-11-100 0 0,-392 36 21 0 0,0-2-1 0 0,43-17 1 0 0,41-11 358 0 0,-104 34-354 0 0,19-4 154 0 0,64-7 1 0 0,-52 7-235 0 0,-40 6 43 0 0,1 0 0 0 0,0 0 0 0 0,0 1 0 0 0,0 0-1 0 0,0 1 1 0 0,0-1 0 0 0,0 2 0 0 0,1-1 0 0 0,7 2 0 0 0,-6-6-1402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0:10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8290 0 0,'32'39'8224'0'0,"3"14"-5791"0"0,37 70-2967 0 0,-57-97 1349 0 0,85 182-229 0 0,-75-148-665 0 0,3-1 1 0 0,2-1 0 0 0,42 59-1 0 0,-68-111-542 0 0,0-1 0 0 0,1 0-1 0 0,0 0 1 0 0,0 0 0 0 0,0 0 0 0 0,9 5-1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0:11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9674 0 0,'-2'3'222'0'0,"0"1"0"0"0,0 0 0 0 0,1-1 0 0 0,-1 1 1 0 0,1 0-1 0 0,0 0 0 0 0,1 0 0 0 0,-1 0 0 0 0,0 0 0 0 0,1 0 0 0 0,0 0 0 0 0,0 0 0 0 0,0 0 0 0 0,1 5 1 0 0,13 65 2432 0 0,-8-45-2081 0 0,-5-26-483 0 0,1 10-1880 0 0,1 0 1 0 0,9 25-1 0 0,-9-29-121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0:11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0 250 5985 0 0,'4'-1'394'0'0,"-1"1"-1"0"0,1-1 0 0 0,-1 0 0 0 0,1-1 1 0 0,-1 1-1 0 0,0 0 0 0 0,4-3 0 0 0,95-62 3454 0 0,-34 19-3137 0 0,-21 21-4161 0 0,-23 6-2179 0 0,-3-8 3437 0 0,-19 24 2169 0 0,1 0 1 0 0,-1 0-1 0 0,1 0 0 0 0,0 0 0 0 0,1 0 0 0 0,-1 1 0 0 0,1-1 1 0 0,-1 1-1 0 0,1 0 0 0 0,0 0 0 0 0,0 0 0 0 0,0 0 0 0 0,7-2 0 0 0,-10 5 24 0 0,0 0 0 0 0,-1 0 0 0 0,1 0 0 0 0,0 0 0 0 0,-1 0 0 0 0,1 0 0 0 0,-1 0 0 0 0,1 0 0 0 0,0 0 0 0 0,-1 0 0 0 0,1 0 0 0 0,-1 1 0 0 0,1-1 0 0 0,0 0 0 0 0,-1 1 0 0 0,1-1 0 0 0,-1 0 0 0 0,1 1 0 0 0,-1-1 0 0 0,1 0 0 0 0,-1 1 0 0 0,0-1 0 0 0,1 1 0 0 0,-1-1 0 0 0,1 1 0 0 0,-1-1 0 0 0,0 1 0 0 0,1-1 0 0 0,-1 1 0 0 0,0-1 0 0 0,0 1 0 0 0,1 0 0 0 0,-1-1 0 0 0,0 1 0 0 0,0-1 0 0 0,0 1 0 0 0,0 0 0 0 0,0 0 0 0 0,3 26 0 0 0,-3-15 0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0:11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0 456 0 0,'-34'27'220'0'0,"13"-12"7"0"0,1 1 0 0 0,1 1 0 0 0,-25 27 0 0 0,44-43-122 0 0,0 0 1 0 0,-1-1-1 0 0,1 1 0 0 0,0 0 0 0 0,0 0 0 0 0,0 0 0 0 0,0 0 1 0 0,0 0-1 0 0,0-1 0 0 0,0 1 0 0 0,0 0 0 0 0,0 0 0 0 0,0 0 1 0 0,0 0-1 0 0,1 0 0 0 0,-1-1 0 0 0,0 1 0 0 0,1 0 0 0 0,-1 0 1 0 0,0 0-1 0 0,1-1 0 0 0,-1 1 0 0 0,1 0 0 0 0,-1-1 0 0 0,1 1 0 0 0,0 0 1 0 0,0 0-1 0 0,23 23 1806 0 0,-18-18-1470 0 0,5 4 81 0 0,0-1 0 0 0,1 1-1 0 0,0-2 1 0 0,0 0 0 0 0,0 0-1 0 0,17 6 1 0 0,6 1 461 0 0,42 11 0 0 0,-72-25-927 0 0,-1 0 1 0 0,1 1 0 0 0,-1 0-1 0 0,0 0 1 0 0,0 0 0 0 0,0 0-1 0 0,0 1 1 0 0,0-1 0 0 0,0 1-1 0 0,0 0 1 0 0,-1 0 0 0 0,1 0-1 0 0,-1 1 1 0 0,0-1 0 0 0,0 1-1 0 0,0 0 1 0 0,-1 0 0 0 0,1 0 0 0 0,-1 0-1 0 0,0 0 1 0 0,0 1 0 0 0,-1-1-1 0 0,1 0 1 0 0,-1 1 0 0 0,0-1-1 0 0,0 1 1 0 0,0 8 0 0 0,-1 0-221 0 0,0 1 0 0 0,-1 0 1 0 0,-1-1-1 0 0,-1 0 1 0 0,0 1-1 0 0,0-1 1 0 0,-1 0-1 0 0,-8 17 0 0 0,-2 2-4375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0:12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 5065 0 0,'-1'0'109'0'0,"0"0"1"0"0,-1-1-1 0 0,1 1 0 0 0,0 0 0 0 0,0 0 1 0 0,0 0-1 0 0,0 0 0 0 0,0 0 0 0 0,0 0 1 0 0,0 1-1 0 0,0-1 0 0 0,0 0 0 0 0,0 1 1 0 0,0-1-1 0 0,0 0 0 0 0,0 1 1 0 0,0-1-1 0 0,0 1 0 0 0,0 0 0 0 0,0-1 1 0 0,0 1-1 0 0,1 0 0 0 0,-1-1 0 0 0,0 1 1 0 0,0 0-1 0 0,1 0 0 0 0,-1 0 0 0 0,0-1 1 0 0,0 2-1 0 0,1 2 293 0 0,0-1 0 0 0,0 0-1 0 0,0 1 1 0 0,0-1 0 0 0,1 0 0 0 0,-1 0-1 0 0,1 1 1 0 0,2 4 0 0 0,-2-3-502 0 0,81 278 5099 0 0,-76-260-4634 0 0,37 143-345 0 0,-25-108-1951 0 0,1-2 0 0 0,34 69 0 0 0,-44-105 1931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0:13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 6449 0 0,'-2'0'321'0'0,"1"1"0"0"0,0-1-1 0 0,-1 1 1 0 0,1-1 0 0 0,0 1-1 0 0,0 0 1 0 0,-1-1 0 0 0,1 1 0 0 0,0 0-1 0 0,0 0 1 0 0,0 0 0 0 0,0 0-1 0 0,0 0 1 0 0,0 0 0 0 0,0 0-1 0 0,1 0 1 0 0,-1 0 0 0 0,0 0-1 0 0,0 0 1 0 0,1 1 0 0 0,-1-1-1 0 0,1 0 1 0 0,-1 2 0 0 0,-2 15 1092 0 0,3-17-1563 0 0,0 0 1 0 0,0-1-1 0 0,0 1 0 0 0,0 0 0 0 0,0-1 0 0 0,0 1 0 0 0,1 0 1 0 0,-1-1-1 0 0,0 1 0 0 0,0-1 0 0 0,1 1 0 0 0,-1 0 0 0 0,0-1 1 0 0,1 1-1 0 0,-1-1 0 0 0,1 1 0 0 0,-1-1 0 0 0,1 1 1 0 0,0 0-1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0:13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40 107 2761 0 0,'-14'9'686'0'0,"-11"4"1551"0"0,47-35 1337 0 0,79-37-907 0 0,-31 22-6033 0 0,-51 27-304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0:13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 2761 0 0,'-4'6'187'0'0,"0"0"1"0"0,0 0-1 0 0,0 1 1 0 0,1-1-1 0 0,0 1 1 0 0,0 0-1 0 0,0 0 1 0 0,-2 13 0 0 0,4-17-41 0 0,1 1 0 0 0,-1-1 0 0 0,1 0 1 0 0,0 1-1 0 0,0-1 0 0 0,0 0 1 0 0,0 0-1 0 0,1 1 0 0 0,-1-1 0 0 0,1 0 1 0 0,0 0-1 0 0,0 1 0 0 0,0-1 1 0 0,0 0-1 0 0,0 0 0 0 0,1 0 1 0 0,-1 0-1 0 0,1-1 0 0 0,0 1 0 0 0,0 0 1 0 0,0-1-1 0 0,4 4 0 0 0,-3-3 18 0 0,0-1-1 0 0,0 0 1 0 0,1-1-1 0 0,-1 1 1 0 0,0 0-1 0 0,1-1 1 0 0,-1 0-1 0 0,1 0 1 0 0,0 0-1 0 0,-1 0 1 0 0,1 0-1 0 0,0-1 1 0 0,-1 0-1 0 0,1 0 1 0 0,0 0-1 0 0,0 0 1 0 0,5-1-1 0 0,8-2 589 0 0,0-1-1 0 0,27-9 1 0 0,10-3 1021 0 0,-51 16-1654 0 0,-1-1 1 0 0,1 1 0 0 0,-1-1-1 0 0,1 1 1 0 0,-1 0 0 0 0,1 0-1 0 0,-1 0 1 0 0,1 0 0 0 0,-1 0-1 0 0,1 1 1 0 0,-1-1 0 0 0,1 1-1 0 0,-1 0 1 0 0,0 0 0 0 0,1 0-1 0 0,-1 0 1 0 0,0 0 0 0 0,0 0-1 0 0,3 2 1 0 0,-3-1-76 0 0,-1 0 0 0 0,1 0-1 0 0,-1 1 1 0 0,0-1 0 0 0,0 0 0 0 0,0 1-1 0 0,0-1 1 0 0,0 0 0 0 0,-1 1 0 0 0,1-1-1 0 0,-1 1 1 0 0,0-1 0 0 0,1 1 0 0 0,-1-1-1 0 0,0 1 1 0 0,-1-1 0 0 0,1 1 0 0 0,0-1-1 0 0,-2 5 1 0 0,-1 11-306 0 0,-2 0 0 0 0,-9 23 0 0 0,11-30-460 0 0,-9 20-5254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39.3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609 0 6913 0 0,'-27'59'1653'0'0,"3"1"-1"0"0,3 1 0 0 0,-15 66 0 0 0,-30 204-1410 0 0,26-112 57 0 0,-113 426 113 0 0,130-560-144 0 0,-48 167 2059 0 0,50-187-1512 0 0,-55 111 0 0 0,74-172-828 0 0,-18 31-784 0 0,19-33 686 0 0,0-1 0 0 0,0 0-1 0 0,1 1 1 0 0,-1-1 0 0 0,0 0-1 0 0,0 0 1 0 0,0 0-1 0 0,0 0 1 0 0,-1 0 0 0 0,1 0-1 0 0,0 0 1 0 0,0 0 0 0 0,-1 0-1 0 0,1-1 1 0 0,0 1 0 0 0,-1 0-1 0 0,1-1 1 0 0,-1 1 0 0 0,1-1-1 0 0,-1 1 1 0 0,-1-1 0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39.9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228 79 4609 0 0,'16'-53'1516'0'0,"2"27"7380"0"0,-9 61-7501 0 0,-4 2-974 0 0,-2 1 1 0 0,-2 0-1 0 0,-1 0 1 0 0,-2-1 0 0 0,-8 50-1 0 0,-49 184-15 0 0,50-235-357 0 0,-2-1 0 0 0,-28 65 0 0 0,34-90-138 0 0,0 0-1 0 0,-1 0 1 0 0,0-1-1 0 0,-1 1 1 0 0,0-1-1 0 0,0-1 1 0 0,-1 1-1 0 0,0-1 1 0 0,0-1-1 0 0,-1 1 1 0 0,0-1-1 0 0,-1-1 1 0 0,-16 10-1 0 0,-2-7-2298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40.4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15 128 6913 0 0,'-2'-2'41'0'0,"1"0"0"0"0,-1 0 0 0 0,1 0 0 0 0,0 0 0 0 0,0 0 0 0 0,0 0 0 0 0,0 0 0 0 0,0 0 0 0 0,0 0 0 0 0,0-1 0 0 0,1 1 0 0 0,-1 0 0 0 0,1 0 0 0 0,0-1 0 0 0,-1 1 0 0 0,1-1 0 0 0,0 1 0 0 0,0 0 0 0 0,1-1 0 0 0,-1 1 0 0 0,0 0 0 0 0,2-3 0 0 0,-1 2 198 0 0,1 0 0 0 0,0 0 0 0 0,0 0 0 0 0,0 0 0 0 0,0 0 0 0 0,0 1 0 0 0,1-1 0 0 0,-1 1 0 0 0,1 0 0 0 0,-1 0 0 0 0,1-1 0 0 0,0 2 0 0 0,5-4 0 0 0,4-1 310 0 0,1 1-1 0 0,0 0 1 0 0,0 1 0 0 0,1 0 0 0 0,-1 1-1 0 0,20-3 1 0 0,-32 6-533 0 0,22-2 122 0 0,0 0 0 0 0,36 3 0 0 0,-54-1-151 0 0,0 0 0 0 0,-1 1 1 0 0,1-1-1 0 0,0 1 0 0 0,0 0 1 0 0,-1 1-1 0 0,1-1 0 0 0,-1 1 1 0 0,1 0-1 0 0,-1 0 0 0 0,1 0 1 0 0,-1 1-1 0 0,0-1 0 0 0,0 1 1 0 0,-1 0-1 0 0,1 0 0 0 0,0 1 1 0 0,-1-1-1 0 0,4 6 0 0 0,-6-7 8 0 0,0 0-1 0 0,0 0 1 0 0,0 1-1 0 0,-1-1 1 0 0,1 0-1 0 0,-1 1 1 0 0,1-1-1 0 0,-1 1 1 0 0,0-1-1 0 0,0 0 1 0 0,0 1-1 0 0,0-1 1 0 0,-1 1 0 0 0,1-1-1 0 0,-1 0 1 0 0,1 1-1 0 0,-1-1 1 0 0,0 0-1 0 0,0 1 1 0 0,0-1-1 0 0,0 0 1 0 0,0 0-1 0 0,0 0 1 0 0,-1 0-1 0 0,1 0 1 0 0,-1 0-1 0 0,-2 2 1 0 0,-7 7 99 0 0,1 0 0 0 0,-2-1 1 0 0,-15 11-1 0 0,16-13 70 0 0,-23 19 308 0 0,-1-2 1 0 0,-70 39-1 0 0,93-60-1774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32.8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64 10138 0 0,'-2'-29'1516'0'0,"2"25"-1279"0"0,1 0 0 0 0,-2 0 0 0 0,1 1 0 0 0,0-1 0 0 0,-1 0 0 0 0,0 0 0 0 0,-1-3 0 0 0,-3 40 1331 0 0,25 605 1039 0 0,-5-403-2344 0 0,70 728 373 0 0,-63-753-455 0 0,-6-73 67 0 0,-3-38-1066 0 0,0 167 0 0 0,-12-226-3998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33.5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124 517 4145 0 0,'-33'0'2284'0'0,"-57"7"1"0"0,139 7 518 0 0,-9-11-2416 0 0,0-2 1 0 0,0-2-1 0 0,47-6 1 0 0,119-28 446 0 0,11-2 610 0 0,863-135-336 0 0,-763 114-873 0 0,772-72 1917 0 0,124 86-1350 0 0,-205 12-786 0 0,-942 29 7 0 0,490-20 771 0 0,-1 33-144 0 0,-421 4-3178 0 0,-90-7 535 0 0,1-2 0 0 0,-1-2 0 0 0,1-2-1 0 0,72-8 1 0 0,-94 3-821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34.3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56 5529 0 0,'16'-2'624'0'0,"1"1"0"0"0,-1 0 0 0 0,28 3 0 0 0,-4 0 185 0 0,-23-2-408 0 0,503-8 5591 0 0,112-12-3863 0 0,-506 21-2203 0 0,213-8-396 0 0,-104-5-1459 0 0,-85 5-1398 0 0,-112 5-963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34.7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 7370 0 0,'0'0'58'0'0,"0"0"0"0"0,-1 0 0 0 0,1 0 0 0 0,0 0 0 0 0,0 0 0 0 0,0 0 0 0 0,0 0 0 0 0,0 0 0 0 0,-1 0 0 0 0,1-1 0 0 0,0 1 0 0 0,0 0 0 0 0,0 0 0 0 0,0 0 0 0 0,-1 0 0 0 0,1 0 0 0 0,0 0 0 0 0,0 0 0 0 0,0 0 0 0 0,0 0 0 0 0,-1 1 0 0 0,1-1 0 0 0,0 0 0 0 0,0 0 0 0 0,-2 1 639 0 0,2-1-639 0 0,0 0 0 0 0,0 0 0 0 0,0 0 0 0 0,0 1 0 0 0,0-1 0 0 0,-1 11 1127 0 0,6 17 233 0 0,-4-25-793 0 0,14 54 1820 0 0,34 84 0 0 0,1-1-1997 0 0,-19-37-329 0 0,155 628-48 0 0,-157-548-189 0 0,72 357-16 0 0,-35-172 234 0 0,-31-143-506 0 0,-19-151-551 0 0,-4-25-3572 0 0,-3-12-886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35.7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9457 4 6449 0 0,'-2'-1'152'0'0,"0"0"-1"0"0,0 1 0 0 0,0-1 0 0 0,0 1 0 0 0,0 0 1 0 0,0 0-1 0 0,0-1 0 0 0,0 1 0 0 0,0 0 0 0 0,0 1 1 0 0,-3 0-1 0 0,-4-1 202 0 0,-73 0 2135 0 0,-127 16 1 0 0,-17 1-1296 0 0,-229 1-87 0 0,165-4-804 0 0,-103 8-294 0 0,155-7-24 0 0,-1061 32-161 0 0,-2-31-127 0 0,-111-11-1367 0 0,754-21 586 0 0,-15 1 1453 0 0,212 5 301 0 0,-120 4-245 0 0,350 22 1357 0 0,-285 56 0 0 0,368-50-377 0 0,-18 3-137 0 0,92-6-1732 0 0,66-18-174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43.5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15 114 6449 0 0,'-14'-77'1756'0'0,"14"40"6341"0"0,14 85-7331 0 0,-2 1-1 0 0,6 56 1 0 0,-5-31-516 0 0,-5-29-181 0 0,71 454 385 0 0,-79-492-454 0 0,1-1 0 0 0,-1 1 0 0 0,0-1 0 0 0,0 1 0 0 0,-3 10 0 0 0,6-18 34 0 0,0 0 1 0 0,0-1-1 0 0,0 1 1 0 0,0-1-1 0 0,0 1 0 0 0,0-1 1 0 0,3-3-1 0 0,22-18-114 0 0,1 2 1 0 0,1 1-1 0 0,0 1 1 0 0,1 2-1 0 0,55-22 0 0 0,113-23-116 0 0,-113 41-5366 0 0,-62 16-207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44.1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315 247 1840 0 0,'-141'45'2841'0'0,"-32"12"1030"0"0,188-54-2902 0 0,0-1 0 0 0,30 1-1 0 0,46-7-18 0 0,113-21 0 0 0,30-1 162 0 0,28 9 41 0 0,183-8 293 0 0,375-58 121 0 0,-237 16-1247 0 0,162 25-128 0 0,-572 38-191 0 0,463-20 62 0 0,-568 22-142 0 0,36-4-749 0 0,-91 4 45 0 0,-1 0 0 0 0,1 0 1 0 0,-1-2-1 0 0,0 1 0 0 0,21-10 0 0 0,-24 8-2727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44.5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55 1840 0 0,'-6'-4'600'0'0,"-43"-30"4306"0"0,15 18 1174 0 0,59 23-1514 0 0,43 17-3686 0 0,-46-15-820 0 0,20 10 281 0 0,44 25 0 0 0,-75-38-294 0 0,-1 1 0 0 0,0 0 0 0 0,0 1 0 0 0,0 0 0 0 0,-1 0 0 0 0,0 1 0 0 0,-1 0 0 0 0,0 1 0 0 0,8 12 0 0 0,-15-20-51 0 0,0 1 1 0 0,0-1-1 0 0,0 0 0 0 0,0 1 0 0 0,0-1 0 0 0,-1 1 0 0 0,1-1 1 0 0,-1 1-1 0 0,0 0 0 0 0,1-1 0 0 0,-1 1 0 0 0,0-1 0 0 0,-1 1 0 0 0,1-1 1 0 0,0 1-1 0 0,-1 0 0 0 0,0-1 0 0 0,1 1 0 0 0,-1-1 0 0 0,0 0 1 0 0,0 1-1 0 0,0-1 0 0 0,-1 0 0 0 0,1 0 0 0 0,-1 1 0 0 0,1-1 1 0 0,-1 0-1 0 0,1 0 0 0 0,-1-1 0 0 0,0 1 0 0 0,-3 2 0 0 0,-8 7-98 0 0,0-2-1 0 0,0 1 1 0 0,-28 13 0 0 0,33-19 34 0 0,-26 14-628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45.4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2947 67 6913 0 0,'28'-8'1245'0'0,"50"-21"0"0"0,-78 29-1214 0 0,1 0 0 0 0,0-1 1 0 0,-1 1-1 0 0,1 0 0 0 0,0 0 0 0 0,-1-1 0 0 0,1 1 0 0 0,0 0 0 0 0,-1-1 0 0 0,1 1 0 0 0,-1 0 0 0 0,1-1 0 0 0,-1 1 0 0 0,1-1 0 0 0,-1 1 0 0 0,1-1 0 0 0,-1 1 0 0 0,0-1 0 0 0,1 1 1 0 0,-1-1-1 0 0,1 1 0 0 0,-1-1 0 0 0,0 0 0 0 0,0 1 0 0 0,1-1 0 0 0,-1 0 0 0 0,0 0 37 0 0,-1 0 1 0 0,1 1 0 0 0,-1-1-1 0 0,1 0 1 0 0,-1 1-1 0 0,1-1 1 0 0,-1 1-1 0 0,1-1 1 0 0,-1 1-1 0 0,1-1 1 0 0,-1 1-1 0 0,0-1 1 0 0,1 1-1 0 0,-1 0 1 0 0,0-1-1 0 0,1 1 1 0 0,-1 0-1 0 0,-1-1 1 0 0,-38-7 1554 0 0,-639 37 3759 0 0,261-1-4804 0 0,-154 6 578 0 0,43-13-771 0 0,460-18-385 0 0,0 4 0 0 0,0 3 0 0 0,1 3 0 0 0,-105 34 0 0 0,135-36-186 0 0,0-2-1 0 0,-1-2 1 0 0,1-1-1 0 0,-2-2 1 0 0,1-2-1 0 0,-57-4 1 0 0,91 2 12 0 0,-17-2-370 0 0,10-2-3120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45.7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157 1 5065 0 0,'13'10'3179'0'0,"-13"-6"-2908"0"0,1 0 0 0 0,-2-1 0 0 0,1 1-1 0 0,0-1 1 0 0,-1 1 0 0 0,1 0-1 0 0,-1-1 1 0 0,0 1 0 0 0,0-1-1 0 0,-1 0 1 0 0,-2 7 0 0 0,-25 40 850 0 0,17-32-647 0 0,-8 16-389 0 0,-4 4 761 0 0,-23 53-1 0 0,42-80-402 0 0,0 1 0 0 0,1-1-1 0 0,1 1 1 0 0,0 0 0 0 0,0-1 0 0 0,1 1 0 0 0,1 1-1 0 0,0-1 1 0 0,1 22 0 0 0,0-32-371 0 0,1 1 0 0 0,-1 0 0 0 0,1 0 0 0 0,0-1-1 0 0,0 1 1 0 0,0 0 0 0 0,0-1 0 0 0,0 1 0 0 0,1-1 0 0 0,-1 1 0 0 0,1-1-1 0 0,0 0 1 0 0,0 0 0 0 0,-1 1 0 0 0,1-1 0 0 0,0 0 0 0 0,1-1 0 0 0,-1 1 0 0 0,0 0-1 0 0,1-1 1 0 0,-1 1 0 0 0,1-1 0 0 0,-1 0 0 0 0,6 2 0 0 0,-1-1-219 0 0,0 0 1 0 0,0 0-1 0 0,0-1 0 0 0,0 0 1 0 0,0-1-1 0 0,0 0 1 0 0,0 0-1 0 0,0 0 0 0 0,8-2 1 0 0,15-4-6842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47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 3225 0 0,'3'-1'1481'0'0,"46"-1"2058"0"0,-45 1-3455 0 0,0 1 0 0 0,-1 0-1 0 0,1 1 1 0 0,0-1 0 0 0,-1 1 0 0 0,1-1 0 0 0,-1 1-1 0 0,1 0 1 0 0,-1 0 0 0 0,1 1 0 0 0,-1-1-1 0 0,0 1 1 0 0,4 2 0 0 0,-6-4-87 0 0,-1 0-1 0 0,0 0 1 0 0,0 0 0 0 0,0 1-1 0 0,0-1 1 0 0,1 0 0 0 0,-1 0-1 0 0,0 0 1 0 0,0 0 0 0 0,0 1-1 0 0,0-1 1 0 0,0 0-1 0 0,0 0 1 0 0,0 0 0 0 0,0 1-1 0 0,0-1 1 0 0,1 0 0 0 0,-1 0-1 0 0,0 1 1 0 0,0-1 0 0 0,0 0-1 0 0,0 0 1 0 0,0 0 0 0 0,0 1-1 0 0,0-1 1 0 0,0 0 0 0 0,-1 0-1 0 0,1 0 1 0 0,0 1 0 0 0,0-1-1 0 0,0 0 1 0 0,0 0 0 0 0,0 0-1 0 0,0 1 1 0 0,0-1-1 0 0,0 0 1 0 0,0 0 0 0 0,-1 0-1 0 0,1 0 1 0 0,0 1 0 0 0,0-1-1 0 0,0 0 1 0 0,-1 0 0 0 0,-11 6-941 0 0,-6-3-1100 0 0,11-2-662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48.1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 5305 0 0,'7'-3'472'0'0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49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460 347 1376 0 0,'13'-18'1034'0'0,"1"0"-1"0"0,28-29 1 0 0,13-15 3738 0 0,-55 61-4777 0 0,1 1 1 0 0,-1 0 0 0 0,0 0 0 0 0,0 0 0 0 0,0 0-1 0 0,0 0 1 0 0,0 0 0 0 0,0 0 0 0 0,1 0-1 0 0,-1-1 1 0 0,0 1 0 0 0,0 0 0 0 0,0 0 0 0 0,0 0-1 0 0,0 0 1 0 0,0 0 0 0 0,0-1 0 0 0,0 1-1 0 0,0 0 1 0 0,0 0 0 0 0,0 0 0 0 0,0 0 0 0 0,0 0-1 0 0,0-1 1 0 0,0 1 0 0 0,0 0 0 0 0,0 0-1 0 0,0 0 1 0 0,0 0 0 0 0,0-1 0 0 0,0 1-1 0 0,0 0 1 0 0,0 0 0 0 0,0 0 0 0 0,0 0 0 0 0,0 0-1 0 0,0-1 1 0 0,0 1 0 0 0,0 0 0 0 0,0 0-1 0 0,-1 0 1 0 0,1 0 0 0 0,0 0 0 0 0,0 0 0 0 0,0 0-1 0 0,0-1 1 0 0,0 1 0 0 0,0 0 0 0 0,-1 0-1 0 0,1 0 1 0 0,0 0 0 0 0,0 0 0 0 0,0 0 0 0 0,0 0-1 0 0,0 0 1 0 0,-1 0 0 0 0,1 0 0 0 0,0 0-1 0 0,0 0 1 0 0,0 0 0 0 0,0 0 0 0 0,0 0 0 0 0,-1 0-1 0 0,1 0 1 0 0,0 0 0 0 0,0 0 0 0 0,0 0-1 0 0,0 0 1 0 0,-1 0 0 0 0,-10 7 650 0 0,21-29-4641 0 0,-3 4 4991 0 0,-1-1 0 0 0,6-26 0 0 0,9-28 2609 0 0,-8 49-286 0 0,-20 38-2544 0 0,-59 108 535 0 0,-32 51-994 0 0,-196 270-521 0 0,244-369 198 0 0,23-36 27 0 0,2 0-1 0 0,-32 65 1 0 0,46-73-342 0 0,11-29 289 0 0,-1 0 0 0 0,0 0 1 0 0,1 1-1 0 0,0-1 0 0 0,-1 0 0 0 0,1 0 1 0 0,0 1-1 0 0,-1-1 0 0 0,1 0 1 0 0,0 1-1 0 0,0-1 0 0 0,0 0 1 0 0,0 0-1 0 0,0 1 0 0 0,1-1 0 0 0,-1 0 1 0 0,0 1-1 0 0,0-1 0 0 0,2 2 1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49.6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0 2761 0 0,'-1'1'203'0'0,"0"-1"1"0"0,1 0-1 0 0,-1 1 1 0 0,0-1-1 0 0,1 1 1 0 0,-1-1 0 0 0,1 1-1 0 0,-1 0 1 0 0,1-1-1 0 0,-1 1 1 0 0,1-1-1 0 0,0 1 1 0 0,-1 0 0 0 0,1-1-1 0 0,0 1 1 0 0,-1 0-1 0 0,1 0 1 0 0,0-1-1 0 0,0 1 1 0 0,0 0-1 0 0,0 0 1 0 0,0-1 0 0 0,0 1-1 0 0,0 0 1 0 0,0 0-1 0 0,0-1 1 0 0,0 2-1 0 0,4 28 2222 0 0,-2-19-1980 0 0,0 7 162 0 0,1 0-1 0 0,1 0 0 0 0,1 0 0 0 0,1 0 1 0 0,0-1-1 0 0,12 23 0 0 0,-15-34-436 0 0,1-1 0 0 0,0 1 0 0 0,0-1 0 0 0,0 0 1 0 0,0 0-1 0 0,1 0 0 0 0,-1-1 0 0 0,1 1 0 0 0,0-1 0 0 0,1 0 0 0 0,-1-1 0 0 0,1 0 0 0 0,0 1 0 0 0,0-2 0 0 0,0 1 1 0 0,0-1-1 0 0,0 0 0 0 0,0 0 0 0 0,1 0 0 0 0,-1-1 0 0 0,11 1 0 0 0,-8-3-88 0 0,-1 1-1 0 0,1-2 1 0 0,-1 1-1 0 0,1-1 1 0 0,-1 0-1 0 0,0-1 1 0 0,1 0-1 0 0,-1 0 1 0 0,-1-1 0 0 0,1 0-1 0 0,0 0 1 0 0,-1-1-1 0 0,9-8 1 0 0,9-5-472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50.2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106 131 4609 0 0,'14'-131'10766'0'0,"-8"173"-9707"0"0,-9 83-137 0 0,-37 240-1 0 0,4-78-202 0 0,32-245-805 0 0,1 5-360 0 0,-2-1 0 0 0,-16 70 0 0 0,21-116 331 0 0,0 0 0 0 0,0 1 0 0 0,-1-1 0 0 0,1 1 0 0 0,0-1 0 0 0,0 0 0 0 0,0 1 0 0 0,0-1 0 0 0,-1 1 0 0 0,1-1 0 0 0,0 0 0 0 0,0 1 0 0 0,-1-1 0 0 0,1 0 0 0 0,0 0 0 0 0,-1 1 0 0 0,1-1 0 0 0,0 0 0 0 0,-1 0 0 0 0,1 1 0 0 0,0-1 0 0 0,-1 0 0 0 0,1 0 0 0 0,0 0 0 0 0,-1 1 0 0 0,1-1 0 0 0,-1 0 0 0 0,1 0 1 0 0,0 0-1 0 0,-1 0 0 0 0,1 0 0 0 0,-2 0 0 0 0,-1-2-1052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50.5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33 178 2705 0 0,'-25'-79'1122'0'0,"23"72"-483"0"0,0-1 1 0 0,1 0 0 0 0,0 0 0 0 0,0 1 0 0 0,1-1-1 0 0,0 0 1 0 0,0 0 0 0 0,2-10 0 0 0,-1 17-484 0 0,-1 0 1 0 0,0 0-1 0 0,0 0 0 0 0,1 0 1 0 0,-1 1-1 0 0,1-1 1 0 0,-1 0-1 0 0,1 0 1 0 0,-1 0-1 0 0,1 1 0 0 0,-1-1 1 0 0,1 0-1 0 0,0 0 1 0 0,-1 1-1 0 0,1-1 1 0 0,0 0-1 0 0,-1 1 0 0 0,1-1 1 0 0,0 1-1 0 0,0-1 1 0 0,0 1-1 0 0,0 0 1 0 0,0-1-1 0 0,-1 1 1 0 0,1 0-1 0 0,2-1 0 0 0,0 1 76 0 0,0 0 0 0 0,0 0 0 0 0,0 0 0 0 0,0 0 0 0 0,0 1 0 0 0,0-1 0 0 0,-1 1 0 0 0,1 0 0 0 0,3 1 0 0 0,4 2 181 0 0,0 0-1 0 0,-1 1 1 0 0,0 1-1 0 0,10 6 1 0 0,5 7 62 0 0,-1 2 1 0 0,0 1-1 0 0,23 30 1 0 0,55 80-75 0 0,-27-32-261 0 0,52 62-1947 0 0,-124-160 1420 0 0,0 0-1 0 0,0 0 1 0 0,0 0 0 0 0,0 0 0 0 0,0 0 0 0 0,0-1 0 0 0,0 1-1 0 0,1 0 1 0 0,-1-1 0 0 0,0 0 0 0 0,1 0 0 0 0,2 2 0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50.7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6 112 4033 0 0,'0'0'21'0'0,"0"0"0"0"0,0 0-1 0 0,-1 0 1 0 0,1 0 0 0 0,0 0 0 0 0,0 0 0 0 0,-1 0-1 0 0,1 0 1 0 0,0 0 0 0 0,0 0 0 0 0,0 0 0 0 0,-1 0 0 0 0,1 0-1 0 0,0 0 1 0 0,0 0 0 0 0,0-1 0 0 0,-1 1 0 0 0,1 0 0 0 0,0 0-1 0 0,0 0 1 0 0,0 0 0 0 0,0 0 0 0 0,-1-1 0 0 0,1 1-1 0 0,0 0 1 0 0,0 0 0 0 0,0 0 0 0 0,0 0 0 0 0,0-1 0 0 0,0 1-1 0 0,-1 0 1 0 0,1 0 0 0 0,0 0 0 0 0,0-1 0 0 0,0 1-1 0 0,0 0 1 0 0,0 0 0 0 0,0-1 0 0 0,0 1 0 0 0,0 0 0 0 0,0 0-1 0 0,0 0 1 0 0,0-1 0 0 0,0 1 0 0 0,0 0 0 0 0,0 0 0 0 0,0 0-1 0 0,0-1 1 0 0,1 1 0 0 0,-1 0 0 0 0,0-1 0 0 0,14-12 1999 0 0,30-14 1801 0 0,-37 23-3457 0 0,92-48 1646 0 0,-79 44-6731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52.7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29 117 6913 0 0,'-1'-16'1406'0'0,"-2"0"-1"0"0,1 1 1 0 0,-2-1-1 0 0,0 0 1 0 0,-10-22-1 0 0,20 73 2271 0 0,-3-10-3389 0 0,86 561 979 0 0,-83-513-1223 0 0,15 317-9 0 0,-21-381-65 0 0,-3 56-195 0 0,2-62 59 0 0,1 0 0 0 0,0 0 0 0 0,-1 0 0 0 0,0 0 0 0 0,0-1 0 0 0,1 1 0 0 0,-2 0 0 0 0,1 0 0 0 0,0-1 0 0 0,-1 1 0 0 0,1 0-1 0 0,-1-1 1 0 0,1 1 0 0 0,-1-1 0 0 0,0 0 0 0 0,0 0 0 0 0,-1 0 0 0 0,-1 2 0 0 0,-14-1-3020 0 0,9-4 1556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53.1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92 5065 0 0,'-5'-4'192'0'0,"3"3"-260"0"0,0 0 1 0 0,0 0 0 0 0,1 0 0 0 0,-1-1 0 0 0,1 1 0 0 0,-1 0 0 0 0,1-1-1 0 0,0 1 1 0 0,-1-1 0 0 0,1 0 0 0 0,-1-1 0 0 0,2 2 103 0 0,0 0-1 0 0,1 0 1 0 0,-1 0 0 0 0,0 0 0 0 0,0 0 0 0 0,1 0-1 0 0,-1 1 1 0 0,1-1 0 0 0,-1 0 0 0 0,1 0 0 0 0,-1 0-1 0 0,1 0 1 0 0,-1 1 0 0 0,1-1 0 0 0,0 0 0 0 0,-1 1 0 0 0,1-1-1 0 0,0 0 1 0 0,-1 1 0 0 0,1-1 0 0 0,0 1 0 0 0,0-1-1 0 0,0 1 1 0 0,0 0 0 0 0,0-1 0 0 0,-1 1 0 0 0,1 0-1 0 0,2-1 1 0 0,16-8 697 0 0,1 1 0 0 0,0 1 0 0 0,0 1 1 0 0,1 0-1 0 0,-1 2 0 0 0,26-3 0 0 0,-31 6-428 0 0,-1 0 0 0 0,0 1 0 0 0,1 0 0 0 0,-1 1 1 0 0,0 1-1 0 0,0 0 0 0 0,0 1 0 0 0,0 0 0 0 0,0 1 0 0 0,15 7 1 0 0,-26-9-286 0 0,0-1 0 0 0,0 1-1 0 0,0-1 1 0 0,0 1 0 0 0,-1 0 0 0 0,1 0 0 0 0,-1 1 0 0 0,1-1 0 0 0,-1 1 0 0 0,0-1 0 0 0,1 1 0 0 0,-1-1 0 0 0,-1 1 0 0 0,1 0 0 0 0,0 0 0 0 0,-1 0-1 0 0,1 0 1 0 0,-1 0 0 0 0,1 4 0 0 0,-1-1-64 0 0,0 0 0 0 0,-1-1-1 0 0,1 1 1 0 0,-1 0 0 0 0,-1 0-1 0 0,1-1 1 0 0,-1 1 0 0 0,0 0-1 0 0,0-1 1 0 0,-3 9-1 0 0,-4 6-238 0 0,-1 0 0 0 0,-1 0 0 0 0,0 0-1 0 0,-23 29 1 0 0,-19 19 917 0 0,30-42 1267 0 0,-36 57 0 0 0,58-82-1832 0 0,0-1 0 0 0,-1 1 1 0 0,1-1-1 0 0,0 1 1 0 0,0 0-1 0 0,-1-1 0 0 0,1 1 1 0 0,0-1-1 0 0,0 1 1 0 0,0-1-1 0 0,-1 1 0 0 0,1 0 1 0 0,0-1-1 0 0,0 1 0 0 0,0 0 1 0 0,0-1-1 0 0,0 1 1 0 0,0-1-1 0 0,0 1 0 0 0,1 0 1 0 0,-1-1-1 0 0,0 1 1 0 0,0-1-1 0 0,0 1 0 0 0,1-1 1 0 0,-1 1-1 0 0,0 0 0 0 0,0-1 1 0 0,1 1-1 0 0,18 7 1111 0 0,28-9-208 0 0,-45 1-902 0 0,27-5 378 0 0,37-9 1 0 0,-18 3-1784 0 0,1 4-4104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53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47 10594 0 0,'7'-5'150'0'0,"0"1"0"0"0,0 1-1 0 0,0-1 1 0 0,1 1 0 0 0,-1 0-1 0 0,1 1 1 0 0,-1 0 0 0 0,1 0-1 0 0,13-1 1 0 0,5-2 887 0 0,-14 2-805 0 0,-1 1 0 0 0,1 0 0 0 0,-1 0 1 0 0,22 1-1 0 0,-30 1-440 0 0,1 0 1 0 0,-1 0-1 0 0,1 1 1 0 0,0 0-1 0 0,-1 0 1 0 0,1 0-1 0 0,-1 0 0 0 0,1 0 1 0 0,-1 1-1 0 0,0-1 1 0 0,0 1-1 0 0,1 0 1 0 0,-1 0-1 0 0,-1 0 1 0 0,1 1-1 0 0,0-1 1 0 0,0 1-1 0 0,-1-1 1 0 0,3 4-1 0 0,-1 2 176 0 0,-4-1 32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53.6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59 5529 0 0,'2'-2'659'0'0,"1"0"-1"0"0,-1 0 1 0 0,1 0-1 0 0,0 1 1 0 0,0-1-1 0 0,0 1 1 0 0,0 0 0 0 0,0 0-1 0 0,5-2 1 0 0,69-15 2043 0 0,-10 2-4903 0 0,-45 9 1219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59.3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154 18 6449 0 0,'4'-17'929'0'0,"-4"17"-824"0"0,0 0-1 0 0,1 0 0 0 0,-1 0 1 0 0,0 0-1 0 0,0 0 1 0 0,1-1-1 0 0,-1 1 1 0 0,0 0-1 0 0,1 0 0 0 0,-1 0 1 0 0,0 0-1 0 0,0 0 1 0 0,1 0-1 0 0,-1 0 1 0 0,0 0-1 0 0,1 0 0 0 0,-1 0 1 0 0,0 0-1 0 0,1 0 1 0 0,-1 0-1 0 0,0 1 1 0 0,0-1-1 0 0,1 0 1 0 0,-1 0-1 0 0,0 0 0 0 0,0 0 1 0 0,1 1 313 0 0,0-1-314 0 0,1 2 284 0 0,-1 0 1 0 0,1-1-1 0 0,-1 1 1 0 0,1 0-1 0 0,-1 0 0 0 0,1 0 1 0 0,-1 0-1 0 0,0 0 0 0 0,0 0 1 0 0,0 0-1 0 0,1 4 1 0 0,1 11 276 0 0,0 0 1 0 0,-1 1-1 0 0,0 0 1 0 0,-2 27-1 0 0,-11 73 352 0 0,10-103-891 0 0,-36 208 207 0 0,28-189-401 0 0,-1-1 0 0 0,-1 0 0 0 0,-2-1 0 0 0,-25 47 0 0 0,36-75-122 0 0,-1 1-1 0 0,0-1 1 0 0,0 0-1 0 0,0 0 1 0 0,-1-1 0 0 0,-4 5-1 0 0,7-7-16 0 0,0 0-1 0 0,0 0 0 0 0,-1 0 1 0 0,1-1-1 0 0,0 1 1 0 0,0 0-1 0 0,-1-1 1 0 0,1 1-1 0 0,-1 0 1 0 0,1-1-1 0 0,0 0 1 0 0,-1 1-1 0 0,1-1 0 0 0,-1 0 1 0 0,1 0-1 0 0,-1 1 1 0 0,1-1-1 0 0,-1-1 1 0 0,1 1-1 0 0,-1 0 1 0 0,1 0-1 0 0,-1 0 0 0 0,1-1 1 0 0,-1 1-1 0 0,0-1 1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4:59.5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0 231 3225 0 0,'16'-28'720'0'0,"0"0"1"0"0,2 2 0 0 0,1 0 0 0 0,26-28 0 0 0,-39 48-403 0 0,0 0 0 0 0,0 0 1 0 0,1 0-1 0 0,0 1 0 0 0,0 0 1 0 0,0 0-1 0 0,1 1 0 0 0,0 0 1 0 0,0 0-1 0 0,0 1 0 0 0,0 0 1 0 0,0 0-1 0 0,1 1 0 0 0,-1 0 1 0 0,1 0-1 0 0,-1 1 0 0 0,1 0 1 0 0,0 1-1 0 0,0 0 0 0 0,12 1 1 0 0,-17 0-254 0 0,1 0 0 0 0,-1-1 0 0 0,0 1 0 0 0,1 1 0 0 0,-1-1 0 0 0,0 1 0 0 0,0 0 0 0 0,0 0 0 0 0,0 0 0 0 0,0 0 0 0 0,-1 1 0 0 0,1-1 0 0 0,-1 1 0 0 0,1 0 0 0 0,-1 0 1 0 0,0 0-1 0 0,0 1 0 0 0,0-1 0 0 0,-1 1 0 0 0,1-1 0 0 0,-1 1 0 0 0,0 0 0 0 0,0 0 0 0 0,0 0 0 0 0,1 6 0 0 0,-1-3-159 0 0,-1 1 0 0 0,0-1 0 0 0,0 0-1 0 0,-1 1 1 0 0,0-1 0 0 0,-1 0 0 0 0,1 0 0 0 0,-1 1-1 0 0,0-1 1 0 0,-1 0 0 0 0,0 0 0 0 0,0 0 0 0 0,-1 0-1 0 0,-5 11 1 0 0,2-6-5 0 0,0 0 0 0 0,-1-1 0 0 0,-1 1 0 0 0,0-1 0 0 0,0-1 0 0 0,-1 0 0 0 0,-1 0 0 0 0,1-1-1 0 0,-1 0 1 0 0,-1 0 0 0 0,0-1 0 0 0,0-1 0 0 0,-1 1 0 0 0,1-2 0 0 0,-2 0 0 0 0,1 0 0 0 0,-1-2 0 0 0,1 1 0 0 0,-21 3 0 0 0,14-6-4142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5:00.1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49 3681 0 0,'-5'-11'346'0'0,"-6"-26"11266"0"0,25 50-8335 0 0,-7 8-3084 0 0,-1-1 0 0 0,-1 1 0 0 0,-1 0-1 0 0,0 0 1 0 0,0 35 0 0 0,1 3-6 0 0,-3-42-181 0 0,30 184 52 0 0,-27-177-54 0 0,2 0-1 0 0,1 0 1 0 0,1-1-1 0 0,1 0 0 0 0,1-1 1 0 0,16 25-1 0 0,-26-45 0 0 0,0 0 0 0 0,0-1 0 0 0,0 1 0 0 0,0-1 0 0 0,0 1 0 0 0,1-1 0 0 0,-1 1 0 0 0,0-1 0 0 0,1 0 0 0 0,-1 0 0 0 0,1 0 0 0 0,-1 0 0 0 0,1 0 0 0 0,0 0 0 0 0,-1 0 0 0 0,1 0 0 0 0,0 0-1 0 0,0-1 1 0 0,0 1 0 0 0,-1-1 0 0 0,1 0 0 0 0,0 1 0 0 0,0-1 0 0 0,0 0 0 0 0,0 0 0 0 0,0 0 0 0 0,2-1 0 0 0,3-1 12 0 0,-1 0 0 0 0,0 0 0 0 0,0-1 0 0 0,0 0 0 0 0,-1 0 0 0 0,10-7 0 0 0,-4 2-11 0 0,9-4-254 0 0,2 0-1 0 0,0 1 1 0 0,0 1-1 0 0,1 2 0 0 0,34-10 1 0 0,123-13-3154 0 0,-162 28-2355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5:00.6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45 197 7602 0 0,'-3'-1'377'0'0,"0"0"0"0"0,0 0 0 0 0,0 0 0 0 0,0 0 0 0 0,0 1 0 0 0,0-1 0 0 0,0 1 0 0 0,0 0 0 0 0,0-1 0 0 0,0 2 0 0 0,-9-1 2183 0 0,25-3-1478 0 0,-11 3-1070 0 0,326-60 3261 0 0,82-18-2315 0 0,-203 43-1889 0 0,-118 23-5132 0 0,-68 10 609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5:01.0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144 0 8930 0 0,'-2'3'7526'0'0,"2"1"-6469"0"0,-3 34 70 0 0,-1-1 0 0 0,-14 54 0 0 0,6-30-528 0 0,-70 446-535 0 0,72-452-2717 0 0,6-40 260 0 0,1 0-1 0 0,-2 32 1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5:01.3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31 920 0 0,'1'-4'-342'0'0,"-1"3"632"0"0,0 0 1 0 0,1 0 0 0 0,-1 0 0 0 0,0 0 0 0 0,1 0 0 0 0,-1 0 0 0 0,1 0-1 0 0,-1 0 1 0 0,1 0 0 0 0,-1 0 0 0 0,1 0 0 0 0,0 0 0 0 0,-1 0 0 0 0,1 0-1 0 0,0 1 1 0 0,0-1 0 0 0,0 0 0 0 0,0 0 0 0 0,-1 1 0 0 0,1-1 0 0 0,0 1-1 0 0,0-1 1 0 0,0 1 0 0 0,1-1 0 0 0,-1 1 0 0 0,0 0 0 0 0,0-1 0 0 0,0 1-1 0 0,2 0 1 0 0,4-2 334 0 0,1 1 0 0 0,-1 0 0 0 0,1 0 0 0 0,-1 1 0 0 0,1 0 0 0 0,-1 1-1 0 0,1-1 1 0 0,-1 2 0 0 0,0-1 0 0 0,10 3 0 0 0,-6 0-125 0 0,0 0 1 0 0,-1 1-1 0 0,0 0 0 0 0,0 1 0 0 0,0 0 1 0 0,9 8-1 0 0,9 11-56 0 0,-1 1-1 0 0,-1 1 1 0 0,27 37 0 0 0,-18-22-101 0 0,-25-30-740 0 0,56 68 969 0 0,-27-24-8297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5:01.5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1 122 3681 0 0,'4'-7'6049'0'0,"-3"7"-5931"0"0,23-13 2337 0 0,29-10-315 0 0,86-27 947 0 0,-43 26-4448 0 0,-62 19-4454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5:34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174 267 3225 0 0,'-18'-40'1447'0'0,"-1"0"0"0"0,-2 1 0 0 0,-1 2 0 0 0,-51-66 0 0 0,72 102-1319 0 0,1 1 0 0 0,0-1 1 0 0,-1 1-1 0 0,1-1 0 0 0,-1 1 1 0 0,1-1-1 0 0,0 1 1 0 0,-1 0-1 0 0,1-1 0 0 0,-1 1 1 0 0,0 0-1 0 0,1-1 1 0 0,-1 1-1 0 0,1 0 0 0 0,-1 0 1 0 0,1-1-1 0 0,-1 1 1 0 0,0 0-1 0 0,1 0 0 0 0,-1 0 1 0 0,1 0-1 0 0,-2 0 0 0 0,-4 10 1701 0 0,5 27-329 0 0,1-28-1293 0 0,30 1395 2089 0 0,27-744-1740 0 0,26-2 438 0 0,-72-572-769 0 0,57 846 1369 0 0,-63-811-1479 0 0,-1-66-75 0 0,-2-1-1 0 0,-9 87 0 0 0,0-114-3123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5:35.0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129 348 3681 0 0,'-59'17'1478'0'0,"46"-14"116"0"0,-1 0-1 0 0,1 2 1 0 0,-17 6-1 0 0,32-10-1371 0 0,-1 1-1 0 0,1-1 1 0 0,0 0-1 0 0,-1 0 1 0 0,1 0-1 0 0,0 0 1 0 0,0 0-1 0 0,0-1 0 0 0,0 1 1 0 0,0-1-1 0 0,0 1 1 0 0,3 0-1 0 0,23 2-79 0 0,0-1-1 0 0,0-1 1 0 0,32-4-1 0 0,85-14 326 0 0,-123 14-405 0 0,375-75 915 0 0,-161 27-600 0 0,670-69 971 0 0,-320 91-1232 0 0,132-9-5 0 0,-692 36-113 0 0,432-31-389 0 0,2 29-208 0 0,-457 4 594 0 0,9 1-650 0 0,-1 0 0 0 0,1 0 0 0 0,0-2 0 0 0,-1 1 0 0 0,1-2 0 0 0,0 1 0 0 0,-1-2 0 0 0,1 1 0 0 0,16-7 0 0 0,-13-3-1328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5:35.9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170 3838 1840 0 0,'-36'35'2369'0'0,"-45"32"0"0"0,28-29 2830 0 0,62-45-4426 0 0,-1 0 1 0 0,0 0-1 0 0,11-12 0 0 0,46-64-652 0 0,-37 47 285 0 0,67-92 132 0 0,147-259 1 0 0,344-659 525 0 0,-473 864-832 0 0,177-220-1 0 0,-92 147-181 0 0,79-95 7 0 0,133-176-57 0 0,-339 431 0 0 0,184-230 55 0 0,-174 224-46 0 0,-78 97-18 0 0,9-10-144 0 0,-12 14 141 0 0,0 0 0 0 0,1-1 0 0 0,-1 1 0 0 0,0 0 0 0 0,1-1 0 0 0,-1 1 0 0 0,0 0 0 0 0,1-1 0 0 0,-1 1 0 0 0,1 0 0 0 0,-1 0 0 0 0,1 0 0 0 0,-1 0 0 0 0,0-1 0 0 0,1 1 0 0 0,-1 0 0 0 0,1 0 0 0 0,-1 0 0 0 0,1 0 0 0 0,-1 0 0 0 0,1 0-1 0 0,-1 0 1 0 0,1 0 0 0 0,-1 0 0 0 0,1 0 0 0 0,-1 0 0 0 0,1 1 0 0 0,-1-1 0 0 0,1 0 0 0 0,-1 0 0 0 0,6 6-613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5:36.7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0 513 7834 0 0,'2'-5'7092'0'0,"1"8"-6656"0"0,20 21 433 0 0,0 1 1 0 0,21 32-1 0 0,-24-29-668 0 0,2-1-1 0 0,38 37 1 0 0,-39-46-159 0 0,1-1 0 0 0,39 24 0 0 0,-51-35-28 0 0,1 0 0 0 0,1-1 0 0 0,-1 0 0 0 0,1 0 0 0 0,0-1 0 0 0,0-1 0 0 0,1 0 0 0 0,13 1 0 0 0,-24-4 56 0 0,0 0-1 0 0,-1 0 1 0 0,1 0 0 0 0,0-1-1 0 0,-1 1 1 0 0,1 0 0 0 0,-1-1 0 0 0,1 1-1 0 0,-1-1 1 0 0,1 0 0 0 0,-1 1-1 0 0,1-1 1 0 0,-1 0 0 0 0,1 0-1 0 0,-1 0 1 0 0,0 0 0 0 0,1 0-1 0 0,-1 0 1 0 0,0 0 0 0 0,0-1-1 0 0,0 1 1 0 0,0 0 0 0 0,0-1 0 0 0,0 1-1 0 0,0 0 1 0 0,-1-1 0 0 0,1 1-1 0 0,0-1 1 0 0,-1 0 0 0 0,1 1-1 0 0,-1-3 1 0 0,3-7 187 0 0,-1 0 1 0 0,0 0-1 0 0,1-19 0 0 0,-1 6-50 0 0,19-84 9 0 0,52-150 0 0 0,-19 73-640 0 0,-25 87-503 0 0,-6 35-2459 0 0,-14 42-3229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5:37.7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33 168 1840 0 0,'-7'-21'1039'0'0,"0"0"0"0"0,2 0-1 0 0,-5-34 1 0 0,6 5 4730 0 0,5 55-5193 0 0,1 0 0 0 0,-1 0 0 0 0,1-1 1 0 0,-1 1-1 0 0,1 0 0 0 0,4 5 0 0 0,4 11-147 0 0,45 148 779 0 0,42 109-203 0 0,-77-230-1590 0 0,1-2 0 0 0,3-1-1 0 0,50 72 1 0 0,-43-80-3045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5:37.9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101 226 1840 0 0,'-10'-7'-52'0'0,"0"-1"-1"0"0,-1 2 1 0 0,0-1-1 0 0,-17-6 1 0 0,0 0 309 0 0,28 13-217 0 0,-1-1 1 0 0,1 1-1 0 0,0-1 0 0 0,0 1 1 0 0,-1-1-1 0 0,1 1 0 0 0,0-1 1 0 0,0 1-1 0 0,0-1 0 0 0,0 1 1 0 0,-1-1-1 0 0,1 1 0 0 0,0-1 1 0 0,0 1-1 0 0,0-1 0 0 0,0 0 1 0 0,0 1-1 0 0,1-1 0 0 0,-1 1 1 0 0,0-1-1 0 0,0 1 0 0 0,0-1 0 0 0,0 1 1 0 0,1-1-1 0 0,-1 1 0 0 0,0-1 1 0 0,0 1-1 0 0,1-1 0 0 0,-1 1 1 0 0,0-1-1 0 0,1 1 0 0 0,-1 0 1 0 0,0-1-1 0 0,1 1 0 0 0,0-1 1 0 0,19-22 880 0 0,-16 18-599 0 0,14-15 298 0 0,1 1-1 0 0,0 1 0 0 0,2 1 1 0 0,33-23-1 0 0,-33 31-1196 0 0,-21 9 556 0 0,1 0 0 0 0,-1-1 0 0 0,0 1 1 0 0,1 0-1 0 0,-1 0 0 0 0,1-1 0 0 0,-1 1 1 0 0,0 0-1 0 0,1 0 0 0 0,-1 0 0 0 0,1 0 1 0 0,-1 0-1 0 0,1 0 0 0 0,-1 0 0 0 0,1 0 0 0 0,-1 0 1 0 0,1 0-1 0 0,-1 0 0 0 0,0 0 0 0 0,1 0 1 0 0,-1 0-1 0 0,1 0 0 0 0,-1 0 0 0 0,1 0 1 0 0,-1 1-1 0 0,1-1 0 0 0,-1 0 0 0 0,0 0 0 0 0,1 0 1 0 0,-1 1-1 0 0,0-1 0 0 0,1 0 0 0 0,-1 1 1 0 0,0-1-1 0 0,1 0 0 0 0,-1 1 0 0 0,0-1 1 0 0,1 0-1 0 0,-1 1 0 0 0,0-1 0 0 0,0 1 1 0 0,0-1-1 0 0,1 1 0 0 0,-2 7 6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5:38.2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1 154 4145 0 0,'6'-2'368'0'0,"0"-1"-296"0"0,0 2-72 0 0,-2-1 0 0 0,-1 0 424 0 0,5-3 72 0 0,7-4 16 0 0,7-4 0 0 0,8-8-416 0 0,2-3-96 0 0,-2-1 0 0 0,-3 1 0 0 0,-2 2 0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5:38.9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1 182 7370 0 0,'2'-5'247'0'0,"0"0"1"0"0,1 0 0 0 0,-1 1-1 0 0,1-1 1 0 0,0 1 0 0 0,1 0-1 0 0,-1-1 1 0 0,1 2 0 0 0,0-1-1 0 0,0 0 1 0 0,0 1 0 0 0,0 0 0 0 0,0 0-1 0 0,1 0 1 0 0,0 0 0 0 0,-1 1-1 0 0,1 0 1 0 0,6-2 0 0 0,2-1 92 0 0,1 1-1 0 0,0 0 1 0 0,1 1 0 0 0,-1 1 0 0 0,22-2 0 0 0,404-24 3556 0 0,-195 23-3756 0 0,-2 0-462 0 0,-207 0-96 0 0,65-18-1 0 0,-8 2-5525 0 0,-81 19 1697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5:39.2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26 6449 0 0,'0'0'36'0'0,"-1"0"-1"0"0,1 0 0 0 0,0 0 0 0 0,0 0 1 0 0,0 0-1 0 0,-1 0 0 0 0,1 1 0 0 0,0-1 0 0 0,0 0 1 0 0,0 0-1 0 0,0 0 0 0 0,-1 0 0 0 0,1 0 1 0 0,0 0-1 0 0,0 0 0 0 0,-1 0 0 0 0,1 0 1 0 0,0 0-1 0 0,0 0 0 0 0,0 0 0 0 0,-1 0 1 0 0,1 0-1 0 0,0 0 0 0 0,0 0 0 0 0,0 0 0 0 0,-1 0 1 0 0,1 0-1 0 0,0-1 0 0 0,0 1 0 0 0,0 0 1 0 0,-1 0-1 0 0,1 0 0 0 0,0 0 0 0 0,0 0 1 0 0,0 0-1 0 0,0-1 0 0 0,0 1 0 0 0,-1 0 1 0 0,1 0-1 0 0,0 0 0 0 0,0 0 0 0 0,0-1 0 0 0,0 1 1 0 0,0 0-1 0 0,0 0 0 0 0,0-1 0 0 0,0 1 184 0 0,0-1-1 0 0,1 0 1 0 0,-1 1-1 0 0,0-1 0 0 0,1 1 1 0 0,-1-1-1 0 0,1 0 1 0 0,-1 1-1 0 0,1-1 0 0 0,0 1 1 0 0,-1 0-1 0 0,1-1 1 0 0,-1 1-1 0 0,1-1 0 0 0,0 1 1 0 0,-1 0-1 0 0,1-1 1 0 0,0 1-1 0 0,1 0 0 0 0,11-4 271 0 0,1 1 0 0 0,-1 0-1 0 0,1 1 1 0 0,0 1 0 0 0,-1 0 0 0 0,1 1-1 0 0,26 3 1 0 0,2 3 626 0 0,56 14-1 0 0,-87-18-971 0 0,-2 1-1 0 0,1 0 1 0 0,0 1 0 0 0,0 0-1 0 0,-1 0 1 0 0,0 1 0 0 0,10 7 0 0 0,-16-10-100 0 0,0 0 0 0 0,-1 0 0 0 0,0 0 0 0 0,1 1 1 0 0,-1-1-1 0 0,0 1 0 0 0,0 0 0 0 0,0 0 0 0 0,0 0 0 0 0,-1 0 1 0 0,1 0-1 0 0,-1 0 0 0 0,0 0 0 0 0,0 0 0 0 0,0 0 1 0 0,0 1-1 0 0,-1-1 0 0 0,1 0 0 0 0,-1 1 0 0 0,0-1 1 0 0,0 0-1 0 0,0 1 0 0 0,0-1 0 0 0,0 0 0 0 0,-2 6 0 0 0,-2 4 42 0 0,0 0 0 0 0,0 0 0 0 0,-2 0 0 0 0,1-1-1 0 0,-2 0 1 0 0,0 0 0 0 0,0 0 0 0 0,-15 17-1 0 0,-11 9-612 0 0,-39 35 0 0 0,20-22-2927 0 0,35-33-2887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5:40.0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1 1 6929 0 0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5:40.3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22 6913 0 0,'-8'-21'5142'0'0,"13"39"-1333"0"0,2 8-3366 0 0,41 185 572 0 0,35 131 603 0 0,-46-174-3652 0 0,-37-156 258 0 0,-1-8 553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5:40.7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149 103 2304 0 0,'0'-7'167'0'0,"-1"-1"-1"0"0,-1 1 1 0 0,0 0-1 0 0,-4-13 0 0 0,6 20-122 0 0,-1-1-1 0 0,1 1 0 0 0,0-1 0 0 0,0 1 1 0 0,0-1-1 0 0,-1 1 0 0 0,1-1 1 0 0,0 1-1 0 0,-1-1 0 0 0,1 1 0 0 0,-1-1 1 0 0,1 1-1 0 0,0 0 0 0 0,-1-1 0 0 0,1 1 1 0 0,-1 0-1 0 0,1-1 0 0 0,-1 1 0 0 0,1 0 1 0 0,-1 0-1 0 0,1-1 0 0 0,-1 1 0 0 0,1 0 1 0 0,-1 0-1 0 0,0 0 0 0 0,1 0 1 0 0,-2 0-1 0 0,1 0 37 0 0,0 1 0 0 0,-1 0 0 0 0,1 0-1 0 0,0 0 1 0 0,0-1 0 0 0,0 1 0 0 0,0 0 0 0 0,0 1 0 0 0,0-1 0 0 0,0 0 0 0 0,0 0 0 0 0,0 0 0 0 0,0 1 0 0 0,1-1 0 0 0,-1 0 0 0 0,-1 3 0 0 0,-19 44 709 0 0,2 2 0 0 0,2 0 0 0 0,-17 85 0 0 0,31-123-759 0 0,-8 42 38 0 0,11-50-59 0 0,-1-1-1 0 0,1 1 1 0 0,0 0 0 0 0,0-1 0 0 0,0 1-1 0 0,0 0 1 0 0,1 0 0 0 0,0-1 0 0 0,0 1-1 0 0,0-1 1 0 0,2 7 0 0 0,-3-10-11 0 0,1 0 0 0 0,-1 1 0 0 0,0-1 0 0 0,1 0 0 0 0,-1 1 0 0 0,1-1-1 0 0,-1 0 1 0 0,1 1 0 0 0,-1-1 0 0 0,1 0 0 0 0,-1 0 0 0 0,1 0 0 0 0,-1 1 0 0 0,1-1 0 0 0,-1 0 0 0 0,1 0 0 0 0,-1 0 0 0 0,1 0 0 0 0,-1 0 0 0 0,1 0 0 0 0,-1 0 0 0 0,1 0-1 0 0,-1 0 1 0 0,1 0 0 0 0,-1 0 0 0 0,1 0 0 0 0,-1-1 0 0 0,1 1 0 0 0,-1 0 0 0 0,1 0 0 0 0,-1 0 0 0 0,1-1 0 0 0,-1 1 0 0 0,1 0 0 0 0,-1-1 0 0 0,0 1 0 0 0,1 0 0 0 0,-1-1-1 0 0,0 1 1 0 0,1 0 0 0 0,-1-1 0 0 0,0 1 0 0 0,1-1 0 0 0,-1 0 0 0 0,18-21-167 0 0,-17 22 167 0 0,12-21-108 0 0,-1 0 1 0 0,0-1-1 0 0,-2 0 1 0 0,-1 0 0 0 0,12-40-1 0 0,17-121-164 0 0,-28 127 343 0 0,-10 55 82 0 0,0-1-1 0 0,0 0 0 0 0,0 1 0 0 0,0-1 0 0 0,1 1 0 0 0,-1-1 0 0 0,0 1 1 0 0,1 0-1 0 0,0-1 0 0 0,-1 1 0 0 0,1-1 0 0 0,0 1 0 0 0,-1 0 0 0 0,1-1 1 0 0,0 1-1 0 0,0 0 0 0 0,0 0 0 0 0,0 0 0 0 0,0 0 0 0 0,2-2 1 0 0,-2 3-14 0 0,0 0 0 0 0,0 0 1 0 0,0 1-1 0 0,0-1 1 0 0,0 0-1 0 0,0 0 0 0 0,0 0 1 0 0,0 1-1 0 0,0-1 1 0 0,-1 0-1 0 0,1 1 0 0 0,0-1 1 0 0,0 1-1 0 0,0-1 0 0 0,0 1 1 0 0,-1-1-1 0 0,1 1 1 0 0,0 0-1 0 0,-1-1 0 0 0,1 1 1 0 0,-1 0-1 0 0,1 0 1 0 0,0 1-1 0 0,6 7 626 0 0,-1 1 0 0 0,0 0 1 0 0,8 20-1 0 0,57 131 1285 0 0,-11-58-3911 0 0,-35-67-4492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5:58.3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222 151 5065 0 0,'-11'-27'1854'0'0,"0"-3"966"0"0,-2 1-1 0 0,-20-36 1 0 0,30 89 2447 0 0,3 59-5653 0 0,0-68 779 0 0,-22 958-219 0 0,4-294 143 0 0,-43 428 1833 0 0,49-849-1875 0 0,-14 133 178 0 0,21-358-1127 0 0,1 1 1 0 0,2-1-1 0 0,2 1 0 0 0,3 34 0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5:58.8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133 449 9674 0 0,'-37'9'3632'0'0,"-58"8"0"0"0,425-41-2366 0 0,-85 10-682 0 0,744-105 1424 0 0,521-23-863 0 0,-850 94-1145 0 0,-199 12 0 0 0,-257 22-10 0 0,632-47-1158 0 0,-725 50-57 0 0,0 5 0 0 0,208 17 0 0 0,-288-6-1481 0 0,-18-2-2618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5:59.2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1 7834 0 0,'-2'0'166'0'0,"0"1"0"0"0,0-1 1 0 0,-1 1-1 0 0,1 0 0 0 0,0 0 1 0 0,0 0-1 0 0,0 0 0 0 0,0 0 0 0 0,0 0 1 0 0,0 1-1 0 0,1-1 0 0 0,-1 1 1 0 0,0-1-1 0 0,1 1 0 0 0,-1 0 1 0 0,1 0-1 0 0,-1-1 0 0 0,1 1 1 0 0,0 0-1 0 0,-2 4 0 0 0,2-4 10 0 0,1-1-1 0 0,-1 1 1 0 0,1 0-1 0 0,0-1 0 0 0,-1 1 1 0 0,1 0-1 0 0,0 0 1 0 0,0-1-1 0 0,0 1 1 0 0,1 0-1 0 0,-1-1 1 0 0,0 1-1 0 0,1 0 0 0 0,-1-1 1 0 0,1 1-1 0 0,-1 0 1 0 0,1-1-1 0 0,0 1 1 0 0,-1-1-1 0 0,1 1 1 0 0,0-1-1 0 0,0 0 0 0 0,0 1 1 0 0,0-1-1 0 0,1 0 1 0 0,-1 1-1 0 0,0-1 1 0 0,2 1-1 0 0,21 15 887 0 0,0-2 0 0 0,47 23 0 0 0,-52-29-762 0 0,0 0 0 0 0,0 2 0 0 0,0 0 0 0 0,-2 1 0 0 0,1 1 1 0 0,22 22-1 0 0,-36-31-279 0 0,-1 0 0 0 0,0 0 1 0 0,1 1-1 0 0,-2-1 1 0 0,1 1-1 0 0,0 0 1 0 0,-1 0-1 0 0,0 0 0 0 0,0 0 1 0 0,-1 0-1 0 0,1 0 1 0 0,-1 0-1 0 0,0 1 1 0 0,0 6-1 0 0,-1-4 1 0 0,0 0 0 0 0,-1 0 0 0 0,0-1 1 0 0,-1 1-1 0 0,0 0 0 0 0,0-1 0 0 0,0 1 0 0 0,-7 13 0 0 0,-5 4 2 0 0,-2 0 0 0 0,0 0 0 0 0,-2-2-1 0 0,-23 26 1 0 0,30-37-27 0 0,-68 76-3507 0 0,56-61-3386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00.3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264 37 1840 0 0,'1'-13'7023'0'0,"0"12"-6933"0"0,0-1 0 0 0,0 1 0 0 0,-1 0 0 0 0,1-1 0 0 0,0 0 0 0 0,0 1 0 0 0,-1-1-1 0 0,1 1 1 0 0,-1-1 0 0 0,1 0 0 0 0,-1-2 0 0 0,0 3-41 0 0,-1 1 0 0 0,1 0 0 0 0,-1 0 0 0 0,1-1 0 0 0,-1 1 0 0 0,1 0 0 0 0,-1 0 0 0 0,1 0 0 0 0,-1 0 1 0 0,1-1-1 0 0,-1 1 0 0 0,0 0 0 0 0,1 0 0 0 0,-1 0 0 0 0,1 0 0 0 0,-1 0 0 0 0,1 1 0 0 0,-1-1 0 0 0,0 0 0 0 0,1 0 0 0 0,-1 0 0 0 0,1 0 0 0 0,-1 1 0 0 0,1-1 0 0 0,-1 0 0 0 0,1 1 0 0 0,-1-1 0 0 0,1 0 0 0 0,-1 1 0 0 0,1-1 0 0 0,0 0 0 0 0,-1 1 0 0 0,1-1 0 0 0,-1 1 0 0 0,-17 15 606 0 0,-10 21-449 0 0,3 1 1 0 0,0 0-1 0 0,-20 47 0 0 0,-41 63-597 0 0,65-116 385 0 0,15-23 232 0 0,18-28-134 0 0,60-111-1368 0 0,-49 86 1377 0 0,1 1-1 0 0,58-78 0 0 0,-80 119 87 0 0,0-1 0 0 0,0 1 1 0 0,0-1-1 0 0,1 1 0 0 0,-1-1 0 0 0,1 1 1 0 0,0 0-1 0 0,0 0 0 0 0,0 1 1 0 0,0-1-1 0 0,0 0 0 0 0,0 1 0 0 0,6-2 1 0 0,-7 3-67 0 0,0 0 0 0 0,0 0 0 0 0,1 0 0 0 0,-1 0 0 0 0,0 1 0 0 0,0-1 0 0 0,0 1 0 0 0,0-1 0 0 0,0 1 0 0 0,0 0 0 0 0,0 0 0 0 0,0 0 0 0 0,0 0 0 0 0,-1 0 0 0 0,1 0 0 0 0,0 1 0 0 0,0-1 0 0 0,-1 0 0 0 0,1 1 0 0 0,-1 0 0 0 0,0-1 0 0 0,3 4 0 0 0,27 36-657 0 0,37 65 0 0 0,-29-42-1503 0 0,-14-26 952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01.6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340 5333 5265 0 0,'-13'-7'55'0'0,"1"1"0"0"0,-1 1-1 0 0,0 0 1 0 0,-1 0 0 0 0,1 2 0 0 0,-1-1 0 0 0,0 2-1 0 0,1 0 1 0 0,-27-1 0 0 0,-31-4 61 0 0,39-5-145 0 0,-11-4-239 0 0,42 15 315 0 0,0 1 0 0 0,0 0-1 0 0,-1 0 1 0 0,1-1-1 0 0,0 1 1 0 0,-1 0-1 0 0,1 0 1 0 0,0 0-1 0 0,0 0 1 0 0,-1 1 0 0 0,1-1-1 0 0,0 0 1 0 0,0 1-1 0 0,-1-1 1 0 0,1 0-1 0 0,0 1 1 0 0,0-1-1 0 0,0 1 1 0 0,0 0 0 0 0,-1-1-1 0 0,1 1 1 0 0,0 0-1 0 0,0 0 1 0 0,1 0-1 0 0,-1 0 1 0 0,-2 1-1 0 0,3-2-33 0 0,0 1 0 0 0,0-1 0 0 0,0 0-1 0 0,-1 0 1 0 0,1 0 0 0 0,0 1 0 0 0,0-1-1 0 0,0 0 1 0 0,0 0 0 0 0,0 1 0 0 0,0-1 0 0 0,0 0-1 0 0,-1 0 1 0 0,1 1 0 0 0,0-1 0 0 0,0 0-1 0 0,0 1 1 0 0,0-1 0 0 0,0 0 0 0 0,0 0-1 0 0,0 1 1 0 0,0-1 0 0 0,1 0 0 0 0,-1 0-1 0 0,0 1 1 0 0,0-1 0 0 0,0 0 0 0 0,0 0-1 0 0,0 1 1 0 0,0-1 0 0 0,0 0 0 0 0,0 0-1 0 0,1 1 1 0 0,-1-1 0 0 0,0 0 0 0 0,0 0-1 0 0,0 0 1 0 0,1 1 0 0 0,-1-1 0 0 0,0 0-1 0 0,0 0 1 0 0,0 0 0 0 0,1 0 0 0 0,16 4 646 0 0,18-6 697 0 0,314-38 3785 0 0,-178 31-4985 0 0,34-4-203 0 0,-157 7 38 0 0,0-2 1 0 0,60-18 0 0 0,279-112 32 0 0,-353 124-104 0 0,0-3 1 0 0,0-1-1 0 0,-2-1 1 0 0,0-1-1 0 0,37-33 0 0 0,-30 19 47 0 0,-1-3 0 0 0,-2-1 0 0 0,38-53-1 0 0,-42 49 361 0 0,75-104 224 0 0,-87 114-559 0 0,-1 0 0 0 0,27-66 0 0 0,39-141 1291 0 0,78-362 0 0 0,-1-260 1003 0 0,-121 627-1240 0 0,27-121 87 0 0,14-89-550 0 0,-31-3-473 0 0,-41 102-532 0 0,5-69-409 0 0,-9 337 479 0 0,4-1 1 0 0,36-142 0 0 0,-45 217 251 0 0,0 0 0 0 0,0 0 1 0 0,0 0-1 0 0,0 0 0 0 0,1 1 0 0 0,-1-1 0 0 0,1 0 0 0 0,3-4 1 0 0,-5 7 53 0 0,0 0 0 0 0,1 0 0 0 0,-1 0 0 0 0,0-1 0 0 0,0 1 0 0 0,0 0 0 0 0,0 0 0 0 0,1 0 0 0 0,-1 0 0 0 0,0 0 0 0 0,0 0 0 0 0,1-1 0 0 0,-1 1 0 0 0,0 0 0 0 0,0 0 0 0 0,1 0 1 0 0,-1 0-1 0 0,0 0 0 0 0,0 0 0 0 0,0 0 0 0 0,1 0 0 0 0,-1 0 0 0 0,0 0 0 0 0,0 0 0 0 0,1 0 0 0 0,-1 0 0 0 0,0 1 0 0 0,0-1 0 0 0,1 0 0 0 0,-1 0 0 0 0,0 0 0 0 0,0 0 0 0 0,0 0 0 0 0,1 0 0 0 0,-1 0 1 0 0,0 1-1 0 0,7 17-2406 0 0,-4 4-3263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04.3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33 173 5065 0 0,'-3'-14'1014'0'0,"-1"-1"0"0"0,2-1 0 0 0,-2-19 0 0 0,4 23 188 0 0,-1 0 0 0 0,-1 1 1 0 0,0-1-1 0 0,-1 0 0 0 0,0 1 1 0 0,-6-12 4103 0 0,17 62-4549 0 0,66 366-81 0 0,-42-198-517 0 0,-30-196-189 0 0,40 198-24 0 0,-31-166-205 0 0,1 0 0 0 0,34 71 1 0 0,-31-76-842 0 0,-11-23 151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04.6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9 138 8754 0 0,'0'0'28'0'0,"0"0"0"0"0,0 0 0 0 0,-1 1 0 0 0,1-1 0 0 0,0 0 0 0 0,0 0 0 0 0,0 0-1 0 0,-1 0 1 0 0,1 0 0 0 0,0 0 0 0 0,0 0 0 0 0,-1 0 0 0 0,1 0 0 0 0,0 0 0 0 0,0 0 0 0 0,-1 0 0 0 0,1 0 0 0 0,0 0 0 0 0,0 0 0 0 0,0 0 0 0 0,-1 0 0 0 0,1 0 0 0 0,0 0 0 0 0,0 0 0 0 0,-1 0 0 0 0,1 0-1 0 0,0 0 1 0 0,0-1 0 0 0,0 1 0 0 0,-1 0 0 0 0,1 0 0 0 0,0 0 0 0 0,0 0 0 0 0,0 0 0 0 0,0-1 0 0 0,-1 1 0 0 0,1 0 0 0 0,0 0 0 0 0,0 0 0 0 0,0-1 0 0 0,0 1 0 0 0,0 0 0 0 0,0 0 0 0 0,0 0 0 0 0,0-1-1 0 0,-1 1 1 0 0,1 0 0 0 0,0 0 0 0 0,0-1 0 0 0,0 1 0 0 0,0 0 0 0 0,0 0 0 0 0,0-1 0 0 0,0 1 0 0 0,0 0 0 0 0,0 0 0 0 0,1 0 0 0 0,-1-1 0 0 0,0 1 0 0 0,0 0 0 0 0,0 0 0 0 0,0-1 0 0 0,0 1 0 0 0,0 0-1 0 0,20-17 1216 0 0,38-18 768 0 0,-55 33-1752 0 0,16-9 417 0 0,10-5 669 0 0,36-16 0 0 0,-57 29-1436 0 0,0 0-1 0 0,1 0 0 0 0,-1 1 1 0 0,1 0-1 0 0,0 0 0 0 0,-1 1 1 0 0,1 0-1 0 0,0 1 1 0 0,14 0-1 0 0,-7 3-1022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04.8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92 10594 0 0,'1'1'79'0'0,"0"0"0"0"0,0 0 1 0 0,0 0-1 0 0,0 0 0 0 0,0-1 0 0 0,0 1 0 0 0,1 0 0 0 0,-1 0 0 0 0,0-1 0 0 0,0 1 0 0 0,1-1 0 0 0,-1 1 0 0 0,1-1 0 0 0,-1 0 0 0 0,0 1 1 0 0,1-1-1 0 0,-1 0 0 0 0,1 0 0 0 0,-1 0 0 0 0,1 0 0 0 0,-1 0 0 0 0,1 0 0 0 0,-1 0 0 0 0,0-1 0 0 0,1 1 0 0 0,-1-1 0 0 0,0 1 0 0 0,1-1 1 0 0,-1 1-1 0 0,2-2 0 0 0,45-20 1926 0 0,-46 21-1875 0 0,47-30 1497 0 0,15-7-2073 0 0,-63 37 269 0 0,1 1 1 0 0,0-1-1 0 0,0 0 0 0 0,0 1 0 0 0,0-1 0 0 0,-1 1 1 0 0,1-1-1 0 0,0 1 0 0 0,0 0 0 0 0,0 0 0 0 0,0 0 1 0 0,0 0-1 0 0,0 0 0 0 0,0 0 0 0 0,0 1 1 0 0,0-1-1 0 0,0 1 0 0 0,-1-1 0 0 0,1 1 0 0 0,0 0 1 0 0,0 0-1 0 0,3 1 0 0 0,1 4 132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05.1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14283 0 0,'24'42'4138'0'0,"-3"2"-3708"0"0,-2 2-1 0 0,-2 0 1 0 0,21 92-1 0 0,7 20-1429 0 0,-38-137-1269 0 0,19 35 1 0 0,-22-49 901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05.4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16 173 920 0 0,'-2'-2'304'0'0,"1"0"1"0"0,-1 0-1 0 0,1-1 0 0 0,-1 1 1 0 0,1-1-1 0 0,0 1 0 0 0,0-1 0 0 0,0 0 1 0 0,0 1-1 0 0,0-1 0 0 0,1 0 1 0 0,-1 0-1 0 0,1 0 0 0 0,0 1 0 0 0,0-1 1 0 0,0 0-1 0 0,0 0 0 0 0,0 0 0 0 0,1-3 1 0 0,1 1 32 0 0,-1 0 1 0 0,1 1-1 0 0,0-1 1 0 0,0 0-1 0 0,1 1 1 0 0,0-1 0 0 0,-1 1-1 0 0,1-1 1 0 0,1 1-1 0 0,3-4 1 0 0,-1 2 82 0 0,0 0 0 0 0,1 0 0 0 0,0 0 0 0 0,0 1 0 0 0,0 0 0 0 0,0 1 0 0 0,1-1 0 0 0,0 1 0 0 0,0 1 0 0 0,0-1 0 0 0,1 2 0 0 0,11-4 0 0 0,-13 6-307 0 0,-1-1 0 0 0,1 1 0 0 0,-1 0 0 0 0,1 1-1 0 0,-1 0 1 0 0,0 0 0 0 0,1 0 0 0 0,-1 1-1 0 0,0 0 1 0 0,0 0 0 0 0,0 0 0 0 0,0 1-1 0 0,0 0 1 0 0,0 0 0 0 0,-1 1 0 0 0,0-1 0 0 0,1 1-1 0 0,-1 1 1 0 0,-1-1 0 0 0,1 0 0 0 0,0 1-1 0 0,-1 0 1 0 0,0 0 0 0 0,-1 1 0 0 0,1-1-1 0 0,3 9 1 0 0,-3-7-94 0 0,0 1 0 0 0,-1-1 0 0 0,0 1 0 0 0,0 0 0 0 0,-1 0 0 0 0,0 0 0 0 0,-1 1 0 0 0,0-1-1 0 0,0 0 1 0 0,0 1 0 0 0,-1-1 0 0 0,-1 0 0 0 0,1 1 0 0 0,-1-1 0 0 0,-1 0 0 0 0,0 1 0 0 0,0-1 0 0 0,0 0 0 0 0,-1 0 0 0 0,-4 8 0 0 0,1-5 136 0 0,-1 0 1 0 0,0 0 0 0 0,-1-1 0 0 0,0 0-1 0 0,-1-1 1 0 0,0 1 0 0 0,0-2 0 0 0,-1 1-1 0 0,-16 10 1 0 0,19-15-493 0 0,0 0 1 0 0,0 0-1 0 0,-1-1 0 0 0,1 0 0 0 0,-14 3 1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06.5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66 5529 0 0,'-4'-2'617'0'0,"-1"-1"-1"0"0,0 0 1 0 0,1 0 0 0 0,0 0-1 0 0,0 0 1 0 0,0-1-1 0 0,0 0 1 0 0,-6-8 0 0 0,-20-16 5306 0 0,49 50-1304 0 0,13 33-4256 0 0,-10-17-145 0 0,111 190 48 0 0,-31-50-197 0 0,-98-171-26 0 0,0 0 0 0 0,1 0 0 0 0,0 0 0 0 0,0-1 0 0 0,0 1 1 0 0,1-1-1 0 0,0-1 0 0 0,10 9 0 0 0,-15-14-34 0 0,0 0 1 0 0,0 0-1 0 0,-1 0 1 0 0,1 0 0 0 0,0 0-1 0 0,0 0 1 0 0,0 0-1 0 0,0 0 1 0 0,-1 0-1 0 0,1-1 1 0 0,0 1-1 0 0,0 0 1 0 0,-1-1-1 0 0,1 1 1 0 0,0 0-1 0 0,0-1 1 0 0,-1 1-1 0 0,1-1 1 0 0,0 1-1 0 0,-1-1 1 0 0,1 1 0 0 0,-1-1-1 0 0,1 0 1 0 0,-1 1-1 0 0,1-1 1 0 0,-1 0-1 0 0,1 1 1 0 0,-1-1-1 0 0,1 0 1 0 0,-1 0-1 0 0,0 1 1 0 0,0-1-1 0 0,1-1 1 0 0,11-28 98 0 0,1-17 12 0 0,-3-1 0 0 0,6-71 0 0 0,-11 71-299 0 0,2 0 1 0 0,20-72-1 0 0,-18 97-1008 0 0,2 1-4209 0 0,0 4-1744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06.9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26 4609 0 0,'-1'-3'1157'0'0,"1"3"-867"0"0,-1-1-1 0 0,1 0 0 0 0,0 1 1 0 0,-1-1-1 0 0,1 0 1 0 0,0 0-1 0 0,0 1 0 0 0,0-1 1 0 0,0 0-1 0 0,0 1 0 0 0,0-1 1 0 0,0 0-1 0 0,0 0 0 0 0,0 1 1 0 0,0-1-1 0 0,1 0 0 0 0,-1 0 1 0 0,0 0-1 0 0,0 1-209 0 0,0-1 1 0 0,0 1-1 0 0,0 0 1 0 0,0-1-1 0 0,0 1 1 0 0,0 0-1 0 0,0-1 0 0 0,0 1 1 0 0,0 0-1 0 0,1-1 1 0 0,-1 1-1 0 0,0 0 1 0 0,0-1-1 0 0,0 1 0 0 0,0 0 1 0 0,0-1-1 0 0,1 1 1 0 0,-1 0-1 0 0,0 0 0 0 0,0-1 1 0 0,1 1-1 0 0,-1 0 1 0 0,0 0-1 0 0,0 0 1 0 0,1-1-1 0 0,-1 1 0 0 0,0 0 1 0 0,0 0-1 0 0,1 0 1 0 0,-1 0-1 0 0,0-1 1 0 0,1 1-1 0 0,-1 0 0 0 0,0 0 1 0 0,1 0-1 0 0,-1 0 1 0 0,0 0-1 0 0,1 0 0 0 0,-1 0 1 0 0,0 0-1 0 0,1 0 1 0 0,-1 0-1 0 0,0 0 1 0 0,1 0-1 0 0,-1 0 0 0 0,0 0 1 0 0,1 1-1 0 0,-1-1 1 0 0,0 0-1 0 0,1 0 1 0 0,-1 0-1 0 0,0 0 0 0 0,0 1 1 0 0,1-1-1 0 0,-1 0 1 0 0,0 0-1 0 0,0 0 0 0 0,1 1 1 0 0,-1-1-1 0 0,0 0 1 0 0,1 1-1 0 0,2 4 306 0 0,1 0 1 0 0,-1 0-1 0 0,0 0 0 0 0,0 0 1 0 0,0 0-1 0 0,-1 1 0 0 0,1 0 1 0 0,-2-1-1 0 0,1 1 0 0 0,0 0 1 0 0,0 10-1 0 0,5 69 445 0 0,-7-78-719 0 0,1 87 134 0 0,4 74-3262 0 0,-5-160 1673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07.2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76 142 1840 0 0,'-4'-1'137'0'0,"1"1"-1"0"0,-1-1 0 0 0,0 1 0 0 0,0-1 1 0 0,1 0-1 0 0,-1 0 0 0 0,1-1 0 0 0,-1 1 0 0 0,1-1 1 0 0,0 0-1 0 0,-1 0 0 0 0,1 0 0 0 0,0 0 1 0 0,0 0-1 0 0,0-1 0 0 0,1 1 0 0 0,-6-7 1 0 0,7 8-21 0 0,0-1 1 0 0,0 1-1 0 0,0-1 1 0 0,0 0-1 0 0,0 1 0 0 0,0-1 1 0 0,1 0-1 0 0,-1 0 1 0 0,0 0-1 0 0,1 1 1 0 0,0-1-1 0 0,-1 0 1 0 0,1 0-1 0 0,0 0 1 0 0,0 0-1 0 0,0 0 1 0 0,0 0-1 0 0,0 0 1 0 0,1 0-1 0 0,-1 1 1 0 0,0-1-1 0 0,1 0 1 0 0,0 0-1 0 0,-1 0 1 0 0,1 1-1 0 0,0-1 1 0 0,0 0-1 0 0,0 1 1 0 0,0-1-1 0 0,0 0 1 0 0,0 1-1 0 0,0-1 1 0 0,1 1-1 0 0,-1 0 1 0 0,1-1-1 0 0,-1 1 1 0 0,2-1-1 0 0,4-3 345 0 0,0 0 0 0 0,0 0 1 0 0,0 1-1 0 0,1 0 0 0 0,-1 1 0 0 0,1-1 0 0 0,0 2 0 0 0,0-1 0 0 0,0 1 0 0 0,1 0 1 0 0,-1 0-1 0 0,0 1 0 0 0,1 0 0 0 0,-1 1 0 0 0,17 1 0 0 0,-20 0-362 0 0,-1-1-1 0 0,1 1 0 0 0,0 0 1 0 0,0 1-1 0 0,0-1 0 0 0,-1 1 1 0 0,1 0-1 0 0,-1 0 0 0 0,0 1 1 0 0,1-1-1 0 0,-1 1 0 0 0,0 0 1 0 0,0 0-1 0 0,-1 0 0 0 0,1 1 1 0 0,-1-1-1 0 0,1 1 1 0 0,-1 0-1 0 0,0 0 0 0 0,-1 0 1 0 0,1 0-1 0 0,-1 1 0 0 0,0-1 1 0 0,0 1-1 0 0,0-1 0 0 0,0 1 1 0 0,-1 0-1 0 0,2 6 0 0 0,-2 2-3 0 0,1 0-1 0 0,-2 0 1 0 0,0 0 0 0 0,0 0-1 0 0,-1 0 1 0 0,-1 0-1 0 0,0 0 1 0 0,-1 0-1 0 0,-1 0 1 0 0,1 0-1 0 0,-10 19 1 0 0,-1-4 103 0 0,0 0 0 0 0,-2 0 0 0 0,-32 42 0 0 0,28-48-724 0 0,6-9-4834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09.3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82 55 11522 0 0,'-13'-31'3495'0'0,"12"29"-3268"0"0,1 1 0 0 0,-1-1-1 0 0,0 1 1 0 0,0-1-1 0 0,0 1 1 0 0,0-1 0 0 0,0 1-1 0 0,0 0 1 0 0,0 0-1 0 0,0-1 1 0 0,0 1-1 0 0,0 0 1 0 0,-1 0 0 0 0,1 0-1 0 0,-1 0 1 0 0,-2-1-1 0 0,3 2-177 0 0,0 0-1 0 0,1 1 0 0 0,-1-1 0 0 0,0 1 1 0 0,0-1-1 0 0,1 1 0 0 0,-1-1 0 0 0,0 1 0 0 0,1 0 1 0 0,-1-1-1 0 0,0 1 0 0 0,1 0 0 0 0,-1 0 1 0 0,1-1-1 0 0,-1 1 0 0 0,1 0 0 0 0,0 0 0 0 0,-1 0 1 0 0,1-1-1 0 0,0 1 0 0 0,-1 1 0 0 0,-6 22 128 0 0,6-21-174 0 0,-8 46-130 0 0,2 0 0 0 0,1 1 0 0 0,4 84 0 0 0,1-62 88 0 0,0 763 130 0 0,39-403 1174 0 0,-6-121-2807 0 0,-31-282-5421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09.7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109 176 9674 0 0,'-23'5'493'0'0,"12"-3"31"0"0,1 0 0 0 0,1 1 0 0 0,-1 0 1 0 0,0 0-1 0 0,1 1 0 0 0,-17 9 0 0 0,26-13-505 0 0,0 0 0 0 0,0 1 0 0 0,0-1 0 0 0,1 0 0 0 0,-1 1 0 0 0,0-1 0 0 0,0 0 0 0 0,0 0 0 0 0,1 1 0 0 0,-1-1 0 0 0,0 0 0 0 0,1 0 0 0 0,-1 0 0 0 0,0 1 0 0 0,1-1 0 0 0,-1 0 0 0 0,0 0 0 0 0,1 0 0 0 0,-1 0 0 0 0,0 0 0 0 0,1 0 0 0 0,-1 0 0 0 0,0 0 0 0 0,1 0 0 0 0,-1 0-1 0 0,0 0 1 0 0,1 0 0 0 0,-1 0 0 0 0,0 0 0 0 0,1 0 0 0 0,-1 0 0 0 0,0 0 0 0 0,1 0 0 0 0,-1 0 0 0 0,0 0 0 0 0,1-1 0 0 0,0 1 0 0 0,20-1 67 0 0,335-45 1436 0 0,5 27 651 0 0,-42 2-563 0 0,45-18-596 0 0,-134 11-779 0 0,6-8-96 0 0,-131 15-397 0 0,168-6-1 0 0,-253 23 64 0 0,37 0-5576 0 0,-21 1-616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10.1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77 12443 0 0,'45'-15'2275'0'0,"65"-21"-685"0"0,-78 27-2911 0 0,48-6 0 0 0,-66 14 1023 0 0,0 1 1 0 0,0 0-1 0 0,23 4 1 0 0,-31-3 288 0 0,11 0 9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10.5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14283 0 0,'1'2'99'0'0,"1"0"0"0"0,-1 0 0 0 0,1 0 0 0 0,-1-1-1 0 0,1 1 1 0 0,0 0 0 0 0,0-1 0 0 0,0 1 0 0 0,0-1 0 0 0,0 0 0 0 0,0 0 0 0 0,0 0-1 0 0,0 0 1 0 0,5 2 0 0 0,12 7 605 0 0,-13-4-560 0 0,0 1 0 0 0,0-1 0 0 0,-1 1 0 0 0,0 0 0 0 0,0 1 0 0 0,0-1 0 0 0,-1 1 0 0 0,0 0 0 0 0,-1 0 0 0 0,1 0 0 0 0,-2 1 0 0 0,3 9 0 0 0,3 17 147 0 0,5 57 1 0 0,-11-73-125 0 0,15 345 1459 0 0,-29 4 16 0 0,1 21-56 0 0,10-349-1648 0 0,-1-27-79 0 0,1 0-1 0 0,1-1 1 0 0,0 1-1 0 0,1 0 0 0 0,0-1 1 0 0,1 1-1 0 0,1-1 1 0 0,0 0-1 0 0,6 17 1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11.1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172 178 9218 0 0,'-24'8'544'0'0,"0"1"-1"0"0,0 1 1 0 0,1 2 0 0 0,1 0-1 0 0,-25 18 1 0 0,46-30-544 0 0,1 0 0 0 0,0 0 0 0 0,-1 1 1 0 0,1-1-1 0 0,-1 0 0 0 0,1 0 0 0 0,0 0 0 0 0,-1 1 0 0 0,1-1 1 0 0,0 0-1 0 0,-1 1 0 0 0,1-1 0 0 0,0 0 0 0 0,-1 1 0 0 0,1-1 1 0 0,0 1-1 0 0,0-1 0 0 0,-1 0 0 0 0,1 1 0 0 0,0-1 0 0 0,0 1 0 0 0,0-1 1 0 0,0 1-1 0 0,-1-1 0 0 0,1 0 0 0 0,0 1 0 0 0,0-1 0 0 0,0 1 1 0 0,0-1-1 0 0,0 1 0 0 0,0-1 0 0 0,0 1 0 0 0,0-1 0 0 0,1 1 1 0 0,-1-1-1 0 0,0 0 0 0 0,0 1 0 0 0,0-1 0 0 0,0 1 0 0 0,1-1 0 0 0,-1 1 1 0 0,0-1-1 0 0,0 0 0 0 0,1 1 0 0 0,-1-1 0 0 0,0 0 0 0 0,0 1 1 0 0,1-1-1 0 0,-1 0 0 0 0,1 1 0 0 0,-1-1 0 0 0,0 0 0 0 0,1 0 0 0 0,-1 1 1 0 0,1-1-1 0 0,-1 0 0 0 0,0 0 0 0 0,1 0 0 0 0,-1 0 0 0 0,1 0 1 0 0,-1 1-1 0 0,1-1 0 0 0,-1 0 0 0 0,1 0 0 0 0,0 0 0 0 0,33 6-56 0 0,-33-6 53 0 0,126 6 1730 0 0,191-15 0 0 0,-135 0-146 0 0,642-45 1577 0 0,32-39-2253 0 0,-106 9-541 0 0,4 42 12 0 0,-706 41-352 0 0,176 4 274 0 0,-185-1-373 0 0,-1 3 0 0 0,1 1 0 0 0,58 17 0 0 0,-85-19-280 0 0,0 0 0 0 0,-1 1 0 0 0,1 1-1 0 0,19 11 1 0 0,-27-13-113 0 0,-1-1 1 0 0,1 1-1 0 0,-1 0 0 0 0,0 0 1 0 0,0 0-1 0 0,0 1 1 0 0,-1-1-1 0 0,0 1 0 0 0,1 0 1 0 0,-2 0-1 0 0,1 0 1 0 0,-1 0-1 0 0,3 8 0 0 0,6 22-284 0 0,-9-33 699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11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1 10138 0 0,'-1'0'138'0'0,"-1"0"-1"0"0,1 1 0 0 0,0-1 1 0 0,0 0-1 0 0,0 1 1 0 0,0-1-1 0 0,0 1 0 0 0,0 0 1 0 0,0-1-1 0 0,0 1 1 0 0,0 0-1 0 0,0-1 0 0 0,0 1 1 0 0,0 0-1 0 0,0 0 1 0 0,0 0-1 0 0,0 0 1 0 0,1 0-1 0 0,-1 0 0 0 0,0 0 1 0 0,1 0-1 0 0,-1 0 1 0 0,1 0-1 0 0,-1 0 0 0 0,1 0 1 0 0,0 1-1 0 0,-1-1 1 0 0,1 0-1 0 0,0 0 0 0 0,0 0 1 0 0,0 1-1 0 0,0-1 1 0 0,0 0-1 0 0,0 0 1 0 0,0 1-1 0 0,0-1 0 0 0,1 0 1 0 0,-1 0-1 0 0,0 0 1 0 0,1 0-1 0 0,-1 1 0 0 0,1 0 1 0 0,2 13 315 0 0,9 43-97 0 0,21 64 0 0 0,8 33-196 0 0,14 327-171 0 0,-33-223 502 0 0,-4-132-34 0 0,-8-72-83 0 0,-3 1 0 0 0,-3-1-1 0 0,-2 76 1 0 0,-14-61-2078 0 0,8-50-4802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11.9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36 203 8754 0 0,'-7'3'251'0'0,"5"-2"-119"0"0,-1 0-1 0 0,1 0 0 0 0,-1 0 1 0 0,0 0-1 0 0,1 0 0 0 0,-1-1 1 0 0,0 1-1 0 0,-5-1 1 0 0,43-19 2759 0 0,6 5-1961 0 0,1 2 1 0 0,0 1-1 0 0,86-9 1 0 0,-25 4 377 0 0,411-46 2489 0 0,-107 16-4012 0 0,-370 41-615 0 0,-1 1-1 0 0,0 1 1 0 0,1 2-1 0 0,37 5 0 0 0,-45 0-480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12.3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14747 0 0,'26'0'3399'0'0,"9"2"-2528"0"0,58 9-1 0 0,-69-4-675 0 0,0 1 0 0 0,-1 0-1 0 0,0 2 1 0 0,-1 0 0 0 0,37 24 0 0 0,93 81-87 0 0,-130-97-66 0 0,65 50 255 0 0,-32-26 28 0 0,-1 2-1 0 0,56 60 1 0 0,-106-99-454 0 0,0 1-1 0 0,0-1 1 0 0,0 1 0 0 0,-1 0 0 0 0,0 0 0 0 0,5 13 0 0 0,-4-7-744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12.5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243 0 11058 0 0,'-1'0'87'0'0,"0"1"0"0"0,-1-1-1 0 0,1 1 1 0 0,0-1 0 0 0,0 1 0 0 0,-1-1-1 0 0,1 1 1 0 0,0 0 0 0 0,0 0-1 0 0,0 0 1 0 0,0-1 0 0 0,0 1-1 0 0,0 0 1 0 0,0 0 0 0 0,0 0 0 0 0,1 0-1 0 0,-1 1 1 0 0,0-1 0 0 0,0 0-1 0 0,1 0 1 0 0,-1 0 0 0 0,1 1-1 0 0,-1-1 1 0 0,1 0 0 0 0,0 0 0 0 0,-1 1-1 0 0,1 1 1 0 0,-3 7 366 0 0,-17 42 514 0 0,-37 69 0 0 0,-8 18-774 0 0,7 32-1256 0 0,54-158 582 0 0,-7 23-4767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13.0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 16067 0 0,'0'0'366'0'0,"31"-1"2222"0"0,-28 2-2570 0 0,0 0 0 0 0,0 0-1 0 0,-1 0 1 0 0,1 0 0 0 0,-1 1 0 0 0,1-1-1 0 0,-1 1 1 0 0,0 0 0 0 0,0-1-1 0 0,1 1 1 0 0,-1 0 0 0 0,0 0-1 0 0,-1 1 1 0 0,1-1 0 0 0,0 0 0 0 0,-1 1-1 0 0,1-1 1 0 0,-1 1 0 0 0,0-1-1 0 0,1 1 1 0 0,-2 0 0 0 0,1-1-1 0 0,0 1 1 0 0,0 3 0 0 0,3 11-132 0 0,-1 0 1 0 0,1 32 0 0 0,-3-33 156 0 0,12 266 1012 0 0,0 13 340 0 0,107 510 217 0 0,-110-742-1343 0 0,-2 0 1 0 0,-2 86-1 0 0,-4-106-2656 0 0,-2-40 1101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13.5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3956 0 11522 0 0,'-1'1'111'0'0,"0"0"-1"0"0,1 0 0 0 0,-1 0 0 0 0,0 0 1 0 0,0 0-1 0 0,0-1 0 0 0,0 1 0 0 0,0 0 0 0 0,0 0 1 0 0,0-1-1 0 0,0 1 0 0 0,0-1 0 0 0,0 1 1 0 0,0-1-1 0 0,0 1 0 0 0,0-1 0 0 0,0 0 0 0 0,-1 1 1 0 0,1-1-1 0 0,0 0 0 0 0,0 0 0 0 0,0 0 0 0 0,-2 0 1 0 0,-35 0-337 0 0,27-1 287 0 0,-156 16-2502 0 0,55-3 2928 0 0,-699 76 4389 0 0,-196 12-2701 0 0,540-104-1378 0 0,4-30-211 0 0,130 7 830 0 0,202 12-611 0 0,94 8-597 0 0,-1 2-1 0 0,1 2 1 0 0,-1 2 0 0 0,1 1 0 0 0,-52 6-1 0 0,78-4-191 0 0,-1 1 0 0 0,1 0 0 0 0,-1 0 0 0 0,1 1 0 0 0,0 0 0 0 0,1 1-1 0 0,-1 0 1 0 0,-11 9 0 0 0,22-14-17 0 0,0 0-1 0 0,-1 0 1 0 0,1 0 0 0 0,0 0-1 0 0,0 0 1 0 0,0 0-1 0 0,0 0 1 0 0,0 0 0 0 0,0 0-1 0 0,-1 0 1 0 0,1 0-1 0 0,0 1 1 0 0,0-1 0 0 0,0 0-1 0 0,0 0 1 0 0,0 0-1 0 0,0 0 1 0 0,0 0 0 0 0,0 0-1 0 0,0 0 1 0 0,-1 1-1 0 0,1-1 1 0 0,0 0 0 0 0,0 0-1 0 0,0 0 1 0 0,0 0-1 0 0,0 0 1 0 0,0 0 0 0 0,0 1-1 0 0,0-1 1 0 0,0 0-1 0 0,0 0 1 0 0,0 0 0 0 0,0 0-1 0 0,0 0 1 0 0,0 0-1 0 0,0 1 1 0 0,0-1 0 0 0,0 0-1 0 0,0 0 1 0 0,0 0-1 0 0,0 0 1 0 0,0 0 0 0 0,0 0-1 0 0,1 1 1 0 0,-1-1-1 0 0,0 0 1 0 0,0 0 0 0 0,0 0-1 0 0,0 0 1 0 0,0 0-1 0 0,0 0 1 0 0,0 0 0 0 0,0 0-1 0 0,1 1 1 0 0,-1-1-1 0 0,0 0 1 0 0,0 0 0 0 0,0 0-1 0 0,0 0 1 0 0,0 0-1 0 0,0 0 1 0 0,0 0 0 0 0,1 0-1 0 0,-1 0 1 0 0,11 1-1841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14.8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84 765 10594 0 0,'-5'-1'403'0'0,"-1"1"-1"0"0,0-1 0 0 0,1 0 1 0 0,-1-1-1 0 0,1 0 1 0 0,-1 1-1 0 0,1-2 0 0 0,0 1 1 0 0,-9-6-1 0 0,13 7-324 0 0,-1 1 1 0 0,1-1-1 0 0,0 0 0 0 0,-1 1 0 0 0,1-1 1 0 0,0 0-1 0 0,0 0 0 0 0,0 0 1 0 0,0 0-1 0 0,0 0 0 0 0,0 0 0 0 0,0-1 1 0 0,0 1-1 0 0,1 0 0 0 0,-1 0 0 0 0,0-1 1 0 0,1 1-1 0 0,-1 0 0 0 0,1-1 1 0 0,-1 1-1 0 0,1-1 0 0 0,0 1 0 0 0,-1 0 1 0 0,1-1-1 0 0,0 1 0 0 0,0-1 0 0 0,0 1 1 0 0,0-1-1 0 0,0 1 0 0 0,0-1 1 0 0,1 1-1 0 0,-1 0 0 0 0,0-1 0 0 0,1 1 1 0 0,-1-1-1 0 0,1 1 0 0 0,0 0 1 0 0,-1-1-1 0 0,1 1 0 0 0,0 0 0 0 0,0 0 1 0 0,1-2-1 0 0,12-11 137 0 0,1 0 0 0 0,0 1 0 0 0,1 1 0 0 0,0 1 0 0 0,19-11 1 0 0,4-3 15 0 0,130-81 583 0 0,8-4-1104 0 0,-139 82-414 0 0,0-1 0 0 0,47-48 0 0 0,-47 39-93 0 0,138-133-3833 0 0,-152 151 3797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15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143 63 3225 0 0,'-26'7'1500'0'0,"2"1"0"0"0,-1 1 0 0 0,-42 22 0 0 0,145-34 4177 0 0,-25-7-5130 0 0,-1-1 1 0 0,0-3 0 0 0,72-30-1 0 0,-48 16 669 0 0,-72 27-1167 0 0,22-5 1174 0 0,-20 12-593 0 0,-9 10-428 0 0,-61 134 415 0 0,3-10-463 0 0,31-38-716 0 0,21-56-4840 0 0,4-11-1135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31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71 6449 0 0,'-2'-5'644'0'0,"0"0"0"0"0,1-1 0 0 0,-1 1-1 0 0,1 0 1 0 0,0-1 0 0 0,0 1 0 0 0,1-1 0 0 0,-1 0-1 0 0,1 1 1 0 0,1-8 0 0 0,-1 13-597 0 0,0 0 1 0 0,0 0-1 0 0,0 0 1 0 0,0-1-1 0 0,0 1 0 0 0,1 0 1 0 0,-1 0-1 0 0,0 0 1 0 0,0 0-1 0 0,0-1 1 0 0,0 1-1 0 0,0 0 0 0 0,0 0 1 0 0,0 0-1 0 0,1 0 1 0 0,-1 0-1 0 0,0-1 1 0 0,0 1-1 0 0,0 0 0 0 0,0 0 1 0 0,1 0-1 0 0,-1 0 1 0 0,0 0-1 0 0,0 0 1 0 0,0 0-1 0 0,0 0 0 0 0,1 0 1 0 0,-1 0-1 0 0,0 0 1 0 0,0 0-1 0 0,0 0 1 0 0,1 0-1 0 0,-1 0 0 0 0,0 0 1 0 0,0 0-1 0 0,0 0 1 0 0,0 0-1 0 0,1 0 0 0 0,-1 0 1 0 0,0 0-1 0 0,0 0 1 0 0,0 0-1 0 0,1 0 1 0 0,9 9 712 0 0,6 11-262 0 0,-2 6-71 0 0,-1 1 0 0 0,-1 0 1 0 0,10 34-1 0 0,19 91 97 0 0,-34-121-446 0 0,9 37 59 0 0,-10-37-23 0 0,1 1 0 0 0,2-1-1 0 0,1 0 1 0 0,17 35-1 0 0,-26-64-87 0 0,0-1-1 0 0,-1 1 1 0 0,1-1-1 0 0,0 1 1 0 0,0-1-1 0 0,0 0 1 0 0,0 1-1 0 0,1-1 1 0 0,-1 0-1 0 0,0 0 1 0 0,0 0-1 0 0,1 0 1 0 0,1 1-1 0 0,-3-2-4 0 0,1 0 0 0 0,0 1 0 0 0,0-1 0 0 0,-1 0 0 0 0,1 0 0 0 0,0 0 0 0 0,-1 0-1 0 0,1 0 1 0 0,0 0 0 0 0,0 0 0 0 0,-1 0 0 0 0,1 0 0 0 0,0 0 0 0 0,-1-1 0 0 0,1 1 0 0 0,0 0 0 0 0,-1 0 0 0 0,1-1-1 0 0,0 1 1 0 0,-1 0 0 0 0,2-1 0 0 0,2-3 83 0 0,0 0-1 0 0,0 0 0 0 0,-1 0 1 0 0,1 0-1 0 0,-1-1 1 0 0,4-7-1 0 0,0 1-54 0 0,13-20 122 0 0,57-78 290 0 0,-67 96-487 0 0,1 1 0 0 0,0 0 0 0 0,0 1 0 0 0,1 0 0 0 0,27-18 0 0 0,-34 26-194 0 0,1 0 0 0 0,0 1 1 0 0,-1 0-1 0 0,1 0 0 0 0,0 0 0 0 0,0 1 1 0 0,0-1-1 0 0,8 1 0 0 0,-8 0-499 0 0,-1 1 0 0 0,1 0 0 0 0,-1 1 0 0 0,0-1 0 0 0,10 3 0 0 0,-3 0-728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31.8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1 4145 0 0,'-1'0'408'0'0,"-1"0"1"0"0,1-1-1 0 0,0 1 1 0 0,-1 0 0 0 0,1 0-1 0 0,0 0 1 0 0,-1 0-1 0 0,1 1 1 0 0,0-1-1 0 0,0 0 1 0 0,-1 0-1 0 0,1 1 1 0 0,0-1-1 0 0,0 1 1 0 0,-1-1-1 0 0,1 1 1 0 0,0 0-1 0 0,-2 0 1 0 0,3 1-133 0 0,0 0 1 0 0,0 0 0 0 0,0-1-1 0 0,0 1 1 0 0,1 0-1 0 0,-1 0 1 0 0,0-1 0 0 0,1 1-1 0 0,-1 0 1 0 0,1-1-1 0 0,-1 1 1 0 0,1 0-1 0 0,1 1 1 0 0,-1 0-315 0 0,16 44 1330 0 0,47 136 407 0 0,-56-155-1971 0 0,18 52-903 0 0,-23-72 177 0 0,1 0 1 0 0,0-1-1 0 0,0 0 1 0 0,7 9-1 0 0,-8-13-289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31.9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0 264 6913 0 0,'0'-4'173'0'0,"1"-1"0"0"0,-1 1 0 0 0,1 0-1 0 0,0 0 1 0 0,0-1 0 0 0,0 1-1 0 0,1 0 1 0 0,0 0 0 0 0,-1 0-1 0 0,1 0 1 0 0,5-6 0 0 0,-2-1 499 0 0,50-96 4716 0 0,-18 56-4389 0 0,-31 44-1768 0 0,0 0 1 0 0,1 0-1 0 0,0 1 0 0 0,8-6 0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32.1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1 206 6913 0 0,'7'-13'1121'0'0,"0"0"-1"0"0,-1 0 1 0 0,6-19-1 0 0,2-5-403 0 0,-11 30-586 0 0,2-5-464 0 0,1 0-1 0 0,-1 0 1 0 0,2 1-1 0 0,14-21 1 0 0,-11 21-3570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32.3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69 6913 0 0,'-1'1'75'0'0,"1"0"-1"0"0,0 0 0 0 0,-1 0 0 0 0,1 0 0 0 0,0 0 0 0 0,-1 1 0 0 0,1-1 0 0 0,0 0 0 0 0,0 0 0 0 0,0 0 1 0 0,0 1-1 0 0,0-1 0 0 0,0 0 0 0 0,1 0 0 0 0,-1 0 0 0 0,0 1 0 0 0,0-1 0 0 0,1 0 0 0 0,-1 0 0 0 0,1 0 1 0 0,-1 0-1 0 0,1 0 0 0 0,0 0 0 0 0,-1 0 0 0 0,1 0 0 0 0,0 0 0 0 0,1 1 0 0 0,0-1 99 0 0,-1-1 1 0 0,0 0-1 0 0,1 0 0 0 0,-1 0 0 0 0,1 0 0 0 0,-1 0 0 0 0,1 0 0 0 0,-1 0 0 0 0,1 0 0 0 0,-1 0 0 0 0,0-1 1 0 0,1 1-1 0 0,-1-1 0 0 0,0 1 0 0 0,1-1 0 0 0,-1 1 0 0 0,0-1 0 0 0,1 0 0 0 0,-1 0 0 0 0,0 0 1 0 0,0 0-1 0 0,0 1 0 0 0,2-4 0 0 0,27-29-642 0 0,3-6-951 0 0,-31 37 1369 0 0,0 1-1 0 0,0-1 1 0 0,0 0 0 0 0,0 1 0 0 0,0 0-1 0 0,0-1 1 0 0,0 1 0 0 0,1 0 0 0 0,-1 0 0 0 0,1 0-1 0 0,-1 0 1 0 0,1 1 0 0 0,-1-1 0 0 0,1 1-1 0 0,2-1 1 0 0,-1 1 51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32.5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 8754 0 0,'-13'5'7001'0'0,"12"-4"-6710"0"0,1 13 3074 0 0,17 17-2274 0 0,7 7-1068 0 0,-1 0 1 0 0,-3 2-1 0 0,0 0 1 0 0,-3 2 0 0 0,23 83-1 0 0,-20-71-2166 0 0,-1-22-3051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6:32.8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26 103 10138 0 0,'-3'-4'284'0'0,"0"-1"-1"0"0,0 1 1 0 0,1-1 0 0 0,-1 0-1 0 0,1 1 1 0 0,0-1 0 0 0,0 0-1 0 0,1 0 1 0 0,-1 0-1 0 0,0-11 1 0 0,2 15-173 0 0,0-1 1 0 0,0 1-1 0 0,0-1 1 0 0,0 1-1 0 0,0-1 0 0 0,0 1 1 0 0,0-1-1 0 0,1 1 1 0 0,-1-1-1 0 0,1 1 0 0 0,-1-1 1 0 0,1 1-1 0 0,-1-1 1 0 0,1 1-1 0 0,0 0 1 0 0,0-1-1 0 0,0 1 0 0 0,0 0 1 0 0,0 0-1 0 0,0 0 1 0 0,0-1-1 0 0,0 1 0 0 0,0 0 1 0 0,1 1-1 0 0,-1-1 1 0 0,0 0-1 0 0,1 0 0 0 0,-1 0 1 0 0,0 1-1 0 0,1-1 1 0 0,-1 1-1 0 0,1-1 0 0 0,-1 1 1 0 0,1 0-1 0 0,-1-1 1 0 0,1 1-1 0 0,-1 0 1 0 0,1 0-1 0 0,0 0 0 0 0,-1 0 1 0 0,3 1-1 0 0,1-1 3 0 0,1 1 0 0 0,-1 0 0 0 0,1 0 0 0 0,-1 0 0 0 0,0 1 0 0 0,1 0 0 0 0,-1 0 0 0 0,0 0 0 0 0,0 1 0 0 0,0-1 0 0 0,-1 1 0 0 0,1 0 0 0 0,-1 1-1 0 0,1-1 1 0 0,-1 1 0 0 0,0 0 0 0 0,-1 0 0 0 0,1 0 0 0 0,-1 1 0 0 0,1-1 0 0 0,-1 1 0 0 0,-1-1 0 0 0,4 9 0 0 0,1 1-28 0 0,-1 0 1 0 0,0 1-1 0 0,-1-1 1 0 0,-1 1-1 0 0,0 0 0 0 0,-1 1 1 0 0,1 17-1 0 0,-4-17-32 0 0,0-1 0 0 0,-1 0 0 0 0,-1 0 0 0 0,0 1 0 0 0,-1-1 0 0 0,0 0 0 0 0,-1-1 0 0 0,-10 22 0 0 0,-6 9-696 0 0,-33 53 1 0 0,51-96 582 0 0,-14 27-476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1:40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266 130 4609 0 0,'-2'-8'103'0'0,"1"1"1"0"0,1-1-1 0 0,-1 0 0 0 0,1 0 1 0 0,1 0-1 0 0,2-14 0 0 0,-2 18 35 0 0,-1 0 0 0 0,1 1 0 0 0,1-1-1 0 0,-1 0 1 0 0,0 1 0 0 0,1-1 0 0 0,0 1-1 0 0,0-1 1 0 0,0 1 0 0 0,0 0 0 0 0,1 0-1 0 0,-1 0 1 0 0,1 0 0 0 0,-1 0 0 0 0,7-4-1 0 0,-9 7-106 0 0,0 0 1 0 0,0-1-1 0 0,1 1 0 0 0,-1 0 0 0 0,0 0 1 0 0,1 0-1 0 0,-1-1 0 0 0,0 1 0 0 0,1 0 0 0 0,-1 0 1 0 0,0 0-1 0 0,1 0 0 0 0,-1 0 0 0 0,0 0 0 0 0,1 0 1 0 0,-1 0-1 0 0,0 0 0 0 0,1 0 0 0 0,-1 0 1 0 0,0 0-1 0 0,1 0 0 0 0,-1 0 0 0 0,0 0 0 0 0,1 0 1 0 0,-1 0-1 0 0,0 0 0 0 0,1 1 0 0 0,-1-1 0 0 0,0 0 1 0 0,1 0-1 0 0,-1 0 0 0 0,0 0 0 0 0,0 1 1 0 0,1-1-1 0 0,-1 0 0 0 0,0 0 0 0 0,0 1 0 0 0,1-1 1 0 0,5 18 710 0 0,-5 19 318 0 0,-91 632 2665 0 0,55-446-3151 0 0,-69 705 1131 0 0,93-677-1569 0 0,36 430 0 0 0,-9-542-142 0 0,12 188 63 0 0,-27-281-49 0 0,-2 0 0 0 0,-2-1 0 0 0,-2 1 0 0 0,-3-1 0 0 0,-13 48 1 0 0,16-76-102 0 0,0-1 1 0 0,-2 0-1 0 0,0 0 1 0 0,0-1 0 0 0,-1 0-1 0 0,-1 0 1 0 0,-1-1-1 0 0,0 0 1 0 0,-15 15-1 0 0,6-13-943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1:40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67 143 7834 0 0,'-2'-2'74'0'0,"0"0"1"0"0,0 1-1 0 0,0-1 1 0 0,0 1-1 0 0,-1 0 1 0 0,1 0-1 0 0,-1-1 1 0 0,1 2-1 0 0,-1-1 1 0 0,-3-1-1 0 0,5 2-54 0 0,-1 1 0 0 0,1-1 0 0 0,0 0 0 0 0,-1 1 0 0 0,1-1 0 0 0,0 1 0 0 0,0 0 0 0 0,-1-1 0 0 0,1 1 0 0 0,0 0 0 0 0,0 0 0 0 0,0 0 0 0 0,0 0 0 0 0,0 0 0 0 0,0 0 0 0 0,0 0 0 0 0,0 0 0 0 0,0 0 0 0 0,0 0 0 0 0,-1 3 0 0 0,1-3-18 0 0,0 1 1 0 0,0-1 0 0 0,-1 1-1 0 0,1 0 1 0 0,0-1 0 0 0,0 1-1 0 0,1 0 1 0 0,-1 0 0 0 0,0-1-1 0 0,0 1 1 0 0,1 0 0 0 0,-1 0 0 0 0,1 0-1 0 0,0 0 1 0 0,0 0 0 0 0,0 0-1 0 0,0 0 1 0 0,0 0 0 0 0,0 0-1 0 0,0 0 1 0 0,0 0 0 0 0,1 2-1 0 0,0-3 23 0 0,1 1-1 0 0,-1-1 0 0 0,0 0 0 0 0,1 0 0 0 0,-1 0 0 0 0,1 0 0 0 0,-1 0 1 0 0,1 0-1 0 0,-1 0 0 0 0,1 0 0 0 0,0 0 0 0 0,0-1 0 0 0,-1 1 1 0 0,1-1-1 0 0,0 1 0 0 0,0-1 0 0 0,-1 0 0 0 0,1 0 0 0 0,0 1 0 0 0,0-1 1 0 0,0-1-1 0 0,0 1 0 0 0,3-1 0 0 0,53-4 378 0 0,75-18 0 0 0,9-2-3 0 0,331-16 2074 0 0,-354 33-1916 0 0,295-7 723 0 0,431 41-1 0 0,-292 19-736 0 0,63 5-450 0 0,4-45-106 0 0,436-103-855 0 0,103-4 1083 0 0,-475 88 1203 0 0,-477 21-1254 0 0,266 41 1 0 0,-193 4-647 0 0,145 20 835 0 0,-346-63-1741 0 0,-1-4 0 0 0,1-4 0 0 0,115-12-1 0 0,-137 4-3998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1:41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44 11979 0 0,'-6'-6'336'0'0,"-1"1"1"0"0,1 0 0 0 0,-1 0-1 0 0,-1 1 1 0 0,1 0 0 0 0,-1 0-1 0 0,-13-4 1 0 0,19 7-340 0 0,0 1-1 0 0,0-1 1 0 0,0 1-1 0 0,0 0 1 0 0,0 0 0 0 0,1 0-1 0 0,-1 0 1 0 0,0 0-1 0 0,0 0 1 0 0,0 1 0 0 0,0-1-1 0 0,0 1 1 0 0,0-1-1 0 0,0 1 1 0 0,1 0 0 0 0,-1 0-1 0 0,0-1 1 0 0,0 1-1 0 0,1 0 1 0 0,-1 1-1 0 0,1-1 1 0 0,-1 0 0 0 0,1 0-1 0 0,-1 1 1 0 0,1-1-1 0 0,0 1 1 0 0,0-1 0 0 0,-1 1-1 0 0,1-1 1 0 0,0 1-1 0 0,1 0 1 0 0,-1 0 0 0 0,0-1-1 0 0,0 1 1 0 0,1 0-1 0 0,-1 0 1 0 0,1 0 0 0 0,-1 3-1 0 0,-8 40 158 0 0,1 1 0 0 0,-2 82 0 0 0,7-85 170 0 0,0 54 473 0 0,13 140 1 0 0,30 98 330 0 0,-10-100-593 0 0,-1 26-269 0 0,55 610-114 0 0,-81-819-63 0 0,21 230-204 0 0,-17-235 463 0 0,2 0 0 0 0,3 0 0 0 0,31 84 0 0 0,-30-100-188 0 0,23 60 668 0 0,-33-82-763 0 0,-1 1 1 0 0,0 0-1 0 0,0 1 0 0 0,-1-1 0 0 0,0 0 0 0 0,-1 0 0 0 0,-1 13 1 0 0,1-22-94 0 0,0 0 1 0 0,0 1 0 0 0,0-1-1 0 0,0 0 1 0 0,-1 0 0 0 0,1 0-1 0 0,0 0 1 0 0,-1 0-1 0 0,1 0 1 0 0,-1 1 0 0 0,1-1-1 0 0,-1 0 1 0 0,0 0 0 0 0,0 1-1 0 0,0-2-14 0 0,1 0-1 0 0,-1 1 1 0 0,1-1-1 0 0,-1 0 1 0 0,1 0-1 0 0,-1 1 0 0 0,1-1 1 0 0,-1 0-1 0 0,1 0 1 0 0,-1 0-1 0 0,1 0 1 0 0,-1 0-1 0 0,1 0 1 0 0,-1 0-1 0 0,1 0 0 0 0,-1 0 1 0 0,1 0-1 0 0,-1 0 1 0 0,1 0-1 0 0,-1 0 1 0 0,1 0-1 0 0,-2-1 1 0 0,-2-1-316 0 0,-1-1 0 0 0,1 1 1 0 0,0-1-1 0 0,0 0 1 0 0,-6-6-1 0 0,0 0-13 0 0,1 2-1303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1:42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616 398 4889 0 0,'-71'-11'262'0'0,"-83"-25"0"0"0,-10-1-296 0 0,132 31 313 0 0,0 2 1 0 0,0 1 0 0 0,-37 3-1 0 0,53 1 171 0 0,13 0-272 0 0,0 0 0 0 0,0-1 0 0 0,0 0 1 0 0,0 1-1 0 0,0-1 0 0 0,0 0 0 0 0,0-1 0 0 0,0 1 0 0 0,0 0 0 0 0,0-1 0 0 0,0 0 0 0 0,1 0 1 0 0,-6-1-1 0 0,8 1-128 0 0,0 1 0 0 0,0 0 0 0 0,0-1 1 0 0,0 1-1 0 0,0-1 0 0 0,0 1 0 0 0,0 0 0 0 0,0 0 1 0 0,1-1-1 0 0,-1 1 0 0 0,0 0 0 0 0,0-1 0 0 0,0 1 1 0 0,0 0-1 0 0,1-1 0 0 0,-1 1 0 0 0,0 0 0 0 0,0 0 1 0 0,0-1-1 0 0,1 1 0 0 0,-1 0 0 0 0,0 0 0 0 0,0-1 1 0 0,1 1-1 0 0,-1 0 0 0 0,0 0 0 0 0,1 0 0 0 0,-1 0 1 0 0,0 0-1 0 0,1-1 0 0 0,-1 1 0 0 0,0 0 1 0 0,1 0-1 0 0,-1 0 0 0 0,0 0 0 0 0,1 0 0 0 0,-1 0 1 0 0,0 0-1 0 0,1 0 0 0 0,16-5 593 0 0,22-3-516 0 0,0 3 0 0 0,0 1 0 0 0,1 2 0 0 0,69 6 0 0 0,7-2 254 0 0,28-5 685 0 0,329 1 1180 0 0,-235 9-1590 0 0,595 25 90 0 0,-538-10-919 0 0,463 11-1499 0 0,-325-58 300 0 0,57-2 573 0 0,896 28 1360 0 0,-405 6-360 0 0,-761-13 48 0 0,-1-11 0 0 0,288-58 0 0 0,-371 48-81 0 0,792-126 592 0 0,-823 142-739 0 0,45-5 192 0 0,170 4-1 0 0,-127 20 1021 0 0,266 46 1 0 0,-432-50-1450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05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282 166 6449 0 0,'-3'-12'686'0'0,"-1"0"-1"0"0,0 0 0 0 0,-1 0 0 0 0,0 0 0 0 0,-1 1 0 0 0,0 0 0 0 0,0 0 1 0 0,-2 1-1 0 0,-14-19 0 0 0,19 26-485 0 0,-1 0 0 0 0,1 0 1 0 0,0 0-1 0 0,-1 0 0 0 0,0 1 0 0 0,1-1 1 0 0,-1 1-1 0 0,0 0 0 0 0,0 0 0 0 0,-1 0 1 0 0,1 1-1 0 0,0-1 0 0 0,-7 0 0 0 0,8 2-91 0 0,0 0 0 0 0,-1 0 0 0 0,1 0 0 0 0,-1 1-1 0 0,1-1 1 0 0,-1 1 0 0 0,1 0 0 0 0,-1 0 0 0 0,1 0 0 0 0,0 0 0 0 0,0 1-1 0 0,0-1 1 0 0,0 1 0 0 0,0 0 0 0 0,0 0 0 0 0,0 0 0 0 0,0 0 0 0 0,1 1-1 0 0,-4 3 1 0 0,-3 4 22 0 0,1 0-1 0 0,0 1 1 0 0,1 0-1 0 0,0 0 1 0 0,1 0 0 0 0,1 1-1 0 0,-1 0 1 0 0,2 0-1 0 0,0 1 1 0 0,0-1-1 0 0,-2 20 1 0 0,0 6-20 0 0,2-1-1 0 0,2 65 1 0 0,3-74-96 0 0,2 1-1 0 0,0-1 1 0 0,2 0 0 0 0,1 0-1 0 0,2-1 1 0 0,0 1-1 0 0,2-2 1 0 0,1 1 0 0 0,1-1-1 0 0,1-1 1 0 0,1 0-1 0 0,1-1 1 0 0,2-1 0 0 0,0 0-1 0 0,1-2 1 0 0,29 28-1 0 0,-40-43-53 0 0,0 0-1 0 0,0 0 0 0 0,1-1 0 0 0,0 0 1 0 0,0 0-1 0 0,0-1 0 0 0,1 0 0 0 0,0-1 0 0 0,-1 1 1 0 0,1-2-1 0 0,1 1 0 0 0,-1-1 0 0 0,0-1 1 0 0,0 0-1 0 0,1 0 0 0 0,14-1 0 0 0,16-4-684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05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9 2304 0 0,'-2'4'334'0'0,"0"1"1"0"0,0 0-1 0 0,0 0 0 0 0,1-1 0 0 0,-1 1 0 0 0,1 0 0 0 0,0 0 0 0 0,1 1 0 0 0,-1-1 0 0 0,1 6 0 0 0,-1-1 148 0 0,-2 9 527 0 0,2 0 0 0 0,0 1 1 0 0,0-1-1 0 0,2 0 0 0 0,4 24 0 0 0,-4-38-841 0 0,0 0 0 0 0,0-1 0 0 0,1 1 1 0 0,0 0-1 0 0,0-1 0 0 0,0 1 0 0 0,0-1 1 0 0,1 0-1 0 0,-1 0 0 0 0,1 0 0 0 0,0 0 1 0 0,1 0-1 0 0,-1-1 0 0 0,0 1 0 0 0,1-1 1 0 0,0 0-1 0 0,0 0 0 0 0,0 0 0 0 0,0-1 1 0 0,0 0-1 0 0,1 1 0 0 0,-1-1 0 0 0,1-1 1 0 0,0 1-1 0 0,-1-1 0 0 0,6 2 0 0 0,1-1-38 0 0,0 0-1 0 0,0-1 0 0 0,0 0 1 0 0,1 0-1 0 0,-1-1 1 0 0,0-1-1 0 0,0 0 0 0 0,0 0 1 0 0,16-5-1 0 0,-24 5-122 0 0,1 0 0 0 0,-1 0-1 0 0,0 0 1 0 0,0-1 0 0 0,1 1-1 0 0,-1-1 1 0 0,0 0 0 0 0,0 0-1 0 0,-1 0 1 0 0,1 0 0 0 0,0-1 0 0 0,-1 1-1 0 0,1-1 1 0 0,-1 1 0 0 0,0-1-1 0 0,0 0 1 0 0,0 0 0 0 0,0 0-1 0 0,0 0 1 0 0,-1 0 0 0 0,1 0 0 0 0,-1-1-1 0 0,0 1 1 0 0,0 0 0 0 0,0-1-1 0 0,-1 1 1 0 0,1-1 0 0 0,-1 1-1 0 0,0-1 1 0 0,0 1 0 0 0,0-1 0 0 0,0 1-1 0 0,-1-6 1 0 0,-1-3 22 0 0,-1 0 0 0 0,0 0 0 0 0,-1 1 0 0 0,0-1 1 0 0,0 1-1 0 0,-1 0 0 0 0,-1 0 0 0 0,0 0 0 0 0,-1 1 0 0 0,0 0 0 0 0,-12-14 0 0 0,14 18-133 0 0,-1 0-1 0 0,1 1 0 0 0,-1 0 0 0 0,0 0 1 0 0,0 0-1 0 0,-1 1 0 0 0,1-1 0 0 0,-1 2 1 0 0,0-1-1 0 0,0 1 0 0 0,0 0 0 0 0,-1 0 1 0 0,1 1-1 0 0,-1 0 0 0 0,1 1 0 0 0,-1-1 1 0 0,0 1-1 0 0,1 1 0 0 0,-10 0 0 0 0,14 0-176 0 0,-1 0-1 0 0,1 1 1 0 0,0 0 0 0 0,-1 0-1 0 0,1 0 1 0 0,0 0 0 0 0,0 0-1 0 0,0 1 1 0 0,-1-1-1 0 0,-2 4 1 0 0,-11 8-4856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05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0 195 3225 0 0,'2'-4'196'0'0,"-1"0"0"0"0,1 0 0 0 0,0 0 0 0 0,0 0 0 0 0,0 1 0 0 0,0-1 0 0 0,0 1 0 0 0,1-1 0 0 0,0 1 1 0 0,0 0-1 0 0,0 0 0 0 0,0 0 0 0 0,0 0 0 0 0,0 1 0 0 0,1-1 0 0 0,-1 1 0 0 0,1 0 0 0 0,0 0 0 0 0,4-2 0 0 0,-4 3 3 0 0,-1 0 0 0 0,0 1 0 0 0,0-1 1 0 0,1 1-1 0 0,-1 0 0 0 0,1 0 0 0 0,-1 0 0 0 0,0 0 0 0 0,1 0 0 0 0,-1 1 0 0 0,0 0 0 0 0,1-1 0 0 0,-1 1 0 0 0,0 0 0 0 0,0 1 0 0 0,0-1 0 0 0,0 0 0 0 0,0 1 0 0 0,0 0 0 0 0,0 0 0 0 0,0 0 0 0 0,-1 0 0 0 0,1 0 1 0 0,2 4-1 0 0,9 8 267 0 0,-1 1 0 0 0,-1 1 0 0 0,0 0 1 0 0,-1 1-1 0 0,0 0 0 0 0,-2 0 0 0 0,0 1 0 0 0,-1 0 1 0 0,7 25-1 0 0,-14-95-470 0 0,10-73 0 0 0,-9 107 26 0 0,9-57 50 0 0,-9 69-56 0 0,-1 0 0 0 0,1 0 0 0 0,0 1 0 0 0,0-1 0 0 0,1 1 0 0 0,0 0 0 0 0,0-1-1 0 0,0 1 1 0 0,0 1 0 0 0,5-7 0 0 0,-6 10 5 0 0,0 0 0 0 0,0 0 0 0 0,0 0 0 0 0,1 0 0 0 0,-1 0 0 0 0,0 0 0 0 0,0 0 0 0 0,1 1 0 0 0,-1-1 0 0 0,0 1 0 0 0,1 0 0 0 0,-1-1 0 0 0,0 1 0 0 0,1 0 0 0 0,-1 0 0 0 0,0 1 0 0 0,1-1 0 0 0,-1 0 0 0 0,0 1 0 0 0,1 0 0 0 0,-1-1 0 0 0,0 1 0 0 0,0 0 0 0 0,0 0 0 0 0,0 0 0 0 0,0 0 0 0 0,3 3 0 0 0,9 4 143 0 0,-1 1 1 0 0,20 17 0 0 0,-32-25-153 0 0,55 46-1048 0 0,48 54 1 0 0,-87-82-4800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06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230 426 5065 0 0,'-4'-3'395'0'0,"1"0"-1"0"0,-1 0 1 0 0,0 0-1 0 0,0 0 1 0 0,0 0 0 0 0,0 1-1 0 0,0 0 1 0 0,-1 0-1 0 0,1 0 1 0 0,-1 0-1 0 0,1 1 1 0 0,-1 0 0 0 0,0 0-1 0 0,1 0 1 0 0,-1 0-1 0 0,0 1 1 0 0,0 0-1 0 0,0 0 1 0 0,-9 1 0 0 0,10 0-251 0 0,-1 0 0 0 0,1 0 0 0 0,0 1 0 0 0,0-1 0 0 0,0 1 0 0 0,0 0 0 0 0,0 0 1 0 0,0 0-1 0 0,0 1 0 0 0,0-1 0 0 0,1 1 0 0 0,0 0 0 0 0,-1 0 0 0 0,1 0 1 0 0,0 1-1 0 0,0-1 0 0 0,1 1 0 0 0,-1 0 0 0 0,1-1 0 0 0,0 1 0 0 0,-3 5 0 0 0,-2 11-109 0 0,0-1 0 0 0,2 1 0 0 0,0 0 0 0 0,1 1 0 0 0,1-1 0 0 0,-1 27 0 0 0,4-35-50 0 0,-1 0-1 0 0,2 0 1 0 0,0 0 0 0 0,0 0-1 0 0,2-1 1 0 0,-1 1-1 0 0,1-1 1 0 0,1 1-1 0 0,0-1 1 0 0,0 0-1 0 0,1 0 1 0 0,8 12-1 0 0,-11-20 7 0 0,0 0-1 0 0,0 0 1 0 0,0 0-1 0 0,0-1 1 0 0,1 1-1 0 0,-1-1 1 0 0,1 0-1 0 0,0 0 1 0 0,-1 0-1 0 0,1 0 1 0 0,0 0-1 0 0,0 0 1 0 0,0-1-1 0 0,0 0 0 0 0,1 1 1 0 0,-1-1-1 0 0,0 0 1 0 0,0 0-1 0 0,5 0 1 0 0,-4-1-47 0 0,1-1 1 0 0,-1 1 0 0 0,0-1-1 0 0,1 1 1 0 0,-1-1 0 0 0,0-1-1 0 0,0 1 1 0 0,0-1 0 0 0,0 1-1 0 0,0-1 1 0 0,0 0 0 0 0,0 0-1 0 0,4-4 1 0 0,4-3-199 0 0,-1-1 0 0 0,0-1 0 0 0,-1 0 0 0 0,0 0 0 0 0,0-1 1 0 0,-1 0-1 0 0,11-21 0 0 0,-10 17 144 0 0,-1-1 0 0 0,-1 0-1 0 0,-1-1 1 0 0,0 1 0 0 0,-2-1 0 0 0,0-1 0 0 0,-1 1 0 0 0,0-1-1 0 0,-2 0 1 0 0,0 0 0 0 0,-1 1 0 0 0,-1-1 0 0 0,-1 0 0 0 0,0 0-1 0 0,-2 0 1 0 0,0 0 0 0 0,-1 1 0 0 0,-1-1 0 0 0,-8-19 0 0 0,0 7 426 0 0,-1 0 0 0 0,-2 1 0 0 0,-35-50 0 0 0,41 66-3 0 0,-1 0 0 0 0,0 1 0 0 0,-2 0 0 0 0,1 1 1 0 0,-2 0-1 0 0,1 1 0 0 0,-1 0 0 0 0,-1 1 0 0 0,-16-8 0 0 0,29 17-203 0 0,0 0 0 0 0,0 0-1 0 0,0 0 1 0 0,-1 0-1 0 0,1 0 1 0 0,0 0 0 0 0,-1 1-1 0 0,1-1 1 0 0,0 1-1 0 0,-1-1 1 0 0,1 1 0 0 0,0 0-1 0 0,-1 0 1 0 0,1 0-1 0 0,-1 0 1 0 0,1 1 0 0 0,0-1-1 0 0,-1 1 1 0 0,1-1 0 0 0,-3 2-1 0 0,3-1-16 0 0,1 1 0 0 0,-1 0 0 0 0,0-1 0 0 0,1 1 0 0 0,0 0 0 0 0,-1 0 0 0 0,1 0 1 0 0,0 0-1 0 0,0 0 0 0 0,0 0 0 0 0,0 0 0 0 0,1 0 0 0 0,-1 0 0 0 0,1 0 0 0 0,-1 0 0 0 0,1 1 0 0 0,0-1 0 0 0,-1 0 0 0 0,1 0 0 0 0,0 1 0 0 0,1 2 0 0 0,-1 17-57 0 0,2 0-1 0 0,0-1 1 0 0,1 1-1 0 0,1-1 0 0 0,1 0 1 0 0,1 0-1 0 0,1-1 1 0 0,1 0-1 0 0,1 0 1 0 0,0 0-1 0 0,17 24 0 0 0,-9-20-45 0 0,1 0 0 0 0,1-2-1 0 0,1 0 1 0 0,1-1-1 0 0,0-1 1 0 0,2-2-1 0 0,45 30 1 0 0,-16-14-75 0 0,-8-4-285 0 0,2-2 0 0 0,74 33 0 0 0,-119-60 323 0 0,0-1 0 0 0,1 1 0 0 0,-1-1 0 0 0,1 1 0 0 0,-1-1 0 0 0,0 0 1 0 0,1 1-1 0 0,-1-1 0 0 0,1 0 0 0 0,-1 0 0 0 0,0 0 0 0 0,1 0 0 0 0,-1-1 1 0 0,1 1-1 0 0,-1 0 0 0 0,0 0 0 0 0,1-1 0 0 0,-1 1 0 0 0,0-1 0 0 0,1 1 0 0 0,-1-1 1 0 0,0 0-1 0 0,0 1 0 0 0,1-1 0 0 0,-1 0 0 0 0,0 0 0 0 0,0 0 0 0 0,0 0 1 0 0,0 0-1 0 0,0 0 0 0 0,0 0 0 0 0,0 0 0 0 0,-1 0 0 0 0,1-1 0 0 0,0 1 0 0 0,-1 0 1 0 0,1-1-1 0 0,0 1 0 0 0,-1 0 0 0 0,0-1 0 0 0,1 1 0 0 0,-1 0 0 0 0,0-1 1 0 0,0-1-1 0 0,3-10 46 0 0,-2 0 0 0 0,1 1 0 0 0,-2-27 0 0 0,0 27-105 0 0,-1-41 267 0 0,3 1 1 0 0,2-1 0 0 0,3 0 0 0 0,22-90 0 0 0,-21 126 193 0 0,-8 17-343 0 0,0 0 0 0 0,0-1 0 0 0,1 1-1 0 0,-1 0 1 0 0,0 0 0 0 0,0 0 0 0 0,0 0-1 0 0,0 0 1 0 0,0 0 0 0 0,0 0 0 0 0,1 0 0 0 0,-1 0-1 0 0,0 0 1 0 0,0 0 0 0 0,0-1 0 0 0,0 1-1 0 0,0 0 1 0 0,1 0 0 0 0,-1 0 0 0 0,0 0-1 0 0,0 0 1 0 0,0 0 0 0 0,0 0 0 0 0,0 0 0 0 0,1 0-1 0 0,-1 0 1 0 0,0 0 0 0 0,0 0 0 0 0,0 1-1 0 0,0-1 1 0 0,0 0 0 0 0,1 0 0 0 0,-1 0-1 0 0,0 0 1 0 0,0 0 0 0 0,0 0 0 0 0,0 0-1 0 0,0 0 1 0 0,0 0 0 0 0,0 0 0 0 0,1 0 0 0 0,-1 1-1 0 0,0-1 1 0 0,0 0 0 0 0,0 0 0 0 0,0 0-1 0 0,0 0 1 0 0,0 0 0 0 0,9 30 1202 0 0,-3-8-841 0 0,3 0-294 0 0,1-1 1 0 0,0 0-1 0 0,2-1 0 0 0,1 0 0 0 0,0-1 0 0 0,1-1 0 0 0,1 0 0 0 0,23 21 0 0 0,-30-31-53 0 0,1-1 0 0 0,-1 0 0 0 0,1 0 0 0 0,0-1 0 0 0,1 0 0 0 0,0-1 0 0 0,0 0 0 0 0,0-1 0 0 0,0 0 0 0 0,1 0 0 0 0,0-1 0 0 0,-1 0 0 0 0,1-1 0 0 0,0 0 1 0 0,0-1-1 0 0,0 0 0 0 0,1-1 0 0 0,-1 0 0 0 0,17-3 0 0 0,-24 2-36 0 0,0 0 0 0 0,-1 0 1 0 0,1 0-1 0 0,0 0 0 0 0,0-1 0 0 0,-1 0 1 0 0,1 0-1 0 0,-1 0 0 0 0,1 0 1 0 0,-1 0-1 0 0,0-1 0 0 0,0 0 1 0 0,0 1-1 0 0,0-1 0 0 0,-1 0 1 0 0,1 0-1 0 0,-1-1 0 0 0,1 1 1 0 0,-1 0-1 0 0,0-1 0 0 0,-1 0 1 0 0,4-6-1 0 0,0-7-66 0 0,-1 0 1 0 0,-1 0-1 0 0,0 0 0 0 0,1-22 1 0 0,-3 19 12 0 0,9-36 1 0 0,-10 52 66 0 0,2 0 1 0 0,-1 0-1 0 0,0 0 1 0 0,1 1-1 0 0,-1-1 0 0 0,1 1 1 0 0,0-1-1 0 0,0 1 0 0 0,1 0 1 0 0,-1-1-1 0 0,1 1 1 0 0,-1 1-1 0 0,1-1 0 0 0,0 0 1 0 0,0 1-1 0 0,0-1 0 0 0,5-2 1 0 0,-5 4-17 0 0,0 0 0 0 0,0 0 0 0 0,0 0 0 0 0,0 1 0 0 0,0-1 0 0 0,1 1 0 0 0,-1 0 0 0 0,0 0 0 0 0,0 0 0 0 0,0 0 0 0 0,0 0 0 0 0,0 1 0 0 0,0 0 0 0 0,0-1 1 0 0,0 1-1 0 0,0 0 0 0 0,0 0 0 0 0,0 1 0 0 0,0-1 0 0 0,-1 1 0 0 0,1-1 0 0 0,0 1 0 0 0,2 2 0 0 0,33 25-2783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07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6 2761 0 0,'-4'-1'390'0'0,"0"0"1"0"0,0 0 0 0 0,0 0 0 0 0,0 0-1 0 0,0 1 1 0 0,0 0 0 0 0,0 0 0 0 0,0 0-1 0 0,0 0 1 0 0,0 0 0 0 0,0 1 0 0 0,0 0 0 0 0,0 0-1 0 0,0 0 1 0 0,0 0 0 0 0,0 1 0 0 0,-3 1-1 0 0,1 1-114 0 0,0 0-1 0 0,0 0 1 0 0,0 0-1 0 0,1 1 0 0 0,0 0 1 0 0,0 0-1 0 0,0 1 0 0 0,0-1 1 0 0,-3 7-1 0 0,-4 8 8 0 0,1 0 0 0 0,1 1 0 0 0,0 0 0 0 0,2 1 0 0 0,-6 23 0 0 0,10-32-132 0 0,0 0 0 0 0,2 0 1 0 0,-1 1-1 0 0,0 26 0 0 0,3-33-66 0 0,1 1-1 0 0,0-1 0 0 0,0 0 1 0 0,1 0-1 0 0,0 0 1 0 0,0 0-1 0 0,0 0 1 0 0,1 0-1 0 0,0 0 1 0 0,8 11-1 0 0,-8-13-79 0 0,0 1-1 0 0,1-1 0 0 0,0 0 1 0 0,0-1-1 0 0,0 1 0 0 0,1-1 0 0 0,0 1 1 0 0,0-1-1 0 0,0-1 0 0 0,0 1 1 0 0,0-1-1 0 0,1 0 0 0 0,-1 0 0 0 0,11 3 1 0 0,-12-5-217 0 0,0 0 1 0 0,1 0-1 0 0,-1-1 1 0 0,1 0-1 0 0,-1 0 1 0 0,0 0-1 0 0,1 0 1 0 0,-1-1-1 0 0,0 1 1 0 0,1-1-1 0 0,-1 0 1 0 0,0-1 0 0 0,0 1-1 0 0,0-1 1 0 0,0 0-1 0 0,0 0 1 0 0,0 0-1 0 0,0 0 1 0 0,0-1-1 0 0,-1 1 1 0 0,0-1-1 0 0,4-4 1 0 0,12-12-1818 0 0,-1-3-1553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07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18 7370 0 0,'-8'-5'-78'0'0,"-14"-7"1886"0"0,22 12-1716 0 0,-1 0-1 0 0,1 0 1 0 0,-1 0-1 0 0,1 0 1 0 0,-1 0 0 0 0,1 0-1 0 0,-1 0 1 0 0,1 0-1 0 0,-1 0 1 0 0,1 0-1 0 0,-1 1 1 0 0,1-1 0 0 0,-1 0-1 0 0,1 0 1 0 0,-1 1-1 0 0,1-1 1 0 0,0 0-1 0 0,-1 1 1 0 0,1-1-1 0 0,0 0 1 0 0,-1 1 0 0 0,1-1-1 0 0,0 1 1 0 0,-1-1-1 0 0,1 1 1 0 0,0-1-1 0 0,0 0 1 0 0,-1 1 0 0 0,1-1-1 0 0,0 1 1 0 0,0-1-1 0 0,0 1 1 0 0,0-1-1 0 0,0 1 1 0 0,0-1 0 0 0,0 1-1 0 0,0-1 1 0 0,0 1-1 0 0,0-1 1 0 0,0 1-1 0 0,0-1 1 0 0,0 1-1 0 0,0-1 1 0 0,0 1 0 0 0,1 0-1 0 0,-1 8 623 0 0,1 0-1 0 0,0-1 1 0 0,1 1 0 0 0,-1-1-1 0 0,5 9 1 0 0,5 13 230 0 0,16 31 1 0 0,-7-20-362 0 0,82 215 485 0 0,2 5-1477 0 0,-22-93-3998 0 0,-68-140-1677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08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1 447 5985 0 0,'4'-5'335'0'0,"0"-1"0"0"0,0 0-1 0 0,1 1 1 0 0,0 0 0 0 0,0 0 0 0 0,10-7-1 0 0,138-102 1761 0 0,27-22-130 0 0,12-15-457 0 0,-191 151-1482 0 0,-1 0 0 0 0,1 0-1 0 0,-1-1 1 0 0,1 1-1 0 0,-1 0 1 0 0,1 0 0 0 0,-1 0-1 0 0,1 0 1 0 0,-1 0-1 0 0,1 0 1 0 0,-1 0 0 0 0,1 0-1 0 0,-1 0 1 0 0,1 0-1 0 0,0 0 1 0 0,-1 0 0 0 0,1 0-1 0 0,-1 0 1 0 0,1 0-1 0 0,-1 0 1 0 0,1 1 0 0 0,-1-1-1 0 0,1 0 1 0 0,-1 0 0 0 0,1 1-1 0 0,-1-1 1 0 0,0 0-1 0 0,1 1 1 0 0,-1-1 0 0 0,1 1-1 0 0,-1-1 1 0 0,0 0-1 0 0,1 1 1 0 0,-1-1 0 0 0,0 1-1 0 0,1-1 1 0 0,-1 1-1 0 0,0-1 1 0 0,0 1 0 0 0,0-1-1 0 0,1 1 1 0 0,-1-1 0 0 0,0 1-1 0 0,0-1 1 0 0,0 1-1 0 0,0-1 1 0 0,0 1 0 0 0,0 0-1 0 0,8 42 48 0 0,-5-24 202 0 0,9 32 198 0 0,-7-20-252 0 0,2 0 0 0 0,1-1 1 0 0,2 0-1 0 0,25 52 0 0 0,-32-77-219 0 0,0-1 0 0 0,1 0 0 0 0,-1 0 0 0 0,1 0 0 0 0,0 0-1 0 0,0-1 1 0 0,1 1 0 0 0,-1-1 0 0 0,1 0 0 0 0,0-1 0 0 0,-1 1-1 0 0,1-1 1 0 0,0 0 0 0 0,1 0 0 0 0,-1 0 0 0 0,0-1 0 0 0,0 0-1 0 0,1 0 1 0 0,-1 0 0 0 0,8 0 0 0 0,-8-1-1 0 0,-1 0 0 0 0,0 0 0 0 0,0 0-1 0 0,1 0 1 0 0,-1-1 0 0 0,0 0 0 0 0,0 1 0 0 0,0-2 0 0 0,0 1-1 0 0,0 0 1 0 0,0-1 0 0 0,0 0 0 0 0,0 0 0 0 0,-1 0 0 0 0,1 0-1 0 0,-1-1 1 0 0,1 1 0 0 0,-1-1 0 0 0,0 0 0 0 0,0 0 0 0 0,0 0-1 0 0,-1 0 1 0 0,1-1 0 0 0,-1 1 0 0 0,1-1 0 0 0,2-6 0 0 0,-4 6 15 0 0,0 0 1 0 0,0 0-1 0 0,-1 0 1 0 0,0 0-1 0 0,1 0 1 0 0,-1 0-1 0 0,-1-1 1 0 0,1 1-1 0 0,-1 0 1 0 0,1 0-1 0 0,-1 0 1 0 0,0 0-1 0 0,-1 0 1 0 0,1 0-1 0 0,-1 1 1 0 0,0-1-1 0 0,0 0 1 0 0,0 1-1 0 0,0-1 1 0 0,0 1-1 0 0,-1 0 1 0 0,1 0-1 0 0,-7-6 1 0 0,0 0 52 0 0,0 0 0 0 0,-1 1 0 0 0,0 0 0 0 0,0 1 1 0 0,0 0-1 0 0,-20-9 0 0 0,11 8-7 0 0,0 2-1 0 0,0 0 1 0 0,-1 1 0 0 0,1 1-1 0 0,-1 1 1 0 0,-31-1 0 0 0,-22 2-5614 0 0,60 2 6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08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0 294 3225 0 0,'2'-1'190'0'0,"0"1"1"0"0,0 0 0 0 0,0 0-1 0 0,0 0 1 0 0,0 0 0 0 0,0 0-1 0 0,-1 1 1 0 0,1-1 0 0 0,0 1-1 0 0,0-1 1 0 0,0 1 0 0 0,0-1-1 0 0,0 1 1 0 0,-1 0 0 0 0,1 0-1 0 0,0 0 1 0 0,-1 0 0 0 0,1 0-1 0 0,-1 0 1 0 0,1 1 0 0 0,-1-1-1 0 0,1 0 1 0 0,-1 1 0 0 0,0-1-1 0 0,2 3 1 0 0,32 49 3919 0 0,-23-34-2959 0 0,-1-4-170 0 0,-8-11-570 0 0,1 1 0 0 0,-1-1 0 0 0,1 1-1 0 0,-1 0 1 0 0,-1 0 0 0 0,1 0 0 0 0,-1 0-1 0 0,0 0 1 0 0,3 9 0 0 0,-5-14-337 0 0,0 1 1 0 0,0-1-1 0 0,0 1 1 0 0,0 0-1 0 0,-1-1 1 0 0,1 1-1 0 0,0-1 1 0 0,0 1-1 0 0,0-1 1 0 0,0 1-1 0 0,-1-1 1 0 0,1 1 0 0 0,0 0-1 0 0,0-1 1 0 0,-1 0-1 0 0,1 1 1 0 0,0-1-1 0 0,-1 1 1 0 0,1-1-1 0 0,0 1 1 0 0,-1-1-1 0 0,1 0 1 0 0,-1 1-1 0 0,1-1 1 0 0,-1 0-1 0 0,1 1 1 0 0,-1-1-1 0 0,1 0 1 0 0,-1 0-1 0 0,1 1 1 0 0,-1-1-1 0 0,0 0 1 0 0,1 0-1 0 0,-1 0 1 0 0,1 0-1 0 0,-1 0 1 0 0,1 0-1 0 0,-1 0 1 0 0,0 0-1 0 0,0 0 1 0 0,0 0-28 0 0,0 0 0 0 0,0 0 0 0 0,0 0 0 0 0,0-1 0 0 0,0 1 0 0 0,0 0 0 0 0,1-1 0 0 0,-1 1 0 0 0,0-1 0 0 0,0 1 0 0 0,0-1 0 0 0,0 1 0 0 0,0-1 0 0 0,1 0 0 0 0,-1 1 0 0 0,0-1 0 0 0,1 0 0 0 0,-1 0 0 0 0,0 1 0 0 0,1-1 0 0 0,-1 0 0 0 0,1 0 1 0 0,-1-2-1 0 0,-7-30 93 0 0,1 0 0 0 0,2-1 1 0 0,1 0-1 0 0,2 0 1 0 0,1 0-1 0 0,6-47 0 0 0,-4 61-331 0 0,2 0 0 0 0,0 1 0 0 0,7-24 0 0 0,6 1-5823 0 0,1 12-1256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12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162 134 5985 0 0,'0'-9'416'0'0,"-1"1"-1"0"0,0-1 1 0 0,0 0-1 0 0,-1 1 1 0 0,0-1-1 0 0,0 1 1 0 0,-1 0-1 0 0,0-1 1 0 0,-1 1-1 0 0,0 1 1 0 0,0-1-1 0 0,-1 0 1 0 0,-7-9 0 0 0,11 16-344 0 0,1 1 1 0 0,-1-1 0 0 0,0 0-1 0 0,0 1 1 0 0,1-1-1 0 0,-1 0 1 0 0,0 1 0 0 0,0-1-1 0 0,0 1 1 0 0,0 0 0 0 0,0-1-1 0 0,0 1 1 0 0,0 0 0 0 0,0-1-1 0 0,0 1 1 0 0,0 0 0 0 0,0 0-1 0 0,0 0 1 0 0,0 0 0 0 0,0 0-1 0 0,0 0 1 0 0,0 0 0 0 0,0 0-1 0 0,0 0 1 0 0,0 1 0 0 0,0-1-1 0 0,-2 1 1 0 0,1 0 21 0 0,0 1 0 0 0,0-1-1 0 0,0 1 1 0 0,0 0 0 0 0,0-1 0 0 0,1 1-1 0 0,-1 0 1 0 0,0 0 0 0 0,1 0-1 0 0,-1 0 1 0 0,0 3 0 0 0,-4 8 114 0 0,0 0 0 0 0,1 0-1 0 0,-4 15 1 0 0,8-25-176 0 0,-11 49 68 0 0,1 2 1 0 0,4-1 0 0 0,1 1 0 0 0,3 0 0 0 0,2 1-1 0 0,2-1 1 0 0,3 0 0 0 0,21 100 0 0 0,-18-121-101 0 0,1-1 1 0 0,2 0 0 0 0,15 32 0 0 0,-22-55-5 0 0,2 0-1 0 0,-1 0 1 0 0,1-1-1 0 0,1 1 1 0 0,0-1-1 0 0,0 0 1 0 0,0-1-1 0 0,1 0 1 0 0,0 0-1 0 0,0 0 1 0 0,1-1-1 0 0,0 0 1 0 0,0 0-1 0 0,14 7 1 0 0,-18-11-26 0 0,-1-1 1 0 0,0 0 0 0 0,0 0 0 0 0,0 0 0 0 0,1 0 0 0 0,-1 0 0 0 0,1-1-1 0 0,-1 0 1 0 0,0 1 0 0 0,1-1 0 0 0,-1-1 0 0 0,1 1 0 0 0,-1 0 0 0 0,0-1-1 0 0,1 0 1 0 0,-1 1 0 0 0,0-1 0 0 0,1 0 0 0 0,2-2 0 0 0,-2 0-55 0 0,0 0 0 0 0,1 0 0 0 0,-2 0 1 0 0,1 0-1 0 0,0-1 0 0 0,-1 1 0 0 0,1-1 1 0 0,-1 0-1 0 0,0 0 0 0 0,-1 0 0 0 0,5-9 0 0 0,-1 0-154 0 0,0 0 0 0 0,-2-1-1 0 0,1 0 1 0 0,-2 0-1 0 0,0 0 1 0 0,0 0-1 0 0,-1-1 1 0 0,-1-15-1 0 0,-9-109-939 0 0,8 138 1204 0 0,-1 1 0 0 0,1 0 0 0 0,0-1 0 0 0,0 1 0 0 0,0-1 0 0 0,0 1 0 0 0,0-1 0 0 0,0 1 0 0 0,0 0 0 0 0,0-1 0 0 0,0 1 0 0 0,0-1 0 0 0,0 1 0 0 0,0-1 0 0 0,0 1 0 0 0,0 0 0 0 0,0-1 0 0 0,0 1 0 0 0,1-1 0 0 0,-1 1 0 0 0,0-1 0 0 0,0 1 0 0 0,0 0 0 0 0,1-1 0 0 0,-1 1 0 0 0,0 0 0 0 0,0-1 1 0 0,1 1-1 0 0,-1 0 0 0 0,0-1 0 0 0,1 1 0 0 0,-1 0 0 0 0,0 0 0 0 0,1-1 0 0 0,-1 1 0 0 0,1 0 0 0 0,15 8 784 0 0,12 22 93 0 0,-22-22-707 0 0,0 0-1 0 0,1 0 1 0 0,0-1-1 0 0,1 1 1 0 0,-1-2 0 0 0,2 1-1 0 0,-1-1 1 0 0,0 0 0 0 0,12 5-1 0 0,-16-9-171 0 0,1-1-1 0 0,-1 1 0 0 0,1-1 1 0 0,0 0-1 0 0,0 0 1 0 0,-1 0-1 0 0,1-1 0 0 0,0 1 1 0 0,0-1-1 0 0,0 0 1 0 0,0-1-1 0 0,-1 1 1 0 0,1-1-1 0 0,0 0 0 0 0,0 0 1 0 0,-1-1-1 0 0,1 1 1 0 0,0-1-1 0 0,-1 0 0 0 0,0 0 1 0 0,7-5-1 0 0,0 0 89 0 0,-1-1 0 0 0,0 0 0 0 0,-1-1 0 0 0,0 0 0 0 0,0-1 0 0 0,-1 0 0 0 0,0 0 0 0 0,-1-1 0 0 0,0 1 0 0 0,0-2 0 0 0,-1 1 0 0 0,-1-1 0 0 0,4-12 0 0 0,-3 9-104 0 0,-2-1 1 0 0,0 1-1 0 0,0-1 0 0 0,-2 0 0 0 0,0 0 1 0 0,0 0-1 0 0,-2 0 0 0 0,0 0 1 0 0,-1 0-1 0 0,-3-17 0 0 0,3 29-307 0 0,1 0-1 0 0,-1 0 0 0 0,0 1 0 0 0,-1-1 0 0 0,1 1 1 0 0,-1-1-1 0 0,1 1 0 0 0,-5-7 0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12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62 4609 0 0,'19'-61'8572'0'0,"-16"70"-6933"0"0,1 15-244 0 0,3 70-665 0 0,-5-45-161 0 0,2 0-1 0 0,2 0 1 0 0,2 0 0 0 0,23 71-1 0 0,-31-118-608 0 0,1 0 1 0 0,-1 1-1 0 0,1-1 0 0 0,0 0 1 0 0,0 0-1 0 0,0 1 0 0 0,1-1 0 0 0,-1 0 1 0 0,0 0-1 0 0,1 0 0 0 0,-1-1 0 0 0,1 1 1 0 0,0 0-1 0 0,0-1 0 0 0,-1 1 0 0 0,4 1 1 0 0,-4-2 15 0 0,0-1 1 0 0,-1 0 0 0 0,1 0-1 0 0,-1 0 1 0 0,1 0 0 0 0,0 0-1 0 0,-1 0 1 0 0,1 0-1 0 0,0 0 1 0 0,-1 0 0 0 0,1-1-1 0 0,-1 1 1 0 0,1 0 0 0 0,-1 0-1 0 0,1 0 1 0 0,0-1-1 0 0,-1 1 1 0 0,1 0 0 0 0,-1-1-1 0 0,1 1 1 0 0,-1-1 0 0 0,1 0-1 0 0,14-21-374 0 0,27-95-1523 0 0,-34 87 2154 0 0,2 1 0 0 0,1 0 0 0 0,2 1 0 0 0,1 0 0 0 0,23-37 0 0 0,-35 63-169 0 0,-1 0-1 0 0,1 0 0 0 0,-1 0 0 0 0,1 0 1 0 0,0 0-1 0 0,0 0 0 0 0,0 0 0 0 0,0 0 1 0 0,0 1-1 0 0,0-1 0 0 0,1 1 0 0 0,-1-1 1 0 0,0 1-1 0 0,1 0 0 0 0,-1 0 0 0 0,1 0 1 0 0,-1 0-1 0 0,1 1 0 0 0,-1-1 0 0 0,1 1 0 0 0,0 0 1 0 0,-1-1-1 0 0,1 1 0 0 0,4 1 0 0 0,-3 0-3 0 0,0 0-1 0 0,0 1 0 0 0,0 0 0 0 0,0 0 0 0 0,-1 0 0 0 0,1 0 0 0 0,-1 0 0 0 0,1 1 0 0 0,-1 0 0 0 0,0-1 0 0 0,0 1 0 0 0,0 0 0 0 0,0 1 0 0 0,-1-1 0 0 0,3 4 0 0 0,63 104 579 0 0,-26-38-534 0 0,22 42-2917 0 0,-46-84-3774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13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95 4609 0 0,'1'-2'247'0'0,"0"-1"0"0"0,-1 0 0 0 0,1 0 0 0 0,-1 0 0 0 0,0 0 0 0 0,0 0 0 0 0,0 0 0 0 0,0 0 0 0 0,0 0 0 0 0,-1 0 0 0 0,1 1 0 0 0,-1-1 0 0 0,0 0 0 0 0,0 0 0 0 0,0 0 0 0 0,0 1 0 0 0,0-1 0 0 0,0 0 0 0 0,-3-2 0 0 0,2 3-99 0 0,1 1 0 0 0,-1 0 0 0 0,0-1-1 0 0,1 1 1 0 0,-1 0 0 0 0,0 0 0 0 0,0 0 0 0 0,0 0-1 0 0,0 0 1 0 0,0 1 0 0 0,0-1 0 0 0,0 1-1 0 0,0-1 1 0 0,0 1 0 0 0,0 0 0 0 0,0-1 0 0 0,0 1-1 0 0,0 0 1 0 0,0 1 0 0 0,-1-1 0 0 0,1 0 0 0 0,0 0-1 0 0,0 1 1 0 0,0 0 0 0 0,0-1 0 0 0,0 1-1 0 0,0 0 1 0 0,-2 1 0 0 0,-5 3-37 0 0,1-1 1 0 0,0 1-1 0 0,0 1 0 0 0,0 0 0 0 0,1 0 1 0 0,-1 0-1 0 0,2 1 0 0 0,-1 0 1 0 0,1 1-1 0 0,0-1 0 0 0,0 1 1 0 0,1 0-1 0 0,0 0 0 0 0,1 1 0 0 0,-1 0 1 0 0,2-1-1 0 0,-6 19 0 0 0,6-16-97 0 0,-1 1-1 0 0,2 0 1 0 0,0 0-1 0 0,0 0 1 0 0,1 0-1 0 0,1 0 1 0 0,0 0-1 0 0,0 0 1 0 0,2 0-1 0 0,-1 0 1 0 0,1 0-1 0 0,1 0 1 0 0,8 21-1 0 0,-10-30-73 0 0,0 0 1 0 0,0 0-1 0 0,1 0 0 0 0,-1 0 0 0 0,1-1 0 0 0,0 1 0 0 0,0-1 0 0 0,0 1 0 0 0,0-1 0 0 0,1 0 0 0 0,-1 0 0 0 0,0 0 0 0 0,1 0 0 0 0,0 0 0 0 0,-1 0 0 0 0,1-1 0 0 0,0 1 0 0 0,0-1 0 0 0,0 0 0 0 0,0 0 1 0 0,0 0-1 0 0,0 0 0 0 0,0 0 0 0 0,0-1 0 0 0,0 0 0 0 0,0 1 0 0 0,1-1 0 0 0,-1 0 0 0 0,0-1 0 0 0,0 1 0 0 0,0 0 0 0 0,0-1 0 0 0,0 0 0 0 0,0 1 0 0 0,0-1 0 0 0,0-1 0 0 0,4-1 0 0 0,3-1-127 0 0,-1-1-1 0 0,1 0 0 0 0,-2 0 1 0 0,1-1-1 0 0,0-1 0 0 0,-1 1 1 0 0,0-1-1 0 0,-1 0 0 0 0,1-1 1 0 0,6-10-1 0 0,2-9 170 0 0,0 0-1 0 0,-3-1 0 0 0,0-1 1 0 0,-2 0-1 0 0,15-61 1 0 0,-6 23 629 0 0,-8 44 485 0 0,-5 22-1 0 0,-1 14-246 0 0,-3 9-193 0 0,0 1 1 0 0,-1-1 0 0 0,-2 25 0 0 0,4 46-42 0 0,-3-84-617 0 0,1 0-1 0 0,0 0 1 0 0,0 0-1 0 0,1 0 0 0 0,0-1 1 0 0,0 1-1 0 0,10 14 1 0 0,-11-19-207 0 0,0 0 0 0 0,1-1 0 0 0,0 0 1 0 0,0 0-1 0 0,0 0 0 0 0,0 0 0 0 0,0 0 1 0 0,1-1-1 0 0,-1 1 0 0 0,1-1 1 0 0,0 0-1 0 0,-1 0 0 0 0,1 0 0 0 0,0-1 1 0 0,0 1-1 0 0,0-1 0 0 0,1 0 0 0 0,-1 0 1 0 0,0 0-1 0 0,0-1 0 0 0,0 1 0 0 0,1-1 1 0 0,-1 0-1 0 0,0 0 0 0 0,1-1 0 0 0,7-1 1 0 0,6-5-4617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13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48 5985 0 0,'-9'-25'-128'0'0,"0"2"4736"0"0,15 50 1439 0 0,123 373-1041 0 0,18 2-6672 0 0,-121-337-2276 0 0,-15-40-2054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13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6 145 9218 0 0,'0'-1'41'0'0,"-1"0"-1"0"0,1 1 1 0 0,-1-1 0 0 0,1 1-1 0 0,-1-1 1 0 0,1 0 0 0 0,0 1-1 0 0,-1-1 1 0 0,1 0 0 0 0,0 0 0 0 0,0 1-1 0 0,-1-1 1 0 0,1 0 0 0 0,0 0-1 0 0,0 1 1 0 0,0-1 0 0 0,0 0-1 0 0,0 0 1 0 0,0 1 0 0 0,0-1-1 0 0,0 0 1 0 0,0 0 0 0 0,0 1 0 0 0,1-2-1 0 0,13-20 697 0 0,31-16 264 0 0,-37 31-782 0 0,2 0 46 0 0,0-1 0 0 0,0 1 0 0 0,1 1 0 0 0,0 0 0 0 0,0 1 0 0 0,0 0 0 0 0,14-4 0 0 0,-19 7-436 0 0,1 1 0 0 0,0 0 0 0 0,-1 0-1 0 0,1 1 1 0 0,0-1 0 0 0,0 2 0 0 0,-1-1 0 0 0,1 1 0 0 0,0 0 0 0 0,0 0 0 0 0,-1 1 0 0 0,1-1-1 0 0,-1 2 1 0 0,10 3 0 0 0,8 7-1398 0 0,1-1-21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14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3225 0 0,'19'-3'8559'0'0,"-17"9"-7400"0"0,5 19-51 0 0,-2 0 0 0 0,0 1 0 0 0,-1 0 1 0 0,-1 30-1 0 0,10 59-24 0 0,3-38-1685 0 0,-12-63-130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14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98 6449 0 0,'-2'-14'577'0'0,"2"2"-465"0"0,0 5-112 0 0,0 5 0 0 0,0 0 656 0 0,0-3 112 0 0,0-7 16 0 0,0-4 8 0 0,0 0-224 0 0,0 6-48 0 0,0 8-7 0 0,-2 9-1 0 0,2 11-1065 0 0,0 8-215 0 0,2 7-48 0 0,1 4-8 0 0,3-4 632 0 0,2-2 192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14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46 8290 0 0,'-2'-4'208'0'0,"0"1"-1"0"0,0 0 1 0 0,0-1 0 0 0,-1 1-1 0 0,1 0 1 0 0,-1 0 0 0 0,0 1 0 0 0,1-1-1 0 0,-1 0 1 0 0,0 1 0 0 0,-1 0 0 0 0,1 0-1 0 0,0 0 1 0 0,-5-2 0 0 0,6 3-16 0 0,-1 1 1 0 0,0-1 0 0 0,1 1-1 0 0,-1-1 1 0 0,1 1 0 0 0,-1 0-1 0 0,0 0 1 0 0,1 0 0 0 0,-1 1-1 0 0,0-1 1 0 0,1 1 0 0 0,-1-1-1 0 0,1 1 1 0 0,-1 0 0 0 0,1 0-1 0 0,-1 0 1 0 0,1 0-1 0 0,0 0 1 0 0,0 1 0 0 0,-1-1-1 0 0,1 1 1 0 0,-3 2 0 0 0,-3 4 141 0 0,1-1 0 0 0,0 1 0 0 0,1 0 0 0 0,-1 1 1 0 0,2-1-1 0 0,-1 1 0 0 0,1 0 0 0 0,0 1 0 0 0,1-1 0 0 0,0 1 1 0 0,1 0-1 0 0,-4 17 0 0 0,1 1-80 0 0,2 0 0 0 0,0 0 0 0 0,1 42 0 0 0,5-17-40 0 0,2-1 0 0 0,3 0 1 0 0,1 0-1 0 0,3-1 1 0 0,29 84-1 0 0,-17-73-718 0 0,4 0 0 0 0,1-2 0 0 0,4-1 0 0 0,40 56 0 0 0,-49-85-4158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14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3 185 7834 0 0,'0'0'28'0'0,"0"0"1"0"0,-1-1-1 0 0,1 1 1 0 0,0 0-1 0 0,0-1 1 0 0,-1 1-1 0 0,1 0 1 0 0,0-1-1 0 0,0 1 1 0 0,0-1-1 0 0,0 1 1 0 0,0 0 0 0 0,0-1-1 0 0,-1 1 1 0 0,1-1-1 0 0,0 1 1 0 0,0 0-1 0 0,0-1 1 0 0,0 1-1 0 0,0-1 1 0 0,1 1-1 0 0,-1 0 1 0 0,0-1-1 0 0,0 1 1 0 0,0 0-1 0 0,0-1 1 0 0,0 1-1 0 0,0-1 1 0 0,1 1 0 0 0,-1 0-1 0 0,0-1 1 0 0,14-13 1117 0 0,24-9 726 0 0,-32 19-1701 0 0,140-71 4250 0 0,-122 64-4565 0 0,1 2 0 0 0,1 0 0 0 0,0 2 0 0 0,30-5 0 0 0,-25 8-909 0 0,-1-1-16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20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88 4609 0 0,'-2'-23'2426'0'0,"-2"-14"265"0"0,4 36-2374 0 0,0-1 0 0 0,0 0 0 0 0,0 1 0 0 0,0-1 1 0 0,1 0-1 0 0,-1 0 0 0 0,0 1 0 0 0,1-1 0 0 0,-1 0 0 0 0,1 1 1 0 0,0-1-1 0 0,0 1 0 0 0,-1-1 0 0 0,1 0 0 0 0,1-1 0 0 0,-1 4-256 0 0,-1-1-1 0 0,1 0 0 0 0,0 0 0 0 0,-1 1 0 0 0,0-1 0 0 0,1 0 0 0 0,-1 1 0 0 0,1-1 0 0 0,-1 1 0 0 0,1-1 0 0 0,-1 1 1 0 0,0-1-1 0 0,1 1 0 0 0,-1-1 0 0 0,0 1 0 0 0,1-1 0 0 0,-1 1 0 0 0,0-1 0 0 0,0 1 0 0 0,0-1 0 0 0,0 1 0 0 0,1 0 1 0 0,-1-1-1 0 0,0 1 0 0 0,0-1 0 0 0,0 1 0 0 0,0 0 0 0 0,0-1 0 0 0,0 2 0 0 0,4 22 325 0 0,2 212 1651 0 0,-5-76-1572 0 0,1-88-421 0 0,4-1-1 0 0,2 1 0 0 0,4-1 1 0 0,35 115-1 0 0,-46-183-34 0 0,0 1 0 0 0,0-1 0 0 0,0 0-1 0 0,0 0 1 0 0,1 0 0 0 0,-1-1 0 0 0,1 1 0 0 0,0 0 0 0 0,0 0-1 0 0,0-1 1 0 0,0 1 0 0 0,1-1 0 0 0,-1 0 0 0 0,1 0-1 0 0,-1 0 1 0 0,1 0 0 0 0,0 0 0 0 0,-1-1 0 0 0,1 1-1 0 0,3 1 1 0 0,-1-2 10 0 0,0 0-1 0 0,0-1 1 0 0,0 1-1 0 0,0-1 1 0 0,-1 0 0 0 0,1-1-1 0 0,0 1 1 0 0,0-1-1 0 0,0 0 1 0 0,0 0-1 0 0,-1 0 1 0 0,10-4-1 0 0,10-5 168 0 0,0-2-1 0 0,-1-1 1 0 0,0 0-1 0 0,25-21 0 0 0,-19 13-287 0 0,46-24-1 0 0,-72 44-54 0 0,0-1-1 0 0,0 1 1 0 0,0-1-1 0 0,0 1 1 0 0,0 0 0 0 0,1 0-1 0 0,-1 0 1 0 0,0 1-1 0 0,1-1 1 0 0,-1 1 0 0 0,0 0-1 0 0,1 0 1 0 0,-1 0-1 0 0,1 0 1 0 0,-1 0 0 0 0,0 1-1 0 0,1 0 1 0 0,-1-1-1 0 0,0 1 1 0 0,1 0-1 0 0,-1 1 1 0 0,3 1 0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22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0 201 6449 0 0,'2'-2'163'0'0,"0"0"0"0"0,0 0 0 0 0,0 0-1 0 0,0 0 1 0 0,0 1 0 0 0,0-1-1 0 0,0 0 1 0 0,0 1 0 0 0,1 0 0 0 0,-1-1-1 0 0,1 1 1 0 0,3-1 0 0 0,-6 2-138 0 0,12-3 467 0 0,28 10 2659 0 0,-42-5-3072 0 0,1-1-29 0 0,0 1-1 0 0,0-1 1 0 0,-1 0 0 0 0,1 0-1 0 0,0-1 1 0 0,0 1 0 0 0,0 0-1 0 0,-1 0 1 0 0,1 0 0 0 0,0-1-1 0 0,-1 1 1 0 0,1-1 0 0 0,0 1-1 0 0,-1-1 1 0 0,-1 1 0 0 0,3-1 43 0 0,-1-1 0 0 0,1 1 0 0 0,-1-1 0 0 0,1 1 0 0 0,0 0 0 0 0,-1-1 0 0 0,1 1 0 0 0,0-1 0 0 0,0 1 0 0 0,-1-1 0 0 0,1 1 0 0 0,0-1 0 0 0,0 1 0 0 0,0-1 0 0 0,0 1 0 0 0,-1-1 0 0 0,1 1 0 0 0,0-1 0 0 0,0 0 0 0 0,0 1 0 0 0,0-1 0 0 0,0 1 0 0 0,0-1 0 0 0,0 1 0 0 0,1-1 0 0 0,-1 1 0 0 0,0-1 0 0 0,0 0 0 0 0,3-19 1205 0 0,-2 18-1028 0 0,1-7-135 0 0,0 1 0 0 0,1-1-1 0 0,1 1 1 0 0,-1 0 0 0 0,1 0 0 0 0,0 1 0 0 0,1-1 0 0 0,8-10 0 0 0,-11 15-99 0 0,0 0 0 0 0,1 0 1 0 0,-1 0-1 0 0,0 1 0 0 0,1-1 0 0 0,-1 1 1 0 0,1 0-1 0 0,0 0 0 0 0,0 0 0 0 0,0 0 1 0 0,0 0-1 0 0,0 1 0 0 0,0-1 0 0 0,0 1 1 0 0,1 0-1 0 0,-1 0 0 0 0,0 0 0 0 0,1 0 1 0 0,-1 1-1 0 0,1-1 0 0 0,-1 1 0 0 0,1 0 1 0 0,-1 0-1 0 0,5 1 0 0 0,3 2-44 0 0,-1 1-1 0 0,1 1 1 0 0,-1-1 0 0 0,11 8-1 0 0,-13-7 0 0 0,0-1 0 0 0,0 0-1 0 0,1 0 1 0 0,-1 0-1 0 0,1-1 1 0 0,0-1-1 0 0,13 3 1 0 0,-14-5 28 0 0,0 1 0 0 0,0-2 0 0 0,0 1-1 0 0,0-1 1 0 0,-1-1 0 0 0,1 1 0 0 0,0-1 0 0 0,-1 0 0 0 0,1-1 0 0 0,-1 0 0 0 0,0 0 0 0 0,0-1-1 0 0,12-8 1 0 0,-12 9 82 0 0,40-26 580 0 0,-12 8-2467 0 0,-11 8-3888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22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 2761 0 0,'-5'0'396'0'0,"0"0"1"0"0,0 0 0 0 0,0 1 0 0 0,0-1 0 0 0,0 1-1 0 0,1 0 1 0 0,-1 0 0 0 0,0 1 0 0 0,1-1-1 0 0,-1 1 1 0 0,1 0 0 0 0,-1 0 0 0 0,1 1 0 0 0,0-1-1 0 0,0 1 1 0 0,-9 15 4801 0 0,14-18-5102 0 0,12 10 1466 0 0,10 0-1308 0 0,296 145 2003 0 0,-298-146-2224 0 0,1-1 1 0 0,37 10-1 0 0,-49-16 56 0 0,0 0-1 0 0,0-1 1 0 0,0 0-1 0 0,0 0 0 0 0,1-1 1 0 0,-1-1-1 0 0,0 1 1 0 0,16-5-1 0 0,-36 9-14 0 0,1-1-1 0 0,0 2 0 0 0,1-1 1 0 0,-1 1-1 0 0,1 0 1 0 0,0 1-1 0 0,0 0 0 0 0,0 0 1 0 0,-8 10-1 0 0,-2 3 147 0 0,1 0-1 0 0,-24 35 0 0 0,25-29-1028 0 0,2 0-1 0 0,1 0 0 0 0,0 1 0 0 0,-13 46 1 0 0,19-48-5353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23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8 184 1840 0 0,'-1'-4'223'0'0,"-1"0"-1"0"0,1 0 0 0 0,0 0 0 0 0,0 0 0 0 0,0-1 0 0 0,1 1 0 0 0,-1 0 1 0 0,1-1-1 0 0,0 1 0 0 0,0 0 0 0 0,1-1 0 0 0,-1 1 0 0 0,1 0 0 0 0,0 0 1 0 0,0 0-1 0 0,1-1 0 0 0,-1 1 0 0 0,4-6 0 0 0,-1 0 505 0 0,1 1 0 0 0,-1 0-1 0 0,2 1 1 0 0,-1-1 0 0 0,1 1-1 0 0,1 0 1 0 0,7-7 0 0 0,-12 13-572 0 0,0 0 1 0 0,0 0 0 0 0,0 1 0 0 0,0-1 0 0 0,0 0 0 0 0,1 1 0 0 0,-1-1 0 0 0,1 1 0 0 0,0 0 0 0 0,-1 0 0 0 0,1 0-1 0 0,0 0 1 0 0,-1 0 0 0 0,1 1 0 0 0,0-1 0 0 0,0 1 0 0 0,0 0 0 0 0,-1 0 0 0 0,1 0 0 0 0,0 0 0 0 0,5 1 0 0 0,-6 0-89 0 0,0 0 0 0 0,0 0 0 0 0,0 0 0 0 0,0 0 0 0 0,0 1 0 0 0,0-1 1 0 0,0 1-1 0 0,-1-1 0 0 0,1 1 0 0 0,-1 0 0 0 0,1 0 0 0 0,-1 0 1 0 0,0-1-1 0 0,1 1 0 0 0,-1 0 0 0 0,0 1 0 0 0,0-1 0 0 0,-1 0 1 0 0,1 0-1 0 0,0 0 0 0 0,-1 0 0 0 0,1 1 0 0 0,-1-1 0 0 0,0 0 1 0 0,1 1-1 0 0,-1-1 0 0 0,-1 3 0 0 0,0 28-37 0 0,-1 1-1 0 0,-2 0 1 0 0,-16 65 0 0 0,12-68 211 0 0,1 1-1 0 0,2-1 1 0 0,2 1 0 0 0,-1 51 0 0 0,4-82-182 0 0,0 0 0 0 0,0 0 0 0 0,0 1-1 0 0,0-1 1 0 0,1 0 0 0 0,-1 1 0 0 0,0-1 0 0 0,0 0 0 0 0,1 0 0 0 0,-1 1 0 0 0,1-1-1 0 0,-1 0 1 0 0,1 0 0 0 0,0 0 0 0 0,-1 0 0 0 0,1 0 0 0 0,0 0 0 0 0,0 0 0 0 0,0 0-1 0 0,0 0 1 0 0,0 0 0 0 0,0 0 0 0 0,0 0 0 0 0,0-1 0 0 0,0 1 0 0 0,0 0-1 0 0,0-1 1 0 0,1 1 0 0 0,-1-1 0 0 0,0 1 0 0 0,0-1 0 0 0,0 0 0 0 0,1 1 0 0 0,-1-1-1 0 0,0 0 1 0 0,1 0 0 0 0,-1 0 0 0 0,0 0 0 0 0,1 0 0 0 0,-1 0 0 0 0,0 0 0 0 0,2-1-1 0 0,8-1 27 0 0,0-1 0 0 0,-1-1 0 0 0,0 1-1 0 0,14-8 1 0 0,1 0-163 0 0,-11 7-504 0 0,1 1 1 0 0,0 0-1 0 0,24-1 1 0 0,8-2-3004 0 0,-21 1-2231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24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3681 0 0,'9'-17'10731'0'0,"-8"26"-10509"0"0,30 136 1692 0 0,-20-89-178 0 0,-8-44-1639 0 0,-1 0 0 0 0,-1 0 0 0 0,0 0 1 0 0,0 1-1 0 0,-1-1 0 0 0,-2 19 0 0 0,0 22 151 0 0,1 81-216 0 0,1 19 40 0 0,1-126-62 0 0,2-1 0 0 0,1 1 0 0 0,12 43 0 0 0,-16-69 14 0 0,0 1-1 0 0,1 0 1 0 0,-1 0 0 0 0,1-1-1 0 0,-1 1 1 0 0,1-1 0 0 0,0 1-1 0 0,-1 0 1 0 0,1-1 0 0 0,0 1-1 0 0,0-1 1 0 0,0 0 0 0 0,0 1-1 0 0,0-1 1 0 0,1 0 0 0 0,-1 1-1 0 0,0-1 1 0 0,1 0 0 0 0,-1 0-1 0 0,1 0 1 0 0,-1 0 0 0 0,1-1-1 0 0,-1 1 1 0 0,1 0 0 0 0,-1-1-1 0 0,1 1 1 0 0,0-1 0 0 0,-1 1-1 0 0,1-1 1 0 0,0 0 0 0 0,0 1-1 0 0,-1-1 1 0 0,1 0-1 0 0,0 0 1 0 0,0 0 0 0 0,-1-1-1 0 0,1 1 1 0 0,0 0 0 0 0,-1-1-1 0 0,1 1 1 0 0,0-1 0 0 0,-1 0-1 0 0,1 1 1 0 0,0-1 0 0 0,-1 0-1 0 0,1 0 1 0 0,-1 0 0 0 0,2-1-1 0 0,10-7 278 0 0,0-1 0 0 0,-1 0 0 0 0,0 0-1 0 0,14-16 1 0 0,-16 15-219 0 0,55-50-184 0 0,3 2 0 0 0,116-78 0 0 0,-174 131-1607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29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453 514 5985 0 0,'-3'-3'252'0'0,"-1"1"-1"0"0,0-1 1 0 0,1 1-1 0 0,-1 0 1 0 0,-1 0-1 0 0,1 0 0 0 0,0 0 1 0 0,0 1-1 0 0,-1-1 1 0 0,1 1-1 0 0,-1 0 1 0 0,1 1-1 0 0,-1-1 1 0 0,1 1-1 0 0,-1 0 1 0 0,1 0-1 0 0,-1 0 0 0 0,1 1 1 0 0,-1-1-1 0 0,1 1 1 0 0,-6 2-1 0 0,-5 1 343 0 0,0 1 0 0 0,1 0 0 0 0,-1 1 0 0 0,-25 15 0 0 0,21-9-385 0 0,1 1 0 0 0,0 1 0 0 0,1 0 0 0 0,1 1 0 0 0,1 1 0 0 0,0 1 0 0 0,0 0 0 0 0,2 1 0 0 0,-12 21 0 0 0,12-18 8 0 0,1 1 0 0 0,1 1 1 0 0,2-1-1 0 0,0 2 1 0 0,1-1-1 0 0,1 1 0 0 0,-7 48 1 0 0,14-68-238 0 0,-1 1 1 0 0,1-1-1 0 0,0 1 0 0 0,0-1 1 0 0,1 1-1 0 0,-1-1 1 0 0,1 1-1 0 0,0-1 0 0 0,0 1 1 0 0,1-1-1 0 0,-1 0 0 0 0,1 0 1 0 0,0 1-1 0 0,0-1 0 0 0,5 7 1 0 0,-5-10 0 0 0,0 1-1 0 0,-1 0 1 0 0,2 0 0 0 0,-1-1 0 0 0,0 1-1 0 0,0-1 1 0 0,0 0 0 0 0,1 1 0 0 0,-1-1-1 0 0,1 0 1 0 0,-1 0 0 0 0,1-1 0 0 0,-1 1-1 0 0,1-1 1 0 0,-1 1 0 0 0,1-1 0 0 0,0 0-1 0 0,-1 0 1 0 0,1 0 0 0 0,0 0 0 0 0,-1 0-1 0 0,1 0 1 0 0,-1-1 0 0 0,1 0 0 0 0,0 1-1 0 0,-1-1 1 0 0,1 0 0 0 0,3-2 0 0 0,1-1-271 0 0,0 0-1 0 0,0 0 1 0 0,0 0 0 0 0,-1-1 0 0 0,0 0 0 0 0,0 0 0 0 0,0-1 0 0 0,-1 0 0 0 0,0 0-1 0 0,0 0 1 0 0,8-13 0 0 0,4-9-958 0 0,19-47-1 0 0,-26 53 714 0 0,16-35-2187 0 0,34-114-1 0 0,-52 140 2137 0 0,-1-1 0 0 0,-2 0 1 0 0,-1 0-1 0 0,-1-1 1 0 0,-4-48-1 0 0,-2 40 473 0 0,-2 0 1 0 0,-12-50-1 0 0,11 70 866 0 0,0 0 0 0 0,-1 0 0 0 0,-1 1 0 0 0,-1 0 0 0 0,-23-35 0 0 0,31 52-406 0 0,-1 0 0 0 0,0 1 0 0 0,0 0 0 0 0,0-1 0 0 0,-1 1 0 0 0,1 0 0 0 0,0 0 0 0 0,-1 0 0 0 0,1 0 0 0 0,-1 1 0 0 0,0-1 0 0 0,0 1 0 0 0,1 0 0 0 0,-5-2 0 0 0,6 3-188 0 0,0 0 0 0 0,0 0 1 0 0,0 0-1 0 0,1-1 0 0 0,-1 1 1 0 0,0 1-1 0 0,0-1 0 0 0,0 0 1 0 0,0 0-1 0 0,1 0 0 0 0,-1 0 1 0 0,0 0-1 0 0,0 1 1 0 0,1-1-1 0 0,-1 0 0 0 0,0 1 1 0 0,0-1-1 0 0,1 1 0 0 0,-1-1 1 0 0,0 1-1 0 0,0 0 0 0 0,0 1 10 0 0,0-1-1 0 0,0 1 0 0 0,0-1 1 0 0,0 1-1 0 0,0 0 0 0 0,1-1 1 0 0,-1 1-1 0 0,0 0 1 0 0,1 0-1 0 0,0-1 0 0 0,-1 1 1 0 0,1 0-1 0 0,0 3 0 0 0,-1 55 709 0 0,2-1 0 0 0,4 0-1 0 0,1 0 1 0 0,21 83 0 0 0,80 226 118 0 0,-94-329-1814 0 0,1 0-1 0 0,38 69 1 0 0,-34-78-6453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30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11 438 6913 0 0,'-1'1'37'0'0,"0"-1"-1"0"0,1 0 0 0 0,-1 1 0 0 0,0-1 1 0 0,1 1-1 0 0,-1-1 0 0 0,1 1 0 0 0,-1-1 1 0 0,0 1-1 0 0,1-1 0 0 0,0 1 0 0 0,-1-1 1 0 0,1 1-1 0 0,-1 0 0 0 0,1-1 0 0 0,0 1 0 0 0,-1 0 1 0 0,1-1-1 0 0,0 1 0 0 0,0 0 0 0 0,-1 0 1 0 0,1 0-1 0 0,12 3 1206 0 0,-8-4-882 0 0,1 0 0 0 0,0 0 0 0 0,-1-1 0 0 0,1 0 0 0 0,-1 0 0 0 0,6-2 0 0 0,1-3 63 0 0,0-1-1 0 0,-1 0 1 0 0,0-1-1 0 0,0 0 1 0 0,-1 0-1 0 0,0-1 1 0 0,-1 0-1 0 0,0-1 1 0 0,0 1-1 0 0,-1-2 1 0 0,0 1 0 0 0,7-17-1 0 0,-3 5-371 0 0,-1 0 0 0 0,-1-1 0 0 0,-1 0 0 0 0,-1-1 0 0 0,5-35 0 0 0,-10 49-57 0 0,0 0 0 0 0,-1-1 0 0 0,0 1 0 0 0,-1 0 0 0 0,0-1 0 0 0,-1 1 0 0 0,0-1 0 0 0,0 1 0 0 0,-2 0 0 0 0,1 0 0 0 0,-6-14 0 0 0,8 24 5 0 0,0-1 0 0 0,-1 0 0 0 0,1 1 1 0 0,0-1-1 0 0,-1 0 0 0 0,1 1 0 0 0,-1-1 0 0 0,1 1 1 0 0,-1-1-1 0 0,1 1 0 0 0,-1-1 0 0 0,0 1 0 0 0,1-1 1 0 0,-1 1-1 0 0,0 0 0 0 0,1-1 0 0 0,-1 1 0 0 0,0 0 1 0 0,1 0-1 0 0,-1-1 0 0 0,0 1 0 0 0,0 0 0 0 0,1 0 1 0 0,-1 0-1 0 0,0 0 0 0 0,0 0 0 0 0,1 0 1 0 0,-1 0-1 0 0,-1 0 0 0 0,0 1-4 0 0,-1 0-1 0 0,1-1 1 0 0,0 1 0 0 0,-1 1 0 0 0,1-1 0 0 0,0 0-1 0 0,0 0 1 0 0,0 1 0 0 0,-2 1 0 0 0,-5 5-14 0 0,2 0 0 0 0,-1 0 0 0 0,-7 10 0 0 0,8-7 55 0 0,0-1 0 0 0,1 1 1 0 0,0 0-1 0 0,1 1 1 0 0,0-1-1 0 0,0 1 0 0 0,1 0 1 0 0,1 0-1 0 0,0 1 1 0 0,-1 16-1 0 0,3-23 11 0 0,1 0 0 0 0,0 0-1 0 0,0 0 1 0 0,1 1 0 0 0,-1-1 0 0 0,1 0 0 0 0,1 0 0 0 0,-1 0-1 0 0,1 0 1 0 0,0 0 0 0 0,0 0 0 0 0,1-1 0 0 0,0 1 0 0 0,0-1 0 0 0,0 1-1 0 0,1-1 1 0 0,0 0 0 0 0,-1 0 0 0 0,2-1 0 0 0,-1 1 0 0 0,1-1-1 0 0,7 6 1 0 0,4 0-259 0 0,0 0 0 0 0,0-2 0 0 0,1 0-1 0 0,0 0 1 0 0,0-2 0 0 0,0 0 0 0 0,30 5 0 0 0,-13-4-5866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30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1 6449 0 0,'-14'1'487'0'0,"-1"0"-1"0"0,1 2 1 0 0,0-1-1 0 0,0 2 1 0 0,0 0-1 0 0,1 1 1 0 0,-1 0-1 0 0,1 0 1 0 0,0 2-1 0 0,1 0 1 0 0,0 0-1 0 0,0 1 1 0 0,0 1-1 0 0,1 0 1 0 0,-17 17-1 0 0,19-18-256 0 0,1 1 0 0 0,0 0 0 0 0,1 1 0 0 0,0 0 0 0 0,0 0 0 0 0,1 0 1 0 0,0 1-1 0 0,1 0 0 0 0,0 0 0 0 0,1 0 0 0 0,0 1 0 0 0,1 0 0 0 0,0 0 0 0 0,0-1 0 0 0,2 1 0 0 0,0 1 0 0 0,0-1 0 0 0,2 23 0 0 0,1-26-98 0 0,0 1 0 0 0,1 0-1 0 0,1-1 1 0 0,-1 0 0 0 0,2 0 0 0 0,-1 0 0 0 0,1 0 0 0 0,0 0 0 0 0,1-1-1 0 0,0 0 1 0 0,1 0 0 0 0,8 7 0 0 0,-5-4-371 0 0,1-1 1 0 0,25 17-1 0 0,-26-21-1172 0 0,1 0 1 0 0,-1 0-1 0 0,20 6 0 0 0,-6-4-4594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30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0 133 6913 0 0,'37'-11'2108'0'0,"-32"10"-1855"0"0,-1-1 0 0 0,1 1 0 0 0,0 0 0 0 0,0 0 0 0 0,0 1 0 0 0,0-1 1 0 0,0 1-1 0 0,0 0 0 0 0,-1 1 0 0 0,1-1 0 0 0,0 1 0 0 0,0 0 0 0 0,0 0 1 0 0,0 0-1 0 0,-1 1 0 0 0,1-1 0 0 0,-1 1 0 0 0,1 0 0 0 0,-1 1 0 0 0,1-1 1 0 0,-1 1-1 0 0,0 0 0 0 0,0 0 0 0 0,-1 0 0 0 0,1 0 0 0 0,-1 1 0 0 0,1 0 1 0 0,-1-1-1 0 0,0 1 0 0 0,-1 0 0 0 0,1 1 0 0 0,-1-1 0 0 0,1 0 0 0 0,-1 1 1 0 0,0-1-1 0 0,-1 1 0 0 0,2 5 0 0 0,2 6-84 0 0,0 1-1 0 0,-1-1 1 0 0,-1 1-1 0 0,-1 0 1 0 0,0 0 0 0 0,-2 33-1 0 0,-1-44 762 0 0,-1-8-293 0 0,-3-18-4 0 0,-3-33-310 0 0,7 26-735 0 0,1 0-1 0 0,2 0 0 0 0,0 0 0 0 0,2 1 1 0 0,0-1-1 0 0,2 1 0 0 0,16-44 0 0 0,-10 43-1080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31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1 327 3225 0 0,'0'2'74'0'0,"0"-1"0"0"0,0 0 1 0 0,0 1-1 0 0,0-1 1 0 0,0 0-1 0 0,1 1 0 0 0,-1-1 1 0 0,0 0-1 0 0,1 0 0 0 0,-1 1 1 0 0,1-1-1 0 0,-1 0 1 0 0,1 0-1 0 0,-1 0 0 0 0,1 0 1 0 0,0 1-1 0 0,0-1 1 0 0,0 0-1 0 0,-1 0 0 0 0,1 0 1 0 0,0-1-1 0 0,0 1 0 0 0,0 0 1 0 0,1 0-1 0 0,-1 0 1 0 0,0-1-1 0 0,0 1 0 0 0,0-1 1 0 0,0 1-1 0 0,3 0 0 0 0,-2-1 168 0 0,1 1-1 0 0,-1-1 0 0 0,1 0 0 0 0,-1 0 0 0 0,1 0 0 0 0,-1 0 0 0 0,1-1 0 0 0,-1 1 0 0 0,1-1 0 0 0,-1 1 0 0 0,1-1 0 0 0,-1 0 0 0 0,1 0 0 0 0,-1 0 0 0 0,4-3 0 0 0,-2 2-82 0 0,-1-1 1 0 0,0 0-1 0 0,0 0 0 0 0,0-1 0 0 0,0 1 0 0 0,0 0 0 0 0,-1-1 1 0 0,1 0-1 0 0,-1 1 0 0 0,0-1 0 0 0,0 0 0 0 0,1-6 0 0 0,16-54 417 0 0,-16 50-517 0 0,18-92 538 0 0,-19 93-503 0 0,-1 0 0 0 0,-1 0 0 0 0,0 0 0 0 0,-1 0 1 0 0,0 0-1 0 0,-4-16 0 0 0,-1 20 251 0 0,0 16 642 0 0,-1 18 327 0 0,4 3-828 0 0,0 0 0 0 0,2 0 1 0 0,5 51-1 0 0,-3-70-442 0 0,0 0 1 0 0,1 0-1 0 0,0 0 1 0 0,1 0-1 0 0,0 0 1 0 0,1 0-1 0 0,0-1 1 0 0,0 0-1 0 0,0 0 1 0 0,1 0-1 0 0,0 0 0 0 0,1 0 1 0 0,0-1-1 0 0,0 0 1 0 0,10 8-1 0 0,-1-3-446 0 0,1 0-1 0 0,0-1 0 0 0,1-1 0 0 0,0-1 1 0 0,22 9-1 0 0,-13-8-5500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31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0 3225 0 0,'-10'0'979'0'0,"1"1"0"0"0,0 0 0 0 0,0 0 1 0 0,0 0-1 0 0,0 1 0 0 0,0 1 0 0 0,-12 4 0 0 0,13-3-938 0 0,1-1 0 0 0,0 2 1 0 0,1-1-1 0 0,-1 1 0 0 0,1-1 0 0 0,0 2 0 0 0,0-1 0 0 0,1 1 0 0 0,-1 0 0 0 0,1 0 0 0 0,0 0 0 0 0,1 1 0 0 0,0 0 0 0 0,-6 10 1 0 0,-2 9 60 0 0,1 0 1 0 0,1 1 0 0 0,-7 28 0 0 0,14-43 86 0 0,1 1 0 0 0,0-1 1 0 0,0 1-1 0 0,1-1 0 0 0,1 1 1 0 0,0-1-1 0 0,0 1 0 0 0,1-1 1 0 0,4 17-1 0 0,-4-27-162 0 0,-1 0 0 0 0,0 0 0 0 0,1 0 0 0 0,0 0 0 0 0,-1 0 0 0 0,1-1 0 0 0,0 1 0 0 0,0 0 0 0 0,0-1 0 0 0,0 1 0 0 0,0 0 0 0 0,1-1 0 0 0,-1 1 0 0 0,0-1 0 0 0,1 0 0 0 0,-1 1 0 0 0,1-1 0 0 0,-1 0 0 0 0,1 0 0 0 0,0 0 0 0 0,-1 0 0 0 0,5 1 0 0 0,-4-1-63 0 0,1-1 0 0 0,0 0 0 0 0,-1 0 0 0 0,1 0 0 0 0,0 0 0 0 0,0 0 0 0 0,-1-1-1 0 0,1 1 1 0 0,0-1 0 0 0,-1 0 0 0 0,1 0 0 0 0,-1 0 0 0 0,1 0 0 0 0,3-2 0 0 0,5-4-362 0 0,0 0 0 0 0,-1-1 0 0 0,0 0 0 0 0,0-1 1 0 0,13-14-1 0 0,12-20-2070 0 0,42-69 0 0 0,-5 7 4083 0 0,-72 104-1365 0 0,1-1-1 0 0,0 1 1 0 0,0 0-1 0 0,0-1 1 0 0,0 1 0 0 0,1 0-1 0 0,-1 0 1 0 0,0 0-1 0 0,0 0 1 0 0,1 0 0 0 0,-1 0-1 0 0,1 0 1 0 0,-1 0-1 0 0,1 0 1 0 0,-1 1 0 0 0,1-1-1 0 0,-1 1 1 0 0,3-1-1 0 0,-3 1-88 0 0,0 0-1 0 0,0 0 1 0 0,0 1-1 0 0,0-1 0 0 0,-1 0 1 0 0,1 1-1 0 0,0-1 0 0 0,0 0 1 0 0,0 1-1 0 0,0 0 0 0 0,0-1 1 0 0,-1 1-1 0 0,1-1 1 0 0,0 1-1 0 0,-1 0 0 0 0,1-1 1 0 0,0 1-1 0 0,-1 0 0 0 0,1 0 1 0 0,-1 0-1 0 0,1-1 1 0 0,0 3-1 0 0,3 6 528 0 0,0 1-1 0 0,-1 0 1 0 0,0 0-1 0 0,2 16 1 0 0,-1-11-842 0 0,0 1 100 0 0,1 0 1 0 0,1-1 0 0 0,7 16 0 0 0,14 18-3039 0 0,-16-31-3051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31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20 3225 0 0,'0'-1'44'0'0,"1"1"1"0"0,-1-1 0 0 0,0 1 0 0 0,0-1 0 0 0,1 1-1 0 0,-1-1 1 0 0,0 0 0 0 0,0 1 0 0 0,0-1 0 0 0,0 1-1 0 0,1-1 1 0 0,-1 0 0 0 0,0 1 0 0 0,0-1 0 0 0,0 1-1 0 0,0-1 1 0 0,0 0 0 0 0,-1 1 0 0 0,1-1 0 0 0,0 1-1 0 0,0-1 1 0 0,0 0 0 0 0,0 1 0 0 0,-1-1 0 0 0,1 1-1 0 0,0-1 1 0 0,-1 1 0 0 0,1-1 0 0 0,0 1 0 0 0,-1-1-1 0 0,1 1 1 0 0,-1-1 0 0 0,-20 11 3513 0 0,16-6-3217 0 0,-11 6 491 0 0,1 2 1 0 0,0 0-1 0 0,1 0 1 0 0,1 1-1 0 0,0 1 0 0 0,1 0 1 0 0,0 1-1 0 0,1 1 1 0 0,1-1-1 0 0,-16 32 0 0 0,25-45-811 0 0,0 0-1 0 0,0 0 1 0 0,1 1-1 0 0,-1-1 1 0 0,0 0-1 0 0,1 0 1 0 0,0 0-1 0 0,-1 1 1 0 0,1-1-1 0 0,0 0 1 0 0,0 1-1 0 0,0-1 1 0 0,0 0-1 0 0,1 0 1 0 0,-1 1-1 0 0,0-1 1 0 0,1 0-1 0 0,0 0 1 0 0,0 0-1 0 0,-1 0 1 0 0,1 0-1 0 0,0 0 1 0 0,1 0-1 0 0,-1 0 1 0 0,0 0-1 0 0,1 0 1 0 0,-1 0-1 0 0,1-1 1 0 0,-1 1-1 0 0,1 0 1 0 0,0-1-1 0 0,-1 0 1 0 0,1 1-1 0 0,0-1 1 0 0,0 0-1 0 0,4 2 1 0 0,8 3 147 0 0,0-1 0 0 0,0 0 1 0 0,1-1-1 0 0,25 3 1 0 0,-10-1-76 0 0,4 2-267 0 0,-12-4-196 0 0,-1 1 0 0 0,0 1 0 0 0,0 1 0 0 0,0 1 0 0 0,31 16 0 0 0,-50-23 299 0 0,0 0 0 0 0,0 0-1 0 0,0 1 1 0 0,0-1 0 0 0,-1 0-1 0 0,1 1 1 0 0,0-1 0 0 0,-1 1 0 0 0,0 0-1 0 0,1-1 1 0 0,-1 1 0 0 0,0 0-1 0 0,0 0 1 0 0,0 0 0 0 0,0 0-1 0 0,0 0 1 0 0,0 0 0 0 0,0 0-1 0 0,-1 0 1 0 0,1 0 0 0 0,-1 0 0 0 0,0 0-1 0 0,1 1 1 0 0,-1 1 0 0 0,-1 0 104 0 0,0-1 0 0 0,0 1 0 0 0,0 0 0 0 0,0-1 0 0 0,-1 1 0 0 0,0-1 0 0 0,1 0 0 0 0,-1 0 0 0 0,0 1 0 0 0,-1-1 0 0 0,1 0 0 0 0,-5 4 0 0 0,-6 5 515 0 0,0 0-1 0 0,-1-1 1 0 0,0-1 0 0 0,-28 15 0 0 0,-11 1 256 0 0,36-19-1202 0 0,0 1 0 0 0,1 0-1 0 0,0 1 1 0 0,1 1 0 0 0,-29 24-1 0 0,32-21-624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32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68 258 2304 0 0,'2'0'93'0'0,"0"0"-1"0"0,1 1 1 0 0,-1-1-1 0 0,0 0 1 0 0,0 0-1 0 0,0 0 0 0 0,0-1 1 0 0,0 1-1 0 0,0 0 1 0 0,0-1-1 0 0,0 1 0 0 0,0-1 1 0 0,0 0-1 0 0,0 0 1 0 0,0 0-1 0 0,0 0 0 0 0,-1 0 1 0 0,1 0-1 0 0,0 0 1 0 0,0 0-1 0 0,2-4 0 0 0,-1 3 170 0 0,-1-1 0 0 0,1 1-1 0 0,-1-1 1 0 0,0 0-1 0 0,0 0 1 0 0,0 0-1 0 0,0 0 1 0 0,-1 0-1 0 0,1 0 1 0 0,-1 0 0 0 0,0 0-1 0 0,2-6 1 0 0,0-8 360 0 0,-1-1 0 0 0,-1 1 0 0 0,0-1 0 0 0,-1 1-1 0 0,-1 0 1 0 0,-1-1 0 0 0,-7-33 0 0 0,8 50-588 0 0,1 0 1 0 0,0-1-1 0 0,-1 1 0 0 0,1 0 0 0 0,-1-1 0 0 0,0 1 0 0 0,1 0 0 0 0,-1 0 0 0 0,0-1 0 0 0,0 1 0 0 0,0 0 0 0 0,0 0 1 0 0,0 0-1 0 0,0 0 0 0 0,0 0 0 0 0,0 0 0 0 0,0 0 0 0 0,-1 1 0 0 0,1-1 0 0 0,0 0 0 0 0,0 1 0 0 0,-1-1 0 0 0,1 1 0 0 0,0-1 1 0 0,-1 1-1 0 0,1-1 0 0 0,-1 1 0 0 0,1 0 0 0 0,-1 0 0 0 0,1 0 0 0 0,0 0 0 0 0,-1 0 0 0 0,1 0 0 0 0,-1 0 0 0 0,1 1 1 0 0,-1-1-1 0 0,1 0 0 0 0,0 1 0 0 0,-1-1 0 0 0,1 1 0 0 0,0-1 0 0 0,-1 1 0 0 0,1 0 0 0 0,0-1 0 0 0,-2 3 0 0 0,-3 0 175 0 0,1 0 0 0 0,-1 1 0 0 0,1 0 0 0 0,0 0 0 0 0,1 1 0 0 0,-1-1 0 0 0,1 1 0 0 0,-1 0 0 0 0,-3 6 0 0 0,4-4-70 0 0,1-1-1 0 0,-1 1 0 0 0,1 0 1 0 0,0 0-1 0 0,1 0 0 0 0,0 0 1 0 0,0 0-1 0 0,1 1 0 0 0,-1-1 0 0 0,2 1 1 0 0,-1-1-1 0 0,1 1 0 0 0,0-1 1 0 0,1 1-1 0 0,-1-1 0 0 0,1 0 0 0 0,1 1 1 0 0,0-1-1 0 0,3 11 0 0 0,-1-10 39 0 0,1 1 0 0 0,-1-1 0 0 0,1 0-1 0 0,1 0 1 0 0,-1-1 0 0 0,2 1 0 0 0,-1-1-1 0 0,1-1 1 0 0,0 1 0 0 0,0-1 0 0 0,0 0-1 0 0,1-1 1 0 0,0 0 0 0 0,17 9 0 0 0,-3-5-324 0 0,0-1 1 0 0,0-1-1 0 0,1-1 0 0 0,0-1 1 0 0,1-1-1 0 0,-1-1 1 0 0,1-1-1 0 0,-1-1 1 0 0,28-2-1 0 0,-24 1-7149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16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6913 0 0,'7'-2'9832'0'0,"-5"7"-8837"0"0,6 21-46 0 0,0 1 1 0 0,-2 0 0 0 0,6 50-1 0 0,-8-43-2510 0 0,2 0 0 0 0,12 43-1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16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13 184 8290 0 0,'-7'-100'1511'0'0,"6"33"2908"0"0,0 51-2395 0 0,-1 20-1326 0 0,1 27-2030 0 0,6 40 385 0 0,-1-41 887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17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77 3225 0 0,'0'-1'216'0'0,"0"-1"1"0"0,-1 1-1 0 0,1-1 1 0 0,0 0-1 0 0,0 1 1 0 0,0-1-1 0 0,0 0 1 0 0,0 1-1 0 0,1-1 1 0 0,-1 1 0 0 0,0-1-1 0 0,1 0 1 0 0,-1 1-1 0 0,1-1 1 0 0,0-1-1 0 0,12-25 2761 0 0,-13 27-2855 0 0,1 0 1 0 0,-1 0-1 0 0,1 0 0 0 0,-1 1 0 0 0,1-1 1 0 0,-1 0-1 0 0,1 0 0 0 0,0 1 0 0 0,-1-1 1 0 0,1 0-1 0 0,0 1 0 0 0,0-1 0 0 0,-1 0 1 0 0,1 1-1 0 0,0-1 0 0 0,0 1 0 0 0,0 0 1 0 0,0-1-1 0 0,0 1 0 0 0,0 0 0 0 0,-1-1 1 0 0,1 1-1 0 0,0 0 0 0 0,0 0 0 0 0,0 0 1 0 0,0 0-1 0 0,0 0 0 0 0,0 0 0 0 0,0 0 1 0 0,0 0-1 0 0,0 0 0 0 0,0 0 0 0 0,0 1 1 0 0,0-1-1 0 0,0 0 0 0 0,0 1 0 0 0,0-1 1 0 0,-1 1-1 0 0,1-1 0 0 0,0 1 0 0 0,0-1 1 0 0,0 1-1 0 0,-1-1 0 0 0,1 1 0 0 0,0 0 1 0 0,-1-1-1 0 0,1 1 0 0 0,0 0 0 0 0,-1 0 1 0 0,1 0-1 0 0,-1-1 0 0 0,1 1 0 0 0,0 2 1 0 0,5 7 326 0 0,0 0-1 0 0,-1 0 1 0 0,6 17 0 0 0,-8-20-303 0 0,109 264 906 0 0,-112-270-1072 0 0,1 0 0 0 0,-1-1 0 0 0,0 1-1 0 0,0 0 1 0 0,0 0 0 0 0,1-1 0 0 0,-1 1-1 0 0,0 0 1 0 0,1-1 0 0 0,-1 1 0 0 0,1 0-1 0 0,-1-1 1 0 0,1 1 0 0 0,-1-1 0 0 0,1 1-1 0 0,-1 0 1 0 0,1-1 0 0 0,0 0-1 0 0,-1 1 1 0 0,1-1 0 0 0,0 1 0 0 0,-1-1-1 0 0,2 1 1 0 0,-1-2 10 0 0,-1 1-1 0 0,1 0 0 0 0,-1-1 1 0 0,1 1-1 0 0,-1-1 0 0 0,1 1 1 0 0,-1-1-1 0 0,1 0 1 0 0,-1 1-1 0 0,0-1 0 0 0,1 1 1 0 0,-1-1-1 0 0,0 0 1 0 0,1 1-1 0 0,-1-1 0 0 0,0 0 1 0 0,0 1-1 0 0,0-1 0 0 0,1-1 1 0 0,5-44-453 0 0,-6 43 347 0 0,2-21-515 0 0,1-13 82 0 0,1-1 0 0 0,9-35 0 0 0,-10 64 558 0 0,-1 0-1 0 0,1 0 1 0 0,0 0 0 0 0,1 0-1 0 0,-1 1 1 0 0,2 0 0 0 0,-1 0-1 0 0,1 0 1 0 0,1 0 0 0 0,-1 1-1 0 0,1-1 1 0 0,1 2 0 0 0,10-10-1 0 0,-15 14 30 0 0,0 0-1 0 0,1 0 0 0 0,-1 1 1 0 0,1-1-1 0 0,-1 1 1 0 0,1 0-1 0 0,0 0 0 0 0,0 0 1 0 0,0 0-1 0 0,-1 0 0 0 0,1 0 1 0 0,0 1-1 0 0,0 0 1 0 0,0-1-1 0 0,0 1 0 0 0,0 0 1 0 0,0 0-1 0 0,0 1 0 0 0,0-1 1 0 0,0 1-1 0 0,0-1 0 0 0,0 1 1 0 0,0 0-1 0 0,-1 0 1 0 0,1 0-1 0 0,0 0 0 0 0,-1 1 1 0 0,6 2-1 0 0,2 5 229 0 0,0 0-1 0 0,0 0 1 0 0,0 0-1 0 0,-1 1 1 0 0,9 14 0 0 0,4 3-756 0 0,-10-12-3851 0 0,1 0-1531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17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54 4609 0 0,'-1'-5'-208'0'0,"-16"-34"3723"0"0,17 38-3361 0 0,0 0 0 0 0,-1 1 0 0 0,1-1 0 0 0,-1 1 1 0 0,1-1-1 0 0,0 0 0 0 0,-1 1 0 0 0,1-1 0 0 0,-1 1 0 0 0,0 0 0 0 0,1-1 1 0 0,-1 1-1 0 0,1-1 0 0 0,-1 1 0 0 0,0 0 0 0 0,1-1 0 0 0,-1 1 1 0 0,1 0-1 0 0,-1 0 0 0 0,-1-1 0 0 0,1 2-13 0 0,0-1 0 0 0,1 0 0 0 0,-1 1 0 0 0,0-1 0 0 0,0 0 0 0 0,1 1 0 0 0,-1-1 1 0 0,0 1-1 0 0,1-1 0 0 0,-1 1 0 0 0,0 0 0 0 0,1-1 0 0 0,-1 1 0 0 0,1 0 0 0 0,-1-1 0 0 0,1 1 0 0 0,-1 0 0 0 0,1 0 0 0 0,-1-1 0 0 0,1 1 0 0 0,-1 1 0 0 0,-2 7 174 0 0,0-1-1 0 0,1 0 0 0 0,0 1 1 0 0,0-1-1 0 0,1 1 0 0 0,0 0 0 0 0,0-1 1 0 0,1 1-1 0 0,1 12 0 0 0,12 78 735 0 0,-9-79-925 0 0,0 0 0 0 0,2 0 0 0 0,0 0 0 0 0,1 0 1 0 0,1-1-1 0 0,1-1 0 0 0,0 1 0 0 0,17 22 0 0 0,-22-36-203 0 0,0 0 0 0 0,0 1 0 0 0,0-1-1 0 0,1-1 1 0 0,0 1 0 0 0,0-1 0 0 0,0 0 0 0 0,0 0 0 0 0,1 0 0 0 0,0-1-1 0 0,0 0 1 0 0,0 0 0 0 0,0 0 0 0 0,0-1 0 0 0,0 0 0 0 0,1 0-1 0 0,-1-1 1 0 0,1 1 0 0 0,-1-1 0 0 0,1-1 0 0 0,-1 1 0 0 0,1-1-1 0 0,0-1 1 0 0,-1 1 0 0 0,1-1 0 0 0,-1 0 0 0 0,1 0 0 0 0,-1-1-1 0 0,10-3 1 0 0,-7 1-532 0 0,-2 1 0 0 0,1-1 0 0 0,0 0 0 0 0,9-8 0 0 0,8-6-4666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18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0 250 5529 0 0,'46'-12'6528'0'0,"-42"13"-6330"0"0,0-1 0 0 0,1 1 0 0 0,-1 0 0 0 0,0 0 0 0 0,1 0 0 0 0,-1 0 0 0 0,0 1-1 0 0,0 0 1 0 0,0 0 0 0 0,0 0 0 0 0,0 0 0 0 0,-1 0 0 0 0,1 1 0 0 0,-1 0 0 0 0,1 0 0 0 0,-1 0 0 0 0,0 0-1 0 0,0 0 1 0 0,0 1 0 0 0,4 7 0 0 0,6 7 48 0 0,-1 2 1 0 0,15 32-1 0 0,-26-50-221 0 0,8 21 50 0 0,-7-17 124 0 0,0 0-1 0 0,1 0 1 0 0,-1-1 0 0 0,1 1-1 0 0,0-1 1 0 0,1 0 0 0 0,5 7-1 0 0,-23-26 1023 0 0,1-1 0 0 0,-21-31 0 0 0,27 36-1229 0 0,2 0-1 0 0,-1 0 1 0 0,1 0 0 0 0,1-1 0 0 0,0 0-1 0 0,0 0 1 0 0,1 0 0 0 0,1-1 0 0 0,0 1-1 0 0,0-1 1 0 0,1-13 0 0 0,1 8-253 0 0,1 1 1 0 0,1-1-1 0 0,0 1 1 0 0,2-1-1 0 0,0 1 1 0 0,7-20 0 0 0,-9 30-215 0 0,1 0 1 0 0,-1 0 0 0 0,1 0-1 0 0,1 0 1 0 0,-1 0 0 0 0,1 1-1 0 0,0-1 1 0 0,0 1-1 0 0,0 0 1 0 0,1 0 0 0 0,0 0-1 0 0,0 1 1 0 0,0 0 0 0 0,0 0-1 0 0,1 0 1 0 0,-1 1 0 0 0,1-1-1 0 0,9-2 1 0 0,1 2-3950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18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0 309 1376 0 0,'3'0'280'0'0,"1"0"0"0"0,-1-1 0 0 0,0 1-1 0 0,0-1 1 0 0,0 0 0 0 0,0 1 0 0 0,0-1-1 0 0,0-1 1 0 0,0 1 0 0 0,0 0 0 0 0,-1-1-1 0 0,1 1 1 0 0,0-1 0 0 0,-1 0 0 0 0,1 0-1 0 0,-1 0 1 0 0,0 0 0 0 0,1 0 0 0 0,-1-1-1 0 0,0 1 1 0 0,-1-1 0 0 0,1 1 0 0 0,3-6-1 0 0,3-6 397 0 0,0-1 0 0 0,0 1-1 0 0,5-19 1 0 0,-9 21-610 0 0,0 0 0 0 0,0 0 0 0 0,-2-1 0 0 0,1 0 0 0 0,0-16 0 0 0,-3 24-51 0 0,0-1 0 0 0,0 1 1 0 0,0 0-1 0 0,-1 0 1 0 0,0-1-1 0 0,0 1 0 0 0,0 0 1 0 0,0 0-1 0 0,-1 0 0 0 0,0 0 1 0 0,0 1-1 0 0,0-1 0 0 0,-1 0 1 0 0,0 1-1 0 0,-5-7 0 0 0,8 9 6 0 0,-1 1-1 0 0,0 0 1 0 0,0 0-1 0 0,0 0 1 0 0,-1 0-1 0 0,1 0 1 0 0,0 0-1 0 0,0 0 0 0 0,0 1 1 0 0,-1-1-1 0 0,1 0 1 0 0,0 1-1 0 0,-1-1 1 0 0,1 1-1 0 0,0-1 0 0 0,-1 1 1 0 0,1 0-1 0 0,-1-1 1 0 0,1 1-1 0 0,-1 0 1 0 0,1 0-1 0 0,-1 0 1 0 0,1 0-1 0 0,-2 1 0 0 0,0 0 63 0 0,1 0-1 0 0,0 0 1 0 0,0 0-1 0 0,0 0 1 0 0,0 0-1 0 0,0 1 0 0 0,0-1 1 0 0,0 1-1 0 0,0-1 1 0 0,1 1-1 0 0,-1 0 1 0 0,1 0-1 0 0,-3 3 0 0 0,0 1 137 0 0,0 0-1 0 0,1 1 0 0 0,-1 0 1 0 0,1 0-1 0 0,1 0 1 0 0,-1 0-1 0 0,1 1 0 0 0,-1 8 1 0 0,1 0 178 0 0,2 0 0 0 0,0 0 0 0 0,1-1 0 0 0,0 1 0 0 0,1 0 0 0 0,1-1 0 0 0,0 0 0 0 0,10 25 1 0 0,-8-29-501 0 0,0 1 0 0 0,1-2 0 0 0,0 1 0 0 0,12 16 0 0 0,-10-18-883 0 0,1 1 0 0 0,0-1 0 0 0,0-1 1 0 0,19 14-1 0 0,-7-8-4679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18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110 115 2761 0 0,'5'-31'212'0'0,"-3"24"309"0"0,0 0 0 0 0,-1-1 1 0 0,0 0-1 0 0,0 1 0 0 0,-1-1 1 0 0,0 0-1 0 0,0 1 0 0 0,-1-1 0 0 0,-1-8 1 0 0,2 17-479 0 0,0-1 0 0 0,0 0 0 0 0,-1 0 1 0 0,1 0-1 0 0,0 1 0 0 0,0-1 0 0 0,0 0 0 0 0,0 0 1 0 0,0 0-1 0 0,0 1 0 0 0,0-1 0 0 0,0 0 0 0 0,0 0 0 0 0,-1 0 1 0 0,1 1-1 0 0,0-1 0 0 0,0 0 0 0 0,0 0 0 0 0,0 0 1 0 0,-1 0-1 0 0,1 0 0 0 0,0 0 0 0 0,0 1 0 0 0,0-1 1 0 0,0 0-1 0 0,-1 0 0 0 0,1 0 0 0 0,0 0 0 0 0,0 0 1 0 0,-1 0-1 0 0,1 0 0 0 0,0 0 0 0 0,0 0 0 0 0,0 0 1 0 0,-1 0-1 0 0,1 0 0 0 0,0 0 0 0 0,0 0 0 0 0,0 0 1 0 0,-1 0-1 0 0,1 0 0 0 0,0 0 0 0 0,0 0 0 0 0,0 0 1 0 0,-1 0-1 0 0,1-1 0 0 0,0 1 0 0 0,0 0 0 0 0,0 0 0 0 0,-1 0 1 0 0,1 0-1 0 0,0 0 0 0 0,0 0 0 0 0,0-1 0 0 0,0 1 1 0 0,0 0-1 0 0,-1 0 0 0 0,1 0 0 0 0,0-1 0 0 0,0 1 1 0 0,0 0-1 0 0,0 0 0 0 0,0 0 0 0 0,0-1 0 0 0,0 1 1 0 0,-9 21 1159 0 0,8-18-960 0 0,-71 240 2627 0 0,64-213-2548 0 0,3-12-196 0 0,1 1 0 0 0,0-1 0 0 0,1 1 0 0 0,0 24 0 0 0,3-39-99 0 0,0 1-1 0 0,1 0 0 0 0,0 0 1 0 0,-1 0-1 0 0,1 0 1 0 0,1 0-1 0 0,-1-1 1 0 0,1 1-1 0 0,3 7 0 0 0,-3-10-3 0 0,0 0-1 0 0,-1 1 1 0 0,1-1-1 0 0,0 0 0 0 0,0 0 1 0 0,0 0-1 0 0,0-1 0 0 0,0 1 1 0 0,0 0-1 0 0,1-1 0 0 0,-1 1 1 0 0,0-1-1 0 0,1 0 1 0 0,-1 0-1 0 0,1 0 0 0 0,0 0 1 0 0,-1 0-1 0 0,5 0 0 0 0,-2-1-132 0 0,-1 0-1 0 0,1 0 1 0 0,-1 0-1 0 0,1-1 1 0 0,-1 1-1 0 0,0-1 1 0 0,1 0-1 0 0,-1 0 1 0 0,0-1-1 0 0,0 1 1 0 0,1-1-1 0 0,-1 0 1 0 0,0 0 0 0 0,-1-1-1 0 0,1 1 1 0 0,0-1-1 0 0,-1 0 1 0 0,1 0-1 0 0,-1 0 1 0 0,0 0-1 0 0,5-7 1 0 0,5-7-829 0 0,0 0 1 0 0,-1-2 0 0 0,10-20 0 0 0,-19 35 753 0 0,8-19-322 0 0,-1-1-1 0 0,-1 0 0 0 0,-2 0 0 0 0,10-50 1 0 0,-7 43 8135 0 0,-6 45-5067 0 0,4 27-2249 0 0,-5-28 378 0 0,0-2-661 0 0,0 1 1 0 0,1 0-1 0 0,0-1 0 0 0,1 0 1 0 0,10 18-1 0 0,-10-21-650 0 0,0 0 1 0 0,1-1-1 0 0,0 0 0 0 0,11 11 0 0 0,2-2-5384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19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0 3225 0 0,'-14'28'4866'0'0,"-19"30"-1469"0"0,-14 30-464 0 0,43-78-2522 0 0,0 0 0 0 0,0 0 1 0 0,1 1-1 0 0,0 0 0 0 0,1 0 0 0 0,-2 15 1 0 0,4-22-317 0 0,0-1 1 0 0,0 0-1 0 0,1 0 1 0 0,-1 0-1 0 0,1 0 1 0 0,0 0 0 0 0,0 0-1 0 0,0 0 1 0 0,0 0-1 0 0,0-1 1 0 0,1 1-1 0 0,0 0 1 0 0,-1-1-1 0 0,1 1 1 0 0,0-1 0 0 0,0 1-1 0 0,0-1 1 0 0,0 0-1 0 0,1 0 1 0 0,-1 0-1 0 0,0 0 1 0 0,5 2-1 0 0,6 4 49 0 0,1-1-1 0 0,0 0 0 0 0,20 7 0 0 0,2 0 31 0 0,24 14-106 0 0,-28-15-33 0 0,-2 1 0 0 0,0 2 0 0 0,38 26 0 0 0,-65-40-27 0 0,0 0 0 0 0,-1 0-1 0 0,1 1 1 0 0,0-1 0 0 0,-1 0-1 0 0,0 1 1 0 0,1 0 0 0 0,-1-1-1 0 0,0 1 1 0 0,-1 0 0 0 0,1 0 0 0 0,0 0-1 0 0,-1 1 1 0 0,0-1 0 0 0,1 0-1 0 0,-1 0 1 0 0,-1 1 0 0 0,1-1-1 0 0,0 1 1 0 0,-1-1 0 0 0,0 0-1 0 0,1 1 1 0 0,-2-1 0 0 0,1 5-1 0 0,-2-2 15 0 0,0 0-1 0 0,0 0 0 0 0,0-1 0 0 0,-1 1 0 0 0,1-1 0 0 0,-1 0 0 0 0,-1 0 1 0 0,1 0-1 0 0,-1 0 0 0 0,0 0 0 0 0,0-1 0 0 0,0 0 0 0 0,-6 5 0 0 0,-1 1 28 0 0,-1-1-1 0 0,0 0 1 0 0,-1-1-1 0 0,0 0 1 0 0,0-1-1 0 0,-1 0 1 0 0,1-1-1 0 0,-2-1 1 0 0,1 0-1 0 0,0-1 1 0 0,-1-1-1 0 0,0 0 1 0 0,-23 2-1 0 0,23-7-1669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19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0 495 6449 0 0,'15'-4'1566'0'0,"-1"-1"0"0"0,1-1-1 0 0,-1 0 1 0 0,-1-1 0 0 0,23-15-1 0 0,-23 12-828 0 0,0 1 0 0 0,0-1-1 0 0,-1-1 1 0 0,-1 0-1 0 0,12-14 1 0 0,-11 9-569 0 0,-1 0 1 0 0,0-1-1 0 0,0 0 0 0 0,7-19 1 0 0,-11 22-272 0 0,-2-1-1 0 0,1 1 1 0 0,-2-1 0 0 0,0 0 0 0 0,0-1 0 0 0,-2 1 0 0 0,0-1 0 0 0,0 1 0 0 0,-2-1 0 0 0,0 1-1 0 0,0-1 1 0 0,-6-29 0 0 0,5 43 98 0 0,1 0-1 0 0,-1 0 0 0 0,1 0 1 0 0,-1 0-1 0 0,0 1 0 0 0,0-1 1 0 0,0 0-1 0 0,0 0 1 0 0,0 0-1 0 0,0 1 0 0 0,0-1 1 0 0,-1 1-1 0 0,1-1 0 0 0,0 1 1 0 0,-1-1-1 0 0,0 1 1 0 0,1 0-1 0 0,-1 0 0 0 0,0 0 1 0 0,1 0-1 0 0,-5-2 0 0 0,3 2 30 0 0,-1 0-1 0 0,1 1 0 0 0,-1-1 0 0 0,0 1 0 0 0,1 0 0 0 0,-1 0 0 0 0,0 0 0 0 0,0 0 0 0 0,1 1 0 0 0,-1-1 0 0 0,-4 2 0 0 0,-2 1 96 0 0,1 0 0 0 0,-1 1 0 0 0,1 0 0 0 0,1 0-1 0 0,-1 1 1 0 0,0 0 0 0 0,1 0 0 0 0,-11 10 0 0 0,10-6-70 0 0,1-1-1 0 0,1 1 0 0 0,0 1 1 0 0,0-1-1 0 0,1 1 0 0 0,0 0 1 0 0,1 1-1 0 0,0-1 1 0 0,0 1-1 0 0,1 0 0 0 0,1 0 1 0 0,0 1-1 0 0,0-1 1 0 0,1 1-1 0 0,1-1 0 0 0,-1 1 1 0 0,2 0-1 0 0,1 11 1 0 0,-1-12-19 0 0,2-1 1 0 0,-1 1 0 0 0,1-1 0 0 0,1 1-1 0 0,0-1 1 0 0,1 0 0 0 0,0 0 0 0 0,0 0 0 0 0,1-1-1 0 0,0 0 1 0 0,1 0 0 0 0,0 0 0 0 0,0 0-1 0 0,1-1 1 0 0,0 0 0 0 0,0 0 0 0 0,1-1 0 0 0,0 0-1 0 0,18 11 1 0 0,-1-3 9 0 0,0-2-1 0 0,1-1 1 0 0,1 0 0 0 0,0-2-1 0 0,1-2 1 0 0,44 9 0 0 0,-44-12-3220 0 0,48 1 0 0 0,-35-6-3882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0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337 122 6913 0 0,'-3'-2'54'0'0,"1"1"-1"0"0,0-1 0 0 0,1 0 0 0 0,-1 0 1 0 0,0-1-1 0 0,1 1 0 0 0,-1 0 0 0 0,1-1 1 0 0,0 1-1 0 0,-1-1 0 0 0,1 1 0 0 0,0-1 1 0 0,1 1-1 0 0,-1-1 0 0 0,0 0 0 0 0,1 1 1 0 0,-1-1-1 0 0,1 0 0 0 0,0 0 0 0 0,0 1 1 0 0,1-5-1 0 0,-1 1 587 0 0,0 1-1 0 0,1-1 1 0 0,0 0 0 0 0,0 1 0 0 0,0-1 0 0 0,1 1 0 0 0,0-1-1 0 0,0 1 1 0 0,5-10 0 0 0,-23 44 3809 0 0,-11 25-3526 0 0,9-16-400 0 0,-17 39-319 0 0,3 0-1 0 0,-36 136 1 0 0,-10 171 260 0 0,69-306-919 0 0,8-53-189 0 0,-2-1 0 0 0,0 1 0 0 0,-1-1 0 0 0,-2 0 0 0 0,-1-1 0 0 0,-16 41 0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0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5065 0 0,'-4'1'6326'0'0,"9"9"-3238"0"0,25 25-2242 0 0,-1 1 281 0 0,9 24 84 0 0,-2 3 0 0 0,55 132 0 0 0,-42-83-754 0 0,51 87-219 0 0,-79-164-198 0 0,0-2 0 0 0,3 0 0 0 0,41 45 0 0 0,-58-71-29 0 0,1 0 0 0 0,0 0-1 0 0,0-1 1 0 0,17 10-1 0 0,-21-14-180 0 0,0 0 0 0 0,1 1 0 0 0,-1-2 0 0 0,1 1 0 0 0,0 0 0 0 0,-1-1 0 0 0,1 0 0 0 0,0 0 0 0 0,0-1 0 0 0,0 1 0 0 0,10-1 0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0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6 141 11979 0 0,'0'0'33'0'0,"0"0"1"0"0,0 0 0 0 0,0 0-1 0 0,0 0 1 0 0,-1 0 0 0 0,1 0-1 0 0,0 0 1 0 0,0 0 0 0 0,0 0-1 0 0,0 0 1 0 0,0 0 0 0 0,-1 0-1 0 0,1 0 1 0 0,0 0 0 0 0,0 0 0 0 0,0 0-1 0 0,0 0 1 0 0,-1 0 0 0 0,1 0-1 0 0,0 0 1 0 0,0 0 0 0 0,0 0-1 0 0,0 0 1 0 0,0 0 0 0 0,-1 0-1 0 0,1 0 1 0 0,0 0 0 0 0,0 0-1 0 0,0 0 1 0 0,0-1 0 0 0,0 1-1 0 0,0 0 1 0 0,0 0 0 0 0,-1 0 0 0 0,1 0-1 0 0,0 0 1 0 0,0 0 0 0 0,0 0-1 0 0,0-1 1 0 0,0 1 0 0 0,0 0-1 0 0,0 0 1 0 0,0 0 0 0 0,0 0-1 0 0,0-1 1 0 0,0 1 0 0 0,0 0-1 0 0,0 0 1 0 0,0 0 0 0 0,0 0 0 0 0,0 0-1 0 0,0-1 1 0 0,0 1 0 0 0,0 0-1 0 0,0 0 1 0 0,10-10 1416 0 0,27-14 327 0 0,-26 18-1401 0 0,19-13-553 0 0,1 1 0 0 0,1 2 0 0 0,44-16 0 0 0,-44 21 157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1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2 174 6449 0 0,'0'0'28'0'0,"0"0"0"0"0,0 0 0 0 0,0 0 0 0 0,0 0-1 0 0,0 0 1 0 0,0 0 0 0 0,-1 0 0 0 0,1 0-1 0 0,0 0 1 0 0,0 1 0 0 0,0-1 0 0 0,0 0 0 0 0,0 0-1 0 0,0 0 1 0 0,0 0 0 0 0,0 0 0 0 0,0 0-1 0 0,0 0 1 0 0,0 0 0 0 0,0 1 0 0 0,0-1 0 0 0,0 0-1 0 0,-1 0 1 0 0,1 0 0 0 0,0 0 0 0 0,0 0-1 0 0,0 0 1 0 0,0 1 0 0 0,0-1 0 0 0,0 0 0 0 0,0 0-1 0 0,0 0 1 0 0,1 0 0 0 0,-1 0 0 0 0,0 0 0 0 0,0 0-1 0 0,0 1 1 0 0,0-1 0 0 0,0 0 0 0 0,0 0-1 0 0,0 0 1 0 0,0 0 0 0 0,0 0 0 0 0,0 0 0 0 0,0 0-1 0 0,0 0 1 0 0,0 1 0 0 0,0-1 0 0 0,1 0-1 0 0,-1 0 1 0 0,0 0 0 0 0,0 0 0 0 0,0 0 0 0 0,0 0-1 0 0,0 0 1 0 0,0 0 0 0 0,0 0 0 0 0,1 0-1 0 0,-1 0 1 0 0,0 0 0 0 0,0 0 0 0 0,0 0 0 0 0,0 0-1 0 0,0 0 1 0 0,1 0 0 0 0,15 6 1203 0 0,20 0 403 0 0,-1-7-340 0 0,-1-2 1 0 0,64-13-1 0 0,69-28 1032 0 0,-34 7-823 0 0,-54 18-1005 0 0,1 3 0 0 0,1 4 0 0 0,157-4 0 0 0,-167 18-990 0 0,86 1 1216 0 0,-81-10-2828 0 0,-3-10-3920 0 0,-51 10 430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1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0 2328 0 0,'-32'9'38'0'0,"-32"7"1335"0"0,57-15-696 0 0,0 0 0 0 0,0 0 0 0 0,-1-1-1 0 0,1 1 1 0 0,0-2 0 0 0,-11-1-1 0 0,-2-5 3065 0 0,-1-1 2503 0 0,18 14-4334 0 0,9 10-1895 0 0,-3-10 21 0 0,0-2 0 0 0,1 1 0 0 0,0 0 1 0 0,0-1-1 0 0,0 1 0 0 0,0-1 0 0 0,1 0 1 0 0,0-1-1 0 0,0 1 0 0 0,0-1 0 0 0,0 0 1 0 0,6 3-1 0 0,13 5 145 0 0,35 11 0 0 0,-42-17-59 0 0,6 4-5 0 0,125 46 331 0 0,-121-43-419 0 0,-1 1-1 0 0,0 1 1 0 0,30 21 0 0 0,-52-32-28 0 0,0 0 1 0 0,0 0-1 0 0,0 1 0 0 0,-1-1 1 0 0,1 1-1 0 0,-1-1 1 0 0,0 1-1 0 0,0 0 1 0 0,0 0-1 0 0,-1 1 0 0 0,1-1 1 0 0,-1 1-1 0 0,0-1 1 0 0,0 1-1 0 0,-1 0 1 0 0,1-1-1 0 0,-1 1 1 0 0,0 0-1 0 0,0 0 0 0 0,-1 0 1 0 0,0 0-1 0 0,1 0 1 0 0,-2 0-1 0 0,1 0 1 0 0,0 0-1 0 0,-3 8 0 0 0,-1-2 48 0 0,0 1 0 0 0,0-1 0 0 0,-1 0 0 0 0,-1 0-1 0 0,0 0 1 0 0,-1-1 0 0 0,0 0 0 0 0,0 0 0 0 0,-16 15-1 0 0,-8 8-80 0 0,-70 80-2392 0 0,90-98 721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2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3 114 1376 0 0,'-1'-24'741'0'0,"0"16"313"0"0,1 0-1 0 0,0 0 0 0 0,0 0 1 0 0,0 0-1 0 0,1 0 0 0 0,0 0 1 0 0,1 0-1 0 0,7-17 2722 0 0,-8 25-3639 0 0,-1 0 0 0 0,0 0 0 0 0,1 0 0 0 0,-1 0 1 0 0,0-1-1 0 0,1 1 0 0 0,-1 0 0 0 0,0 0 0 0 0,1 0 0 0 0,-1 0 0 0 0,1 0 0 0 0,-1 0 0 0 0,1 0 0 0 0,9 10 2013 0 0,5 17-696 0 0,-2 7-955 0 0,-2 1 0 0 0,-1 0 0 0 0,-1 0 0 0 0,4 48 0 0 0,3 148-63 0 0,-15-221-405 0 0,1 67-498 0 0,9 104 1576 0 0,6-92-2792 0 0,-11-68-159 0 0,1-1 1 0 0,12 25-1 0 0,-2-17-5132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2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207 216 2761 0 0,'-30'5'1220'0'0,"1"1"1"0"0,-34 13-1 0 0,-21 3 3790 0 0,201-46 1404 0 0,173-44-3127 0 0,390-61-1143 0 0,-264 83-1848 0 0,-410 46-875 0 0,20 0 1161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3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7 208 5985 0 0,'-1'-4'190'0'0,"0"0"0"0"0,-1 1 0 0 0,1-1 0 0 0,1 0 0 0 0,-1 0 0 0 0,1 0-1 0 0,-1 0 1 0 0,1 1 0 0 0,0-1 0 0 0,0 0 0 0 0,1 0 0 0 0,-1 0 0 0 0,1 0 0 0 0,0 1-1 0 0,0-1 1 0 0,0 0 0 0 0,1 1 0 0 0,-1-1 0 0 0,1 1 0 0 0,0-1 0 0 0,0 1 0 0 0,3-5-1 0 0,2-3 394 0 0,1 1-1 0 0,0-1 0 0 0,0 2 0 0 0,1-1 0 0 0,16-13 1 0 0,-18 17-424 0 0,1 1 0 0 0,-1 1 1 0 0,1-1-1 0 0,0 1 0 0 0,-1 1 1 0 0,2-1-1 0 0,-1 1 0 0 0,0 1 1 0 0,1 0-1 0 0,-1 0 1 0 0,17-1-1 0 0,-21 2-130 0 0,-1 1 1 0 0,1 0-1 0 0,0 0 0 0 0,0 1 1 0 0,-1-1-1 0 0,1 1 0 0 0,0 0 1 0 0,-1 0-1 0 0,1 0 0 0 0,0 0 1 0 0,-1 1-1 0 0,0 0 0 0 0,1-1 1 0 0,-1 1-1 0 0,0 0 0 0 0,0 0 1 0 0,0 1-1 0 0,0-1 0 0 0,0 1 1 0 0,-1 0-1 0 0,1-1 0 0 0,-1 1 1 0 0,0 0-1 0 0,1 0 1 0 0,-1 1-1 0 0,-1-1 0 0 0,1 0 1 0 0,0 1-1 0 0,1 4 0 0 0,1 7 0 0 0,0 1 0 0 0,-1-1 0 0 0,0 1 0 0 0,-2 0 0 0 0,1 0 1 0 0,-2 0-1 0 0,0 0 0 0 0,-4 22 0 0 0,-5 16-93 0 0,-17 58 0 0 0,5-24 161 0 0,20-86-37 0 0,1 0 0 0 0,-1 0 0 0 0,1 1 0 0 0,0-1 1 0 0,-1 0-1 0 0,1 0 0 0 0,0 0 0 0 0,1 0 0 0 0,-1 0 0 0 0,0 1 0 0 0,1-1 0 0 0,0 3 1 0 0,-1-5-8 0 0,1 1 1 0 0,-1 0-1 0 0,1-1 1 0 0,-1 1 0 0 0,0-1-1 0 0,1 1 1 0 0,-1-1 0 0 0,1 1-1 0 0,-1-1 1 0 0,1 1 0 0 0,0-1-1 0 0,-1 0 1 0 0,1 1-1 0 0,-1-1 1 0 0,1 0 0 0 0,0 1-1 0 0,-1-1 1 0 0,1 0 0 0 0,0 0-1 0 0,-1 0 1 0 0,1 1 0 0 0,0-1-1 0 0,-1 0 1 0 0,1 0-1 0 0,1 0 1 0 0,2-1 92 0 0,1 0 1 0 0,0 0-1 0 0,-1-1 0 0 0,1 1 1 0 0,-1-1-1 0 0,1 0 0 0 0,-1 0 1 0 0,0 0-1 0 0,6-4 0 0 0,65-46 527 0 0,7-4-3339 0 0,-63 44-4054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3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97 4609 0 0,'-12'-49'2085'0'0,"1"2"8521"0"0,32 67-9095 0 0,-17-10-1259 0 0,0 0 0 0 0,-1 0 0 0 0,0 0 0 0 0,0 1 0 0 0,-1-1 0 0 0,-1 1 1 0 0,1 16-1 0 0,-6 79 562 0 0,2-77-577 0 0,-38 296 331 0 0,-2 65-1634 0 0,42-308-1490 0 0,-2-62 831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4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 1376 0 0,'10'-24'9346'0'0,"-10"24"-9220"0"0,3 2 446 0 0,0 0 0 0 0,0 0 0 0 0,-1 0 0 0 0,1 0-1 0 0,0 0 1 0 0,-1 1 0 0 0,3 3 0 0 0,5 5-1065 0 0,74 78 2240 0 0,-5 4 1 0 0,126 192-1 0 0,-139-186-5618 0 0,-53-81-2156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4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0 146 9218 0 0,'6'-4'408'0'0,"-1"1"80"0"0,0 1-392 0 0,2-1-96 0 0,-2 1 0 0 0,1-2 0 0 0,2 3 864 0 0,8-5 145 0 0,9-4 31 0 0,6-2 8 0 0,4-4-312 0 0,-2 0-56 0 0,-1 1-8 0 0,-3 1-7 0 0,-1 0-1354 0 0,0 3-271 0 0,0 4-48 0 0,-2 2-16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5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12 10594 0 0,'-7'-11'4501'0'0,"13"25"-2051"0"0,-1 2-2378 0 0,28 117 1742 0 0,20 186-1 0 0,-25-130-1562 0 0,-17-118-449 0 0,7 41 368 0 0,1-40-6478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6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2 128 6913 0 0,'-1'-3'130'0'0,"1"-1"-1"0"0,0 0 0 0 0,0 1 1 0 0,0-1-1 0 0,0 0 0 0 0,0 1 1 0 0,1-1-1 0 0,0 0 0 0 0,0 1 0 0 0,0-1 1 0 0,0 1-1 0 0,0 0 0 0 0,1-1 1 0 0,-1 1-1 0 0,1 0 0 0 0,0 0 1 0 0,0 0-1 0 0,0 0 0 0 0,0 0 0 0 0,5-4 1 0 0,-3 1 252 0 0,0 1 0 0 0,1-1 0 0 0,0 1 0 0 0,0 0 0 0 0,0 1 0 0 0,1-1 0 0 0,11-6 0 0 0,-15 10-340 0 0,0 0-1 0 0,0 0 0 0 0,1 1 0 0 0,-1-1 1 0 0,1 0-1 0 0,-1 1 0 0 0,0 0 0 0 0,1-1 1 0 0,-1 1-1 0 0,1 0 0 0 0,-1 1 0 0 0,1-1 1 0 0,-1 0-1 0 0,0 1 0 0 0,1-1 0 0 0,-1 1 1 0 0,1-1-1 0 0,-1 1 0 0 0,0 0 0 0 0,0 0 1 0 0,1 0-1 0 0,-1 1 0 0 0,0-1 0 0 0,0 0 0 0 0,0 1 1 0 0,2 2-1 0 0,3 2-19 0 0,0 0 1 0 0,-1 0-1 0 0,0 1 0 0 0,0 0 0 0 0,-1 0 1 0 0,0 0-1 0 0,0 1 0 0 0,-1 0 1 0 0,0 0-1 0 0,0 0 0 0 0,0 0 1 0 0,-1 1-1 0 0,2 9 0 0 0,-3-5-56 0 0,0 1-1 0 0,0-1 1 0 0,-1 1-1 0 0,-1-1 1 0 0,-1 1-1 0 0,0-1 1 0 0,0 1-1 0 0,-4 13 1 0 0,-2-1 270 0 0,0 0-1 0 0,-2 0 1 0 0,-1-1 0 0 0,-1-1-1 0 0,-2 1 1 0 0,0-2 0 0 0,-1 0-1 0 0,-21 26 1 0 0,33-47-53 0 0,-15 16 1517 0 0,17-18-1610 0 0,0 1 0 0 0,-1-1 0 0 0,1 1-1 0 0,-1-1 1 0 0,1 0 0 0 0,-1 1 0 0 0,1-1 0 0 0,-1 0-1 0 0,1 1 1 0 0,-1-1 0 0 0,0 0 0 0 0,1 0 0 0 0,-1 0 0 0 0,1 1-1 0 0,-1-1 1 0 0,1 0 0 0 0,-1 0 0 0 0,0 0 0 0 0,1 0-1 0 0,-1 0 1 0 0,0 0 0 0 0,1 0 0 0 0,-1 0 0 0 0,1 0-1 0 0,-1-1 1 0 0,1 1 0 0 0,-1 0 0 0 0,0 0 0 0 0,1 0-1 0 0,-1-1 1 0 0,1 1 0 0 0,-1 0 0 0 0,1-1 0 0 0,-1 1-1 0 0,1-1-69 0 0,-1 1-1 0 0,1 0 0 0 0,0 0 0 0 0,0-1 0 0 0,0 1 1 0 0,0 0-1 0 0,0-1 0 0 0,0 1 0 0 0,0 0 0 0 0,0-1 0 0 0,0 1 1 0 0,0 0-1 0 0,0-1 0 0 0,0 1 0 0 0,0 0 0 0 0,0-1 0 0 0,0 1 1 0 0,0 0-1 0 0,1 0 0 0 0,-1-1 0 0 0,0 1 0 0 0,0 0 1 0 0,0-1-1 0 0,0 1 0 0 0,0 0 0 0 0,1 0 0 0 0,-1-1 0 0 0,0 1 1 0 0,0 0-1 0 0,1 0 0 0 0,-1 0 0 0 0,0-1 0 0 0,0 1 0 0 0,1 0 1 0 0,-1 0-1 0 0,0 0 0 0 0,0 0 0 0 0,1 0 0 0 0,-1-1 1 0 0,0 1-1 0 0,1 0 0 0 0,-1 0 0 0 0,0 0 0 0 0,1 0 0 0 0,-1 0 1 0 0,0 0-1 0 0,1 0 0 0 0,-1 0 0 0 0,1 0 0 0 0,15-4 9 0 0,2 5 14 0 0,0 0 1 0 0,-1 1-1 0 0,1 1 0 0 0,-1 1 0 0 0,1 0 0 0 0,27 12 0 0 0,-3 2-991 0 0,53 33-1 0 0,-70-37-6346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6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33 102 8754 0 0,'-2'-1'150'0'0,"1"1"1"0"0,-1-1-1 0 0,0 0 0 0 0,0 0 0 0 0,1 0 1 0 0,-1 0-1 0 0,0 0 0 0 0,1 0 1 0 0,-1 0-1 0 0,1-1 0 0 0,-1 1 1 0 0,1 0-1 0 0,0-1 0 0 0,0 1 1 0 0,-1-1-1 0 0,1 0 0 0 0,0 1 1 0 0,1-1-1 0 0,-1 0 0 0 0,0 1 1 0 0,0-1-1 0 0,1 0 0 0 0,-1 0 0 0 0,1 0 1 0 0,-1-3-1 0 0,2 3-103 0 0,-1-1 0 0 0,1 1 0 0 0,0-1 0 0 0,1 1 0 0 0,-1 0 0 0 0,0-1 0 0 0,1 1 0 0 0,-1 0 0 0 0,1 0 0 0 0,-1 0 0 0 0,1 0 0 0 0,0 0 0 0 0,0 1 0 0 0,0-1 0 0 0,0 0 0 0 0,0 1 0 0 0,0-1 0 0 0,5-1 0 0 0,20-12-589 0 0,-16 8 524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6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62 6449 0 0,'1'-1'5133'0'0,"7"-5"-4950"0"0,49-38-1516 0 0,-43 34 1279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6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 10594 0 0,'1'7'261'0'0,"1"0"-1"0"0,-2 1 0 0 0,1-1 1 0 0,0 1-1 0 0,-1-1 1 0 0,-1 0-1 0 0,-1 9 0 0 0,2 3 546 0 0,-39 375 2547 0 0,-34-5-513 0 0,59-307-4133 0 0,-9 37-3899 0 0,19-103-493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7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89 2761 0 0,'82'-31'3449'0'0,"47"-14"-383"0"0,-115 41-2737 0 0,0 1 1 0 0,0 1 0 0 0,0 0-1 0 0,1 1 1 0 0,-1 0 0 0 0,0 1 0 0 0,19 3-1 0 0,-28-3-261 0 0,-1 1-1 0 0,0 0 1 0 0,1 0-1 0 0,-1 0 1 0 0,0 1 0 0 0,1-1-1 0 0,-1 1 1 0 0,0 0-1 0 0,0 0 1 0 0,0 1-1 0 0,-1-1 1 0 0,1 1 0 0 0,-1 0-1 0 0,1 0 1 0 0,-1 0-1 0 0,0 0 1 0 0,4 6-1 0 0,-4-4-74 0 0,0 0 0 0 0,-1 0 0 0 0,1 0-1 0 0,-1 1 1 0 0,-1-1 0 0 0,1 1 0 0 0,-1-1-1 0 0,0 1 1 0 0,0 0 0 0 0,0-1-1 0 0,-1 1 1 0 0,0 6 0 0 0,-2 6-102 0 0,0 1 0 0 0,-2-1 1 0 0,0 0-1 0 0,0 0 0 0 0,-2-1 1 0 0,0 1-1 0 0,-13 22 0 0 0,1-5 639 0 0,-1-1-1 0 0,-2-1 1 0 0,-1-2 0 0 0,-2 0-1 0 0,-1-1 1 0 0,-1-1 0 0 0,-41 35-1 0 0,64-62-624 0 0,0 0-1 0 0,0 0 1 0 0,0 0 0 0 0,0 0-1 0 0,0 0 1 0 0,-1-1 0 0 0,1 1-1 0 0,0-1 1 0 0,-6 2 0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7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80 1376 0 0,'-4'-41'5097'0'0,"1"22"-1611"0"0,2 0 4353 0 0,-7 108-2800 0 0,10-39-5092 0 0,2 0 1 0 0,17 81 0 0 0,-17-111 34 0 0,2 0 1 0 0,0-1 0 0 0,2 1-1 0 0,0-2 1 0 0,1 1-1 0 0,0-1 1 0 0,2 0 0 0 0,0-1-1 0 0,18 21 1 0 0,-28-37 16 0 0,0 0 0 0 0,0 0 1 0 0,0 0-1 0 0,0 0 0 0 0,0 0 0 0 0,0 0 0 0 0,0 0 0 0 0,1-1 1 0 0,-1 1-1 0 0,0-1 0 0 0,0 1 0 0 0,1-1 0 0 0,-1 1 0 0 0,0-1 1 0 0,1 0-1 0 0,-1 1 0 0 0,0-1 0 0 0,1 0 0 0 0,-1 0 1 0 0,1 0-1 0 0,-1 0 0 0 0,0 0 0 0 0,1-1 0 0 0,-1 1 0 0 0,0 0 1 0 0,1 0-1 0 0,-1-1 0 0 0,0 1 0 0 0,1-1 0 0 0,-1 0 0 0 0,0 1 1 0 0,0-1-1 0 0,0 0 0 0 0,1 1 0 0 0,-1-1 0 0 0,1-2 0 0 0,6-4-3 0 0,-1 0 0 0 0,0 0 0 0 0,0 0-1 0 0,6-10 1 0 0,-5 6 3 0 0,4-4-59 0 0,54-62-1881 0 0,-59 70 1369 0 0,1 0 1 0 0,0 0-1 0 0,0 1 1 0 0,0 0-1 0 0,1 1 1 0 0,0 0-1 0 0,16-7 0 0 0,-9 8-6249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8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130 143 6913 0 0,'-16'3'966'0'0,"-1"0"0"0"0,1 1 0 0 0,0 1-1 0 0,1 0 1 0 0,-1 1 0 0 0,-18 10 0 0 0,49-22-224 0 0,1 1 1 0 0,-1 0 0 0 0,1 2-1 0 0,0-1 1 0 0,23 0 0 0 0,96-5 362 0 0,-131 9-999 0 0,188-12 783 0 0,230-46-1 0 0,-248 17-2598 0 0,-53 12-5463 0 0,-87 20 1883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9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7 10594 0 0,'-8'-7'2044'0'0,"12"15"-19"0"0,-3-1-1133 0 0,6 96 1592 0 0,-14 192 0 0 0,3-206-2139 0 0,-15 234-529 0 0,19-322 150 0 0,0 28-651 0 0,5-12-2830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9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 2761 0 0,'0'-1'228'0'0,"1"0"0"0"0,-1-1 1 0 0,1 1-1 0 0,-1 0 0 0 0,1 0 1 0 0,0-1-1 0 0,-1 1 1 0 0,1 0-1 0 0,0 0 0 0 0,0 0 1 0 0,0 0-1 0 0,0 0 0 0 0,0 0 1 0 0,0 0-1 0 0,0 0 1 0 0,0 0-1 0 0,0 0 0 0 0,0 1 1 0 0,1-1-1 0 0,-1 0 0 0 0,0 1 1 0 0,1-1-1 0 0,-1 1 0 0 0,0-1 1 0 0,1 1-1 0 0,2 0 1 0 0,0-2 423 0 0,0 1 1 0 0,0 1 0 0 0,0-1 0 0 0,1 1 0 0 0,-1 0-1 0 0,0 0 1 0 0,0 0 0 0 0,5 1 0 0 0,-2 1-304 0 0,-1 1 0 0 0,0-1 0 0 0,0 1 0 0 0,0 1 0 0 0,-1-1 0 0 0,1 1 0 0 0,-1 0 0 0 0,0 0 1 0 0,0 1-1 0 0,0-1 0 0 0,-1 1 0 0 0,0 0 0 0 0,5 7 0 0 0,6 10 232 0 0,23 43 1 0 0,-36-61-507 0 0,37 75 149 0 0,16 29-1632 0 0,-46-89-206 0 0,-7-7-3698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9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17 133 10594 0 0,'-14'-4'892'0'0,"11"-2"-605"0"0,21-11 336 0 0,-13 13-235 0 0,16-10 839 0 0,0 1 0 0 0,38-18 0 0 0,-11 6-5557 0 0,-16 7-876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9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0 4145 0 0,'-10'4'-1540'0'0,"-18"7"11012"0"0,40-16-7807 0 0,-10 4-1980 0 0,4 0-261 0 0,-3 0 497 0 0,5-1-903 0 0,-1 0 0 0 0,1 1 0 0 0,0 0-1 0 0,0 0 1 0 0,14 2 0 0 0,-5 2-1248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2:59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10138 0 0,'3'2'448'0'0,"-1"0"96"0"0,0-1-440 0 0,-1-1-104 0 0,1 0 0 0 0,2 2 136 0 0,1-2 8 0 0,5 0 0 0 0,2 0 1 0 0,2-3 175 0 0,2-1 32 0 0,-2-3 0 0 0,2-2 8 0 0,1-1-360 0 0,-1-4 0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00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 14283 0 0,'0'0'1558'0'0,"4"16"315"0"0,8 40 222 0 0,7 95-1 0 0,-17-95-1832 0 0,-2 1 0 0 0,-2-1 0 0 0,-15 86 1 0 0,1-58-384 0 0,3-22-591 0 0,3 1-1 0 0,-2 86 1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00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59 5065 0 0,'7'-5'668'0'0,"1"0"0"0"0,-1 0 0 0 0,1 1 0 0 0,0 0 0 0 0,14-6 1 0 0,-1 1 390 0 0,-16 7-666 0 0,0-1-1 0 0,0 1 1 0 0,0 0 0 0 0,0 0 0 0 0,1 1-1 0 0,-1-1 1 0 0,1 1 0 0 0,-1 0 0 0 0,9 0-1 0 0,-12 2-307 0 0,1-1-1 0 0,-1 1 0 0 0,0-1 0 0 0,1 1 0 0 0,-1 0 1 0 0,0 0-1 0 0,0 0 0 0 0,0 0 0 0 0,0 0 1 0 0,0 1-1 0 0,0-1 0 0 0,0 1 0 0 0,0-1 0 0 0,-1 1 1 0 0,1 0-1 0 0,-1-1 0 0 0,1 1 0 0 0,-1 0 1 0 0,1 0-1 0 0,-1 0 0 0 0,0 0 0 0 0,0 0 0 0 0,0 1 1 0 0,0-1-1 0 0,0 3 0 0 0,5 11-80 0 0,-1 1 0 0 0,-1 0 0 0 0,-1 0 0 0 0,0 0 0 0 0,-1 1 0 0 0,-1-1 0 0 0,0 1 0 0 0,-2-1 0 0 0,0 1 0 0 0,-1-1 0 0 0,0 1 0 0 0,-2-1 0 0 0,0 0 0 0 0,-1 0 0 0 0,0-1 0 0 0,-2 1 0 0 0,0-1 0 0 0,0 0 0 0 0,-2-1 0 0 0,0 0 0 0 0,-13 16 0 0 0,14-22 98 0 0,0-1 0 0 0,0-1 0 0 0,-1 1 0 0 0,-1-1 0 0 0,1-1-1 0 0,-1 0 1 0 0,-14 7 0 0 0,16-9-98 0 0,0-1 1 0 0,0 0-1 0 0,0 0 0 0 0,0-1 0 0 0,0 0 1 0 0,-1 0-1 0 0,1-1 0 0 0,-1 0 0 0 0,1-1 0 0 0,-15 0 1 0 0,5-5-465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01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1 251 6913 0 0,'0'-22'1000'0'0,"0"1"-1"0"0,2-1 1 0 0,1 0-1 0 0,8-35 1 0 0,-9 51-774 0 0,0 0-1 0 0,0 0 1 0 0,0 0 0 0 0,1 0-1 0 0,0 1 1 0 0,0-1 0 0 0,0 1-1 0 0,1 0 1 0 0,0-1 0 0 0,0 2-1 0 0,0-1 1 0 0,0 0 0 0 0,1 1-1 0 0,0 0 1 0 0,0 0 0 0 0,0 0-1 0 0,0 1 1 0 0,1 0 0 0 0,-1 0 0 0 0,11-4-1 0 0,-14 6-157 0 0,0 1-1 0 0,-1-1 0 0 0,1 1 1 0 0,0-1-1 0 0,0 1 0 0 0,0 0 0 0 0,0-1 1 0 0,-1 1-1 0 0,1 0 0 0 0,0 0 1 0 0,0 1-1 0 0,0-1 0 0 0,0 0 1 0 0,-1 1-1 0 0,1-1 0 0 0,0 1 1 0 0,0-1-1 0 0,-1 1 0 0 0,1 0 1 0 0,0 0-1 0 0,-1 0 0 0 0,4 2 1 0 0,-3-1-33 0 0,0 1 0 0 0,1 0 1 0 0,-1-1-1 0 0,0 1 1 0 0,0 0-1 0 0,-1 0 1 0 0,1 1-1 0 0,0-1 0 0 0,-1 0 1 0 0,0 0-1 0 0,1 5 1 0 0,2 8-133 0 0,-2 0 1 0 0,1 0-1 0 0,-2 0 1 0 0,-1 17-1 0 0,-4 35-390 0 0,-4-1-1 0 0,-2 0 1 0 0,-29 99-1 0 0,35-151 536 0 0,3-9 236 0 0,-1 0 0 0 0,1 0 0 0 0,0 0 0 0 0,1 0 0 0 0,-1 11-1 0 0,1-16-205 0 0,0-1 0 0 0,0 1 0 0 0,1 0-1 0 0,-1 0 1 0 0,0-1 0 0 0,0 1 0 0 0,0 0 0 0 0,1-1-1 0 0,-1 1 1 0 0,0 0 0 0 0,1-1 0 0 0,-1 1-1 0 0,1 0 1 0 0,-1-1 0 0 0,1 1 0 0 0,-1-1 0 0 0,1 1-1 0 0,-1-1 1 0 0,1 1 0 0 0,-1-1 0 0 0,2 1-1 0 0,-1-1-5 0 0,0 1 0 0 0,0-1 0 0 0,1 0 0 0 0,-1 0 0 0 0,0 0 0 0 0,0 0 0 0 0,1 0-1 0 0,-1 0 1 0 0,0 0 0 0 0,0 0 0 0 0,1-1 0 0 0,-1 1 0 0 0,0 0 0 0 0,0-1 0 0 0,0 1-1 0 0,1-1 1 0 0,0 0 0 0 0,78-43 1030 0 0,11-4-813 0 0,-80 43-911 0 0,0 1 0 0 0,0 0-1 0 0,1 1 1 0 0,-1 0 0 0 0,1 1 0 0 0,20-1 0 0 0,-4 2-6015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02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3 3225 0 0,'-38'-3'10388'0'0,"36"4"-9930"0"0,1 1-192 0 0,0-1 0 0 0,1 0 1 0 0,-1 1-1 0 0,1-1 0 0 0,0 1 0 0 0,-1-1 0 0 0,1 1 0 0 0,0-1 1 0 0,0 0-1 0 0,0 1 0 0 0,0-1 0 0 0,0 1 0 0 0,0-1 0 0 0,1 1 1 0 0,-1-1-1 0 0,1 3 0 0 0,9 71 954 0 0,2 135 0 0 0,-15-126-1420 0 0,0-42-55 0 0,2 0 1 0 0,2 1 0 0 0,1-1-1 0 0,10 47 1 0 0,-12-86 237 0 0,1 1 0 0 0,0-1 0 0 0,0 0 0 0 0,0 0 0 0 0,0 0 0 0 0,0 0 0 0 0,0 0 0 0 0,1 0 0 0 0,0 0 0 0 0,-1 0 0 0 0,1-1 0 0 0,0 1 0 0 0,0-1 0 0 0,1 1 0 0 0,3 2 0 0 0,-4-4 67 0 0,0 0 1 0 0,0 0-1 0 0,0-1 1 0 0,0 1-1 0 0,0-1 0 0 0,0 0 1 0 0,0 0-1 0 0,0 0 1 0 0,0 0-1 0 0,0 0 1 0 0,0 0-1 0 0,0 0 0 0 0,0 0 1 0 0,0-1-1 0 0,0 1 1 0 0,0-1-1 0 0,0 0 0 0 0,0 1 1 0 0,0-1-1 0 0,0 0 1 0 0,0 0-1 0 0,-1 0 1 0 0,1-1-1 0 0,3-2 0 0 0,109-81 440 0 0,6-4-79 0 0,61-21-1906 0 0,-156 97 1152 0 0,0 1 0 0 0,1 1 0 0 0,1 1 0 0 0,0 1 0 0 0,41-7 0 0 0,-51 14-817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03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214 591 3225 0 0,'-24'7'1395'0'0,"1"2"1"0"0,0 0-1 0 0,0 1 1 0 0,1 2-1 0 0,0 0 0 0 0,1 1 1 0 0,-23 20-1 0 0,43-33-1308 0 0,1 0-1 0 0,-1 1 0 0 0,0-1 1 0 0,0 1-1 0 0,1-1 0 0 0,-1 1 1 0 0,0-1-1 0 0,1 1 0 0 0,-1-1 1 0 0,1 1-1 0 0,-1 0 1 0 0,1-1-1 0 0,-1 1 0 0 0,1 0 1 0 0,0 0-1 0 0,-1-1 0 0 0,1 1 1 0 0,0 0-1 0 0,-1 0 0 0 0,1 0 1 0 0,0-1-1 0 0,0 1 0 0 0,0 0 1 0 0,-1 1-1 0 0,2-2-34 0 0,-1 1 0 0 0,1 0 0 0 0,-1-1 0 0 0,1 1 0 0 0,0-1 0 0 0,-1 1 0 0 0,1-1 0 0 0,-1 1 0 0 0,1-1 0 0 0,0 0 0 0 0,-1 1 0 0 0,1-1 0 0 0,0 0 0 0 0,-1 1 0 0 0,1-1 0 0 0,0 0 0 0 0,0 0 0 0 0,-1 0 0 0 0,1 0 0 0 0,1 1 0 0 0,42-1 521 0 0,18-9-92 0 0,1-3 0 0 0,82-27 0 0 0,-47 11-138 0 0,466-154 688 0 0,-11-40-462 0 0,-500 200-565 0 0,74-32-285 0 0,219-61 0 0 0,-332 111 128 0 0,28-7-1094 0 0,1 2 0 0 0,43-3 0 0 0,-61 11-5025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03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0 7834 0 0,'-1'1'270'0'0,"0"-1"0"0"0,1 1 1 0 0,-1-1-1 0 0,0 1 0 0 0,0-1 0 0 0,1 1 1 0 0,-1 0-1 0 0,0-1 0 0 0,1 1 1 0 0,-1 0-1 0 0,0-1 0 0 0,1 1 0 0 0,-1 0 1 0 0,1 0-1 0 0,0 0 0 0 0,-1-1 1 0 0,1 1-1 0 0,0 0 0 0 0,-1 0 0 0 0,1 0 1 0 0,0 0-1 0 0,0 0 0 0 0,0 0 1 0 0,-1 0-1 0 0,1-1 0 0 0,0 2 0 0 0,-2 31 932 0 0,2-30-817 0 0,-1 56 681 0 0,3 1 0 0 0,2-1-1 0 0,13 60 1 0 0,49 173-1494 0 0,-41-192-1409 0 0,-19-70 390 0 0,5 41 0 0 0,-7-23 900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04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49 151 4145 0 0,'-5'2'566'0'0,"1"1"0"0"0,-1 0 0 0 0,1 0 0 0 0,0 0 0 0 0,0 1 0 0 0,0 0 0 0 0,0-1 0 0 0,1 1 0 0 0,0 1 0 0 0,-5 6 1 0 0,8-11-484 0 0,1 0 0 0 0,-1 1 1 0 0,0-1-1 0 0,1 0 1 0 0,-1 1-1 0 0,0-1 0 0 0,1 0 1 0 0,-1 0-1 0 0,0 1 1 0 0,1-1-1 0 0,-1 0 0 0 0,1 0 1 0 0,-1 0-1 0 0,0 0 0 0 0,1 1 1 0 0,-1-1-1 0 0,1 0 1 0 0,-1 0-1 0 0,1 0 0 0 0,-1 0 1 0 0,1 0-1 0 0,-1 0 1 0 0,1 0-1 0 0,-1 0 0 0 0,0 0 1 0 0,1 0-1 0 0,-1 0 1 0 0,1-1-1 0 0,-1 1 0 0 0,1 0 1 0 0,-1 0-1 0 0,1 0 1 0 0,-1-1-1 0 0,20-3 984 0 0,250-101 4767 0 0,-84 29-9677 0 0,-153 64 1805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04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48 7834 0 0,'0'-1'90'0'0,"-1"0"0"0"0,1 0 0 0 0,0 0 0 0 0,0 0 0 0 0,0 1 0 0 0,0-1 0 0 0,0 0 0 0 0,0 0 0 0 0,0 0 0 0 0,0 0 0 0 0,0 0 0 0 0,0 0 0 0 0,1 0 0 0 0,-1 0 0 0 0,0 0 0 0 0,1 1-1 0 0,-1-1 1 0 0,0 0 0 0 0,1 0 0 0 0,-1 0 0 0 0,1 0 0 0 0,-1 1 0 0 0,1-1 0 0 0,0 0 0 0 0,2-1 150 0 0,-1 0 0 0 0,0 0 0 0 0,1 0 0 0 0,-1 0-1 0 0,1 1 1 0 0,0 0 0 0 0,5-3 0 0 0,-3 2 10 0 0,1 0-1 0 0,-1 1 1 0 0,1-1-1 0 0,0 1 1 0 0,0 1 0 0 0,-1-1-1 0 0,1 1 1 0 0,7 0-1 0 0,-9 1-234 0 0,-1 0-1 0 0,1 0 0 0 0,-1 0 1 0 0,1 0-1 0 0,-1 1 0 0 0,1 0 0 0 0,-1-1 1 0 0,0 1-1 0 0,0 0 0 0 0,0 1 0 0 0,0-1 1 0 0,0 0-1 0 0,4 6 0 0 0,-2-2 56 0 0,0 1-1 0 0,-1-1 0 0 0,0 1 1 0 0,0 0-1 0 0,0 0 0 0 0,2 8 1 0 0,2 10 411 0 0,0 1 1 0 0,6 47 0 0 0,-14-73-482 0 0,1 6 34 0 0,0 4 368 0 0,1 0 0 0 0,0-1 0 0 0,0 1 0 0 0,1-1 0 0 0,5 13 0 0 0,-7-20-347 0 0,0-1 0 0 0,0 0 0 0 0,-1 1 0 0 0,1-1 0 0 0,0 0 0 0 0,0 0 0 0 0,0 0 0 0 0,0 1 0 0 0,0-1 0 0 0,1 0 0 0 0,-1 0 0 0 0,0-1 0 0 0,0 1 0 0 0,1 0 0 0 0,-1 0 0 0 0,0-1-1 0 0,1 1 1 0 0,-1 0 0 0 0,1-1 0 0 0,-1 1 0 0 0,1-1 0 0 0,-1 0 0 0 0,1 0 0 0 0,-1 1 0 0 0,1-1 0 0 0,-1 0 0 0 0,1 0 0 0 0,-1-1 0 0 0,1 1 0 0 0,-1 0 0 0 0,1 0 0 0 0,-1-1 0 0 0,1 1 0 0 0,-1-1 0 0 0,1 1 0 0 0,-1-1 0 0 0,1 0 0 0 0,-1 1 0 0 0,0-1 0 0 0,1 0 0 0 0,-1 0 0 0 0,2-1 0 0 0,5-4 60 0 0,-1 0 1 0 0,1-1-1 0 0,-1 0 1 0 0,0 0-1 0 0,-1 0 1 0 0,0-1-1 0 0,10-14 1 0 0,31-66-3095 0 0,-41 77 1926 0 0,7-17-5634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05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 9218 0 0,'0'0'65'0'0,"-1"0"0"0"0,0 0 0 0 0,1-1 0 0 0,-1 1 0 0 0,1 0 0 0 0,-1 0 0 0 0,0 0 0 0 0,1 0 0 0 0,-1 0 0 0 0,1 0 0 0 0,-1 0 0 0 0,0 0-1 0 0,1 0 1 0 0,-1 0 0 0 0,0 0 0 0 0,1 0 0 0 0,-1 1 0 0 0,1-1 0 0 0,-1 0 0 0 0,1 0 0 0 0,-1 1 0 0 0,0-1 0 0 0,1 0 0 0 0,-1 1 0 0 0,1-1 0 0 0,-1 0 0 0 0,1 1 0 0 0,0-1 0 0 0,-1 1 0 0 0,1-1 0 0 0,-1 1 0 0 0,1-1 0 0 0,-1 1 0 0 0,0 23 2403 0 0,2-11-2257 0 0,-3 134 2646 0 0,0-20-2917 0 0,18 176-1 0 0,-12-271-5979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05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17 5065 0 0,'-2'-2'1103'0'0,"2"2"-965"0"0,-1-1 0 0 0,1 1 0 0 0,0 0 0 0 0,0-1 0 0 0,0 1 0 0 0,0 0-1 0 0,0-1 1 0 0,-1 1 0 0 0,1 0 0 0 0,0-1 0 0 0,0 1 0 0 0,0-1 0 0 0,0 1 0 0 0,0 0 0 0 0,0-1-1 0 0,0 1 1 0 0,0 0 0 0 0,1-1 0 0 0,-1 1 0 0 0,0-1 0 0 0,0 1 0 0 0,0 0 0 0 0,0-1 0 0 0,0 1-1 0 0,1-1 415 0 0,2-1 419 0 0,-3 1-693 0 0,1 1 0 0 0,0 0-1 0 0,-1-1 1 0 0,1 1 0 0 0,0 0 0 0 0,-1 0-1 0 0,1 0 1 0 0,0-1 0 0 0,0 1 0 0 0,-1 0-1 0 0,1 0 1 0 0,0 0 0 0 0,0 0 0 0 0,-1 0-1 0 0,1 0 1 0 0,0 0 0 0 0,0 1 0 0 0,1-1 0 0 0,14 6 130 0 0,0 0 0 0 0,0 1 0 0 0,-1 1 0 0 0,1 0 0 0 0,-2 1 0 0 0,1 1 1 0 0,-1 0-1 0 0,-1 1 0 0 0,0 1 0 0 0,18 20 0 0 0,12 19-123 0 0,54 81-1 0 0,-25-31-135 0 0,-3-6-3517 0 0,-56-75-3317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05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4 177 5065 0 0,'-3'-1'7572'0'0,"9"-6"-5092"0"0,9-10-1001 0 0,55-43-465 0 0,6-4-3830 0 0,-50 37 1601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05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50 11522 0 0,'-3'0'513'0'0,"1"0"223"0"0,2-2-736 0 0,4 2 0 0 0,-3-2 0 0 0,3 2 0 0 0,3-3-120 0 0,2 1 24 0 0,5-3 8 0 0,3 1 216 0 0,2-3 32 0 0,0 2 16 0 0,1-2 0 0 0,-1 4-176 0 0,-3-3 0 0 0,-2 3 0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05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91 5985 0 0,'21'-15'6060'0'0,"6"2"-4315"0"0,-20 10-2071 0 0,1 0 0 0 0,-1-1 1 0 0,0 1-1 0 0,0-2 0 0 0,-1 1 0 0 0,1-1 1 0 0,-1 0-1 0 0,11-11 0 0 0,-8 1 294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06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86 1840 0 0,'-21'-23'1885'0'0,"17"18"-1113"0"0,0-1 0 0 0,-1 1 0 0 0,0 0 0 0 0,0 0 0 0 0,0 0-1 0 0,-1 1 1 0 0,1 0 0 0 0,-1 0 0 0 0,0 0 0 0 0,0 1 0 0 0,0 0-1 0 0,-1 0 1 0 0,-9-3 0 0 0,15 6-654 0 0,0 0-1 0 0,0 0 0 0 0,1 0 1 0 0,-1 1-1 0 0,0-1 1 0 0,0 0-1 0 0,1 0 0 0 0,-1 0 1 0 0,0 1-1 0 0,1-1 1 0 0,-1 1-1 0 0,0-1 0 0 0,1 0 1 0 0,-1 1-1 0 0,1-1 1 0 0,-1 1-1 0 0,1-1 0 0 0,-1 1 1 0 0,1 0-1 0 0,-1-1 1 0 0,1 1-1 0 0,-1-1 1 0 0,1 1-1 0 0,0 0 0 0 0,-1-1 1 0 0,1 1-1 0 0,0 0 1 0 0,0 0-1 0 0,-1-1 0 0 0,1 1 1 0 0,0 0-1 0 0,0-1 1 0 0,0 1-1 0 0,0 0 0 0 0,0 0 1 0 0,0-1-1 0 0,0 1 1 0 0,0 1-1 0 0,1 37 705 0 0,0-30-596 0 0,22 278 759 0 0,1 92-622 0 0,-24-377-364 0 0,-9 208 35 0 0,4-168-126 0 0,0 0-1 0 0,-23 81 1 0 0,25-115-217 0 0,0 0 1 0 0,0 0 0 0 0,-1 0-1 0 0,0 0 1 0 0,0-1 0 0 0,-1 1-1 0 0,0-1 1 0 0,0 0 0 0 0,0-1-1 0 0,-1 1 1 0 0,0-1-1 0 0,-8 6 1 0 0,-10 5-6055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07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0 115 5065 0 0,'8'-6'339'0'0,"-1"0"1"0"0,0 0-1 0 0,1 1 1 0 0,0 0-1 0 0,1 0 0 0 0,15-6 1 0 0,58-16 3513 0 0,-58 20-3343 0 0,-21 6-406 0 0,35-11 2003 0 0,44-7 0 0 0,-71 17-1751 0 0,-1 1 1 0 0,1 0-1 0 0,-1 0 1 0 0,1 1-1 0 0,0 1 1 0 0,-1-1-1 0 0,1 2 1 0 0,-1-1-1 0 0,18 6 1 0 0,-26-6-323 0 0,1 0 1 0 0,0 0-1 0 0,-1 0 0 0 0,1 0 1 0 0,-1 1-1 0 0,0-1 1 0 0,1 1-1 0 0,-1-1 0 0 0,0 1 1 0 0,0 0-1 0 0,0 0 1 0 0,0 0-1 0 0,0 0 0 0 0,0 0 1 0 0,0 1-1 0 0,-1-1 1 0 0,1 0-1 0 0,-1 1 0 0 0,0-1 1 0 0,0 1-1 0 0,1 2 1 0 0,-1-1 2 0 0,-1 0 1 0 0,1 0 0 0 0,-1 1 0 0 0,0-1 0 0 0,-1 0 0 0 0,1 0 0 0 0,-1 0-1 0 0,1 0 1 0 0,-1 0 0 0 0,0 0 0 0 0,-1 0 0 0 0,-2 6 0 0 0,-4 6 48 0 0,-1 0 0 0 0,-1-1 0 0 0,0-1 0 0 0,-1 0 0 0 0,-17 18 1 0 0,20-24 59 0 0,0 0 0 0 0,0 0 0 0 0,-1-1 0 0 0,0 0 1 0 0,-13 7-1 0 0,18-12-323 0 0,0 0 0 0 0,0 0 0 0 0,-1 0-1 0 0,1-1 1 0 0,0 0 0 0 0,-1 0 0 0 0,1 0 0 0 0,-8 0 0 0 0,8-1-516 0 0,1 0 0 0 0,-1 0 1 0 0,1-1-1 0 0,-1 1 0 0 0,1-1 0 0 0,-1 0 1 0 0,-4-2-1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18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80 139 456 0 0,'2'-6'590'0'0,"0"-1"-1"0"0,-1 1 0 0 0,1 0 1 0 0,-1 0-1 0 0,-1-1 1 0 0,1 1-1 0 0,-1-1 1 0 0,0 1-1 0 0,-1 0 0 0 0,-1-10 1 0 0,2 13-349 0 0,-1 0-1 0 0,1 0 1 0 0,-1 0-1 0 0,0 0 1 0 0,0 0 0 0 0,-1 0-1 0 0,1 0 1 0 0,0 0 0 0 0,-1 0-1 0 0,0 1 1 0 0,1-1 0 0 0,-1 1-1 0 0,0-1 1 0 0,-1 1 0 0 0,1 0-1 0 0,0-1 1 0 0,-1 1-1 0 0,1 0 1 0 0,-1 1 0 0 0,1-1-1 0 0,-1 0 1 0 0,-4-1 0 0 0,6 3-186 0 0,1 0 1 0 0,-1 0-1 0 0,0 0 1 0 0,1 0-1 0 0,-1 0 1 0 0,0 0-1 0 0,1 1 1 0 0,-1-1 0 0 0,0 0-1 0 0,1 0 1 0 0,-1 1-1 0 0,1-1 1 0 0,-1 0-1 0 0,1 1 1 0 0,-1-1-1 0 0,1 0 1 0 0,-1 1 0 0 0,1-1-1 0 0,-1 1 1 0 0,1-1-1 0 0,-1 1 1 0 0,1-1-1 0 0,-1 1 1 0 0,1-1-1 0 0,0 1 1 0 0,-1 0-1 0 0,1-1 1 0 0,0 1 0 0 0,0 0-1 0 0,0-1 1 0 0,-1 1-1 0 0,1-1 1 0 0,0 1-1 0 0,0 0 1 0 0,0 0-1 0 0,-6 30 488 0 0,5-24-447 0 0,-7 50 106 0 0,2 0 1 0 0,2 70 0 0 0,14 118 364 0 0,-6-178 6 0 0,-3-61-502 0 0,0 16 420 0 0,7 35 1 0 0,-7-51-397 0 0,0-1 0 0 0,0 1-1 0 0,1-1 1 0 0,0 0 0 0 0,0 0 0 0 0,0 0 0 0 0,1 0 0 0 0,0 0 0 0 0,0 0-1 0 0,0-1 1 0 0,0 1 0 0 0,5 4 0 0 0,-6-8-63 0 0,0 0-1 0 0,-1 0 1 0 0,1 0-1 0 0,0-1 1 0 0,0 1-1 0 0,-1 0 1 0 0,1-1-1 0 0,0 1 1 0 0,0-1-1 0 0,0 1 1 0 0,0-1-1 0 0,0 0 1 0 0,0 0-1 0 0,0 0 1 0 0,0 0-1 0 0,0 0 1 0 0,-1-1-1 0 0,1 1 1 0 0,0 0-1 0 0,0-1 1 0 0,0 0-1 0 0,0 1 1 0 0,0-1-1 0 0,-1 0 1 0 0,1 0-1 0 0,0 0 1 0 0,-1 0-1 0 0,3-2 1 0 0,8-5 140 0 0,-1 0 0 0 0,20-20-1 0 0,-17 15-152 0 0,19-15-232 0 0,2 0 0 0 0,61-35-1 0 0,-77 53-702 0 0,0 0-1 0 0,1 1 0 0 0,0 1 1 0 0,1 0-1 0 0,0 2 0 0 0,0 0 0 0 0,27-2 1 0 0,-33 6-3841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18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37 118 6449 0 0,'-4'-4'282'0'0,"0"0"0"0"0,1-1-1 0 0,-1 0 1 0 0,1 1 0 0 0,1-1-1 0 0,-1 0 1 0 0,1 0 0 0 0,-1-1-1 0 0,2 1 1 0 0,-1 0 0 0 0,-1-7-1 0 0,0-41 8470 0 0,8 60-7740 0 0,2 10-359 0 0,-3 2-507 0 0,-1 0-1 0 0,0 0 1 0 0,-1 28-1 0 0,2 18 39 0 0,8 1-554 0 0,27 90 0 0 0,-3-20-1802 0 0,-25-89-4402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19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 14283 0 0,'0'0'2713'0'0,"-5"6"-183"0"0,-4 4-3150 0 0,3-3 102 0 0,-1 0 1 0 0,1 0-1 0 0,-14 10 1 0 0,14-13 517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20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11058 0 0,'8'7'1789'0'0,"-6"-4"-1692"0"0,1-1-1 0 0,0 0 0 0 0,-1 1 0 0 0,1 0 0 0 0,-1-1 0 0 0,0 1 1 0 0,0 0-1 0 0,0 0 0 0 0,-1 0 0 0 0,1 0 0 0 0,-1 1 0 0 0,1-1 0 0 0,-1 0 1 0 0,1 7-1 0 0,0 8-135 0 0,-2 0 0 0 0,0 0 1 0 0,-1 0-1 0 0,0-1 0 0 0,-8 30 1 0 0,0 19-345 0 0,7-46 295 0 0,2 1 1 0 0,0 0 0 0 0,3 23-1 0 0,-2-36 304 0 0,1 0 0 0 0,-1 0 0 0 0,1-1 0 0 0,1 1-1 0 0,-1 0 1 0 0,1-1 0 0 0,1 1 0 0 0,-1-1 0 0 0,1 0 0 0 0,10 13-1 0 0,-13-19-123 0 0,0 0 0 0 0,1 0 0 0 0,-1 0-1 0 0,0 0 1 0 0,1 0 0 0 0,-1 0-1 0 0,0 0 1 0 0,1-1 0 0 0,-1 1 0 0 0,1-1-1 0 0,0 1 1 0 0,-1-1 0 0 0,1 1-1 0 0,-1-1 1 0 0,1 0 0 0 0,0 0 0 0 0,-1 0-1 0 0,1 0 1 0 0,-1 0 0 0 0,1 0-1 0 0,0 0 1 0 0,-1 0 0 0 0,1-1 0 0 0,-1 1-1 0 0,1-1 1 0 0,0 1 0 0 0,-1-1-1 0 0,3-1 1 0 0,5-3 197 0 0,0 0-1 0 0,0 0 1 0 0,12-11-1 0 0,-10 8-38 0 0,44-33 525 0 0,-35 24-904 0 0,2 1 0 0 0,0 0 0 0 0,1 2 0 0 0,0 1 0 0 0,29-12 0 0 0,-48 23-504 0 0,0 1-1 0 0,1 0 0 0 0,-1 0 1 0 0,0 1-1 0 0,0-1 0 0 0,0 1 1 0 0,6 0-1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20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30 272 15667 0 0,'-29'-1'1697'0'0,"29"1"-1684"0"0,0 0 1 0 0,0 0 0 0 0,0 0-1 0 0,0 0 1 0 0,0 1 0 0 0,-1-1-1 0 0,1 0 1 0 0,0 0-1 0 0,0 0 1 0 0,0 1 0 0 0,0-1-1 0 0,0 0 1 0 0,0 0 0 0 0,0 0-1 0 0,0 1 1 0 0,0-1-1 0 0,1 0 1 0 0,-1 0 0 0 0,0 0-1 0 0,0 1 1 0 0,0-1 0 0 0,0 0-1 0 0,0 0 1 0 0,0 0 0 0 0,0 0-1 0 0,0 1 1 0 0,0-1-1 0 0,1 0 1 0 0,-1 0 0 0 0,0 0-1 0 0,0 0 1 0 0,0 0 0 0 0,0 1-1 0 0,0-1 1 0 0,1 0-1 0 0,-1 0 1 0 0,0 0 0 0 0,0 0-1 0 0,0 0 1 0 0,1 0 0 0 0,-1 0-1 0 0,0 0 1 0 0,0 0 0 0 0,0 0-1 0 0,1 0 1 0 0,-1 0-1 0 0,0 0 1 0 0,0 0 0 0 0,0 0-1 0 0,1 0 1 0 0,-1 0 0 0 0,0 0-1 0 0,13 5 776 0 0,1-6-799 0 0,0-1 0 0 0,0-1 0 0 0,-1 0 0 0 0,25-9 0 0 0,1 0-99 0 0,370-73 1495 0 0,-87 20-83 0 0,-250 48-1216 0 0,188-39 408 0 0,-195 45-1600 0 0,0 3-1 0 0,67 1 1 0 0,-98 9-1120 0 0,-3 1-3899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20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11979 0 0,'7'-3'605'0'0,"-1"0"1"0"0,1 1 0 0 0,-1 0-1 0 0,1 0 1 0 0,0 0 0 0 0,0 1 0 0 0,0 0-1 0 0,0 0 1 0 0,9 1 0 0 0,-15 0-576 0 0,1 1 0 0 0,-1-1 0 0 0,1 0 0 0 0,-1 1 0 0 0,1-1 0 0 0,-1 1 0 0 0,1 0 0 0 0,-1-1 0 0 0,0 1 0 0 0,1 0 0 0 0,-1 0 0 0 0,0 0 0 0 0,0 0 0 0 0,1 0 0 0 0,-1 0 0 0 0,0 0 0 0 0,0 0 0 0 0,0 0 1 0 0,0 1-1 0 0,-1-1 0 0 0,1 0 0 0 0,0 1 0 0 0,0-1 0 0 0,-1 1 0 0 0,1-1 0 0 0,-1 1 0 0 0,1-1 0 0 0,-1 1 0 0 0,0-1 0 0 0,0 1 0 0 0,1 2 0 0 0,0 9-115 0 0,0-1 1 0 0,0 1-1 0 0,-2 12 0 0 0,1-11 23 0 0,-1 45-77 0 0,8 321 3278 0 0,6-219-4183 0 0,-10-140-616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21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15291 0 0,'24'0'1681'0'0,"-18"1"-1680"0"0,23 1 222 0 0,0 2 0 0 0,0 0-1 0 0,43 14 1 0 0,-63-14-174 0 0,0-1 1 0 0,0 2-1 0 0,0-1 0 0 0,0 1 1 0 0,-1 0-1 0 0,0 1 0 0 0,0 0 1 0 0,-1 0-1 0 0,1 1 0 0 0,-1 0 1 0 0,-1 0-1 0 0,1 0 0 0 0,-1 1 1 0 0,8 14-1 0 0,0 4-1097 0 0,-1 0 0 0 0,-2 1 0 0 0,0 1 0 0 0,-2-1 0 0 0,8 39 0 0 0,-13-46-3506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21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80 110 15379 0 0,'-72'22'1774'0'0,"72"-22"-1744"0"0,0 0 0 0 0,0 0-1 0 0,0 0 1 0 0,-1 0 0 0 0,1 0 0 0 0,0 0 0 0 0,0 1-1 0 0,0-1 1 0 0,0 0 0 0 0,-1 0 0 0 0,1 0 0 0 0,0 0 0 0 0,0 0-1 0 0,0 0 1 0 0,0 0 0 0 0,-1 0 0 0 0,1 0 0 0 0,0 0-1 0 0,0 0 1 0 0,0 0 0 0 0,0 0 0 0 0,-1 0 0 0 0,1 0-1 0 0,0 0 1 0 0,0 0 0 0 0,0 0 0 0 0,0 0 0 0 0,-1 0 0 0 0,1 0-1 0 0,0 0 1 0 0,0 0 0 0 0,0 0 0 0 0,0 0 0 0 0,-1-1-1 0 0,1 1 1 0 0,0 0 0 0 0,0 0 0 0 0,0 0 0 0 0,0 0-1 0 0,0 0 1 0 0,0 0 0 0 0,-1-1 0 0 0,1 1 0 0 0,0 0 0 0 0,0 0-1 0 0,0 0 1 0 0,0 0 0 0 0,0-1 0 0 0,0 1 0 0 0,0 0-1 0 0,0 0 1 0 0,0 0 0 0 0,0 0 0 0 0,0-1 0 0 0,7-10 401 0 0,17-11-1032 0 0,100-55-6078 0 0,-97 58 4673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21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0 145 11522 0 0,'2'-2'297'0'0,"0"0"0"0"0,1 1-1 0 0,-1-1 1 0 0,0 1-1 0 0,0-1 1 0 0,1 1 0 0 0,-1 0-1 0 0,1 0 1 0 0,-1 0-1 0 0,6-1 1 0 0,6-4 449 0 0,93-53 2414 0 0,-37 15-4711 0 0,-56 35 406 0 0,-2 2-338 0 0,-3 3-18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21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68 5065 0 0,'-14'18'12939'0'0,"46"-44"-13147"0"0,-15 6-2969 0 0,1 1-616 0 0,1-2-120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26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22 253 3225 0 0,'0'-17'405'0'0,"-3"-125"2896"0"0,-9 48 2936 0 0,15 204-3728 0 0,-7-22-2070 0 0,0-34-10 0 0,2 0 0 0 0,3 0-1 0 0,2 0 1 0 0,10 53 0 0 0,-12-101-342 0 0,0-1 1 0 0,1 0-1 0 0,0 0 1 0 0,-1 0-1 0 0,1 0 1 0 0,1-1-1 0 0,-1 1 1 0 0,1-1-1 0 0,0 1 1 0 0,0-1-1 0 0,0 0 1 0 0,1 0-1 0 0,-1 0 1 0 0,1 0-1 0 0,0-1 1 0 0,0 1-1 0 0,0-1 1 0 0,0 0-1 0 0,1 0 1 0 0,-1-1-1 0 0,1 1 1 0 0,0-1-1 0 0,0 0 1 0 0,0-1-1 0 0,6 3 1 0 0,0-3 42 0 0,0 1 0 0 0,0-1 0 0 0,-1-1 0 0 0,1 0 1 0 0,0 0-1 0 0,0-1 0 0 0,0-1 0 0 0,-1 0 0 0 0,1 0 0 0 0,-1-1 1 0 0,15-5-1 0 0,12-9-346 0 0,58-32 0 0 0,-19 7-4368 0 0,-57 33-1727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26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6913 0 0,'1'12'5056'0'0,"14"39"-2067"0"0,-4-16-1625 0 0,3 31-741 0 0,-2 1 1 0 0,-3 0-1 0 0,-3 1 0 0 0,-4-1 0 0 0,-5 75 1 0 0,0-70-697 0 0,-4 133-257 0 0,15-69-2659 0 0,-3-92-3119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26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14283 0 0,'2'1'359'0'0,"0"-1"0"0"0,0 1-1 0 0,0-1 1 0 0,0 1 0 0 0,0 0 0 0 0,-1 0-1 0 0,1 0 1 0 0,0 0 0 0 0,0 0-1 0 0,-1 0 1 0 0,1 1 0 0 0,2 1 0 0 0,3 5-267 0 0,0 1 1 0 0,-1-1-1 0 0,0 1 1 0 0,0 0-1 0 0,-1 0 1 0 0,0 1-1 0 0,-1 0 1 0 0,0 0-1 0 0,-1 0 1 0 0,4 16-1 0 0,1 13 410 0 0,3 59 0 0 0,-8-62-434 0 0,7 93-51 0 0,11 99 52 0 0,-14-185-59 0 0,1 0 1 0 0,2-1 0 0 0,18 47 0 0 0,-4-42-878 0 0,-13-33-75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27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0 117 3681 0 0,'9'-2'6006'0'0,"14"-5"-3646"0"0,-6 0-1896 0 0,0-2 1 0 0,31-20 0 0 0,-36 20-670 0 0,-1 2 1 0 0,2-1-1 0 0,-1 2 1 0 0,1 0-1 0 0,0 0 1 0 0,0 1 0 0 0,15-4-1 0 0,-15 7 953 0 0,1 0 0 0 0,-1 1 0 0 0,1 0 0 0 0,-1 1 1 0 0,0 0-1 0 0,1 1 0 0 0,22 5 0 0 0,-33-6-707 0 0,0 1 0 0 0,0-1 0 0 0,0 1 0 0 0,0 0 0 0 0,-1 0 0 0 0,1 1 1 0 0,0-1-1 0 0,0 0 0 0 0,-1 1 0 0 0,1-1 0 0 0,-1 1 0 0 0,1 0 0 0 0,-1 0 0 0 0,0 0 1 0 0,0 0-1 0 0,0 1 0 0 0,0-1 0 0 0,0 0 0 0 0,0 1 0 0 0,-1 0 0 0 0,1-1 1 0 0,-1 1-1 0 0,0 0 0 0 0,0-1 0 0 0,0 1 0 0 0,0 0 0 0 0,0 0 0 0 0,0 0 0 0 0,-1 0 1 0 0,0 0-1 0 0,1 0 0 0 0,-1 0 0 0 0,0 0 0 0 0,-1 0 0 0 0,1 0 0 0 0,0 0 0 0 0,-1 0 1 0 0,0 0-1 0 0,0 3 0 0 0,-11 30-278 0 0,-1-1 1 0 0,-1 0-1 0 0,-2-2 1 0 0,-25 40-1 0 0,-16 34 1711 0 0,55-104-1379 0 0,1-1 0 0 0,0 0 1 0 0,0 1-1 0 0,0-1 0 0 0,0 1 1 0 0,1-1-1 0 0,-1 1 0 0 0,1-1 1 0 0,-1 1-1 0 0,1 0 0 0 0,0-1 1 0 0,0 1-1 0 0,0-1 1 0 0,0 1-1 0 0,1 0 0 0 0,-1-1 1 0 0,1 1-1 0 0,-1-1 0 0 0,2 3 1 0 0,-1-3-62 0 0,0-1 1 0 0,0 1-1 0 0,1-1 0 0 0,-1 0 1 0 0,1 0-1 0 0,-1 0 1 0 0,1 0-1 0 0,-1 0 1 0 0,1 0-1 0 0,-1 0 0 0 0,1 0 1 0 0,0-1-1 0 0,-1 1 1 0 0,1-1-1 0 0,0 1 1 0 0,0-1-1 0 0,-1 0 0 0 0,1 1 1 0 0,0-1-1 0 0,0 0 1 0 0,0 0-1 0 0,-1 0 1 0 0,1-1-1 0 0,0 1 1 0 0,0 0-1 0 0,-1-1 0 0 0,4 0 1 0 0,18-6-4 0 0,-1 0 0 0 0,0-2 0 0 0,0 0 1 0 0,-1-1-1 0 0,26-18 0 0 0,-22 14-432 0 0,-4 2-169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28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41 9674 0 0,'-2'-2'540'0'0,"2"2"-450"0"0,0 0 0 0 0,0 0 0 0 0,0 0 0 0 0,-1 0 0 0 0,1 0 0 0 0,0 0 0 0 0,0-1 0 0 0,-1 1 0 0 0,1 0 0 0 0,0 0 0 0 0,0 0 0 0 0,-1 0 0 0 0,1 0 0 0 0,0 0 0 0 0,0 0 0 0 0,-1 0 0 0 0,1 0 0 0 0,0 0 0 0 0,0 0 0 0 0,-1 0 0 0 0,1 0 0 0 0,0 1 0 0 0,0-1 0 0 0,-1 0 0 0 0,1 0 0 0 0,0 0 0 0 0,-1 1 360 0 0,0-1-360 0 0,-6 13 1013 0 0,-1 13-774 0 0,5-11-202 0 0,1-1 0 0 0,0 1-1 0 0,1-1 1 0 0,1 1-1 0 0,0 0 1 0 0,1 0-1 0 0,4 24 1 0 0,-4-34-36 0 0,1 0 0 0 0,-1 0 1 0 0,0 0-1 0 0,1 0 0 0 0,0-1 1 0 0,0 1-1 0 0,1-1 0 0 0,-1 1 1 0 0,1-1-1 0 0,0 0 1 0 0,0 0-1 0 0,1 0 0 0 0,-1 0 1 0 0,1 0-1 0 0,0-1 0 0 0,0 0 1 0 0,0 0-1 0 0,0 0 0 0 0,0 0 1 0 0,1 0-1 0 0,-1-1 0 0 0,1 0 1 0 0,0 0-1 0 0,0 0 1 0 0,8 1-1 0 0,-10-2-31 0 0,0-1 1 0 0,0 1-1 0 0,0-1 1 0 0,0 0-1 0 0,0 0 1 0 0,0 0-1 0 0,0-1 1 0 0,0 1-1 0 0,0-1 0 0 0,0 1 1 0 0,-1-1-1 0 0,1 0 1 0 0,0 0-1 0 0,0 0 1 0 0,-1-1-1 0 0,1 1 1 0 0,4-4-1 0 0,-3 2-26 0 0,0-1 0 0 0,0 0 0 0 0,0 0 0 0 0,0-1-1 0 0,-1 1 1 0 0,0-1 0 0 0,0 1 0 0 0,0-1 0 0 0,2-5 0 0 0,1-4-50 0 0,-1 1 1 0 0,-1-1 0 0 0,0 0 0 0 0,-1 0 0 0 0,0 0-1 0 0,1-24 1 0 0,-4 32-44 0 0,-1-61-505 0 0,0 63 415 0 0,1 1 0 0 0,-1-1 0 0 0,1 1 0 0 0,-1-1 0 0 0,0 1 0 0 0,0 0 0 0 0,-1-1 0 0 0,1 1 0 0 0,-1 0 0 0 0,1 0 0 0 0,-1 0 0 0 0,0 0 0 0 0,0 0 0 0 0,-1 0 0 0 0,1 0 0 0 0,-3-2-1 0 0,-6 0-1621 0 0,-2 4-3551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28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6913 0 0,'3'-3'43'0'0,"47"-43"-314"0"0,-46 42 515 0 0,1 1 1 0 0,-1 0 0 0 0,1 0-1 0 0,0 0 1 0 0,0 0 0 0 0,0 1-1 0 0,0 0 1 0 0,0 0 0 0 0,10-2-1 0 0,-14 4-62 0 0,0 0 0 0 0,1 0-1 0 0,-1 0 1 0 0,0 1 0 0 0,0-1-1 0 0,0 0 1 0 0,0 1-1 0 0,1-1 1 0 0,-1 1 0 0 0,0 0-1 0 0,0-1 1 0 0,0 1 0 0 0,0 0-1 0 0,0-1 1 0 0,0 1 0 0 0,-1 0-1 0 0,1 0 1 0 0,0 0 0 0 0,0 0-1 0 0,0 0 1 0 0,-1 0 0 0 0,1 0-1 0 0,-1 0 1 0 0,1 0-1 0 0,-1 0 1 0 0,1 0 0 0 0,-1 1-1 0 0,1-1 1 0 0,-1 0 0 0 0,0 0-1 0 0,0 2 1 0 0,7 43 3054 0 0,-6-41-3039 0 0,-1 205 3310 0 0,-4-112-4758 0 0,6 0-4256 0 0,1-61-1001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28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118 374 7834 0 0,'1'-6'97'0'0,"1"1"0"0"0,0 0 0 0 0,1 0 1 0 0,-1 0-1 0 0,1 1 0 0 0,0-1 0 0 0,0 0 1 0 0,1 1-1 0 0,0 0 0 0 0,5-5 0 0 0,-5 5-170 0 0,0 0-1 0 0,0 0 1 0 0,-1-1-1 0 0,0 1 0 0 0,1-1 1 0 0,-2 0-1 0 0,1 1 1 0 0,0-1-1 0 0,-1-1 0 0 0,3-6 1 0 0,-10 14 82 0 0,1 1 1 0 0,0 0 0 0 0,0 0 0 0 0,0 0-1 0 0,0 0 1 0 0,-4 6 0 0 0,-87 109 7330 0 0,77-92-6336 0 0,-17 32 0 0 0,33-55-999 0 0,1 1 0 0 0,-1-1-1 0 0,1 1 1 0 0,0 0-1 0 0,0-1 1 0 0,1 1 0 0 0,-1 0-1 0 0,1-1 1 0 0,0 1 0 0 0,0 0-1 0 0,0 0 1 0 0,0-1-1 0 0,1 6 1 0 0,-1-8-40 0 0,1 0 0 0 0,-1 0 0 0 0,1 1 1 0 0,-1-1-1 0 0,1 0 0 0 0,-1 0 0 0 0,1 0 0 0 0,-1 0 0 0 0,1 0 1 0 0,0 0-1 0 0,0 0 0 0 0,-1 0 0 0 0,1 0 0 0 0,0 0 0 0 0,0 0 1 0 0,0-1-1 0 0,0 1 0 0 0,0 0 0 0 0,0 0 0 0 0,0-1 0 0 0,1 1 1 0 0,-1-1-1 0 0,0 1 0 0 0,0-1 0 0 0,0 0 0 0 0,0 1 0 0 0,1-1 1 0 0,-1 0-1 0 0,0 0 0 0 0,0 0 0 0 0,1 0 0 0 0,-1 0 0 0 0,0 0 0 0 0,0 0 1 0 0,1 0-1 0 0,-1 0 0 0 0,0-1 0 0 0,0 1 0 0 0,1 0 0 0 0,-1-1 1 0 0,0 1-1 0 0,0-1 0 0 0,1 0 0 0 0,5-2-117 0 0,-1-1-1 0 0,0 0 0 0 0,0 0 1 0 0,0 0-1 0 0,0 0 1 0 0,-1-1-1 0 0,1 0 1 0 0,-1 0-1 0 0,0-1 1 0 0,-1 1-1 0 0,0-1 1 0 0,1 0-1 0 0,2-7 0 0 0,3-5-347 0 0,-1 1 0 0 0,-1-1 0 0 0,9-31-1 0 0,-8 16-349 0 0,-2 0 1 0 0,6-67-1 0 0,-11 62 1762 0 0,-2 1-1 0 0,-7-57 1 0 0,7 88-608 0 0,-1 1 109 0 0,1 1 0 0 0,0 0 0 0 0,-1-1 1 0 0,0 1-1 0 0,0 0 0 0 0,0 0 1 0 0,-1 0-1 0 0,-3-6 0 0 0,12 25 3183 0 0,-2 22-3134 0 0,-3-21-34 0 0,7 34 62 0 0,-2 2-96 0 0,3 0 1 0 0,1 0 0 0 0,29 75 0 0 0,42 48-1846 0 0,-59-127-6124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31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18 920 0 0,'0'-1'139'0'0,"1"0"-1"0"0,0 0 1 0 0,-1-1 0 0 0,1 1-1 0 0,0 0 1 0 0,0 0-1 0 0,0 0 1 0 0,0 0-1 0 0,0 0 1 0 0,0 0 0 0 0,0 0-1 0 0,0 1 1 0 0,16-4 6675 0 0,-16 4-6524 0 0,15 12 1490 0 0,-1 1 0 0 0,22 24 0 0 0,-26-25-1742 0 0,-1 1 0 0 0,-1 1 1 0 0,0 0-1 0 0,0 0 0 0 0,-2 1 0 0 0,0 0 0 0 0,0 1 0 0 0,-2-1 1 0 0,0 1-1 0 0,5 25 0 0 0,22 171-717 0 0,-27-297-1691 0 0,-5 73 2068 0 0,5-113-678 0 0,-4 111 1286 0 0,1-1 0 0 0,1 1 0 0 0,0 0 0 0 0,1 0 0 0 0,1 1 0 0 0,9-21 1 0 0,-13 31-237 0 0,1-1 1 0 0,0 1-1 0 0,0 0 1 0 0,0 0-1 0 0,0 0 1 0 0,1 0-1 0 0,-1 1 1 0 0,1-1-1 0 0,-1 1 1 0 0,1-1 0 0 0,0 1-1 0 0,0 0 1 0 0,0 0-1 0 0,0 0 1 0 0,1 0-1 0 0,-1 1 1 0 0,0-1-1 0 0,1 1 1 0 0,-1 0 0 0 0,1 0-1 0 0,-1 0 1 0 0,1 1-1 0 0,-1-1 1 0 0,1 1-1 0 0,0 0 1 0 0,-1 0-1 0 0,1 0 1 0 0,0 0-1 0 0,-1 1 1 0 0,1-1 0 0 0,0 1-1 0 0,-1 0 1 0 0,1 0-1 0 0,-1 1 1 0 0,0-1-1 0 0,1 0 1 0 0,-1 1-1 0 0,0 0 1 0 0,0 0 0 0 0,0 0-1 0 0,0 0 1 0 0,0 1-1 0 0,0-1 1 0 0,-1 1-1 0 0,1-1 1 0 0,-1 1-1 0 0,0 0 1 0 0,0 0 0 0 0,0 0-1 0 0,2 4 1 0 0,46 92 502 0 0,-13-24-2509 0 0,-25-53-3719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31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37 205 6449 0 0,'16'-59'4169'0'0,"-15"50"-3950"0"0,4-58 341 0 0,-5 62-638 0 0,0 1 0 0 0,-1-1-1 0 0,0 1 1 0 0,1-1-1 0 0,-1 1 1 0 0,-1 0 0 0 0,1-1-1 0 0,-1 1 1 0 0,0 0-1 0 0,0 0 1 0 0,0 0 0 0 0,-4-6-1 0 0,6 10 81 0 0,-1-1-1 0 0,1 1 1 0 0,0-1-1 0 0,-1 0 1 0 0,1 1-1 0 0,-1 0 1 0 0,1-1 0 0 0,-1 1-1 0 0,1-1 1 0 0,-1 1-1 0 0,1 0 1 0 0,-1-1-1 0 0,1 1 1 0 0,-1 0-1 0 0,0-1 1 0 0,1 1-1 0 0,-1 0 1 0 0,1 0 0 0 0,-1 0-1 0 0,0 0 1 0 0,1-1-1 0 0,-1 1 1 0 0,0 0-1 0 0,1 0 1 0 0,-1 0-1 0 0,0 0 1 0 0,1 1-1 0 0,-1-1 1 0 0,0 0-1 0 0,1 0 1 0 0,-1 0 0 0 0,0 0-1 0 0,1 1 1 0 0,-1-1-1 0 0,1 0 1 0 0,-1 1-1 0 0,1-1 1 0 0,-1 0-1 0 0,1 1 1 0 0,-1-1-1 0 0,1 1 1 0 0,-1-1-1 0 0,1 0 1 0 0,-1 1 0 0 0,1-1-1 0 0,-1 1 1 0 0,1 0-1 0 0,0-1 1 0 0,-1 1-1 0 0,1-1 1 0 0,0 1-1 0 0,0 0 1 0 0,-1-1-1 0 0,1 1 1 0 0,0-1 0 0 0,0 2-1 0 0,-2 3 140 0 0,0-1-1 0 0,1 1 1 0 0,-1 0 0 0 0,1 0-1 0 0,0-1 1 0 0,0 8-1 0 0,1 5 204 0 0,1 1-1 0 0,1-1 1 0 0,0 0-1 0 0,1 0 0 0 0,10 30 1 0 0,-9-37-344 0 0,0 0 0 0 0,1 0 1 0 0,0-1-1 0 0,8 12 1 0 0,-8-14-517 0 0,0-1 1 0 0,0 0 0 0 0,1-1 0 0 0,-1 1 0 0 0,1-1-1 0 0,11 7 1 0 0,-5-5-3750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08:53:32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3945 0 0,'0'-5'214'0'0,"5"-26"-55"0"0,-5 30-26 0 0,0 1 0 0 0,0-1-1 0 0,0 0 1 0 0,0 1 0 0 0,0-1 0 0 0,0 0-1 0 0,1 1 1 0 0,-1-1 0 0 0,0 0 0 0 0,0 1-1 0 0,1-1 1 0 0,-1 1 0 0 0,0-1-1 0 0,1 0 1 0 0,-1 1 0 0 0,1-1 0 0 0,-1 1-1 0 0,1-1 1 0 0,-1 1 0 0 0,1-1 0 0 0,-1 1-1 0 0,1 0 1 0 0,-1-1 0 0 0,1 1 0 0 0,0 0-1 0 0,-1-1 1 0 0,1 1 0 0 0,-1 0-1 0 0,1 0 1 0 0,0-1 0 0 0,-1 1 0 0 0,1 0-1 0 0,0 0 1 0 0,-1 0 0 0 0,2 0 0 0 0,-1 1 16 0 0,0-1 1 0 0,0 1 0 0 0,-1-1-1 0 0,1 1 1 0 0,0 0 0 0 0,0 0-1 0 0,-1-1 1 0 0,1 1 0 0 0,0 0-1 0 0,-1 0 1 0 0,1 0 0 0 0,-1 0-1 0 0,1 0 1 0 0,-1-1 0 0 0,1 1 0 0 0,-1 0-1 0 0,1 0 1 0 0,-1 0 0 0 0,0 1-1 0 0,0 0 1 0 0,6 28 942 0 0,-5-18-616 0 0,8 28 550 0 0,-4-11-538 0 0,11 32-1 0 0,-13-53-461 0 0,0 0 0 0 0,0 0 0 0 0,1 0 0 0 0,0-1 0 0 0,1 1 0 0 0,-1-1 0 0 0,1 0 0 0 0,9 9 0 0 0,-13-15-36 0 0,-1-1 1 0 0,1 1-1 0 0,-1-1 0 0 0,1 1 0 0 0,-1-1 0 0 0,1 0 0 0 0,-1 1 0 0 0,1-1 0 0 0,-1 0 0 0 0,1 1 0 0 0,0-1 0 0 0,-1 0 0 0 0,1 0 0 0 0,0 0 0 0 0,-1 1 0 0 0,1-1 0 0 0,0 0 0 0 0,-1 0 0 0 0,1 0 0 0 0,0 0 0 0 0,-1 0 0 0 0,1 0 1 0 0,0 0-1 0 0,-1 0 0 0 0,1-1 0 0 0,0 1 0 0 0,-1 0 0 0 0,1 0 0 0 0,-1-1 0 0 0,2 1 0 0 0,16-20-633 0 0,8-32-541 0 0,-25 49 1140 0 0,6-17-272 0 0,18-38-346 0 0,-23 53 625 0 0,1 1-1 0 0,0-1 1 0 0,-1 1-1 0 0,1 0 1 0 0,1 0 0 0 0,-1 0-1 0 0,0 1 1 0 0,1-1-1 0 0,6-4 1 0 0,-8 7 37 0 0,0 0 0 0 0,0 0-1 0 0,0 0 1 0 0,0 0 0 0 0,0 1 0 0 0,0-1-1 0 0,0 1 1 0 0,0-1 0 0 0,0 1 0 0 0,0 0 0 0 0,0 0-1 0 0,0 0 1 0 0,0 0 0 0 0,0 0 0 0 0,0 0-1 0 0,0 1 1 0 0,0-1 0 0 0,0 0 0 0 0,0 1 0 0 0,0 0-1 0 0,0-1 1 0 0,0 1 0 0 0,0 0 0 0 0,0 0-1 0 0,0 0 1 0 0,-1 1 0 0 0,3 1 0 0 0,5 4 210 0 0,0 1 1 0 0,-1 0 0 0 0,14 19-1 0 0,1-1 626 0 0,-17-21-669 0 0,0 0 0 0 0,0 0 0 0 0,0-1 0 0 0,1 0 0 0 0,-1 0 0 0 0,12 4-1 0 0,-16-7-147 0 0,-1 0-1 0 0,0-1 0 0 0,0 1 1 0 0,0-1-1 0 0,0 0 0 0 0,0 1 0 0 0,1-1 1 0 0,-1 0-1 0 0,0 0 0 0 0,0 0 0 0 0,1 0 1 0 0,-1 0-1 0 0,0 0 0 0 0,0 0 1 0 0,0 0-1 0 0,1 0 0 0 0,-1-1 0 0 0,0 1 1 0 0,0 0-1 0 0,0-1 0 0 0,0 1 0 0 0,1-1 1 0 0,-1 1-1 0 0,0-1 0 0 0,0 0 1 0 0,0 1-1 0 0,0-1 0 0 0,0 0 0 0 0,0 0 1 0 0,-1 0-1 0 0,1 0 0 0 0,0 0 0 0 0,0 0 1 0 0,-1 0-1 0 0,1 0 0 0 0,0 0 1 0 0,-1 0-1 0 0,1 0 0 0 0,-1 0 0 0 0,1 0 1 0 0,-1 0-1 0 0,0-1 0 0 0,1 1 0 0 0,-1 0 1 0 0,0 0-1 0 0,0 0 0 0 0,0-1 1 0 0,0 1-1 0 0,0-2 0 0 0,-1-15 132 0 0,0 0 0 0 0,-1 1 0 0 0,0-1 0 0 0,-2 1 0 0 0,0 0 0 0 0,-1 0 0 0 0,0 0 0 0 0,-11-21 0 0 0,11 25-688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9:37.8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159 59 2761 0 0,'-35'-3'270'0'0,"14"0"564"0"0,1 1 1 0 0,-1 2 0 0 0,-40 2-1 0 0,147 3 1975 0 0,-73-6-2686 0 0,149-8 1308 0 0,257 16 0 0 0,-187 21-1211 0 0,251 14 200 0 0,-460-42-430 0 0,0-1-1 0 0,-1-1 1 0 0,1-1 0 0 0,-1-1 0 0 0,1-1 0 0 0,-1 0 0 0 0,-1-2 0 0 0,1-1 0 0 0,-1-1-1 0 0,-1 0 1 0 0,0-2 0 0 0,0 0 0 0 0,-1-1 0 0 0,19-15 0 0 0,-36 25 294 0 0,9-7-2404 0 0,-18 9 1279 0 0,0 4 1098 0 0,0 0 0 0 0,1 1-1 0 0,-1-1 1 0 0,1 1 0 0 0,0 0 0 0 0,1 1-1 0 0,-1-1 1 0 0,1 1 0 0 0,0 0 0 0 0,1 1-1 0 0,-1-1 1 0 0,1 1 0 0 0,1 0 0 0 0,-1 0-1 0 0,1 0 1 0 0,0 0 0 0 0,-2 9 0 0 0,-5 19 97 0 0,1 0 1 0 0,-6 46 0 0 0,15-80-345 0 0,-48 554 1178 0 0,51 4-918 0 0,40 125-337 0 0,1 69 40 0 0,-33-536-26 0 0,1 27 996 0 0,-13-205-529 0 0,-1 0 0 0 0,-2 0 0 0 0,-2 0 0 0 0,-16 57 0 0 0,-60 144 1272 0 0,77-229-1724 0 0,-8 25-140 0 0,8-17 78 0 0,-2-1-1 0 0,-1 0 0 0 0,0 0 0 0 0,-1-1 0 0 0,-18 27 0 0 0,13-33-2022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9:38.4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170 1 9674 0 0,'-3'0'-27'0'0,"0"0"-1"0"0,0 0 1 0 0,-1 0-1 0 0,1 1 1 0 0,0-1-1 0 0,0 1 1 0 0,0-1-1 0 0,0 1 1 0 0,-1 0 0 0 0,1 0-1 0 0,1 1 1 0 0,-5 1-1 0 0,-33 22 614 0 0,35-21-506 0 0,0 1 0 0 0,0 0 0 0 0,0 0-1 0 0,1 1 1 0 0,0-1 0 0 0,0 1 0 0 0,1 0-1 0 0,-1 0 1 0 0,1 1 0 0 0,1-1-1 0 0,-1 0 1 0 0,1 1 0 0 0,0 0 0 0 0,-1 7-1 0 0,-2 16 81 0 0,-3 59 0 0 0,6-51-33 0 0,-14 290 890 0 0,15-1-1 0 0,15 1 0 0 0,68 406 0 0 0,39-153-1016 0 0,-28-158 0 0 0,-81-344 195 0 0,-3 0 0 0 0,-3 1-1 0 0,-3 0 1 0 0,-5 0 0 0 0,-14 105 0 0 0,10-136 253 0 0,1-1 0 0 0,3 1 0 0 0,5 59 0 0 0,-3-107-413 0 0,1 1 1 0 0,-1-1-1 0 0,1 1 0 0 0,0-1 0 0 0,-1 1 1 0 0,1-1-1 0 0,0 0 0 0 0,0 1 0 0 0,0-1 1 0 0,0 0-1 0 0,0 0 0 0 0,0 0 0 0 0,0 0 1 0 0,1 0-1 0 0,-1 0 0 0 0,0 0 1 0 0,1 0-1 0 0,-1 0 0 0 0,0-1 0 0 0,1 1 1 0 0,2 1-1 0 0,37 9 333 0 0,-34-9-328 0 0,39 7 134 0 0,-1-2 1 0 0,1-3-1 0 0,74-1 0 0 0,142-20 416 0 0,-175 9-556 0 0,24-2-144 0 0,-1-4 1 0 0,0-5 0 0 0,201-64 0 0 0,-288 76-1634 0 0,-5 2-5103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9:42.6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1083 51 8290 0 0,'-25'-10'486'0'0,"-1"1"0"0"0,0 1 0 0 0,-1 1 0 0 0,0 1 0 0 0,0 2 0 0 0,0 0 1 0 0,0 2-1 0 0,-1 1 0 0 0,1 2 0 0 0,-1 0 0 0 0,1 2 0 0 0,-47 10 0 0 0,49-6-435 0 0,1 0 1 0 0,0 2-1 0 0,1 0 0 0 0,0 2 0 0 0,0 0 0 0 0,1 2 1 0 0,1 0-1 0 0,0 2 0 0 0,1 0 0 0 0,0 1 0 0 0,1 1 1 0 0,1 1-1 0 0,-30 40 0 0 0,-16 34-209 0 0,5 4-1 0 0,-85 184 1 0 0,127-242 278 0 0,2 0-1 0 0,2 1 1 0 0,1 1-1 0 0,3 0 1 0 0,1 0 0 0 0,1 1-1 0 0,3-1 1 0 0,0 71-1 0 0,6-88-52 0 0,0 1 1 0 0,1-1-1 0 0,1 0 0 0 0,1 0 0 0 0,1 0 0 0 0,1-1 0 0 0,1 0 0 0 0,1 0 0 0 0,1-1 0 0 0,1 0 0 0 0,1-1 0 0 0,0 0 0 0 0,2-1 0 0 0,0 0 0 0 0,1-1 1 0 0,27 25-1 0 0,-19-23-152 0 0,1 0 0 0 0,1-1 0 0 0,0-2 0 0 0,1-1 0 0 0,1 0 0 0 0,1-2 0 0 0,0-1 0 0 0,1-2 0 0 0,0-1 0 0 0,1-1 0 0 0,0-1 0 0 0,0-1 0 0 0,32 2 0 0 0,-18-6 60 0 0,-1-2 1 0 0,1-2-1 0 0,-1-1 0 0 0,0-2 0 0 0,0-3 1 0 0,0-1-1 0 0,-1-2 0 0 0,0-2 1 0 0,-1-1-1 0 0,0-3 0 0 0,-1-1 0 0 0,-1-2 1 0 0,0-1-1 0 0,48-36 0 0 0,-50 30 128 0 0,-2-2 0 0 0,0-1 0 0 0,-2-2 0 0 0,30-34 0 0 0,-44 41-24 0 0,-1-1-1 0 0,0 0 1 0 0,-2-1-1 0 0,-1 0 1 0 0,-2-2-1 0 0,20-54 1 0 0,-12 17 171 0 0,-3-1 1 0 0,-2-1 0 0 0,-4-1 0 0 0,6-116-1 0 0,-17 150-211 0 0,-2 0 0 0 0,-1 0 0 0 0,-1 0 0 0 0,-2 1 0 0 0,-1-1 0 0 0,-2 1 0 0 0,-1 1-1 0 0,-2-1 1 0 0,-1 1 0 0 0,-1 1 0 0 0,-26-43 0 0 0,30 61-44 0 0,0 1 1 0 0,-1 0-1 0 0,0 0 1 0 0,-1 1-1 0 0,0 0 1 0 0,-1 1-1 0 0,0 0 0 0 0,-1 1 1 0 0,0 1-1 0 0,0 0 1 0 0,-16-7-1 0 0,10 7-97 0 0,0 1 0 0 0,0 0-1 0 0,0 1 1 0 0,-1 2 0 0 0,0 0-1 0 0,0 1 1 0 0,-1 1 0 0 0,-23 0-1 0 0,24 2-132 0 0,0 2-1 0 0,0 0 1 0 0,1 1-1 0 0,-1 1 1 0 0,1 1-1 0 0,-1 0 0 0 0,2 2 1 0 0,-26 11-1 0 0,31-11-68 0 0,-1 1 0 0 0,1 0 0 0 0,1 0-1 0 0,0 2 1 0 0,0-1 0 0 0,1 1 0 0 0,0 1-1 0 0,1 0 1 0 0,0 1 0 0 0,0 0-1 0 0,-10 18 1 0 0,3 3-3951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9:43.4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224 0 5985 0 0,'-5'0'251'0'0,"0"0"0"0"0,-1 0 0 0 0,1 1 0 0 0,0-1 0 0 0,0 1 0 0 0,0 0 0 0 0,0 1 0 0 0,0-1 0 0 0,0 1 0 0 0,0 0 0 0 0,1 0 0 0 0,-1 0-1 0 0,1 1 1 0 0,-1 0 0 0 0,-6 5 0 0 0,-6 5 919 0 0,1 0-1 0 0,-22 24 0 0 0,28-27-814 0 0,1 1 0 0 0,1 0-1 0 0,-14 22 1 0 0,19-28-273 0 0,1 0 0 0 0,-1 0 0 0 0,1 0 1 0 0,0 0-1 0 0,1 0 0 0 0,-1 0 0 0 0,1 1 0 0 0,0-1 1 0 0,0 1-1 0 0,1-1 0 0 0,0 0 0 0 0,0 11 0 0 0,1-14-90 0 0,0 1-1 0 0,0-1 0 0 0,0 0 0 0 0,0 0 0 0 0,0 1 1 0 0,1-1-1 0 0,-1 0 0 0 0,1 0 0 0 0,-1 0 0 0 0,1-1 1 0 0,0 1-1 0 0,0 0 0 0 0,0 0 0 0 0,0-1 1 0 0,0 0-1 0 0,0 1 0 0 0,0-1 0 0 0,0 0 0 0 0,0 0 1 0 0,1 0-1 0 0,3 1 0 0 0,8 3-83 0 0,0-1 0 0 0,21 3 0 0 0,-28-5 73 0 0,79 10-141 0 0,-45-7 110 0 0,47 12 0 0 0,-85-16 49 0 0,-1-1-1 0 0,1 1 1 0 0,0 0-1 0 0,-1 0 1 0 0,1 0 0 0 0,-1 1-1 0 0,1-1 1 0 0,-1 0-1 0 0,0 1 1 0 0,1 0-1 0 0,-1-1 1 0 0,0 1-1 0 0,0 0 1 0 0,0 0-1 0 0,-1 0 1 0 0,1 1 0 0 0,0-1-1 0 0,-1 0 1 0 0,3 5-1 0 0,-3-3 9 0 0,0 0 0 0 0,0 0 0 0 0,0 0 0 0 0,0 0 0 0 0,-1 0 0 0 0,0 0 1 0 0,0 1-1 0 0,0-1 0 0 0,0 0 0 0 0,-1 0 0 0 0,-1 8 0 0 0,-3 4 138 0 0,0 0-1 0 0,-2 0 1 0 0,0 0 0 0 0,0-1 0 0 0,-13 18-1 0 0,6-12 37 0 0,-1 0 0 0 0,0 0 0 0 0,-2-2 0 0 0,-20 19 0 0 0,26-27-551 0 0,-1-2-1 0 0,0 1 0 0 0,0-2 1 0 0,0 0-1 0 0,-1 0 0 0 0,-1-1 1 0 0,1-1-1 0 0,-21 7 0 0 0,23-11-3133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9:43.7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6449 0 0,'2'2'267'0'0,"0"0"0"0"0,0-1 0 0 0,0 1 0 0 0,-1 0-1 0 0,1 0 1 0 0,0 0 0 0 0,-1 0 0 0 0,1 1 0 0 0,-1-1 0 0 0,0 0-1 0 0,0 1 1 0 0,0-1 0 0 0,1 4 0 0 0,12 38 2540 0 0,-12-33-1996 0 0,5 22 418 0 0,-1 0 1 0 0,-2 1-1 0 0,-1 63 0 0 0,-3-59-1030 0 0,2 1 0 0 0,9 53 0 0 0,-10-91-239 0 0,7 27-660 0 0,-8-27 599 0 0,0 0 0 0 0,1 0 1 0 0,-1 0-1 0 0,1 0 0 0 0,0 0 0 0 0,-1 0 0 0 0,1 0 0 0 0,0 0 1 0 0,0 0-1 0 0,-1 0 0 0 0,1 0 0 0 0,0 0 0 0 0,0 0 0 0 0,0-1 1 0 0,0 1-1 0 0,0 0 0 0 0,0-1 0 0 0,0 1 0 0 0,1-1 0 0 0,0 1 1 0 0,5 0-1005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9:44.1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65 456 0 0,'0'0'82'0'0,"0"-1"0"0"0,0 1 1 0 0,0 0-1 0 0,0 0 0 0 0,0-1 0 0 0,0 1 0 0 0,0 0 0 0 0,0-1 0 0 0,0 1 1 0 0,0 0-1 0 0,0 0 0 0 0,0-1 0 0 0,0 1 0 0 0,0 0 0 0 0,0 0 0 0 0,0-1 1 0 0,1 1-1 0 0,-1 0 0 0 0,0 0 0 0 0,0-1 0 0 0,0 1 0 0 0,0 0 0 0 0,0 0 1 0 0,1-1-1 0 0,-1 1 0 0 0,0 0 0 0 0,0 0 0 0 0,0 0 0 0 0,1 0 0 0 0,-1-1 1 0 0,0 1-1 0 0,0 0 0 0 0,0 0 0 0 0,1 0 0 0 0,-1 0 0 0 0,0 0 0 0 0,1 0 1 0 0,-1 0-1 0 0,0-1 0 0 0,0 1 0 0 0,1 0 0 0 0,-1 0 0 0 0,0 0 0 0 0,15 9 2547 0 0,17 24 747 0 0,-27-27-2654 0 0,35 38 1368 0 0,50 49 321 0 0,-87-89-2399 0 0,1 0 0 0 0,0-1 1 0 0,0 1-1 0 0,1-1 0 0 0,-1-1 0 0 0,0 1 1 0 0,1 0-1 0 0,0-1 0 0 0,0 0 0 0 0,0 0 0 0 0,0 0 1 0 0,9 1-1 0 0,-11-3-155 0 0,-1 0 1 0 0,1 0-1 0 0,-1 0 1 0 0,1-1-1 0 0,0 1 0 0 0,-1-1 1 0 0,1 0-1 0 0,-1 0 0 0 0,1 0 1 0 0,-1 0-1 0 0,1 0 1 0 0,-1 0-1 0 0,0-1 0 0 0,0 1 1 0 0,1-1-1 0 0,-1 1 1 0 0,0-1-1 0 0,0 0 0 0 0,-1 0 1 0 0,1 0-1 0 0,0 0 1 0 0,-1 0-1 0 0,1-1 0 0 0,-1 1 1 0 0,0 0-1 0 0,2-4 0 0 0,4-10 305 0 0,0-1-1 0 0,-1 1 0 0 0,-1-1 1 0 0,-1 0-1 0 0,3-28 0 0 0,-3 22 630 0 0,1 0-1 0 0,8-26 1 0 0,-12 48-700 0 0,-1 1 0 0 0,0-1-1 0 0,0 0 1 0 0,0 0 0 0 0,0 1 0 0 0,1-1 0 0 0,-1 0-1 0 0,0 1 1 0 0,0-1 0 0 0,1 0 0 0 0,-1 1 0 0 0,1-1 0 0 0,-1 1-1 0 0,1-1 1 0 0,-1 0 0 0 0,1 1 0 0 0,-1-1 0 0 0,1 1 0 0 0,-1-1-1 0 0,1 1 1 0 0,-1 0 0 0 0,1-1 0 0 0,0 1 0 0 0,-1 0 0 0 0,1-1-1 0 0,0 1 1 0 0,1 0 0 0 0,-1 0-3 0 0,-1 0-1 0 0,1 1 1 0 0,0-1 0 0 0,0 1-1 0 0,0 0 1 0 0,-1-1 0 0 0,1 1-1 0 0,0-1 1 0 0,0 1 0 0 0,-1 0 0 0 0,1 0-1 0 0,-1 0 1 0 0,1-1 0 0 0,-1 1-1 0 0,1 0 1 0 0,-1 0 0 0 0,1 1-1 0 0,16 46 1221 0 0,-16-46-1260 0 0,19 91 720 0 0,9 22 706 0 0,-7-59-3696 0 0,11-4-3823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9:44.5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 6913 0 0,'-5'10'8043'0'0,"5"-9"-7904"0"0,13 16 2022 0 0,-11-15-2421 0 0,18 29 1249 0 0,-2 1 1 0 0,0 1 0 0 0,13 37-1 0 0,27 103-77 0 0,-47-132-942 0 0,-3-10-251 0 0,15 35-1 0 0,-19-57-400 0 0,1 0 0 0 0,-1 0 1 0 0,1-1-1 0 0,10 13 0 0 0,-8-14-1577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9:44.8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34 1376 0 0,'0'0'211'0'0,"-1"0"0"0"0,0-1 0 0 0,0 1 0 0 0,0 0 0 0 0,0-1-1 0 0,0 1 1 0 0,0 0 0 0 0,0-1 0 0 0,1 1 0 0 0,-1-1 0 0 0,0 0 0 0 0,0 1-1 0 0,1-1 1 0 0,-1 0 0 0 0,0 1 0 0 0,1-1 0 0 0,-1 0 0 0 0,1 0-1 0 0,-1 1 1 0 0,1-1 0 0 0,-1 0 0 0 0,1 0 0 0 0,0 0 0 0 0,-1 0 0 0 0,1-2-1 0 0,1 2-11 0 0,0 0-1 0 0,0 0 1 0 0,0 0-1 0 0,0 0 1 0 0,0 0-1 0 0,0 1 1 0 0,1-1-1 0 0,-1 0 1 0 0,0 1 0 0 0,1-1-1 0 0,-1 0 1 0 0,0 1-1 0 0,1 0 1 0 0,-1-1-1 0 0,1 1 1 0 0,-1 0-1 0 0,3-1 1 0 0,6 0 110 0 0,0-1 0 0 0,0 1 0 0 0,0 1 0 0 0,0 0 0 0 0,-1 0 0 0 0,1 1 0 0 0,0 1 0 0 0,0-1 0 0 0,-1 1 0 0 0,1 1 0 0 0,11 4 0 0 0,-8-1-48 0 0,-1 0 0 0 0,1 1 0 0 0,-1 0 1 0 0,-1 1-1 0 0,1 0 0 0 0,-1 1 0 0 0,13 13 0 0 0,-9-6-106 0 0,-1 0 0 0 0,-1 1-1 0 0,-1 0 1 0 0,0 1 0 0 0,-1 0 0 0 0,-1 1 0 0 0,-1 0-1 0 0,0 1 1 0 0,-2 0 0 0 0,8 28 0 0 0,-12-35-157 0 0,0 1 0 0 0,-1 0 0 0 0,-1-1 0 0 0,0 1 1 0 0,-1 0-1 0 0,0 0 0 0 0,-1 0 0 0 0,-1 0 0 0 0,0 0 0 0 0,-1-1 0 0 0,0 1 0 0 0,-1-1 1 0 0,-1 0-1 0 0,0 0 0 0 0,-1 0 0 0 0,0 0 0 0 0,-1-1 0 0 0,0 0 0 0 0,-11 13 0 0 0,-3-1-456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9:54.4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0 784 6913 0 0,'0'0'529'0'0,"26"6"-68"0"0,69 5 1104 0 0,215 32 1995 0 0,-298-40-3481 0 0,252 41 1089 0 0,-226-40-1189 0 0,1-3 1 0 0,-1 0-1 0 0,1-3 0 0 0,75-12 0 0 0,104-46-570 0 0,-57 15-813 0 0,-158 44 1272 0 0,0 1 0 0 0,0-1 0 0 0,0 1-1 0 0,1 0 1 0 0,-1 0 0 0 0,0 0 0 0 0,0 1 0 0 0,0-1 0 0 0,4 2 0 0 0,-5-1 121 0 0,-1-1 0 0 0,0 1 0 0 0,1-1 0 0 0,-1 1 0 0 0,1-1 0 0 0,-1 0 0 0 0,1 0 1 0 0,-1 0-1 0 0,1 0 0 0 0,-1 0 0 0 0,0 0 0 0 0,1 0 0 0 0,-1 0 0 0 0,1 0 0 0 0,-1-1 0 0 0,1 1 0 0 0,-1-1 0 0 0,0 1 1 0 0,1-1-1 0 0,-1 0 0 0 0,0 1 0 0 0,1-1 0 0 0,-1 0 0 0 0,0 0 0 0 0,0 0 0 0 0,0 0 0 0 0,0 0 0 0 0,0 0 0 0 0,0 0 0 0 0,0 0 1 0 0,0 0-1 0 0,0 0 0 0 0,0-1 0 0 0,0-1 0 0 0,11-20 791 0 0,-1-2 0 0 0,-1 0 0 0 0,-1 0 0 0 0,-1-1 1 0 0,5-36-1 0 0,-3 19-539 0 0,15-65 67 0 0,-10 35 80 0 0,4 1 0 0 0,31-80 1 0 0,-49 150-370 0 0,26-54 400 0 0,-26 53-367 0 0,1 0-1 0 0,0 1 1 0 0,-1-1-1 0 0,1 1 1 0 0,0-1-1 0 0,0 1 1 0 0,0 0-1 0 0,0 0 1 0 0,1 0 0 0 0,-1 0-1 0 0,1 0 1 0 0,-1 0-1 0 0,1 0 1 0 0,0 1-1 0 0,-1 0 1 0 0,7-3 0 0 0,-8 4-35 0 0,0 1 1 0 0,0-1 0 0 0,0 0 0 0 0,0 1 0 0 0,1-1 0 0 0,-1 1 0 0 0,0-1-1 0 0,0 1 1 0 0,0 0 0 0 0,-1-1 0 0 0,1 1 0 0 0,0 0 0 0 0,0 0 0 0 0,0-1-1 0 0,0 1 1 0 0,-1 0 0 0 0,1 0 0 0 0,0 0 0 0 0,-1 0 0 0 0,1 0 0 0 0,-1 0 0 0 0,1 0-1 0 0,-1 0 1 0 0,1 0 0 0 0,-1 0 0 0 0,0 1 0 0 0,1 0 0 0 0,10 39 182 0 0,-9-32-247 0 0,35 156-284 0 0,22 83 126 0 0,-46-205 190 0 0,2-1 1 0 0,2 0-1 0 0,37 64 0 0 0,-51-100-26 0 0,0 0 0 0 0,1-1 0 0 0,0 1-1 0 0,0-1 1 0 0,1 0 0 0 0,-1-1 0 0 0,1 1 0 0 0,7 5 0 0 0,-10-9 4 0 0,-1 0 1 0 0,1-1 0 0 0,-1 1 0 0 0,1 0 0 0 0,-1-1-1 0 0,1 0 1 0 0,-1 1 0 0 0,1-1 0 0 0,-1 0 0 0 0,1 1 0 0 0,0-1-1 0 0,-1 0 1 0 0,1 0 0 0 0,0 0 0 0 0,-1-1 0 0 0,1 1 0 0 0,-1 0-1 0 0,1-1 1 0 0,-1 1 0 0 0,1 0 0 0 0,-1-1 0 0 0,1 0 0 0 0,-1 1-1 0 0,1-1 1 0 0,-1 0 0 0 0,1 0 0 0 0,-1 0 0 0 0,0 0-1 0 0,0 0 1 0 0,0 0 0 0 0,1 0 0 0 0,-1 0 0 0 0,0-1 0 0 0,0 1-1 0 0,0 0 1 0 0,-1-1 0 0 0,1 1 0 0 0,0-1 0 0 0,0-1 0 0 0,15-23-31 0 0,-2-2 1 0 0,-1 1-1 0 0,18-59 1 0 0,15-95 777 0 0,-16 53-200 0 0,-24 108-397 0 0,-2 2 108 0 0,0 0-1 0 0,2 0 0 0 0,0 0 1 0 0,1 1-1 0 0,1 0 1 0 0,18-30-1 0 0,-25 47-189 0 0,-1-1-1 0 0,0 1 1 0 0,0-1-1 0 0,1 1 1 0 0,-1-1-1 0 0,0 1 1 0 0,1 0-1 0 0,-1-1 1 0 0,0 1 0 0 0,1 0-1 0 0,-1-1 1 0 0,0 1-1 0 0,1 0 1 0 0,-1-1-1 0 0,1 1 1 0 0,-1 0-1 0 0,1 0 1 0 0,-1-1 0 0 0,1 1-1 0 0,-1 0 1 0 0,1 0-1 0 0,-1 0 1 0 0,1 0-1 0 0,-1 0 1 0 0,1 0-1 0 0,-1 0 1 0 0,1 0 0 0 0,-1 0-1 0 0,1 0 1 0 0,-1 0-1 0 0,1 0 1 0 0,0 0-1 0 0,8 17 339 0 0,-2 37-426 0 0,-6-42 129 0 0,9 71-85 0 0,35 139 0 0 0,-34-184-64 0 0,2 0 0 0 0,1-1 0 0 0,2-1-1 0 0,1 0 1 0 0,40 59 0 0 0,-57-94 54 0 0,1 1 0 0 0,0-1 0 0 0,0 0 0 0 0,0 0 0 0 0,0 0 0 0 0,0 1 1 0 0,0-1-1 0 0,0 0 0 0 0,0 0 0 0 0,0 0 0 0 0,0-1 0 0 0,0 1 0 0 0,1 0 0 0 0,-1 0 0 0 0,0-1 0 0 0,1 1 0 0 0,-1 0 1 0 0,0-1-1 0 0,1 0 0 0 0,-1 1 0 0 0,4-1 0 0 0,-4 0 18 0 0,0 0 0 0 0,1-1 1 0 0,-1 1-1 0 0,0-1 0 0 0,0 0 0 0 0,1 1 1 0 0,-1-1-1 0 0,0 0 0 0 0,0 0 0 0 0,0 0 1 0 0,0 1-1 0 0,0-1 0 0 0,0 0 0 0 0,0-1 1 0 0,0 1-1 0 0,0 0 0 0 0,-1 0 0 0 0,2-2 1 0 0,4-9 13 0 0,-1 1 0 0 0,-1-1 0 0 0,1 0 1 0 0,1-13-1 0 0,-4 16-90 0 0,43-219 112 0 0,2-5 105 0 0,-39 204-123 0 0,1 0 0 0 0,2 1-1 0 0,0 0 1 0 0,2 1 0 0 0,29-44-1 0 0,-40 67 26 0 0,1 0-1 0 0,0 0 1 0 0,0 1-1 0 0,0-1 1 0 0,1 1-1 0 0,0 0 1 0 0,-1 0-1 0 0,1 0 1 0 0,0 0-1 0 0,5-2 1 0 0,-8 5-22 0 0,0-1 0 0 0,0 1 0 0 0,0 0 0 0 0,0-1 0 0 0,1 1 0 0 0,-1 0 0 0 0,0 0 0 0 0,0 0 0 0 0,0 0 0 0 0,0 0 0 0 0,0 0 0 0 0,0 0 0 0 0,0 0 0 0 0,1 0 0 0 0,-1 1 0 0 0,0-1 0 0 0,0 0 0 0 0,2 1 0 0 0,-2 1-3 0 0,1-1-1 0 0,-1 0 1 0 0,0 0-1 0 0,0 0 0 0 0,1 1 1 0 0,-1-1-1 0 0,0 1 1 0 0,0-1-1 0 0,0 1 0 0 0,0-1 1 0 0,0 1-1 0 0,-1-1 1 0 0,1 1-1 0 0,0 0 0 0 0,0 2 1 0 0,6 28 287 0 0,-1-1 1 0 0,-2 1 0 0 0,1 61 0 0 0,3 19-182 0 0,3-30-237 0 0,3-1 1 0 0,44 140-1 0 0,-52-206-270 0 0,0 1-1 0 0,13 22 0 0 0,-16-33 6 0 0,0-1 0 0 0,0 1 0 0 0,0-1 1 0 0,1 1-1 0 0,0-1 0 0 0,0 0 0 0 0,0 0 0 0 0,0-1 0 0 0,0 1 0 0 0,1-1 0 0 0,7 4 0 0 0,2-2-5485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9:54.7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1 130 5985 0 0,'9'2'333'0'0,"0"-1"-1"0"0,0-1 1 0 0,0 1-1 0 0,0-2 1 0 0,0 1-1 0 0,0-1 1 0 0,13-3-1 0 0,7 0 573 0 0,137-10 3888 0 0,98-9-600 0 0,0 2-3289 0 0,-157 10-2081 0 0,123-30-1 0 0,-170 28-5017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9:57.7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158 548 6449 0 0,'-16'1'384'0'0,"3"0"-347"0"0,-1-1 1 0 0,1 2-1 0 0,0 0 1 0 0,0 0-1 0 0,0 2 0 0 0,0-1 1 0 0,0 2-1 0 0,-20 9 1 0 0,33-14-34 0 0,0 0 0 0 0,0 0 1 0 0,-1 0-1 0 0,1 0 0 0 0,0 0 1 0 0,0 0-1 0 0,0 0 0 0 0,0 0 1 0 0,-1 0-1 0 0,1 1 0 0 0,0-1 1 0 0,0 0-1 0 0,0 0 0 0 0,0 0 1 0 0,0 0-1 0 0,0 0 0 0 0,-1 0 1 0 0,1 1-1 0 0,0-1 0 0 0,0 0 1 0 0,0 0-1 0 0,0 0 0 0 0,0 0 1 0 0,0 0-1 0 0,0 1 0 0 0,0-1 1 0 0,0 0-1 0 0,0 0 0 0 0,0 0 1 0 0,0 0-1 0 0,0 1 0 0 0,0-1 1 0 0,0 0-1 0 0,0 0 0 0 0,0 0 1 0 0,0 0-1 0 0,0 1 0 0 0,0-1 1 0 0,0 0-1 0 0,0 0 0 0 0,0 0 1 0 0,0 0-1 0 0,0 1 0 0 0,0-1 1 0 0,0 0-1 0 0,0 0 0 0 0,10 4 68 0 0,14 0-43 0 0,72-3 808 0 0,150-18 1 0 0,-1 0 817 0 0,464 26 2616 0 0,90 7-2529 0 0,-769-14-1569 0 0,12-1 302 0 0,-39-1-458 0 0,-1 0 1 0 0,0-1-1 0 0,1 1 0 0 0,-1-1 0 0 0,0 0 0 0 0,0 0 0 0 0,0 0 1 0 0,1 0-1 0 0,-1 0 0 0 0,0-1 0 0 0,-1 1 0 0 0,1-1 0 0 0,0 1 0 0 0,0-1 1 0 0,2-2-1 0 0,2-5-55 0 0,0 1 1 0 0,0-1-1 0 0,-1 0 0 0 0,0-1 1 0 0,0 1-1 0 0,-1-1 1 0 0,-1 0-1 0 0,0 0 0 0 0,0 0 1 0 0,2-20-1 0 0,-1-6-301 0 0,-4-68-1 0 0,0 6 161 0 0,0 75 295 0 0,0 15 48 0 0,0 0 0 0 0,1-1-1 0 0,0 1 1 0 0,0 0 0 0 0,0 0 0 0 0,1 0 0 0 0,5-14-1 0 0,-7 22-135 0 0,0-1 0 0 0,1 1-1 0 0,-1 0 1 0 0,0-1 0 0 0,0 1-1 0 0,1-1 1 0 0,-1 1-1 0 0,0 0 1 0 0,0 0 0 0 0,1-1-1 0 0,-1 1 1 0 0,0 0-1 0 0,1-1 1 0 0,-1 1 0 0 0,0 0-1 0 0,1 0 1 0 0,-1 0 0 0 0,0-1-1 0 0,1 1 1 0 0,-1 0-1 0 0,1 0 1 0 0,-1 0 0 0 0,0 0-1 0 0,1 0 1 0 0,-1 0-1 0 0,1 0 1 0 0,-1 0 0 0 0,0 0-1 0 0,1 0 1 0 0,-1 0 0 0 0,1 0-1 0 0,0 0 1 0 0,14 10 254 0 0,12 21-391 0 0,-26-29 125 0 0,45 67-114 0 0,-26-38 127 0 0,27 32-1 0 0,-39-54-25 0 0,0 0-1 0 0,0-1 0 0 0,1 0 1 0 0,0-1-1 0 0,0 0 1 0 0,1 0-1 0 0,18 9 0 0 0,-25-14-15 0 0,-1-1 1 0 0,1 0-1 0 0,0 0 0 0 0,-1 0 0 0 0,1-1 0 0 0,0 1 0 0 0,0 0 0 0 0,-1-1 0 0 0,1 0 0 0 0,0 0 0 0 0,0 0 0 0 0,0 0 0 0 0,-1 0 0 0 0,1 0 0 0 0,0-1 0 0 0,0 1 1 0 0,-1-1-1 0 0,1 0 0 0 0,0 0 0 0 0,-1 0 0 0 0,1 0 0 0 0,-1 0 0 0 0,1-1 0 0 0,-1 1 0 0 0,1-1 0 0 0,-1 0 0 0 0,0 0 0 0 0,0 1 0 0 0,0-1 0 0 0,0 0 1 0 0,0-1-1 0 0,0 1 0 0 0,1-3 0 0 0,5-8 63 0 0,0-1 0 0 0,-1 0 0 0 0,0-1 0 0 0,8-26 0 0 0,-6 17 30 0 0,8-25-10 0 0,-14 33-42 0 0,2 1 0 0 0,0 1-1 0 0,1-1 1 0 0,1 1-1 0 0,0 0 1 0 0,0 0 0 0 0,2 1-1 0 0,12-16 1 0 0,-20 28-18 0 0,0 0 1 0 0,-1 0 0 0 0,1 0-1 0 0,0 0 1 0 0,0 0-1 0 0,0 0 1 0 0,0 1 0 0 0,0-1-1 0 0,0 0 1 0 0,0 1-1 0 0,0-1 1 0 0,0 1 0 0 0,0-1-1 0 0,0 1 1 0 0,0-1 0 0 0,0 1-1 0 0,0 0 1 0 0,0-1-1 0 0,1 1 1 0 0,-1 0 0 0 0,0 0-1 0 0,0 0 1 0 0,0 0-1 0 0,1 0 1 0 0,-1 0 0 0 0,0 0-1 0 0,0 1 1 0 0,0-1-1 0 0,0 0 1 0 0,0 1 0 0 0,1-1-1 0 0,-1 1 1 0 0,0-1-1 0 0,0 1 1 0 0,0-1 0 0 0,0 1-1 0 0,0 0 1 0 0,0-1 0 0 0,0 1-1 0 0,-1 0 1 0 0,1 0-1 0 0,0 0 1 0 0,0 0 0 0 0,-1 0-1 0 0,1 0 1 0 0,0 0-1 0 0,-1 0 1 0 0,1 0 0 0 0,0 2-1 0 0,4 8 79 0 0,0 0-1 0 0,-1 0 1 0 0,0 0-1 0 0,2 13 1 0 0,-1-8-26 0 0,15 61 1 0 0,11 35 48 0 0,-27-101-105 0 0,0 0 0 0 0,1-1 1 0 0,0 0-1 0 0,1 0 0 0 0,0 0 0 0 0,1-1 0 0 0,13 16 0 0 0,-19-25-12 0 0,-1 1 0 0 0,1-1 0 0 0,-1 1 0 0 0,1-1 0 0 0,0 1 0 0 0,-1-1 0 0 0,1 1-1 0 0,0-1 1 0 0,-1 1 0 0 0,1-1 0 0 0,0 0 0 0 0,-1 0 0 0 0,1 1 0 0 0,0-1 0 0 0,0 0-1 0 0,0 0 1 0 0,-1 0 0 0 0,1 0 0 0 0,0 0 0 0 0,0 0 0 0 0,-1 0 0 0 0,1 0 0 0 0,0 0 0 0 0,0 0-1 0 0,0 0 1 0 0,1-1 0 0 0,-1 1-21 0 0,1-1-1 0 0,-1 0 0 0 0,1 0 1 0 0,-1-1-1 0 0,1 1 1 0 0,-1 0-1 0 0,1 0 0 0 0,-1-1 1 0 0,0 1-1 0 0,0-1 1 0 0,1-1-1 0 0,4-7-125 0 0,0 0 0 0 0,-2-1 0 0 0,5-10-1 0 0,-6 14 114 0 0,30-90-80 0 0,-26 70 77 0 0,2 0 0 0 0,1 0-1 0 0,1 1 1 0 0,1 1 0 0 0,1-1-1 0 0,20-26 1 0 0,-31 49 64 0 0,1-1-1 0 0,-1 1 0 0 0,1 0 1 0 0,0 0-1 0 0,1 1 1 0 0,-1-1-1 0 0,0 1 1 0 0,1-1-1 0 0,-1 1 1 0 0,1 0-1 0 0,0 0 1 0 0,-1 1-1 0 0,1-1 1 0 0,0 1-1 0 0,7-2 0 0 0,-8 3-2 0 0,0 0-1 0 0,0 0 0 0 0,-1 0 0 0 0,1 1 0 0 0,0-1 0 0 0,0 1 0 0 0,-1-1 0 0 0,1 1 0 0 0,0 0 0 0 0,-1 0 0 0 0,1 0 0 0 0,-1 1 0 0 0,0-1 0 0 0,1 1 0 0 0,-1-1 0 0 0,0 1 0 0 0,0 0 0 0 0,1-1 1 0 0,-2 1-1 0 0,1 0 0 0 0,0 1 0 0 0,0-1 0 0 0,-1 0 0 0 0,2 3 0 0 0,9 16 150 0 0,-1 1 0 0 0,-1 0 0 0 0,-1 0 0 0 0,0 1 0 0 0,7 40 1 0 0,17 44-65 0 0,-21-78-81 0 0,20 38 0 0 0,-27-59-83 0 0,0 0 0 0 0,0-1 0 0 0,0 0 0 0 0,1 0 0 0 0,0 0 0 0 0,0 0 0 0 0,1-1 0 0 0,-1 0 0 0 0,13 8 0 0 0,-17-13-38 0 0,0 0 1 0 0,1-1-1 0 0,-1 1 1 0 0,0 0-1 0 0,0-1 1 0 0,0 1 0 0 0,0-1-1 0 0,1 0 1 0 0,-1 1-1 0 0,0-1 1 0 0,0 0-1 0 0,0-1 1 0 0,1 1-1 0 0,-1 0 1 0 0,0-1 0 0 0,0 1-1 0 0,0-1 1 0 0,0 1-1 0 0,1-1 1 0 0,-1 0-1 0 0,0 0 1 0 0,0 0-1 0 0,3-2 1 0 0,4-4-790 0 0,-1 1 0 0 0,1-1 0 0 0,11-13 0 0 0,-15 15 103 0 0,10-10-4293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9:58.1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1 275 3681 0 0,'4'1'261'0'0,"1"-1"1"0"0,-1 0-1 0 0,0-1 0 0 0,1 1 1 0 0,-1-1-1 0 0,0 0 1 0 0,0 0-1 0 0,1 0 0 0 0,-1 0 1 0 0,0-1-1 0 0,6-3 1 0 0,8-2 384 0 0,79-25 3057 0 0,243-68 2814 0 0,-235 77-5398 0 0,288-70 113 0 0,-370 87-4123 0 0,-17 4 83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9:58.7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1038 166 8754 0 0,'37'-69'1929'0'0,"-25"49"-548"0"0,-1 0 1 0 0,15-37-1 0 0,-52 106 876 0 0,11-24-1975 0 0,-306 631 1475 0 0,85-81-1377 0 0,66-218-342 0 0,34-77-23 0 0,-78 177-1322 0 0,209-445 50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29:59.2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664 18 2761 0 0,'0'0'4'0'0,"0"0"-1"0"0,0 0 1 0 0,0 0 0 0 0,0 0 0 0 0,0 0 0 0 0,-1 0 0 0 0,1 0 0 0 0,0 0 0 0 0,0 0 0 0 0,0 0 0 0 0,0 0 0 0 0,0 0 0 0 0,0 0 0 0 0,-1 0-1 0 0,1 0 1 0 0,0 0 0 0 0,0 0 0 0 0,0-1 0 0 0,0 1 0 0 0,0 0 0 0 0,0 0 0 0 0,0 0 0 0 0,-1 0 0 0 0,1 0 0 0 0,0 0 0 0 0,0 0-1 0 0,0 0 1 0 0,0 0 0 0 0,0-1 0 0 0,0 1 0 0 0,0 0 0 0 0,0 0 0 0 0,0 0 0 0 0,0 0 0 0 0,0 0 0 0 0,0 0 0 0 0,0 0 0 0 0,0-1 0 0 0,0 1-1 0 0,0 0 1 0 0,0 0 0 0 0,0 0 0 0 0,0 0 0 0 0,0 0 0 0 0,0-1 0 0 0,0 1 0 0 0,0 0 0 0 0,0 0 0 0 0,0 0 0 0 0,0 0 0 0 0,0 0 0 0 0,0 0-1 0 0,0 0 1 0 0,0-1 0 0 0,0 1 0 0 0,0 0 0 0 0,0 0 0 0 0,-21 11 448 0 0,-37 27 592 0 0,43-27-775 0 0,-132 84 973 0 0,-89 61 542 0 0,205-133-1398 0 0,16-10 140 0 0,-1-1-1 0 0,-1-1 0 0 0,0 0 1 0 0,-1-1-1 0 0,0-1 0 0 0,-30 10 1 0 0,48-19-521 0 0,0 1 1 0 0,0-1 0 0 0,0 0 0 0 0,0 0 0 0 0,0 0-1 0 0,0 0 1 0 0,0 0 0 0 0,-1 0 0 0 0,1 0 0 0 0,0 0 0 0 0,0 0-1 0 0,0 0 1 0 0,0 0 0 0 0,0 0 0 0 0,0 0 0 0 0,0 0-1 0 0,0 0 1 0 0,0 0 0 0 0,0 0 0 0 0,-1 0 0 0 0,1 0 0 0 0,0 0-1 0 0,0 0 1 0 0,0 0 0 0 0,0 0 0 0 0,0 0 0 0 0,0 0-1 0 0,0 0 1 0 0,0 0 0 0 0,0 0 0 0 0,0 0 0 0 0,0 0 0 0 0,-1-1-1 0 0,1 1 1 0 0,0 0 0 0 0,0 0 0 0 0,0 0 0 0 0,0 0-1 0 0,0 0 1 0 0,0 0 0 0 0,0 0 0 0 0,0 0 0 0 0,0 0 0 0 0,0 0-1 0 0,0 0 1 0 0,0-1 0 0 0,0 1 0 0 0,0 0 0 0 0,0 0-1 0 0,0 0 1 0 0,0 0 0 0 0,0 0 0 0 0,0 0 0 0 0,0 0 0 0 0,0 0-1 0 0,0 0 1 0 0,0 0 0 0 0,0-1 0 0 0,0 1 0 0 0,0 0-1 0 0,0 0 1 0 0,0 0 0 0 0,0 0 0 0 0,0 0 0 0 0,0 0 0 0 0,6-9 506 0 0,9-9 128 0 0,44-38-984 0 0,1 4 0 0 0,71-47 0 0 0,-130 98 344 0 0,53-39 907 0 0,2 3 0 0 0,1 3 0 0 0,100-45 0 0 0,-156 78-807 0 0,0 1-1 0 0,1-1 0 0 0,-1 1 0 0 0,1-1 0 0 0,-1 1 0 0 0,0-1 1 0 0,1 1-1 0 0,-1 0 0 0 0,1 0 0 0 0,-1 0 0 0 0,1 0 1 0 0,-1 0-1 0 0,1 0 0 0 0,-1 0 0 0 0,1 0 0 0 0,-1 1 0 0 0,1-1 1 0 0,-1 0-1 0 0,0 1 0 0 0,1 0 0 0 0,-1-1 0 0 0,0 1 0 0 0,2 1 1 0 0,-1-1 0 0 0,-1 1 0 0 0,1 0 0 0 0,-1 0 0 0 0,1-1 0 0 0,-1 1 0 0 0,0 0 0 0 0,0 1 0 0 0,0-1 0 0 0,0 0 1 0 0,0 0-1 0 0,0 0 0 0 0,-1 0 0 0 0,1 4 0 0 0,1 8 188 0 0,0 1-1 0 0,-2-1 1 0 0,-1 27-1 0 0,0-33-191 0 0,-2 49 344 0 0,-5 211 30 0 0,11-202-826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0:02.6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106 49 7834 0 0,'-2'-4'467'0'0,"-1"0"1"0"0,1 1-1 0 0,-1-1 0 0 0,0 0 1 0 0,0 1-1 0 0,0 0 1 0 0,0-1-1 0 0,-1 1 0 0 0,1 1 1 0 0,-1-1-1 0 0,0 0 1 0 0,-4-2-1 0 0,6 5-365 0 0,1-1 0 0 0,0 0 0 0 0,-1 1 0 0 0,1 0 0 0 0,0-1 0 0 0,-1 1 0 0 0,1 0 0 0 0,-1 0 0 0 0,1 0 0 0 0,0 0 0 0 0,-1 0 0 0 0,1 0 0 0 0,-1 0 0 0 0,1 0 0 0 0,0 0 0 0 0,-1 1 0 0 0,1-1 0 0 0,0 1 0 0 0,-1-1 0 0 0,1 1 0 0 0,0-1 0 0 0,0 1 0 0 0,-1 0 0 0 0,1-1 0 0 0,0 1 0 0 0,0 0 0 0 0,0 0 0 0 0,0 0 0 0 0,0 0 0 0 0,0 0 0 0 0,0 0 0 0 0,0 0 0 0 0,1 0 0 0 0,-1 1 0 0 0,0-1 1 0 0,1 0-1 0 0,-1 0 0 0 0,1 1 0 0 0,-1-1 0 0 0,1 0 0 0 0,-1 1 0 0 0,1-1 0 0 0,0 3 0 0 0,-4 13 112 0 0,0-1 0 0 0,2 1 0 0 0,0 0 0 0 0,0 0 0 0 0,3 28 0 0 0,13 89 195 0 0,-9-101-297 0 0,7 52 83 0 0,30 109 0 0 0,-30-153-133 0 0,1-2-1 0 0,3 1 0 0 0,1-2 0 0 0,37 64 0 0 0,-42-85-745 0 0,25 26-1 0 0,-25-30-152 0 0,0 1 0 0 0,19 29 0 0 0,-31-43 676 0 0,1 1 1 0 0,-1 0-1 0 0,1-1 1 0 0,-1 1-1 0 0,1 0 1 0 0,-1 0-1 0 0,0 0 1 0 0,1-1-1 0 0,-1 1 1 0 0,0 0-1 0 0,0 0 1 0 0,0 0-1 0 0,1 0 1 0 0,-1 0-1 0 0,0-1 1 0 0,0 1-1 0 0,0 0 1 0 0,-1 0-1 0 0,1 0 0 0 0,0 0 1 0 0,0 0-1 0 0,0-1 1 0 0,-1 1-1 0 0,1 0 1 0 0,0 0-1 0 0,-1 0 1 0 0,1-1-1 0 0,0 1 1 0 0,-1 0-1 0 0,0 1 1 0 0,-6 1-394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0:02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1 183 8290 0 0,'6'-4'252'0'0,"0"-1"0"0"0,1 1 0 0 0,-1 0-1 0 0,1 0 1 0 0,0 1 0 0 0,9-4 0 0 0,12-6 117 0 0,1-2 151 0 0,116-58 1964 0 0,-119 62-2333 0 0,0 1 0 0 0,1 1 0 0 0,49-10 0 0 0,-35 18-2034 0 0,-24 3-2574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0:03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28 3225 0 0,'27'-28'10519'0'0,"-26"29"-10303"0"0,10 14 1666 0 0,0 14-337 0 0,-2 1 1 0 0,11 57-1 0 0,-14-54-2142 0 0,1 0 1 0 0,16 39-1 0 0,-17-58-807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0:03.2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0 11522 0 0,'-5'0'513'0'0,"2"1"95"0"0,1 1-480 0 0,1-1-128 0 0,1 2 0 0 0,0 0 0 0 0,1 0 0 0 0,1 3-128 0 0,1 2 24 0 0,0 4 8 0 0,2 1-88 0 0,3 2-8 0 0,-1-2-8 0 0,2 2-1 0 0,0 0-1343 0 0,0 1-272 0 0,2 2-49 0 0,-3 0-15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0:03.4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8754 0 0,'15'1'788'0'0,"1"0"-1"0"0,0 1 1 0 0,-1 1 0 0 0,1 1 0 0 0,-1 0 0 0 0,0 1 0 0 0,26 13-1 0 0,-6 0 732 0 0,-2 1 0 0 0,33 24-1 0 0,-38-20-1367 0 0,-2 0-1 0 0,-1 2 1 0 0,0 1-1 0 0,-2 1 1 0 0,24 37 0 0 0,-6-11-1619 0 0,-7-15-1171 0 0,-7-19-2166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0:03.6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231 160 3225 0 0,'-6'-17'-16'0'0,"-26"-66"1442"0"0,3 33 2818 0 0,29 49-4109 0 0,0 1 1 0 0,-1-1-1 0 0,1 0 0 0 0,-1 1 0 0 0,1-1 1 0 0,-1 1-1 0 0,1-1 0 0 0,-1 1 1 0 0,1-1-1 0 0,-1 1 0 0 0,0-1 0 0 0,1 1 1 0 0,-1-1-1 0 0,0 1 0 0 0,1 0 0 0 0,-1 0 1 0 0,0-1-1 0 0,1 1 0 0 0,-1 0 0 0 0,0 0 1 0 0,0 0-1 0 0,1-1 0 0 0,-1 1 0 0 0,0 0 1 0 0,0 0-1 0 0,1 0 0 0 0,-1 1 0 0 0,0-1 1 0 0,0 0-1 0 0,-1 0 0 0 0,0 1-5 0 0,1 1 0 0 0,-1-1 1 0 0,0 0-1 0 0,0 0 0 0 0,1 1 0 0 0,-1-1 0 0 0,1 1 0 0 0,-1 0 0 0 0,1-1 1 0 0,0 1-1 0 0,-2 2 0 0 0,-4 8-85 0 0,1 0 1 0 0,-8 21 0 0 0,12-28 74 0 0,-18 43-232 0 0,3 0 0 0 0,2 1-1 0 0,2 1 1 0 0,2 1 0 0 0,-6 72 0 0 0,17-113-390 0 0,0 0-1 0 0,0-1 1 0 0,3 16 0 0 0,2-2-537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0:04.0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0 295 9218 0 0,'2'1'99'0'0,"-1"0"-1"0"0,1 0 1 0 0,0-1 0 0 0,-1 1-1 0 0,1-1 1 0 0,0 1 0 0 0,0-1 0 0 0,-1 0-1 0 0,1 1 1 0 0,0-1 0 0 0,0 0-1 0 0,0 0 1 0 0,-1 0 0 0 0,1-1-1 0 0,0 1 1 0 0,0 0 0 0 0,-1-1 0 0 0,1 1-1 0 0,0-1 1 0 0,-1 1 0 0 0,1-1-1 0 0,0 0 1 0 0,-1 0 0 0 0,1 0-1 0 0,-1 0 1 0 0,3-2 0 0 0,4-2 192 0 0,-1 0 0 0 0,0 0 0 0 0,1-1 1 0 0,5-7-1 0 0,-7 7-382 0 0,-1-1-1 0 0,0 0 1 0 0,0-1 0 0 0,-1 1 0 0 0,0-1 0 0 0,0 0-1 0 0,0 0 1 0 0,-1 0 0 0 0,-1-1 0 0 0,1 1 0 0 0,-1-1-1 0 0,-1 1 1 0 0,0-1 0 0 0,0 0 0 0 0,0 0-1 0 0,-1 1 1 0 0,-1-1 0 0 0,1 0 0 0 0,-1 1 0 0 0,-1-1-1 0 0,0 0 1 0 0,0 1 0 0 0,-1-1 0 0 0,0 1 0 0 0,0 0-1 0 0,-1 0 1 0 0,-5-9 0 0 0,8 16 159 0 0,1 0 0 0 0,-1 0 0 0 0,1 0 0 0 0,-1 0 0 0 0,1 0 0 0 0,-1 0-1 0 0,0 0 1 0 0,1 0 0 0 0,-1 0 0 0 0,0 0 0 0 0,0 1 0 0 0,0-1 0 0 0,0 0 0 0 0,0 1 0 0 0,0-1 0 0 0,0 1 0 0 0,0-1 0 0 0,0 1 0 0 0,0-1 0 0 0,0 1 0 0 0,0 0-1 0 0,0-1 1 0 0,0 1 0 0 0,0 0 0 0 0,-1 0 0 0 0,1 0 0 0 0,0 0 0 0 0,0 0 0 0 0,0 0 0 0 0,0 0 0 0 0,0 0 0 0 0,0 1 0 0 0,-1-1 0 0 0,1 0 0 0 0,0 1 0 0 0,0-1-1 0 0,0 0 1 0 0,0 1 0 0 0,0-1 0 0 0,0 1 0 0 0,0 0 0 0 0,0-1 0 0 0,0 1 0 0 0,1 0 0 0 0,-1 0 0 0 0,0 0 0 0 0,0-1 0 0 0,1 1 0 0 0,-1 0 0 0 0,0 0 0 0 0,1 0-1 0 0,-1 0 1 0 0,0 2 0 0 0,-3 3 149 0 0,0 1 0 0 0,0 0-1 0 0,1 0 1 0 0,-1 1 0 0 0,2-1-1 0 0,-4 11 1 0 0,5-10-238 0 0,-1 0 1 0 0,1 0-1 0 0,0 0 0 0 0,1 0 0 0 0,0 0 1 0 0,1 0-1 0 0,-1 0 0 0 0,1 0 0 0 0,1 0 1 0 0,-1 0-1 0 0,2 0 0 0 0,-1-1 0 0 0,1 1 1 0 0,7 13-1 0 0,-7-15-92 0 0,1-1 1 0 0,0 1-1 0 0,0-1 0 0 0,1 0 1 0 0,0 0-1 0 0,0 0 0 0 0,0-1 1 0 0,0 1-1 0 0,1-1 0 0 0,-1-1 1 0 0,1 1-1 0 0,0-1 0 0 0,1 0 1 0 0,-1 0-1 0 0,0-1 0 0 0,1 0 1 0 0,11 3-1 0 0,5-1-1363 0 0,0-1-3013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0:04.4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94 323 3225 0 0,'-1'0'190'0'0,"0"0"0"0"0,0 0 1 0 0,0 0-1 0 0,0 1 1 0 0,0-1-1 0 0,0 0 0 0 0,0 1 1 0 0,1-1-1 0 0,-1 1 0 0 0,0-1 1 0 0,0 1-1 0 0,0 0 0 0 0,0-1 1 0 0,1 1-1 0 0,-1 0 1 0 0,0-1-1 0 0,1 1 0 0 0,-1 0 1 0 0,0 0-1 0 0,1 0 0 0 0,-1-1 1 0 0,1 1-1 0 0,-1 0 0 0 0,1 0 1 0 0,0 0-1 0 0,-1 0 1 0 0,1 2-1 0 0,-17 37 2210 0 0,14-32-1762 0 0,-7 16 324 0 0,-3 5 341 0 0,-9 36 0 0 0,20-57-1144 0 0,0-1 1 0 0,0 1 0 0 0,1 0-1 0 0,0-1 1 0 0,1 1 0 0 0,0 0-1 0 0,0-1 1 0 0,0 1 0 0 0,1 0-1 0 0,2 10 1 0 0,-1-15-131 0 0,-1 1 0 0 0,0-1 0 0 0,1 0 0 0 0,0 0 1 0 0,0-1-1 0 0,-1 1 0 0 0,2 0 0 0 0,-1-1 0 0 0,0 1 0 0 0,1-1 0 0 0,-1 0 0 0 0,1 1 0 0 0,-1-1 1 0 0,1 0-1 0 0,0-1 0 0 0,0 1 0 0 0,0 0 0 0 0,0-1 0 0 0,0 0 0 0 0,0 0 0 0 0,1 0 0 0 0,-1 0 1 0 0,0 0-1 0 0,1-1 0 0 0,-1 1 0 0 0,0-1 0 0 0,1 0 0 0 0,-1 0 0 0 0,6-1 0 0 0,-3 1-103 0 0,0-1 0 0 0,-1 1 1 0 0,1-1-1 0 0,0 0 0 0 0,-1-1 0 0 0,0 0 0 0 0,1 0 0 0 0,-1 0 0 0 0,0 0 0 0 0,0-1 0 0 0,0 0 0 0 0,0 0 0 0 0,0 0 0 0 0,-1 0 0 0 0,0-1 0 0 0,1 0 0 0 0,3-5 1 0 0,-2 0-94 0 0,-2 0 1 0 0,1 0 0 0 0,-1-1 0 0 0,0 0 0 0 0,-1 0 0 0 0,0 0-1 0 0,-1 0 1 0 0,0 0 0 0 0,0 0 0 0 0,-1-1 0 0 0,0 1 0 0 0,-1-1 0 0 0,0 1-1 0 0,-4-18 1 0 0,0-1-91 0 0,-2 0 0 0 0,0 1 1 0 0,-2 0-1 0 0,-13-29 0 0 0,9 28 214 0 0,-44-103-619 0 0,45 109 996 0 0,0 2 0 0 0,-2-1 0 0 0,-23-21 6639 0 0,60 101-4457 0 0,16 36-2284 0 0,20 79 429 0 0,15 41-2292 0 0,-54-164-6145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0:05.8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43 281 1376 0 0,'-6'-20'255'0'0,"1"1"-1"0"0,1-1 1 0 0,0 1-1 0 0,0-28 1 0 0,-3-14 899 0 0,3 42-411 0 0,-4-29 1425 0 0,8 46-1804 0 0,0 0 0 0 0,0 0 0 0 0,0 0 0 0 0,0 0 0 0 0,0 1 0 0 0,1-1 0 0 0,-1 0 0 0 0,0 0 0 0 0,1 0 0 0 0,0 0 0 0 0,1-2 0 0 0,-1 3-258 0 0,-1 1 0 0 0,1 0-1 0 0,0 0 1 0 0,0-1 0 0 0,-1 1 0 0 0,1 0-1 0 0,0 0 1 0 0,-1 0 0 0 0,1 0-1 0 0,0 0 1 0 0,0 0 0 0 0,-1 0-1 0 0,1 0 1 0 0,0 0 0 0 0,0 0-1 0 0,-1 0 1 0 0,1 1 0 0 0,0-1 0 0 0,0 0-1 0 0,-1 1 1 0 0,1-1 0 0 0,0 0-1 0 0,-1 1 1 0 0,1-1 0 0 0,-1 0-1 0 0,1 1 1 0 0,-1-1 0 0 0,1 1-1 0 0,0 0 1 0 0,-1-1 0 0 0,0 1 0 0 0,1-1-1 0 0,0 2 1 0 0,19 19 996 0 0,1 8 197 0 0,27 46 1 0 0,-29-42-738 0 0,34 44 0 0 0,-45-68-495 0 0,-1-1-1 0 0,1 0 1 0 0,1 0 0 0 0,-1 0-1 0 0,1-1 1 0 0,0 0-1 0 0,1-1 1 0 0,0 0-1 0 0,12 5 1 0 0,-21-10-30 0 0,1 0 0 0 0,-1-1-1 0 0,1 1 1 0 0,0 0 0 0 0,-1-1 0 0 0,1 0 0 0 0,0 1-1 0 0,-1-1 1 0 0,1 0 0 0 0,0 0 0 0 0,0 0 0 0 0,-1 0 0 0 0,1 0-1 0 0,0 0 1 0 0,-1-1 0 0 0,1 1 0 0 0,0 0 0 0 0,-1-1-1 0 0,1 0 1 0 0,0 1 0 0 0,-1-1 0 0 0,3-1 0 0 0,-2 0 11 0 0,0 0 1 0 0,0 0 0 0 0,0 0 0 0 0,0 0-1 0 0,0 0 1 0 0,-1-1 0 0 0,1 1 0 0 0,-1 0-1 0 0,1-1 1 0 0,-1 0 0 0 0,0 1-1 0 0,1-4 1 0 0,2-8-56 0 0,-1 0 0 0 0,0 0 0 0 0,-2-1-1 0 0,2-14 1 0 0,-2-86-2285 0 0,-1 84 897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0:0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254 6 7370 0 0,'-4'-1'82'0'0,"-1"0"0"0"0,1 0 0 0 0,0 0 0 0 0,-1 0 0 0 0,1 1 0 0 0,-1-1 1 0 0,1 1-1 0 0,-1 0 0 0 0,1 1 0 0 0,-1-1 0 0 0,1 1 0 0 0,0 0 0 0 0,-1 0 0 0 0,1 0 1 0 0,-6 3-1 0 0,4-1 226 0 0,-1 1 0 0 0,1 0 0 0 0,0 0 0 0 0,0 0 0 0 0,1 1 0 0 0,-1-1 0 0 0,1 1 0 0 0,-8 10 0 0 0,-3 9 863 0 0,1 0 1 0 0,0 0 0 0 0,-20 50 0 0 0,27-57-1064 0 0,3-4-129 0 0,-1 0-1 0 0,2 0 1 0 0,0 0-1 0 0,0 0 1 0 0,-1 15-1 0 0,4-25 15 0 0,1-1 0 0 0,0 0 0 0 0,0 0 0 0 0,0 0 0 0 0,0 0 0 0 0,0 0 0 0 0,1 1 0 0 0,-1-1 0 0 0,1 0-1 0 0,-1 0 1 0 0,1 0 0 0 0,0 0 0 0 0,0 0 0 0 0,0 0 0 0 0,0 0 0 0 0,0 0 0 0 0,1 2 0 0 0,0-3 1 0 0,0 0-1 0 0,0 0 1 0 0,-1 0 0 0 0,1 0 0 0 0,0 0-1 0 0,0 0 1 0 0,0-1 0 0 0,0 1-1 0 0,0-1 1 0 0,0 1 0 0 0,0-1 0 0 0,0 0-1 0 0,0 0 1 0 0,0 1 0 0 0,1-2-1 0 0,-1 1 1 0 0,0 0 0 0 0,0 0 0 0 0,0-1-1 0 0,0 1 1 0 0,4-2 0 0 0,2-1-107 0 0,0 0 0 0 0,-1 0 0 0 0,1-1 1 0 0,-1 0-1 0 0,1 0 0 0 0,-1-1 0 0 0,0 0 1 0 0,-1 0-1 0 0,1-1 0 0 0,-1 0 0 0 0,0 0 1 0 0,-1 0-1 0 0,0-1 0 0 0,7-10 0 0 0,-1 1 180 0 0,-1-1 0 0 0,-1-1 0 0 0,0 0-1 0 0,-1 0 1 0 0,6-21 0 0 0,-12 30-133 0 0,-1 4 268 0 0,1 0 1 0 0,-1 1-1 0 0,1-1 1 0 0,-1 1-1 0 0,1-1 0 0 0,1 1 1 0 0,4-7-1 0 0,-7 10-147 0 0,0 1-1 0 0,1-1 1 0 0,-1 1 0 0 0,1-1 0 0 0,0 1-1 0 0,-1 0 1 0 0,1-1 0 0 0,-1 1-1 0 0,1 0 1 0 0,-1 0 0 0 0,1-1-1 0 0,0 1 1 0 0,-1 0 0 0 0,1 0-1 0 0,0 0 1 0 0,-1 0 0 0 0,1 0-1 0 0,0-1 1 0 0,-1 1 0 0 0,1 1 0 0 0,0-1-1 0 0,-1 0 1 0 0,2 0 0 0 0,0 1 42 0 0,0 0 1 0 0,0 0 0 0 0,0 0 0 0 0,0 0 0 0 0,0 1 0 0 0,0-1 0 0 0,0 0-1 0 0,-1 1 1 0 0,1-1 0 0 0,2 4 0 0 0,15 16 107 0 0,31 26-1 0 0,-36-36-961 0 0,0 0 0 0 0,1-1 0 0 0,0-1 0 0 0,0-1 0 0 0,1 0 0 0 0,18 6 0 0 0,-9-6-738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0:06.6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12 170 2761 0 0,'-9'-14'198'0'0,"9"13"112"0"0,-1 0 0 0 0,1-1 0 0 0,0 1 0 0 0,-1 0 0 0 0,1 0 0 0 0,0 0 0 0 0,-1 0 0 0 0,1 0 1 0 0,0 0-1 0 0,0 0 0 0 0,0-1 0 0 0,0 1 0 0 0,0 0 0 0 0,1-2 0 0 0,-1 2-127 0 0,1 0 0 0 0,0 0 0 0 0,0 1 1 0 0,-1-1-1 0 0,1 0 0 0 0,0 0 0 0 0,0 0 0 0 0,0 0 0 0 0,0 1 1 0 0,0-1-1 0 0,0 1 0 0 0,0-1 0 0 0,0 0 0 0 0,0 1 1 0 0,0 0-1 0 0,1-1 0 0 0,-1 1 0 0 0,0 0 0 0 0,0-1 1 0 0,0 1-1 0 0,0 0 0 0 0,1 0 0 0 0,-1 0 0 0 0,0 0 1 0 0,0 0-1 0 0,0 1 0 0 0,1-1 0 0 0,-1 0 0 0 0,1 1 0 0 0,4 0 67 0 0,-1 0 0 0 0,0 1-1 0 0,0 0 1 0 0,0 0-1 0 0,0 0 1 0 0,0 0-1 0 0,-1 1 1 0 0,1 0-1 0 0,-1 0 1 0 0,0 0-1 0 0,1 1 1 0 0,-1-1-1 0 0,-1 1 1 0 0,6 6-1 0 0,8 10 340 0 0,21 33 0 0 0,-36-49-538 0 0,56 99 603 0 0,-61-113-762 0 0,-1 0 1 0 0,2 0 0 0 0,0-1 0 0 0,0 1-1 0 0,1-1 1 0 0,0 1 0 0 0,0-1 0 0 0,1 1-1 0 0,1-1 1 0 0,2-12 0 0 0,-1 4-1018 0 0,1 0-1 0 0,2 0 1 0 0,0 0-1 0 0,0 1 1 0 0,11-22-1 0 0,26-34 522 0 0,-35 59 604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0:06.8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7370 0 0,'15'22'812'0'0,"-1"1"1"0"0,-2 1 0 0 0,0 0 0 0 0,-1 0 0 0 0,-1 1 0 0 0,-1 0 0 0 0,9 45 0 0 0,-14-45-1603 0 0,-1 0 1 0 0,0 35 0 0 0,-3-58 504 0 0,0 0 230 0 0,0 0 0 0 0,0-1 0 0 0,0 1 0 0 0,0 0-1 0 0,0 0 1 0 0,0-1 0 0 0,0 1 0 0 0,1 0 0 0 0,-1-1 0 0 0,1 1-1 0 0,-1 0 1 0 0,1-1 0 0 0,0 1 0 0 0,0 0 0 0 0,-1-1-1 0 0,2 2 1 0 0,2-1 55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0:06.9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64 6449 0 0,'-4'-2'538'0'0,"1"-1"-1"0"0,0 0 1 0 0,1 0-1 0 0,-1-1 1 0 0,0 1-1 0 0,1 0 1 0 0,-4-8-1 0 0,5 10-482 0 0,1 0 0 0 0,-1 0 1 0 0,1 0-1 0 0,0 0 0 0 0,-1 0 0 0 0,1 0 0 0 0,0 0 0 0 0,0 0 0 0 0,0 0 0 0 0,0 0 0 0 0,0 0 0 0 0,0 0 1 0 0,0 0-1 0 0,0 0 0 0 0,0 0 0 0 0,0 0 0 0 0,0 0 0 0 0,1 0 0 0 0,-1 0 0 0 0,1-1 0 0 0,-1 1-265 0 0,1 0 0 0 0,0 1 0 0 0,-1-1 0 0 0,1 0 0 0 0,0 1 0 0 0,0-1 0 0 0,0 0 0 0 0,-1 1 0 0 0,1-1 0 0 0,0 1 0 0 0,0 0 0 0 0,0-1 0 0 0,0 1 0 0 0,0-1 0 0 0,2 1 0 0 0,-1 0 188 0 0,0 0 1 0 0,0 0 0 0 0,1 0-1 0 0,-1 0 1 0 0,0 1-1 0 0,0-1 1 0 0,0 1 0 0 0,1-1-1 0 0,-1 1 1 0 0,0 0-1 0 0,0 0 1 0 0,0 0-1 0 0,0 0 1 0 0,0 0 0 0 0,-1 0-1 0 0,1 1 1 0 0,3 2-1 0 0,8 10-64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0:07.6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192 274 1376 0 0,'-8'-1'515'0'0,"0"0"0"0"0,1 0 0 0 0,-1 1 0 0 0,0 0 0 0 0,0 0-1 0 0,0 1 1 0 0,0 0 0 0 0,1 0 0 0 0,-1 1 0 0 0,0 0 0 0 0,-8 3 0 0 0,11-2-114 0 0,1-1 0 0 0,-1 1 0 0 0,0 0 1 0 0,1 0-1 0 0,-1 0 0 0 0,1 1 1 0 0,0 0-1 0 0,0 0 0 0 0,0 0 0 0 0,1 0 1 0 0,0 0-1 0 0,-1 1 0 0 0,1-1 1 0 0,1 1-1 0 0,-1 0 0 0 0,-2 8 0 0 0,0 1-202 0 0,0 0-1 0 0,2 1 0 0 0,-1-1 0 0 0,2 1 1 0 0,0-1-1 0 0,1 27 0 0 0,1-35-208 0 0,0 0-1 0 0,1 0 1 0 0,0 0-1 0 0,0 0 1 0 0,1 0-1 0 0,-1 0 1 0 0,1-1-1 0 0,5 10 1 0 0,-5-12-88 0 0,-1 0 0 0 0,1 0 0 0 0,0-1 0 0 0,0 1 0 0 0,1-1 0 0 0,-1 0 0 0 0,0 0 0 0 0,1 0 0 0 0,-1 0 0 0 0,1 0 0 0 0,0 0 0 0 0,-1 0 1 0 0,1-1-1 0 0,0 0 0 0 0,0 1 0 0 0,0-1 0 0 0,4 1 0 0 0,-3-1-42 0 0,-1-1-1 0 0,1 1 1 0 0,0-1-1 0 0,0 0 1 0 0,-1 0 0 0 0,1 0-1 0 0,0 0 1 0 0,0-1-1 0 0,-1 1 1 0 0,1-1 0 0 0,0 0-1 0 0,-1 0 1 0 0,1 0 0 0 0,-1-1-1 0 0,1 1 1 0 0,-1-1-1 0 0,0 0 1 0 0,0 0 0 0 0,0 0-1 0 0,0 0 1 0 0,0-1-1 0 0,0 1 1 0 0,0-1 0 0 0,-1 0-1 0 0,1 1 1 0 0,-1-1 0 0 0,0 0-1 0 0,0-1 1 0 0,0 1-1 0 0,2-4 1 0 0,1-4 8 0 0,0 0 0 0 0,-1 0 0 0 0,0 0 1 0 0,0 0-1 0 0,-1-1 0 0 0,-1 1 0 0 0,0-1 0 0 0,0-15 0 0 0,-2 6 274 0 0,1-29 910 0 0,0 47-777 0 0,-1 0-1 0 0,0 0 1 0 0,1 1-1 0 0,0-1 0 0 0,-1 0 1 0 0,1 0-1 0 0,0 0 1 0 0,1 1-1 0 0,-1-1 0 0 0,0 0 1 0 0,1 1-1 0 0,2-4 0 0 0,-3 6-194 0 0,-1 0-1 0 0,1 0 0 0 0,-1 0 0 0 0,1 0 0 0 0,-1 0 0 0 0,1 0 0 0 0,-1 0 0 0 0,1 0 0 0 0,-1 0 0 0 0,0 0 0 0 0,1 0 0 0 0,-1 1 0 0 0,1-1 1 0 0,-1 0-1 0 0,1 0 0 0 0,-1 1 0 0 0,1-1 0 0 0,-1 0 0 0 0,0 1 0 0 0,1-1 0 0 0,-1 0 0 0 0,0 1 0 0 0,1-1 0 0 0,-1 0 0 0 0,0 1 0 0 0,0-1 1 0 0,1 1-1 0 0,-1-1 0 0 0,0 1 0 0 0,0-1 0 0 0,0 1 0 0 0,1-1 0 0 0,-1 0 0 0 0,0 1 0 0 0,0-1 0 0 0,0 1 0 0 0,0-1 0 0 0,0 2 1 0 0,8 20 729 0 0,-8-22-784 0 0,2 9 204 0 0,1 1 0 0 0,1-1-1 0 0,0 0 1 0 0,0 0 0 0 0,1 0 0 0 0,10 15 0 0 0,-14-22-274 0 0,1-1 0 0 0,-1 1 0 0 0,1 0-1 0 0,-1-1 1 0 0,1 1 0 0 0,0-1 0 0 0,0 0-1 0 0,-1 0 1 0 0,1 0 0 0 0,0 0 0 0 0,0 0 0 0 0,0 0-1 0 0,0 0 1 0 0,0 0 0 0 0,1-1 0 0 0,-1 1-1 0 0,0-1 1 0 0,0 0 0 0 0,0 1 0 0 0,1-1-1 0 0,-1 0 1 0 0,0 0 0 0 0,0 0 0 0 0,0-1 0 0 0,1 1-1 0 0,-1-1 1 0 0,0 1 0 0 0,0-1 0 0 0,0 0-1 0 0,0 1 1 0 0,0-1 0 0 0,0 0 0 0 0,0 0 0 0 0,0-1-1 0 0,0 1 1 0 0,-1 0 0 0 0,3-3 0 0 0,2 0-100 0 0,-1-1 0 0 0,0 0 0 0 0,0-1 0 0 0,0 1 0 0 0,-1-1 0 0 0,0 0 0 0 0,0 0 1 0 0,-1-1-1 0 0,1 1 0 0 0,-1-1 0 0 0,-1 0 0 0 0,1 1 0 0 0,-1-1 0 0 0,0 0 0 0 0,-1-1 1 0 0,1 1-1 0 0,-2 0 0 0 0,1-12 0 0 0,-1-12-84 0 0,-1 0 0 0 0,-10-58 1 0 0,11 88 233 0 0,-4-32 286 0 0,3 21-40 0 0,0 1-1 0 0,0 0 1 0 0,-1 0 0 0 0,-1 0 0 0 0,0 0 0 0 0,-1 0 0 0 0,-5-12-1 0 0,9 23-200 0 0,0-1-1 0 0,0 1 1 0 0,0 0-1 0 0,-1-1 0 0 0,1 1 1 0 0,0-1-1 0 0,0 1 0 0 0,-1 0 1 0 0,1-1-1 0 0,0 1 1 0 0,0 0-1 0 0,-1-1 0 0 0,1 1 1 0 0,0 0-1 0 0,-1 0 1 0 0,1-1-1 0 0,0 1 0 0 0,-1 0 1 0 0,1 0-1 0 0,-1-1 1 0 0,1 1-1 0 0,0 0 0 0 0,-1 0 1 0 0,1 0-1 0 0,-1 0 0 0 0,1 0 1 0 0,0 0-1 0 0,-1 0 1 0 0,1 0-1 0 0,-1 0 0 0 0,1 0 1 0 0,-1 0-1 0 0,1 0 1 0 0,-1 0-1 0 0,1 0 0 0 0,0 0 1 0 0,-1 0-1 0 0,0 0 1 0 0,-11 18 1005 0 0,-1 25-116 0 0,12-34-928 0 0,1 0-1 0 0,-1 0 1 0 0,1 1-1 0 0,1-1 1 0 0,0 0 0 0 0,0 0-1 0 0,1 0 1 0 0,0 0-1 0 0,0 0 1 0 0,1 0-1 0 0,0-1 1 0 0,1 1 0 0 0,0-1-1 0 0,0 0 1 0 0,1 0-1 0 0,0 0 1 0 0,0 0-1 0 0,1-1 1 0 0,0 0 0 0 0,11 10-1 0 0,1-1-76 0 0,0-1 0 0 0,1-1-1 0 0,0-1 1 0 0,1-1 0 0 0,0 0 0 0 0,1-2-1 0 0,24 9 1 0 0,-38-16 40 0 0,0 0 1 0 0,1-1-1 0 0,0 0 0 0 0,-1 0 0 0 0,1-1 0 0 0,0 0 1 0 0,0-1-1 0 0,0 1 0 0 0,0-1 0 0 0,0-1 0 0 0,0 0 1 0 0,11-2-1 0 0,-15 2-21 0 0,0-1 0 0 0,0 1 1 0 0,0-1-1 0 0,-1 1 1 0 0,1-1-1 0 0,-1-1 0 0 0,1 1 1 0 0,-1 0-1 0 0,0-1 0 0 0,0 1 1 0 0,0-1-1 0 0,0 0 0 0 0,0 0 1 0 0,-1 0-1 0 0,1-1 0 0 0,-1 1 1 0 0,0-1-1 0 0,0 1 0 0 0,0-1 1 0 0,-1 1-1 0 0,1-1 0 0 0,-1 0 1 0 0,0 0-1 0 0,0 0 0 0 0,1-7 1 0 0,2-26-1351 0 0,-3 12-2842 0 0,-1 1-1032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0:07.9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8290 0 0,'1'0'310'0'0,"1"0"0"0"0,-1 1 0 0 0,1-1 0 0 0,-1 1 0 0 0,1-1 0 0 0,-1 1 1 0 0,0-1-1 0 0,1 1 0 0 0,-1 0 0 0 0,0 0 0 0 0,1-1 0 0 0,-1 1 0 0 0,0 0 0 0 0,0 0 1 0 0,0 0-1 0 0,0 1 0 0 0,0-1 0 0 0,0 0 0 0 0,0 0 0 0 0,0 0 0 0 0,0 1 0 0 0,-1-1 0 0 0,1 0 1 0 0,-1 1-1 0 0,2 2 0 0 0,9 42 2891 0 0,-9-37-2687 0 0,11 48 972 0 0,38 107 0 0 0,-31-115-2083 0 0,2-1-1 0 0,39 62 0 0 0,-42-80-7014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0:08.3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31 313 4145 0 0,'16'-8'783'0'0,"1"0"-1"0"0,-1-1 1 0 0,-1 0 0 0 0,0-2-1 0 0,0 0 1 0 0,-1 0 0 0 0,0-1 0 0 0,-1-1-1 0 0,0-1 1 0 0,12-17 0 0 0,-21 25-679 0 0,-1 0 0 0 0,0 0 1 0 0,0 0-1 0 0,0 0 0 0 0,-1 0 1 0 0,0 0-1 0 0,-1-1 0 0 0,1 1 1 0 0,-1-1-1 0 0,0 1 0 0 0,-1-1 1 0 0,1 1-1 0 0,-1-1 0 0 0,-2-11 0 0 0,2 15-55 0 0,-1-1-1 0 0,0 1 0 0 0,0 0 0 0 0,0-1 0 0 0,-1 1 0 0 0,1 0 0 0 0,-1 0 1 0 0,0 0-1 0 0,1 0 0 0 0,-1 0 0 0 0,-1 0 0 0 0,1 0 0 0 0,0 1 0 0 0,-1-1 0 0 0,1 1 1 0 0,-1 0-1 0 0,0 0 0 0 0,0 0 0 0 0,0 0 0 0 0,0 0 0 0 0,0 0 0 0 0,0 1 0 0 0,0-1 1 0 0,0 1-1 0 0,-1 0 0 0 0,1 0 0 0 0,-1 0 0 0 0,1 1 0 0 0,-4-1 0 0 0,-2 0 28 0 0,1 1-1 0 0,0 0 1 0 0,-1 0-1 0 0,1 1 1 0 0,0 0-1 0 0,0 0 1 0 0,-1 1-1 0 0,1 0 1 0 0,0 0-1 0 0,0 1 0 0 0,1 0 1 0 0,-10 5-1 0 0,14-6 12 0 0,0-1-1 0 0,1 1 1 0 0,0-1-1 0 0,-1 1 1 0 0,1 0-1 0 0,0 0 1 0 0,0 0 0 0 0,0 0-1 0 0,0 1 1 0 0,0-1-1 0 0,0 0 1 0 0,1 1-1 0 0,-1 0 1 0 0,1-1-1 0 0,-1 1 1 0 0,1 0-1 0 0,0-1 1 0 0,0 1-1 0 0,1 0 1 0 0,-1 0-1 0 0,0 0 1 0 0,1 0-1 0 0,0 0 1 0 0,0 0-1 0 0,0 0 1 0 0,0 0-1 0 0,0 0 1 0 0,0 0-1 0 0,1 0 1 0 0,0 0-1 0 0,-1 0 1 0 0,1-1 0 0 0,0 1-1 0 0,0 0 1 0 0,1 0-1 0 0,1 3 1 0 0,2 2 118 0 0,0 0 0 0 0,0 0 0 0 0,1-1 0 0 0,0 0 0 0 0,0 0 1 0 0,0 0-1 0 0,1-1 0 0 0,0 0 0 0 0,0 0 0 0 0,1-1 0 0 0,14 8 1 0 0,-11-7-340 0 0,1-1 0 0 0,0 0 1 0 0,13 4-1 0 0,-13-6-1302 0 0,0 0-1 0 0,0-1 1 0 0,14 0-1 0 0,0-1-5488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3:38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6449 0 0,'0'0'7'0'0,"0"0"0"0"0,0 0 0 0 0,1 0-1 0 0,-1 1 1 0 0,0-1 0 0 0,0 0 0 0 0,0 0-1 0 0,0 0 1 0 0,0 0 0 0 0,0 0 0 0 0,0 0-1 0 0,0 0 1 0 0,0 1 0 0 0,0-1 0 0 0,0 0-1 0 0,0 0 1 0 0,0 0 0 0 0,0 0 0 0 0,0 0-1 0 0,0 0 1 0 0,1 0 0 0 0,-1 0-1 0 0,0 0 1 0 0,0 0 0 0 0,0 0 0 0 0,0 0-1 0 0,0 0 1 0 0,0 0 0 0 0,0 1 0 0 0,0-1-1 0 0,1 0 1 0 0,-1 0 0 0 0,0 0 0 0 0,0 0-1 0 0,0 0 1 0 0,0 0 0 0 0,0 0 0 0 0,0 0-1 0 0,0 0 1 0 0,1 0 0 0 0,-1 0 0 0 0,0-1-1 0 0,0 1 1 0 0,0 0 0 0 0,0 0 0 0 0,0 0-1 0 0,0 0 1 0 0,0 0 0 0 0,1 0 0 0 0,-1 0-1 0 0,0 0 1 0 0,0 0 0 0 0,0 0 0 0 0,0 0-1 0 0,0 0 1 0 0,0 0 0 0 0,0 0-1 0 0,0-1 1 0 0,0 1 0 0 0,0 0 0 0 0,0 0-1 0 0,0 0 1 0 0,0 0 0 0 0,0 0 0 0 0,1 0-1 0 0,-1 0 1 0 0,0-1 0 0 0,0 1 0 0 0,0 0-1 0 0,8 15 1962 0 0,13 60-317 0 0,-3 2 0 0 0,9 92 0 0 0,1 166-654 0 0,-5-39-474 0 0,75 274-193 0 0,-87-517-303 0 0,-7-29-119 0 0,-1 1 0 0 0,-1 0-1 0 0,0-1 1 0 0,-2 1 0 0 0,-1 0-1 0 0,-1-1 1 0 0,-2 1 0 0 0,-11 44 0 0 0,10-52-666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3:38.7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646 42 2304 0 0,'-552'128'9378'0'0,"479"-113"-6953"0"0,53-10-957 0 0,31-5-592 0 0,38-7-310 0 0,-46 6-562 0 0,356-47 1480 0 0,114-18-854 0 0,-406 55-577 0 0,335-44 35 0 0,-394 55-466 0 0,28-1-229 0 0,-35 1 246 0 0,0 0 0 0 0,0 0 1 0 0,0 1-1 0 0,0-1 0 0 0,0 0 0 0 0,0 1 0 0 0,0-1 0 0 0,0 1 0 0 0,0-1 0 0 0,0 1 0 0 0,0-1 0 0 0,0 1 1 0 0,0 0-1 0 0,0-1 0 0 0,1 3-361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3:38.9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 3041 0 0,'-2'-2'0'0'0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3:39.3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97 4145 0 0,'-1'0'144'0'0,"1"0"-1"0"0,-1 0 1 0 0,1 0 0 0 0,-1 1 0 0 0,0-1 0 0 0,1 0-1 0 0,-1 0 1 0 0,1 0 0 0 0,-1 0 0 0 0,1 0 0 0 0,-1 0-1 0 0,0 0 1 0 0,1-1 0 0 0,-1 1 0 0 0,1 0 0 0 0,-1 0-1 0 0,1 0 1 0 0,-1-1 0 0 0,1 1 0 0 0,-1 0 0 0 0,1 0-1 0 0,-1-1 1 0 0,1 1 0 0 0,-1 0 0 0 0,1-1 0 0 0,0 1-1 0 0,-1-1 1 0 0,0 1 0 0 0,13-10 1996 0 0,25-6-696 0 0,25-2-92 0 0,0 3-1 0 0,1 2 1 0 0,84-5 0 0 0,-137 17-1866 0 0,18-1-669 0 0,-10 2-3417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3:40.0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0 0 3801 0 0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3:41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1 193 920 0 0,'0'0'111'0'0,"0"0"-1"0"0,0 0 0 0 0,0-1 0 0 0,0 1 1 0 0,-1 0-1 0 0,1-1 0 0 0,0 1 1 0 0,0 0-1 0 0,0 0 0 0 0,0-1 1 0 0,0 1-1 0 0,0 0 0 0 0,0-1 1 0 0,0 1-1 0 0,0 0 0 0 0,0-1 1 0 0,0 1-1 0 0,0 0 0 0 0,0-1 1 0 0,0 1-1 0 0,3-3 1434 0 0,-3 2-1433 0 0,0 1-1 0 0,1 0 0 0 0,-1 0 1 0 0,0 0-1 0 0,0 0 0 0 0,1-1 1 0 0,-1 1-1 0 0,0 0 0 0 0,1 0 1 0 0,-1 0-1 0 0,0 0 0 0 0,1 0 1 0 0,24-9-640 0 0,-8 3 635 0 0,-3-3-227 0 0,-11 7 131 0 0,-1 0 0 0 0,0 1 0 0 0,1-1 0 0 0,0 1 0 0 0,-1-1 0 0 0,1 1 0 0 0,-1 0 0 0 0,1 0 1 0 0,0 0-1 0 0,5 0 158 0 0,-9 2-193 0 0,1 0 0 0 0,-1 1-1 0 0,0-1 1 0 0,1 0 0 0 0,-1 0 0 0 0,0 0-1 0 0,0 0 1 0 0,0 0 0 0 0,0 0 0 0 0,0 0-1 0 0,0 0 1 0 0,0 0 0 0 0,0 0 0 0 0,0-1-1 0 0,0 1 1 0 0,0 0 0 0 0,-1-1-1 0 0,1 1 1 0 0,0-1 0 0 0,0 1 0 0 0,-1-1-1 0 0,-1 1 1 0 0,-29 7-646 0 0,9 2 8457 0 0,29-14-7643 0 0,1 0 1 0 0,0 0 0 0 0,1 1-1 0 0,-1 0 1 0 0,0 1 0 0 0,1 0 0 0 0,9-2-1 0 0,64-7 63 0 0,-35 5-126 0 0,109-14-41 0 0,161-31 39 0 0,-225 27-23 0 0,88-17 122 0 0,-179 41-234 0 0,1-1 0 0 0,-1 1 0 0 0,1 0 0 0 0,-1 0 0 0 0,0 0 0 0 0,1 0 1 0 0,-1 0-1 0 0,1 0 0 0 0,-1 0 0 0 0,1 0 0 0 0,-1 0 0 0 0,1 0 0 0 0,-1 0 0 0 0,1 0 0 0 0,-1 0 0 0 0,0 0 0 0 0,1 0 0 0 0,-1 1 0 0 0,1-1 0 0 0,-1 0 0 0 0,0 0 1 0 0,1 0-1 0 0,-1 1 0 0 0,1-1 0 0 0,-1 0 0 0 0,0 0 0 0 0,1 1 0 0 0,-1-1 0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3:46.0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900 148 3681 0 0,'1'-1'52'0'0,"-1"0"0"0"0,1-1 0 0 0,-1 1 0 0 0,1 0 0 0 0,0 0 0 0 0,0 0-1 0 0,-1 0 1 0 0,1 0 0 0 0,0 0 0 0 0,0 0 0 0 0,0 0 0 0 0,0 0 0 0 0,0 0 0 0 0,0 0 0 0 0,1 0 0 0 0,-1 1 0 0 0,0-1 0 0 0,0 1 0 0 0,0-1 0 0 0,1 1 0 0 0,-1-1 0 0 0,0 1 0 0 0,3-1 0 0 0,-2 0 33 0 0,0 1 1 0 0,0-1 0 0 0,0 0-1 0 0,0 0 1 0 0,1 0 0 0 0,-2 0-1 0 0,1-1 1 0 0,0 1 0 0 0,0-1-1 0 0,3-2 1 0 0,-5 3-68 0 0,0 0 0 0 0,1-1 0 0 0,-1 1 0 0 0,0 0 0 0 0,0 0 1 0 0,0 0-1 0 0,0-1 0 0 0,0 1 0 0 0,0 0 0 0 0,0 0 0 0 0,0 0 0 0 0,0 0 0 0 0,-1-1 0 0 0,1 1 0 0 0,0 0 0 0 0,-1 0 1 0 0,1 0-1 0 0,-1 0 0 0 0,1 0 0 0 0,-1 0 0 0 0,1 0 0 0 0,-1 0 0 0 0,0 0 0 0 0,0 0 0 0 0,0 0 0 0 0,1 0 1 0 0,-1 1-1 0 0,-2-2 0 0 0,-4-6 338 0 0,0 2 1 0 0,0-1 0 0 0,-1 1 0 0 0,0 0-1 0 0,-1 0 1 0 0,1 1 0 0 0,-1 0 0 0 0,0 1-1 0 0,0 0 1 0 0,0 0 0 0 0,-1 1-1 0 0,0 0 1 0 0,-18-3 0 0 0,-7 2 93 0 0,-1 2 0 0 0,-56 2 0 0 0,35 1-842 0 0,42 0 424 0 0,-1 0 0 0 0,1 1 0 0 0,0 0 0 0 0,0 1 0 0 0,0 1 0 0 0,-28 10 1 0 0,4 4 391 0 0,-42 26 0 0 0,75-40-404 0 0,-30 15 1351 0 0,0-22 574 0 0,35 1-1937 0 0,-1 1 0 0 0,1-1 0 0 0,-1 0 0 0 0,1 1 0 0 0,-1 0 0 0 0,0-1 0 0 0,0 1 0 0 0,1 0 0 0 0,-1 0 0 0 0,-3-1 0 0 0,-1 1-8 0 0,1 0 0 0 0,-1 0 0 0 0,1 0 0 0 0,-1 0 0 0 0,1-1 0 0 0,-1 0 0 0 0,1 0 0 0 0,0-1 0 0 0,0 1 0 0 0,-8-6 0 0 0,12 6 0 0 0,-16 14 0 0 0,5-3 100 0 0,-1 2 0 0 0,2 0 0 0 0,-18 20 0 0 0,25-26-72 0 0,1 0 1 0 0,0-1-1 0 0,0 1 1 0 0,1 0 0 0 0,-1 0-1 0 0,1 1 1 0 0,0-1-1 0 0,1 0 1 0 0,-1 1-1 0 0,1-1 1 0 0,0 1 0 0 0,0 0-1 0 0,1 7 1 0 0,-2 11 5 0 0,0 1 0 0 0,-10 38 0 0 0,0 8 40 0 0,7-36-9 0 0,-12 144 441 0 0,16-143-466 0 0,1-1 0 0 0,2 0 0 0 0,8 41 0 0 0,63 338 517 0 0,-68-376-460 0 0,1-1 0 0 0,2-1 1 0 0,2 1-1 0 0,1-1 0 0 0,1-1 0 0 0,23 44 0 0 0,-28-64-79 0 0,-1-1 0 0 0,-1 1-1 0 0,0 0 1 0 0,-2 1 0 0 0,1-1-1 0 0,-2 1 1 0 0,0-1 0 0 0,0 19-1 0 0,0-6 27 0 0,-2-24-26 0 0,0 0 1 0 0,0 0-1 0 0,1 0 0 0 0,-1-1 0 0 0,1 1 1 0 0,0 0-1 0 0,0-1 0 0 0,0 1 0 0 0,1 0 1 0 0,-1-1-1 0 0,1 1 0 0 0,0-1 1 0 0,0 0-1 0 0,0 0 0 0 0,0 0 0 0 0,1 0 1 0 0,-1 0-1 0 0,1 0 0 0 0,0 0 1 0 0,-1-1-1 0 0,1 1 0 0 0,0-1 0 0 0,6 3 1 0 0,1-3 93 0 0,-1 0-1 0 0,1-1 1 0 0,0 0 0 0 0,0 0 0 0 0,-1-1 0 0 0,1-1 0 0 0,16-2 0 0 0,184-8-146 0 0,-15 2 4 0 0,-104-1 38 0 0,-20 2 10 0 0,0 2 1 0 0,107 5 0 0 0,-138 7-19 0 0,-1 2 0 0 0,0 2 0 0 0,58 23 0 0 0,-91-32 0 0 0,44 23 0 0 0,-48-22 0 0 0,1-1 0 0 0,0 1 0 0 0,-1 0 0 0 0,1 0 0 0 0,-1 1 0 0 0,1-1 0 0 0,-1 0 0 0 0,0 1 0 0 0,0-1 0 0 0,0 1 0 0 0,0 0 0 0 0,-1-1 0 0 0,1 1 0 0 0,1 5 0 0 0,6 17 7 0 0,-8-23-7 0 0,0 0-1 0 0,0 0 1 0 0,-1 1 0 0 0,1-1 0 0 0,0 1-1 0 0,-1-1 1 0 0,0 1 0 0 0,1-1 0 0 0,-1 1-1 0 0,0-1 1 0 0,0 1 0 0 0,-1 3 0 0 0,-4 72-26 0 0,3 1 1 0 0,10 104-1 0 0,0-34 11 0 0,-6-81 15 0 0,-3-16 0 0 0,3 0 0 0 0,2-1 0 0 0,3 1 0 0 0,13 54 0 0 0,6-32 22 0 0,-15-49-8 0 0,-2 2 0 0 0,6 32 0 0 0,3-1-4 0 0,-15-50-6 0 0,1 1 1 0 0,-1 0-1 0 0,-1 0 0 0 0,0 0 0 0 0,0 0 1 0 0,-1 0-1 0 0,0 0 0 0 0,0 0 1 0 0,-2 15-1 0 0,1 1 207 0 0,0-11-3281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3:51.2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129 0 3225 0 0,'-2'8'572'0'0,"0"0"0"0"0,1 0 0 0 0,0 0 0 0 0,1 1 0 0 0,0-1 0 0 0,0 0 0 0 0,0 0 0 0 0,4 15 0 0 0,-1 6-743 0 0,-3-14 419 0 0,-1 0-1 0 0,0 0 1 0 0,-1 0 0 0 0,-1 0 0 0 0,0 0 0 0 0,-7 17 0 0 0,-8 44 188 0 0,-23 146 2163 0 0,37-203-2457 0 0,2-1 1 0 0,1 0-1 0 0,0 1 0 0 0,1-1 0 0 0,1 1 1 0 0,5 27-1 0 0,0 12-3 0 0,-6-34-87 0 0,-1 0 0 0 0,-5 33-1 0 0,0 26 194 0 0,-1 27-241 0 0,3-80 27 0 0,2 1 0 0 0,1-1 0 0 0,6 55 0 0 0,6 82-31 0 0,4 5 37 0 0,-11-105-66 0 0,2-17 5 0 0,-4-34 36 0 0,0 0 1 0 0,-1-1 0 0 0,0 18 0 0 0,-8 44 33 0 0,2-29 113 0 0,2-1 0 0 0,4 59 0 0 0,4-58 386 0 0,-4 87 0 0 0,-2-107-545 0 0,4 35 0 0 0,-1-38 0 0 0,-3 50 0 0 0,0 82 0 0 0,-9 120 358 0 0,10-271-295 0 0,-7 293 1013 0 0,-9-111-572 0 0,-10 47-259 0 0,24-209-182 0 0,1 1 0 0 0,1 0 0 0 0,1 0 0 0 0,7 40 0 0 0,-5-46-63 0 0,-2 0 0 0 0,-1 26 0 0 0,-1-16 0 0 0,0 18 0 0 0,2 46 0 0 0,4 92 0 0 0,-5-138 0 0 0,10 73 0 0 0,-6-87 0 0 0,-1 1 0 0 0,-1 43 0 0 0,3 150 0 0 0,2-149 0 0 0,2 69 0 0 0,5 13-43 0 0,-3-61 22 0 0,-10 35 21 0 0,-2-72 0 0 0,5 92 8 0 0,-12 15 56 0 0,-6 114-128 0 0,14-259 64 0 0,1-1 0 0 0,-1 0 0 0 0,-2 0 0 0 0,0 1 0 0 0,-7 24 0 0 0,5-29 8 0 0,1 1-1 0 0,1 0 0 0 0,1 0 1 0 0,3 33-1 0 0,-2 42-108 0 0,-3-59 101 0 0,1 1 0 0 0,2-1 0 0 0,10 76 0 0 0,-1-46 4 0 0,-1 119 0 0 0,-19-104 60 0 0,1-15-54 0 0,4-37 4 0 0,2 0 1 0 0,-1 34-1 0 0,5-53-38 0 0,-2 0 0 0 0,1 0 0 0 0,-1 0 0 0 0,-1-1 0 0 0,-4 13 0 0 0,4-14 19 0 0,0 4 7 0 0,1 1 0 0 0,0 0 0 0 0,1 0 1 0 0,2 25-1 0 0,-2 23 3 0 0,-1 9 65 0 0,3-48-73 0 0,-5 38 0 0 0,4-54 9 0 0,-1-1 0 0 0,2 0-1 0 0,-1 0 1 0 0,1 1 0 0 0,2 7 0 0 0,-2-8-10 0 0,0 0 0 0 0,0-1 0 0 0,-1 1 0 0 0,1 0 1 0 0,-1-1-1 0 0,-2 12 0 0 0,0-7 1 0 0,1 1 1 0 0,1 0-1 0 0,0 16 1 0 0,-1 32-52 0 0,-5 11 662 0 0,4-59-562 0 0,2 0-1 0 0,0 0 1 0 0,0 0 0 0 0,1 1-1 0 0,1-1 1 0 0,5 23-1 0 0,-5-25-36 0 0,0-4-45 0 0,0 0 0 0 0,1 0 0 0 0,-1 0 0 0 0,1-1-1 0 0,0 1 1 0 0,1-1 0 0 0,4 7 0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4:02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 1840 0 0,'5'-4'7230'0'0,"16"9"-10539"0"0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8T22:34:06.4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1217 20426,'-94'-1217'0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4:11.4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0 134 2401 0 0,'3'-2'259'0'0,"0"1"0"0"0,0 0 0 0 0,0-1 0 0 0,0 1 0 0 0,0 0 0 0 0,0 0 0 0 0,0 1 1 0 0,0-1-1 0 0,1 1 0 0 0,-1 0 0 0 0,4-1 0 0 0,13-1 567 0 0,122-26 1168 0 0,-86 19-1507 0 0,88-10 263 0 0,-80 13 124 0 0,76-19 1 0 0,-96 13-100 0 0,18-5 398 0 0,-19 12 466 0 0,-68 26 622 0 0,6-6-3552 0 0,5-3-3836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4:13.1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1 381 456 0 0,'0'1'185'0'0,"0"-1"0"0"0,0 1 1 0 0,0 0-1 0 0,0 0 0 0 0,0 0 0 0 0,0 0 0 0 0,0 0 0 0 0,0 0 0 0 0,1 0 1 0 0,-1 0-1 0 0,0 0 0 0 0,1-1 0 0 0,-1 1 0 0 0,0 0 0 0 0,1 0 1 0 0,-1 0-1 0 0,1-1 0 0 0,-1 1 0 0 0,1 0 0 0 0,0 0 0 0 0,-1-1 1 0 0,1 1-1 0 0,0-1 0 0 0,-1 1 0 0 0,1 0 0 0 0,0-1 0 0 0,0 1 0 0 0,-1-1 1 0 0,1 0-1 0 0,0 1 0 0 0,0-1 0 0 0,0 0 0 0 0,0 1 0 0 0,0-1 1 0 0,1 0-1 0 0,-1 0-62 0 0,0 0-1 0 0,0 0 1 0 0,1-1 0 0 0,-1 1 0 0 0,0 0 0 0 0,0-1-1 0 0,0 1 1 0 0,0-1 0 0 0,0 1 0 0 0,0-1 0 0 0,0 1-1 0 0,-1-1 1 0 0,1 0 0 0 0,0 0 0 0 0,0 1 0 0 0,0-1 0 0 0,-1 0-1 0 0,1 0 1 0 0,0 0 0 0 0,-1 0 0 0 0,1 0 0 0 0,-1 0-1 0 0,1 0 1 0 0,-1 0 0 0 0,1 0 0 0 0,-1 0 0 0 0,0 0 0 0 0,1 0-1 0 0,-1 0 1 0 0,0-2 0 0 0,9-37 748 0 0,2 1 0 0 0,20-49 0 0 0,-12 38-553 0 0,-12 29-115 0 0,-3 8-31 0 0,0 0 1 0 0,1 0-1 0 0,1 0 0 0 0,0 1 1 0 0,0-1-1 0 0,1 1 0 0 0,1 1 1 0 0,9-11-1 0 0,-17 21-162 0 0,1 0 1 0 0,-1 1-1 0 0,1-1 0 0 0,-1 1 1 0 0,1-1-1 0 0,-1 1 0 0 0,1 0 1 0 0,0-1-1 0 0,-1 1 0 0 0,1 0 1 0 0,0-1-1 0 0,-1 1 0 0 0,1 0 1 0 0,0 0-1 0 0,-1-1 0 0 0,1 1 1 0 0,0 0-1 0 0,0 0 0 0 0,-1 0 1 0 0,1 0-1 0 0,0 0 0 0 0,0 0 0 0 0,-1 0 1 0 0,1 0-1 0 0,0 0 0 0 0,-1 1 1 0 0,2-1-1 0 0,-1 1-3 0 0,1 0-1 0 0,-1 0 1 0 0,1 0-1 0 0,-1 0 1 0 0,0 0-1 0 0,0 0 1 0 0,1 0-1 0 0,-1 0 1 0 0,0 1-1 0 0,0-1 1 0 0,1 3 0 0 0,16 38-10 0 0,5 45 41 0 0,-18-60-18 0 0,1-1-1 0 0,2 0 1 0 0,0-1 0 0 0,2 0 0 0 0,1 0 0 0 0,14 23-1 0 0,-25-47-18 0 0,0 0 1 0 0,1 0-1 0 0,-1 0 0 0 0,1 0 0 0 0,0 0 0 0 0,-1-1 0 0 0,1 1 0 0 0,-1 0 0 0 0,1 0 0 0 0,0-1 0 0 0,0 1 0 0 0,0 0 0 0 0,-1-1 0 0 0,1 1 0 0 0,0-1 0 0 0,0 1 0 0 0,0-1 0 0 0,0 1 0 0 0,0-1 0 0 0,0 0 0 0 0,0 1 0 0 0,0-1 0 0 0,0 0 0 0 0,0 0 0 0 0,0 0 0 0 0,2 0 0 0 0,-2 0 3 0 0,1-1 0 0 0,-1 0 0 0 0,0 0 0 0 0,1 0 0 0 0,-1 0 0 0 0,0 0 0 0 0,0 0 0 0 0,0 0 0 0 0,0 0 0 0 0,0 0 0 0 0,0 0 0 0 0,0 0 0 0 0,0-1 0 0 0,0 1 0 0 0,1-3 0 0 0,3-7 25 0 0,0-1 0 0 0,-1 0 1 0 0,4-15-1 0 0,-7 24-26 0 0,14-73 612 0 0,-8 38-143 0 0,12-37-1 0 0,-16 66-378 0 0,0-1 0 0 0,1 1 0 0 0,0 0 0 0 0,1 0 0 0 0,0 0 0 0 0,0 1 0 0 0,1-1 1 0 0,12-12-1 0 0,-18 20-83 0 0,1 0-1 0 0,-1 0 1 0 0,1 1 0 0 0,-1-1 0 0 0,1 0 0 0 0,0 1 0 0 0,-1-1-1 0 0,1 1 1 0 0,0-1 0 0 0,-1 1 0 0 0,1-1 0 0 0,0 1 0 0 0,0 0-1 0 0,-1-1 1 0 0,1 1 0 0 0,0 0 0 0 0,0-1 0 0 0,0 1 0 0 0,0 0-1 0 0,-1 0 1 0 0,1 0 0 0 0,0 0 0 0 0,0 0 0 0 0,0 0 0 0 0,0 0-1 0 0,0 0 1 0 0,-1 0 0 0 0,1 0 0 0 0,0 0 0 0 0,0 1 0 0 0,0-1-1 0 0,0 0 1 0 0,-1 1 0 0 0,1-1 0 0 0,0 0 0 0 0,0 1 0 0 0,-1-1-1 0 0,1 1 1 0 0,0-1 0 0 0,-1 1 0 0 0,1-1 0 0 0,0 1 0 0 0,-1 0 0 0 0,1-1-1 0 0,-1 1 1 0 0,1 0 0 0 0,-1 0 0 0 0,1-1 0 0 0,-1 1 0 0 0,0 0-1 0 0,1 0 1 0 0,-1 0 0 0 0,0-1 0 0 0,0 1 0 0 0,1 0 0 0 0,-1 1-1 0 0,3 8 97 0 0,0 0 0 0 0,-1 0-1 0 0,2 17 1 0 0,-3-20-32 0 0,7 58 191 0 0,-6-40-255 0 0,1 1-1 0 0,1-1 1 0 0,1 0 0 0 0,2 0-1 0 0,18 47 1 0 0,-25-72-10 0 0,0 0 0 0 0,0 1-1 0 0,0-1 1 0 0,0 0 0 0 0,0 0 0 0 0,0 1-1 0 0,0-1 1 0 0,0 0 0 0 0,1 0 0 0 0,-1 1 0 0 0,0-1-1 0 0,0 0 1 0 0,0 0 0 0 0,0 0 0 0 0,1 1-1 0 0,-1-1 1 0 0,0 0 0 0 0,0 0 0 0 0,0 0 0 0 0,1 0-1 0 0,-1 1 1 0 0,0-1 0 0 0,0 0 0 0 0,1 0-1 0 0,-1 0 1 0 0,0 0 0 0 0,0 0 0 0 0,1 0 0 0 0,-1 0-1 0 0,0 0 1 0 0,0 0 0 0 0,1 0 0 0 0,-1 0-1 0 0,0 0 1 0 0,0 0 0 0 0,1 0 0 0 0,-1 0 0 0 0,0 0-1 0 0,0 0 1 0 0,1 0 0 0 0,-1 0 0 0 0,9-12-3 0 0,4-25 5 0 0,-12 31-3 0 0,52-130-16 0 0,-45 119 10 0 0,1 1-1 0 0,0 0 0 0 0,1 0 0 0 0,1 1 0 0 0,22-25 0 0 0,-32 39 8 0 0,0-1 0 0 0,0 1 0 0 0,1 0 0 0 0,-1-1 0 0 0,1 1 0 0 0,-1 0 0 0 0,1 0 0 0 0,-1 0 0 0 0,1 0 0 0 0,0 0 0 0 0,-1 0 0 0 0,1 1 0 0 0,0-1 0 0 0,0 1 0 0 0,0-1 0 0 0,-1 1 0 0 0,1-1 0 0 0,0 1 0 0 0,0 0 0 0 0,3 0 0 0 0,-4 1 0 0 0,1-1 0 0 0,-1 1 0 0 0,1 0 0 0 0,-1-1 0 0 0,1 1 0 0 0,-1 0 0 0 0,1 0 0 0 0,-1 0 0 0 0,0 0 0 0 0,1 0 0 0 0,-1 1 0 0 0,0-1 0 0 0,0 0 0 0 0,0 0 0 0 0,0 1 0 0 0,0-1 0 0 0,2 4 0 0 0,0 3 0 0 0,1 1 0 0 0,-1 0 0 0 0,0 0 0 0 0,-1 0 0 0 0,0 0 0 0 0,1 16 0 0 0,-1-1-264 0 0,0 4 501 0 0,7 35 0 0 0,-7-56-725 0 0,-1 1-1 0 0,2-1 1 0 0,-1 0 0 0 0,1 0-1 0 0,0 0 1 0 0,0 0-1 0 0,1 0 1 0 0,0-1-1 0 0,8 11 1 0 0,-6-11-1151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4:13.4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0 116 920 0 0,'1'-6'8518'0'0,"37"-15"-7511"0"0,1 2 0 0 0,42-15 1 0 0,-59 26-556 0 0,0 1 0 0 0,1 1-1 0 0,-1 1 1 0 0,2 1 0 0 0,39-1 0 0 0,-19 9-903 0 0,-43-4 425 0 0,0 0 1 0 0,1 0-1 0 0,-1 0 1 0 0,1 0 0 0 0,-1 0-1 0 0,0 1 1 0 0,1-1-1 0 0,-1 1 1 0 0,1-1-1 0 0,-1 1 1 0 0,0-1-1 0 0,0 1 1 0 0,1 0-1 0 0,-1-1 1 0 0,0 1-1 0 0,0 0 1 0 0,0 0-1 0 0,0 0 1 0 0,0 0 0 0 0,0 0-1 0 0,0 0 1 0 0,0 1-1 0 0,0-1 1 0 0,-1 0-1 0 0,1 0 1 0 0,1 2-1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4:13.6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3 656 0 0,'2'-2'450'0'0,"-7"7"68"0"0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4:19.6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28 2160 0 0,'-9'2'9687'0'0,"6"8"-8310"0"0,-3 4 3496 0 0,26-11-4693 0 0,-18-3-163 0 0,-1 1 1 0 0,2-1 0 0 0,-1 0-1 0 0,0 0 1 0 0,0 1-1 0 0,0-1 1 0 0,0-1 0 0 0,0 1-1 0 0,0 0 1 0 0,0 0 0 0 0,0-1-1 0 0,0 1 1 0 0,0-1-1 0 0,0 0 1 0 0,3-1 0 0 0,1 0 3 0 0,0 0 0 0 0,0 0 1 0 0,1 0-1 0 0,-1 1 1 0 0,13-1-1 0 0,22-5 56 0 0,-18 1-18 0 0,0 1 0 0 0,48-5 0 0 0,6 0 36 0 0,-66 8-86 0 0,1 1 0 0 0,-1 0-1 0 0,0 1 1 0 0,0 1 0 0 0,0-1 0 0 0,13 4-1 0 0,-10-3-5 0 0,53 5-3 0 0,-38-4 0 0 0,-1 0 0 0 0,31 8 0 0 0,-39-4 7 0 0,-16-5-2 0 0,1 1-1 0 0,-1-1 1 0 0,1 0-1 0 0,-1 0 0 0 0,1-1 1 0 0,0 1-1 0 0,-1-1 0 0 0,1 0 1 0 0,0 0-1 0 0,-1-1 0 0 0,1 1 1 0 0,6-3-1 0 0,1 4-124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4:23.3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87 1952 0 0,'-15'-17'209'0'0,"14"16"-183"0"0,0 0 0 0 0,-1 0 0 0 0,1 1 0 0 0,0-1 0 0 0,0 0 0 0 0,0 0 0 0 0,0 0 0 0 0,0 0 0 0 0,1-1 0 0 0,-1 1 0 0 0,0 0 0 0 0,0 0-1 0 0,1 0 1 0 0,-1-1 0 0 0,1 1 0 0 0,-1 0 0 0 0,1-1 0 0 0,0 1 0 0 0,-1 0 0 0 0,1-1 0 0 0,0 1 0 0 0,0-1 0 0 0,0 1 0 0 0,0 0 0 0 0,0-1-1 0 0,0 1 1 0 0,0 0 0 0 0,0-1 0 0 0,1 1 0 0 0,-1-1 0 0 0,1 1 0 0 0,-1 0 0 0 0,1 0 0 0 0,-1-1 0 0 0,1 1 0 0 0,1-2 0 0 0,-2 1 15 0 0,1 1 0 0 0,0 0 0 0 0,-1-1 1 0 0,1 1-1 0 0,0 0 0 0 0,-1 0 0 0 0,1 0 1 0 0,0-1-1 0 0,0 1 0 0 0,0 0 0 0 0,0 0 1 0 0,0 0-1 0 0,0 0 0 0 0,0 1 0 0 0,1-1 1 0 0,-1 0-1 0 0,0 0 0 0 0,0 1 0 0 0,1-1 1 0 0,-1 1-1 0 0,3-2 0 0 0,-3 3 119 0 0,0 0 0 0 0,1 0 0 0 0,-1-1 0 0 0,0 1 0 0 0,0 0-1 0 0,0 0 1 0 0,0 0 0 0 0,0 0 0 0 0,0 0 0 0 0,0 0 0 0 0,0 1 0 0 0,0-1 0 0 0,0 0-1 0 0,0 1 1 0 0,-1-1 0 0 0,1 0 0 0 0,0 1 0 0 0,-1-1 0 0 0,0 0 0 0 0,1 3 0 0 0,1-1 176 0 0,1-1 1 0 0,-1 1 0 0 0,1 0 0 0 0,-1-1 0 0 0,1 1-1 0 0,0-1 1 0 0,0 0 0 0 0,0 0 0 0 0,0 0 0 0 0,1-1 0 0 0,-1 1-1 0 0,0-1 1 0 0,1 1 0 0 0,-1-1 0 0 0,1 0 0 0 0,5 0-1 0 0,25 12 883 0 0,-28-9-1081 0 0,0 1-1 0 0,0 0 1 0 0,0-1 0 0 0,0 2 0 0 0,-1-1 0 0 0,0 1-1 0 0,0 0 1 0 0,-1 0 0 0 0,0 0 0 0 0,0 1 0 0 0,0-1 0 0 0,4 12-1 0 0,1 7-23 0 0,-1 0-1 0 0,7 34 0 0 0,4 16 206 0 0,-14-59-281 0 0,-1 0 1 0 0,-1 1-1 0 0,-1-1 1 0 0,0 1-1 0 0,-1-1 1 0 0,-1 22-1 0 0,-16 103 108 0 0,3-46 25 0 0,-51 386 1752 0 0,57-441-1736 0 0,2 12-3 0 0,3 1 0 0 0,1 0 0 0 0,11 88-1 0 0,-2-36 651 0 0,-7-86-646 0 0,-2-1 0 0 0,-3 19 1 0 0,0 22-3054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4:23.8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168 62 456 0 0,'-74'3'2092'0'0,"59"-4"-719"0"0,-1 1 1 0 0,0 1-1 0 0,-30 6 1 0 0,71-17 3339 0 0,22-8-3033 0 0,38 2-925 0 0,121-5-1 0 0,88 15-719 0 0,-174 6-35 0 0,-97 0-1320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4:24.3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7 2761 0 0,'-24'-6'8168'0'0,"38"13"-5561"0"0,-2-1-2438 0 0,-1 0 0 0 0,1 1 0 0 0,-2 1 0 0 0,1 0 0 0 0,-1 0 0 0 0,0 1-1 0 0,12 15 1 0 0,56 78 1651 0 0,-41-50-1459 0 0,-17-25-366 0 0,16 22-44 0 0,3-2 0 0 0,52 51 0 0 0,-68-78-3033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4:24.6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288 44 456 0 0,'0'-2'301'0'0,"-1"0"0"0"0,1 0 0 0 0,-1 0 0 0 0,1-1 0 0 0,-1 1 0 0 0,0 0 1 0 0,0 0-1 0 0,0 0 0 0 0,0 1 0 0 0,0-1 0 0 0,0 0 0 0 0,-1 0 0 0 0,1 1 0 0 0,0-1 0 0 0,-1 0 0 0 0,1 1 0 0 0,-1 0 0 0 0,0-1 0 0 0,0 1 0 0 0,1 0 0 0 0,-1 0 1 0 0,0 0-1 0 0,0 0 0 0 0,0 0 0 0 0,0 0 0 0 0,-3 0 0 0 0,2 1 21 0 0,1 0 0 0 0,-1 0 0 0 0,0 0 0 0 0,0 1 0 0 0,1 0 0 0 0,-1-1 0 0 0,0 1 1 0 0,1 0-1 0 0,-1 0 0 0 0,0 0 0 0 0,1 1 0 0 0,0-1 0 0 0,-1 1 0 0 0,1-1 0 0 0,0 1 0 0 0,0 0 0 0 0,0 0 0 0 0,0 0 0 0 0,0 0 1 0 0,-2 3-1 0 0,-22 29 274 0 0,2 2 1 0 0,2 1 0 0 0,1 0 0 0 0,1 2 0 0 0,-19 55-1 0 0,29-62-525 0 0,0 0-1 0 0,-5 37 0 0 0,6-23-2614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4:25.1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204 85 920 0 0,'-76'4'2590'0'0,"48"-2"-672"0"0,1-1 1 0 0,-44-10 3108 0 0,71 9-4964 0 0,0 0 1 0 0,0 0-1 0 0,-1 0 1 0 0,1 0-1 0 0,0 0 1 0 0,0 0-1 0 0,0 0 0 0 0,0-1 1 0 0,-1 1-1 0 0,27-12 1068 0 0,36-10-467 0 0,-6 8-286 0 0,0 2-1 0 0,111-8 1 0 0,116 18 114 0 0,-120 22-503 0 0,-115-12-16 0 0,88 4 0 0 0,-108-10-1552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4:31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7 1376 0 0,'1'-6'5209'0'0,"-6"18"-4963"0"0,1 0 1 0 0,1 0-1 0 0,0 0 0 0 0,1 1 0 0 0,0-1 0 0 0,1 1 0 0 0,0 18 0 0 0,2 14 704 0 0,0-19 441 0 0,-3 38-1 0 0,-1-11-129 0 0,3 64-1 0 0,2-39-820 0 0,-2-67-157 0 0,-1-1 1 0 0,0 1-1 0 0,0-1 0 0 0,-1 0 1 0 0,-4 13-1 0 0,4-13-284 0 0,0 1-1 0 0,1 0 0 0 0,-1 18 1 0 0,-2 20-67 0 0,-10 10-2858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4:33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0 456 0 0,'6'28'2790'0'0,"-5"-26"-2720"0"0,0 0-1 0 0,0 1 1 0 0,0-1 0 0 0,-1 0 0 0 0,1 1-1 0 0,-1-1 1 0 0,1 1 0 0 0,-1-1-1 0 0,0 1 1 0 0,0 3 0 0 0,-10 72 302 0 0,-4 84 476 0 0,15-134-785 0 0,8 40-1 0 0,-5-41 23 0 0,1 40 0 0 0,-6-56 104 0 0,0-1-1 0 0,-1 0 1 0 0,0 0 0 0 0,-7 17-1 0 0,-4 20 342 0 0,11-32-296 0 0,1-1-1 0 0,1 1 0 0 0,0 0 0 0 0,1 0 0 0 0,5 27 1 0 0,-2-18-129 0 0,-3-11-3 0 0,-1-1 1 0 0,0 1 0 0 0,-1-1-1 0 0,-2 13 1 0 0,1-14 27 0 0,1-1 0 0 0,0 0 0 0 0,1 1 1 0 0,0-1-1 0 0,1 1 0 0 0,2 13 0 0 0,-1-17-49 0 0,1-1 1 0 0,0 1-1 0 0,0-1 0 0 0,0 0 0 0 0,1 0 1 0 0,6 8-1 0 0,15 28 345 0 0,-23-36-404 0 0,-1 0 1 0 0,1 0-1 0 0,-1 0 1 0 0,-1 0-1 0 0,1 1 0 0 0,-1-1 1 0 0,0 0-1 0 0,-1 0 1 0 0,0 7-1 0 0,0-6-19 0 0,0 0-1 0 0,0 0 1 0 0,1 1 0 0 0,0-1-1 0 0,1 0 1 0 0,0 0 0 0 0,3 12-1 0 0,-2-7 21 0 0,1 1-1 0 0,-2 0 1 0 0,1 0-1 0 0,-2 0 0 0 0,0 0 1 0 0,0 0-1 0 0,-1 0 1 0 0,-1 0-1 0 0,-6 21 0 0 0,4-12 13 0 0,1 0 0 0 0,-1 25-1 0 0,9-9 68 0 0,-3-31-76 0 0,-1-1 0 0 0,0 1-1 0 0,0 0 1 0 0,-1 0 0 0 0,-1 10 0 0 0,0 48 1151 0 0,1-48-812 0 0,0 0 0 0 0,-3 22 0 0 0,1-16-52 0 0,0-1 1 0 0,2 0-1 0 0,5 41 0 0 0,0 16-134 0 0,1 0-484 0 0,-6-72-38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4:36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7992 3001 0 0,'-5'-9'103'0'0,"2"-1"1"0"0,0 1-1 0 0,0-1 1 0 0,0 0 0 0 0,1 1-1 0 0,1-1 1 0 0,-1-20-1 0 0,8-74-426 0 0,-1 19 215 0 0,-13-237 2484 0 0,1 238-1342 0 0,-32-151 1 0 0,29 193-920 0 0,-25-124 989 0 0,32 143-975 0 0,1 0-1 0 0,1 0 1 0 0,1 0 0 0 0,1-1-1 0 0,5-29 1 0 0,-6 42-1 0 0,1-1 0 0 0,-2 1-1 0 0,0 0 1 0 0,0-1 0 0 0,-1 1 0 0 0,0 0 0 0 0,-1 0-1 0 0,0 0 1 0 0,-6-11 0 0 0,-10-48 528 0 0,7-50 24 0 0,4 31-496 0 0,5 48 53 0 0,3-45 1 0 0,-3-35-254 0 0,0-13 16 0 0,1 26 0 0 0,2 54-22 0 0,2 1 0 0 0,14-86 0 0 0,1 1 24 0 0,-10 38-9 0 0,14-144 78 0 0,-11 119-15 0 0,-5 0 0 0 0,-19-202 0 0 0,-16 139 715 0 0,1 19 37 0 0,6-165 463 0 0,0 8-360 0 0,6 82-1994 0 0,8 93 729 0 0,2 86 381 0 0,-2 2-1 0 0,-3-1 0 0 0,-29-86 1 0 0,31 118-19 0 0,2-1 0 0 0,1 1 1 0 0,1-1-1 0 0,2 0 0 0 0,1 0 0 0 0,2-1 1 0 0,1 1-1 0 0,8-57 0 0 0,38-315-2694 0 0,-38 342 2495 0 0,2-1 0 0 0,34-107 0 0 0,-23 96 80 0 0,-9 16-75 0 0,-2 0-1 0 0,-3-1 0 0 0,-1-64 0 0 0,-4 80-91 0 0,2 12 82 0 0,1-1 1 0 0,16-55-1 0 0,-11 50 48 0 0,8-57 0 0 0,-17 82 232 0 0,0 1-1 0 0,-1-1 0 0 0,0 1 0 0 0,-1 0 1 0 0,0-1-1 0 0,-1 1 0 0 0,-1 0 0 0 0,-6-22 0 0 0,5 24-61 0 0,1-1 0 0 0,0 0 0 0 0,1 1 0 0 0,0-1 0 0 0,1 0 0 0 0,0 0 0 0 0,1 0 0 0 0,0 0 0 0 0,1 0 0 0 0,0 0 0 0 0,0 1 0 0 0,1-1 0 0 0,1 0 0 0 0,0 1 0 0 0,8-20 0 0 0,-4 9 63 0 0,0 0-1 0 0,-1-1 1 0 0,-1 0-1 0 0,-2 0 0 0 0,0-1 1 0 0,-1 1-1 0 0,-1-1 1 0 0,-1 1-1 0 0,-1-1 0 0 0,-7-37 1 0 0,5 47-33 0 0,2 0 0 0 0,-1-1 0 0 0,2 1 0 0 0,0-1 0 0 0,0 1 0 0 0,2 0 0 0 0,-1-1 0 0 0,2 1 1 0 0,-1 0-1 0 0,2 0 0 0 0,7-20 0 0 0,2 5-64 0 0,1 0-1 0 0,2 1 1 0 0,34-45 0 0 0,-49 70 8 0 0,0 1 0 0 0,0-1 1 0 0,0 1-1 0 0,0-1 0 0 0,0 1 1 0 0,0-1-1 0 0,0 0 0 0 0,0 1 0 0 0,-1-1 1 0 0,1 0-1 0 0,-1 0 0 0 0,1 0 1 0 0,0-3-1 0 0,-2 5-5 0 0,1 0 1 0 0,0-1-1 0 0,0 1 1 0 0,0-1-1 0 0,-1 1 1 0 0,1 0-1 0 0,0-1 0 0 0,0 1 1 0 0,-1-1-1 0 0,1 1 1 0 0,0 0-1 0 0,-1-1 1 0 0,1 1-1 0 0,0 0 0 0 0,-1 0 1 0 0,1-1-1 0 0,0 1 1 0 0,-1 0-1 0 0,1 0 1 0 0,-1 0-1 0 0,1-1 1 0 0,0 1-1 0 0,-1 0 0 0 0,1 0 1 0 0,-1 0-1 0 0,1 0 1 0 0,-1 0-1 0 0,1 0 1 0 0,-1 0-1 0 0,1 0 0 0 0,-1 0 1 0 0,0 0-1 0 0,-5 1-103 0 0,0 0 0 0 0,0 0 0 0 0,0 0-1 0 0,0 1 1 0 0,0 0 0 0 0,-7 4 0 0 0,-6 7-84 0 0,19-12 178 0 0,-1-1-1 0 0,1 1 0 0 0,0-1 1 0 0,0 0-1 0 0,0 1 1 0 0,-1-1-1 0 0,1 0 1 0 0,0 1-1 0 0,0-1 0 0 0,0 1 1 0 0,0-1-1 0 0,0 1 1 0 0,0-1-1 0 0,0 0 0 0 0,0 1 1 0 0,0-1-1 0 0,0 1 1 0 0,0-1-1 0 0,0 0 1 0 0,0 1-1 0 0,0-1 0 0 0,0 1 1 0 0,1-1-1 0 0,-1 0 1 0 0,0 1-1 0 0,0-1 0 0 0,0 1 1 0 0,1-1-1 0 0,1 2-154 0 0,-1-1 0 0 0,1 0 1 0 0,-1 0-1 0 0,1 0 0 0 0,0-1 0 0 0,-1 1 0 0 0,1 0 0 0 0,0-1 0 0 0,0 1 0 0 0,-1-1 0 0 0,1 1 0 0 0,0-1 0 0 0,0 0 1 0 0,0 0-1 0 0,0 0 0 0 0,0 0 0 0 0,-1 0 0 0 0,4-1 0 0 0,9 0-1971 0 0,2-2-382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4:37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1840 0 0,'16'4'8067'0'0,"-11"-3"-7898"0"0,-1 1-1 0 0,1 0 0 0 0,-1-1 0 0 0,0 1 0 0 0,0 1 1 0 0,0-1-1 0 0,0 1 0 0 0,0-1 0 0 0,0 1 1 0 0,-1 0-1 0 0,1 1 0 0 0,-1-1 0 0 0,0 1 0 0 0,4 5 1 0 0,-2-2-172 0 0,-1 1 0 0 0,0 0 0 0 0,-1 0 0 0 0,1 0 0 0 0,-2 0 1 0 0,1 1-1 0 0,1 12 0 0 0,89 321 2579 0 0,-34-148-1518 0 0,28 92-296 0 0,13 49 1198 0 0,-35-118-425 0 0,-51-181-1117 0 0,2-1 1 0 0,1 0-1 0 0,40 59 1 0 0,-47-77-645 0 0,14 17 1066 0 0,-23-33-1124 0 0,0 1 1 0 0,0-1-1 0 0,1 0 0 0 0,-1 0 1 0 0,0 0-1 0 0,1 0 1 0 0,-1-1-1 0 0,0 1 0 0 0,1 0 1 0 0,-1-1-1 0 0,1 1 1 0 0,-1 0-1 0 0,1-1 0 0 0,-1 0 1 0 0,1 1-1 0 0,0-1 0 0 0,-1 0 1 0 0,1 0-1 0 0,-1 0 1 0 0,1 0-1 0 0,1 0 0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4:38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1 478 920 0 0,'0'-1'48'0'0,"0"1"-1"0"0,0-1 0 0 0,0 0 0 0 0,0 1 1 0 0,1-1-1 0 0,-1 0 0 0 0,0 1 1 0 0,1-1-1 0 0,-1 1 0 0 0,0-1 1 0 0,1 1-1 0 0,-1-1 0 0 0,1 1 1 0 0,-1-1-1 0 0,0 1 0 0 0,1-1 0 0 0,-1 1 1 0 0,1-1-1 0 0,0 1 0 0 0,-1 0 1 0 0,1-1-1 0 0,-1 1 0 0 0,2-1 1 0 0,20-12 1767 0 0,-18 10-1465 0 0,31-18 1890 0 0,76-34 0 0 0,-43 29-1113 0 0,102-26-1 0 0,142-1 307 0 0,-233 42-1161 0 0,268-10 531 0 0,-105 11-374 0 0,-36 1 99 0 0,96-11 1084 0 0,-56-8 362 0 0,166-30 793 0 0,-73 1-2343 0 0,-289 50-499 0 0,-14-2-568 0 0,-14-3-3221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4:39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3681 0 0,'20'-1'-657'0'0,"-5"2"6452"0"0,-14-1-5588 0 0,-1 1 0 0 0,1 0 0 0 0,-1 0 0 0 0,0 0 0 0 0,1 0 1 0 0,-1 0-1 0 0,0-1 0 0 0,0 1 0 0 0,1 0 0 0 0,-1 0 0 0 0,0 0 0 0 0,0 0 0 0 0,0 0 0 0 0,0 0 0 0 0,0 0 0 0 0,0 0 1 0 0,-1 2-1 0 0,0 23 103 0 0,2 0 1 0 0,1-1 0 0 0,0 1-1 0 0,2 0 1 0 0,10 34 0 0 0,7 48 681 0 0,9 67-523 0 0,-17-116-265 0 0,-3 1 0 0 0,2 62 0 0 0,-22 300 273 0 0,9-403-432 0 0,1-1 0 0 0,1 1 1 0 0,1-1-1 0 0,0 1 0 0 0,2-1 0 0 0,8 29 1 0 0,3-6 662 0 0,33 65 1 0 0,-44-96-593 0 0,0-1 0 0 0,0 1 0 0 0,-1 0 1 0 0,0 0-1 0 0,-1 1 0 0 0,0-1 0 0 0,1 21 1 0 0,-4-1 716 0 0,-5 44 1 0 0,5-60-621 0 0,-1-2-367 0 0,0 0-249 0 0,1 0 0 0 0,0-1 0 0 0,1 1 0 0 0,2 21 0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6:21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47 5065 0 0,'-1'-10'166'0'0,"1"-27"13468"0"0,5 54-11904 0 0,2 46-1288 0 0,-2 0 0 0 0,-3 1 0 0 0,-9 100 0 0 0,1-48-267 0 0,4-74-165 0 0,-1 293 103 0 0,7-273-95 0 0,2 1 0 0 0,2-1 0 0 0,24 82 0 0 0,20-7-310 0 0,-34-93-90 0 0,16 51 0 0 0,-31-85-314 0 0,-1 1 0 0 0,0 0 1 0 0,-1 0-1 0 0,0 20 0 0 0,-2-20-953 0 0,0 1 0 0 0,0-2 0 0 0,-1 1 0 0 0,-6 18 0 0 0,1-11-1399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6:21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192 128 6913 0 0,'-73'-4'1063'0'0,"-38"-4"6711"0"0,111 9-7734 0 0,0-1-1 0 0,0 0 0 0 0,-1 0 1 0 0,1 0-1 0 0,0 0 1 0 0,0 0-1 0 0,-1 0 1 0 0,1 0-1 0 0,0 0 1 0 0,0 0-1 0 0,-1 0 1 0 0,1 0-1 0 0,0 0 1 0 0,0 0-1 0 0,-1 0 1 0 0,1 0-1 0 0,0 0 1 0 0,0-1-1 0 0,-1 1 1 0 0,1 0-1 0 0,0 0 1 0 0,0 0-1 0 0,0 0 1 0 0,-1 0-1 0 0,1 0 1 0 0,0-1-1 0 0,0 1 1 0 0,0 0-1 0 0,-1 0 1 0 0,1 0-1 0 0,0-1 1 0 0,0 1-1 0 0,0 0 1 0 0,0 0-1 0 0,0 0 1 0 0,0-1-1 0 0,0 1 1 0 0,-1 0-1 0 0,1 0 1 0 0,0-1-1 0 0,0 1 1 0 0,0-1-1 0 0,11-6 772 0 0,20-4-362 0 0,71-12 76 0 0,0 5 0 0 0,132-6 0 0 0,-137 16-282 0 0,164-11 246 0 0,302 19 1 0 0,-75 3-782 0 0,-462-3-191 0 0,-15 1-2957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6:22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3 3681 0 0,'-36'-3'14674'0'0,"41"8"-13849"0"0,188 210 2693 0 0,115 116-3275 0 0,-254-279-315 0 0,2 4-256 0 0,3-2 1 0 0,100 69-1 0 0,-136-108-746 0 0,1-4-286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6:22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636 28 5985 0 0,'-1'-2'221'0'0,"0"1"-1"0"0,0-1 1 0 0,0 0-1 0 0,0 0 1 0 0,0 1-1 0 0,-1-1 1 0 0,1 1-1 0 0,-1-1 1 0 0,1 1-1 0 0,-1 0 1 0 0,1 0-1 0 0,-1-1 1 0 0,0 1-1 0 0,0 0 1 0 0,1 0-1 0 0,-1 1 1 0 0,0-1-1 0 0,0 0 1 0 0,0 1-1 0 0,0-1 1 0 0,0 1-1 0 0,0-1 1 0 0,0 1-1 0 0,0 0 1 0 0,0 0-1 0 0,0 0 1 0 0,0 0-1 0 0,0 0 1 0 0,0 0-1 0 0,0 1 1 0 0,0-1-1 0 0,0 1 0 0 0,0 0 1 0 0,0-1-1 0 0,0 1 1 0 0,0 0-1 0 0,-2 1 1 0 0,-6 3 63 0 0,0 1-1 0 0,0 0 1 0 0,1 1 0 0 0,0-1-1 0 0,-11 12 1 0 0,-41 42 580 0 0,-83 103 0 0 0,-38 81 1660 0 0,180-241-2463 0 0,-29 40 150 0 0,-36 52-615 0 0,55-73-202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6:22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81 5985 0 0,'-17'3'500'0'0,"-26"4"246"0"0,19-8 2745 0 0,75-14 323 0 0,363-44 1046 0 0,-359 53-4312 0 0,115-4 258 0 0,254 18 0 0 0,-41 3-4545 0 0,-339-13-758 0 0,-4-1-1253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6:23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 10594 0 0,'-1'0'124'0'0,"1"0"0"0"0,-1 0 0 0 0,1 0 0 0 0,-1 0 0 0 0,0 0 0 0 0,1 0 1 0 0,-1 0-1 0 0,0 0 0 0 0,1 0 0 0 0,-1 0 0 0 0,1 0 0 0 0,-1 0 0 0 0,0 0 0 0 0,1 1 0 0 0,-1-1 0 0 0,1 0 0 0 0,-1 0 0 0 0,0 1 0 0 0,1-1 0 0 0,-1 0 0 0 0,1 1 0 0 0,-1-1 0 0 0,1 1 0 0 0,-1-1 0 0 0,1 0 0 0 0,0 1 0 0 0,-1-1 0 0 0,1 1 0 0 0,-1-1 0 0 0,1 1 0 0 0,0 0 0 0 0,0-1 0 0 0,-1 1 0 0 0,1 0 1 0 0,6 24 3143 0 0,-6-23-3376 0 0,46 134 2119 0 0,51 264 0 0 0,-16 151-1273 0 0,-52-336-324 0 0,7 140 364 0 0,-1-10-868 0 0,-30-316-940 0 0,1-2-4609 0 0,0-3-1792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6:24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126 123 1376 0 0,'-9'0'1007'0'0,"0"0"0"0"0,-1 0 0 0 0,1-1 0 0 0,0-1 0 0 0,0 0 0 0 0,-1 0 0 0 0,2 0 0 0 0,-1-1 0 0 0,0-1 0 0 0,0 1 0 0 0,-13-9 0 0 0,22 12-917 0 0,0 0 0 0 0,0-1 0 0 0,-1 1 0 0 0,1 0 0 0 0,0 0 0 0 0,0 0 0 0 0,0 0 0 0 0,-1-1 0 0 0,1 1 0 0 0,0 0 0 0 0,0 0 0 0 0,0-1 0 0 0,0 1 0 0 0,-1 0 0 0 0,1 0 0 0 0,0-1 0 0 0,0 1 0 0 0,0 0 0 0 0,0 0 0 0 0,0-1 0 0 0,0 1 0 0 0,0 0 0 0 0,0-1 0 0 0,0 1 0 0 0,0 0 0 0 0,0 0 0 0 0,0-1 0 0 0,0 1 0 0 0,0 0 0 0 0,0-1 0 0 0,0 1 0 0 0,0 0 0 0 0,0 0 0 0 0,0-1 0 0 0,0 1 0 0 0,0 0 0 0 0,1 0 0 0 0,-1-1 0 0 0,12-7 1737 0 0,17-1-53 0 0,152-12-425 0 0,-27 4-536 0 0,-111 10-1260 0 0,13-2-3539 0 0,79-2 0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6:24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18 5065 0 0,'-8'-17'15885'0'0,"17"97"-15100"0"0,3 0 1 0 0,42 142-1 0 0,-45-194-738 0 0,32 83 250 0 0,-29-94-142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6:25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66 5065 0 0,'-3'0'6273'0'0,"31"-11"-5010"0"0,0 2-1 0 0,0 1 1 0 0,50-7-1 0 0,95-1-440 0 0,2 10-236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6:26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10138 0 0,'3'-33'3291'0'0,"-3"31"-3062"0"0,1 0 0 0 0,-1 0 0 0 0,0 0 0 0 0,1 0 0 0 0,0 0-1 0 0,-1 0 1 0 0,1 0 0 0 0,0 0 0 0 0,0 1 0 0 0,0-1 0 0 0,0 0 0 0 0,0 1 0 0 0,0-1-1 0 0,3-2 1 0 0,-4 4-194 0 0,0 0 0 0 0,1 0-1 0 0,-1 0 1 0 0,0 0 0 0 0,1 0 0 0 0,-1 0-1 0 0,1 0 1 0 0,-1 0 0 0 0,0 0-1 0 0,1 0 1 0 0,-1 1 0 0 0,0-1 0 0 0,1 0-1 0 0,-1 0 1 0 0,0 0 0 0 0,1 0-1 0 0,-1 1 1 0 0,0-1 0 0 0,0 0 0 0 0,1 0-1 0 0,-1 0 1 0 0,0 1 0 0 0,0-1-1 0 0,1 0 1 0 0,-1 1 0 0 0,0-1 0 0 0,0 0-1 0 0,0 0 1 0 0,1 1 0 0 0,-1-1 0 0 0,0 0-1 0 0,0 1 1 0 0,0-1 0 0 0,0 0-1 0 0,0 1 1 0 0,0-1 0 0 0,0 1 0 0 0,0-1-1 0 0,0 0 1 0 0,0 1 0 0 0,4 18 464 0 0,-4-17-399 0 0,8 63 589 0 0,0 124-1 0 0,-22 65 935 0 0,8-168-1463 0 0,5-33-864 0 0,8 81 1 0 0,-5-111 535 0 0,-2-10-2480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6:26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3681 0 0,'2'-6'-75'0'0,"20"-45"2308"0"0,-19 45-1419 0 0,0 0 0 0 0,1 1 0 0 0,-1 0 1 0 0,1 0-1 0 0,0 0 0 0 0,7-7 0 0 0,-10 12-666 0 0,-1 0 0 0 0,1-1-1 0 0,0 1 1 0 0,0 0-1 0 0,-1-1 1 0 0,1 1 0 0 0,0 0-1 0 0,0 0 1 0 0,0 0-1 0 0,-1 0 1 0 0,1 0 0 0 0,0 0-1 0 0,0 0 1 0 0,0 0-1 0 0,-1 0 1 0 0,1 0 0 0 0,0 0-1 0 0,0 1 1 0 0,-1-1-1 0 0,1 0 1 0 0,0 1-1 0 0,0-1 1 0 0,-1 0 0 0 0,1 1-1 0 0,0-1 1 0 0,-1 1-1 0 0,1-1 1 0 0,0 1 0 0 0,-1-1-1 0 0,1 1 1 0 0,-1 0-1 0 0,1-1 1 0 0,-1 1 0 0 0,1 1-1 0 0,21 28 1538 0 0,-18-25-1295 0 0,89 154 2642 0 0,-59-96-2841 0 0,54 75 0 0 0,-60-103-477 0 0,19 28-693 0 0,-22-17-3579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6:27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6913 0 0,'67'-29'5143'0'0,"15"-2"-3725"0"0,-31 12-1441 0 0,-31 12 103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36:27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41 3681 0 0,'0'-1'182'0'0,"1"0"1"0"0,0 0-1 0 0,-1 0 1 0 0,1 1-1 0 0,-1-1 1 0 0,1 0-1 0 0,-1 0 1 0 0,0 0-1 0 0,1 0 1 0 0,-1 0-1 0 0,0 0 1 0 0,0 0-1 0 0,1 0 1 0 0,-1 0-1 0 0,0 0 1 0 0,0-1-1 0 0,0 1 1 0 0,0 0-1 0 0,-1 0 1 0 0,1 0-1 0 0,0 0 1 0 0,0 0-1 0 0,-1 0 1 0 0,1 0-1 0 0,0 0 1 0 0,-1 0-1 0 0,1 0 1 0 0,-1 0-1 0 0,1 1 1 0 0,-1-1-1 0 0,0 0 0 0 0,1 0 1 0 0,-1 0-1 0 0,0 1 1 0 0,1-1-1 0 0,-1 0 1 0 0,0 1-1 0 0,0-1 1 0 0,0 0-1 0 0,0 1 1 0 0,0-1-1 0 0,0 1 1 0 0,0 0-1 0 0,0-1 1 0 0,0 1-1 0 0,0 0 1 0 0,0-1-1 0 0,0 1 1 0 0,0 0-1 0 0,0 0 1 0 0,0 0-1 0 0,0 0 1 0 0,0 0-1 0 0,0 0 1 0 0,0 0-1 0 0,0 0 1 0 0,0 1-1 0 0,0-1 1 0 0,0 0-1 0 0,0 1 1 0 0,-1-1-1 0 0,-6 6 174 0 0,1 0 0 0 0,0 1 0 0 0,0 0 1 0 0,1 0-1 0 0,0 0 0 0 0,0 1 0 0 0,0-1 0 0 0,1 2 0 0 0,1-1 0 0 0,-8 16 0 0 0,-2 11 235 0 0,-14 46 0 0 0,25-70-561 0 0,0 0 1 0 0,1 0 0 0 0,0 0-1 0 0,0 0 1 0 0,2 0 0 0 0,-1 0-1 0 0,1 1 1 0 0,1-1 0 0 0,0 0-1 0 0,4 20 1 0 0,-3-26 12 0 0,-1 0 1 0 0,1 0-1 0 0,1 0 0 0 0,-1 0 1 0 0,1 0-1 0 0,-1 0 1 0 0,1-1-1 0 0,1 1 0 0 0,-1-1 1 0 0,1 0-1 0 0,0 0 1 0 0,-1 0-1 0 0,2 0 1 0 0,-1-1-1 0 0,0 0 0 0 0,1 1 1 0 0,0-2-1 0 0,-1 1 1 0 0,1 0-1 0 0,0-1 0 0 0,0 0 1 0 0,1 0-1 0 0,9 1 1 0 0,-4-1 53 0 0,1-1 1 0 0,-1 0 0 0 0,1-1 0 0 0,0 0-1 0 0,-1-1 1 0 0,1 0 0 0 0,-1-1 0 0 0,1 0 0 0 0,-1-1-1 0 0,0 0 1 0 0,0-1 0 0 0,0 0 0 0 0,0-1-1 0 0,-1 0 1 0 0,12-8 0 0 0,17-12-27 0 0,-1-2-1 0 0,48-43 1 0 0,-81 65-66 0 0,6-5-139 0 0,-35 23-6109 0 0,19-10 5704 0 0,-15 9-1700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2:4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0,'22'27'1080'0'0,"-10"-10"-1040"0"0,-2 1-1 0 0,0 1 0 0 0,-1 0 0 0 0,-1 0 1 0 0,0 1-1 0 0,-2 0 0 0 0,6 30 1 0 0,16 152 362 0 0,-24-161-382 0 0,1 12-178 0 0,5 46 247 0 0,2-35-3544 0 0,-6-40-167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2:49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1 154 2761 0 0,'0'-2'1130'0'0,"7"1"-153"0"0,24 2 622 0 0,40 4 945 0 0,483 6 836 0 0,-496-12-3378 0 0,1086-50 781 0 0,52 0-623 0 0,-96 14-183 0 0,-543 13 913 0 0,-199 21-20 0 0,-124 3-1231 0 0,61 12 840 0 0,-63-1-679 0 0,114 3-387 0 0,-341-14 23 0 0,0-1 0 0 0,1 1-1 0 0,-1-1 1 0 0,0 0-1 0 0,0 0 1 0 0,-1-1-1 0 0,1 1 1 0 0,7-4 0 0 0,-4 0-2984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2:50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5896 9 10594 0 0,'-5'-8'1075'0'0,"13"17"-1607"0"0,-8-9 440 0 0,2 9 244 0 0,0-1 0 0 0,0 1 0 0 0,1-1 0 0 0,1 0-1 0 0,-1 0 1 0 0,7 10 0 0 0,3 9 179 0 0,-1 10-147 0 0,-1 1 0 0 0,-1 1 0 0 0,-3 0 0 0 0,5 66 0 0 0,-9-68-30 0 0,1 0 0 0 0,2 0 0 0 0,2-1 0 0 0,1 0 0 0 0,20 51 0 0 0,-28-84-154 0 0,23 41 20 0 0,-23-43-18 0 0,-1 0 0 0 0,1 1-1 0 0,0-1 1 0 0,0 0 0 0 0,0 1 0 0 0,0-1 0 0 0,0 0 0 0 0,0 0 0 0 0,0 0 0 0 0,0 0 0 0 0,1 0 0 0 0,-1 0 0 0 0,0 0 0 0 0,0-1 0 0 0,1 1 0 0 0,-1 0 0 0 0,1-1 0 0 0,-1 1 0 0 0,1-1-1 0 0,-1 1 1 0 0,1-1 0 0 0,-1 0 0 0 0,1 1 0 0 0,-1-1 0 0 0,1 0 0 0 0,2 0 0 0 0,-4-1 29 0 0,0 0-1 0 0,1 1 1 0 0,-1-1-1 0 0,0 1 1 0 0,0-1-1 0 0,0 0 1 0 0,0 1 0 0 0,0-1-1 0 0,0 0 1 0 0,0 1-1 0 0,0-1 1 0 0,0 1-1 0 0,0-1 1 0 0,-1 0 0 0 0,1 1-1 0 0,0-1 1 0 0,0 1-1 0 0,-1-1 1 0 0,1 0-1 0 0,0 1 1 0 0,-1-1 0 0 0,1 1-1 0 0,0-1 1 0 0,-1 1-1 0 0,1-1 1 0 0,-1 1-1 0 0,0-1 1 0 0,-12-17 741 0 0,8 15-700 0 0,0-1-1 0 0,1 1 0 0 0,-1-1 0 0 0,-1 1 0 0 0,1 1 1 0 0,0-1-1 0 0,-1 1 0 0 0,1 0 0 0 0,-1 0 1 0 0,0 1-1 0 0,1-1 0 0 0,-1 1 0 0 0,-8 0 0 0 0,-12-1-51 0 0,-45 3-1 0 0,41 1 0 0 0,-324 7-55 0 0,-598 11 99 0 0,398 10-149 0 0,1 30 520 0 0,-192 16-613 0 0,-114-7-555 0 0,460-64 804 0 0,-41 3-76 0 0,-24 17 158 0 0,391-25 296 0 0,1 3 0 0 0,0 4 0 0 0,-89 19 0 0 0,120-16-359 0 0,0 2 1 0 0,-51 24-1 0 0,83-32-349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2:57.9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62 35 1840 0 0,'-11'-19'2256'0'0,"0"3"1498"0"0,11 17-3660 0 0,-1-1 0 0 0,0 0 1 0 0,0 0-1 0 0,0 1 0 0 0,1-1 0 0 0,-1 1 1 0 0,0-1-1 0 0,0 0 0 0 0,1 1 0 0 0,-1-1 1 0 0,0 1-1 0 0,1 0 0 0 0,-1-1 0 0 0,0 1 0 0 0,1 0 1 0 0,-1-1-1 0 0,1 1 0 0 0,-1 0 0 0 0,1 0 1 0 0,-1-1-1 0 0,1 1 0 0 0,0 0 0 0 0,-1 0 1 0 0,1 0-1 0 0,0-1 0 0 0,0 2 0 0 0,-4 10 130 0 0,0-1 1 0 0,1 0-1 0 0,1 1 0 0 0,0 0 0 0 0,0-1 0 0 0,2 1 0 0 0,-1 0 0 0 0,3 19 1 0 0,-3 26-236 0 0,-6 64-2736 0 0,7-112-834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2:58.5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60 110 3209 0 0,'-32'-3'400'0'0,"31"3"-311"0"0,-1 0 1 0 0,1 0 0 0 0,0 0-1 0 0,0 0 1 0 0,0 0-1 0 0,-1 0 1 0 0,1 0 0 0 0,0 0-1 0 0,0 0 1 0 0,0 1 0 0 0,0-1-1 0 0,0 0 1 0 0,-1 1-1 0 0,1-1 1 0 0,0 1 0 0 0,0 0-1 0 0,0-1 1 0 0,0 1 0 0 0,0 0-1 0 0,1-1 1 0 0,-1 1-1 0 0,0 0 1 0 0,0 0 0 0 0,0 1-1 0 0,1-1-29 0 0,0-1 1 0 0,0 1-1 0 0,1-1 0 0 0,-1 1 0 0 0,1 0 0 0 0,-1-1 0 0 0,1 1 0 0 0,-1-1 1 0 0,1 1-1 0 0,-1-1 0 0 0,1 1 0 0 0,-1-1 0 0 0,1 1 0 0 0,-1-1 1 0 0,1 0-1 0 0,0 1 0 0 0,-1-1 0 0 0,1 0 0 0 0,0 1 0 0 0,-1-1 0 0 0,1 0 1 0 0,0 0-1 0 0,-1 0 0 0 0,1 0 0 0 0,0 0 0 0 0,0 0 0 0 0,0 0 0 0 0,22 5 566 0 0,-23-5-623 0 0,33 2 663 0 0,0-1-1 0 0,41-5 1 0 0,-17 1-392 0 0,314-30 456 0 0,-327 28-707 0 0,15-5-43 0 0,68-20-1 0 0,-85 18 10 0 0,1 2 0 0 0,0 2 0 0 0,83-5 0 0 0,-76 18 87 0 0,-43-3-83 0 0,1-1 1 0 0,-1 0-1 0 0,1 0 1 0 0,0-1 0 0 0,0 0-1 0 0,-1 0 1 0 0,14-3-1 0 0,-3-3 704 0 0,12-3 2588 0 0,-29 10-3255 0 0,0-1 0 0 0,0 1-1 0 0,0 0 1 0 0,0 0-1 0 0,0-1 1 0 0,0 1 0 0 0,0 0-1 0 0,0 0 1 0 0,0 0 0 0 0,0 0-1 0 0,0 0 1 0 0,-1 1 0 0 0,1-1-1 0 0,0 0 1 0 0,-1 0 0 0 0,1 0-1 0 0,0 2 1 0 0,10 25 227 0 0,-10-26-224 0 0,5 19 29 0 0,-1-1 0 0 0,-1 1-1 0 0,-1-1 1 0 0,-1 1-1 0 0,0 32 1 0 0,3 31-1033 0 0,-2-65-408 0 0,1-3-3698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2:59.1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33 2304 0 0,'-2'-15'2036'0'0,"1"-1"4216"0"0,2 16-6161 0 0,-1 0 0 0 0,0 0 0 0 0,1-1 0 0 0,-1 1 0 0 0,1 0-1 0 0,-1 0 1 0 0,1 0 0 0 0,-1 0 0 0 0,1 0 0 0 0,-1-1 0 0 0,1 1 0 0 0,-1 0 0 0 0,0 0 0 0 0,1 0 0 0 0,-1 0-1 0 0,1 1 1 0 0,-1-1 0 0 0,1 0 0 0 0,-1 0 0 0 0,1 0 0 0 0,-1 0 0 0 0,1 0 0 0 0,-1 1 0 0 0,0-1-1 0 0,1 0 1 0 0,-1 0 0 0 0,1 1 0 0 0,-1-1 0 0 0,0 0 0 0 0,1 0 0 0 0,-1 1 0 0 0,0-1 0 0 0,1 0 0 0 0,-1 1-1 0 0,1 0 1 0 0,-1-1 79 0 0,15 16 123 0 0,-10-8-201 0 0,0 0 0 0 0,0 1 0 0 0,-1-1 0 0 0,0 1 0 0 0,0 0 0 0 0,-1 0 0 0 0,-1 0 0 0 0,1 0 0 0 0,1 13 0 0 0,-3-12-251 0 0,1 0 1 0 0,0-1 0 0 0,1 0-1 0 0,0 0 1 0 0,1 1 0 0 0,0-2-1 0 0,0 1 1 0 0,7 10 0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2:59.8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91 113 5705 0 0,'-8'2'271'0'0,"-35"7"607"0"0,41-9-766 0 0,0 0 0 0 0,0 0 0 0 0,0 0 0 0 0,0 0 0 0 0,0 0-1 0 0,0 0 1 0 0,0 0 0 0 0,0-1 0 0 0,0 1 0 0 0,0-1-1 0 0,0 1 1 0 0,0-1 0 0 0,1 0 0 0 0,-1 0 0 0 0,0 1 0 0 0,0-2-1 0 0,-2 0 1 0 0,4 1-97 0 0,0 1-1 0 0,-1 0 1 0 0,1 0 0 0 0,0 0-1 0 0,0-1 1 0 0,0 1-1 0 0,-1 0 1 0 0,1 0 0 0 0,0-1-1 0 0,0 1 1 0 0,0 0-1 0 0,0-1 1 0 0,0 1 0 0 0,-1 0-1 0 0,1 0 1 0 0,0-1-1 0 0,0 1 1 0 0,0 0 0 0 0,0-1-1 0 0,0 1 1 0 0,0 0-1 0 0,0-1 1 0 0,0 1 0 0 0,0 0-1 0 0,0-1 1 0 0,0 1-1 0 0,0 0 1 0 0,0 0 0 0 0,1-1-1 0 0,-1 1 1 0 0,0 0-1 0 0,0-1 1 0 0,0 1 0 0 0,0 0-1 0 0,0 0 1 0 0,1-1-1 0 0,-1 1 1 0 0,0 0 0 0 0,0-1-1 0 0,16-7 382 0 0,18-1 55 0 0,31 1 240 0 0,122-1 0 0 0,-109 8-761 0 0,160-19-451 0 0,-76 5-27 0 0,-17-1 910 0 0,29-1 169 0 0,-162 17-616 0 0,-1 1 0 0 0,1 0 0 0 0,12 3 0 0 0,27 2-352 0 0,-51-6 348 0 0,1 0-1 0 0,0 0 1 0 0,-1 0 0 0 0,1 0 0 0 0,-1 0-1 0 0,1 0 1 0 0,-1 0 0 0 0,1 0 0 0 0,-1 1-1 0 0,1-1 1 0 0,0 0 0 0 0,-1 0 0 0 0,1 1-1 0 0,-1-1 1 0 0,0 0 0 0 0,1 1 0 0 0,-1-1-1 0 0,1 0 1 0 0,-1 1 0 0 0,1-1 0 0 0,-1 1-1 0 0,0-1 1 0 0,1 1 0 0 0,-1-1 0 0 0,0 0-1 0 0,0 1 1 0 0,1-1 0 0 0,-1 1-1 0 0,0 0 1 0 0,0-1 0 0 0,0 1 0 0 0,1-1-1 0 0,-1 1 1 0 0,0-1 0 0 0,0 1 0 0 0,0-1-1 0 0,0 1 1 0 0,0 0 0 0 0,0-1 0 0 0,0 1-1 0 0,-1 0 1 0 0,1-1-8 0 0,-12-7-2764 0 0,11 7 2862 0 0,1-1 0 0 0,-1 0 0 0 0,0 1 0 0 0,1-1-1 0 0,-1 0 1 0 0,0 1 0 0 0,1-1 0 0 0,-1 1 0 0 0,0 0 0 0 0,0-1 0 0 0,0 1-1 0 0,0 0 1 0 0,0-1 0 0 0,1 1 0 0 0,-1 0 0 0 0,0 0 0 0 0,0-1-1 0 0,0 1 1 0 0,0 0 0 0 0,0 0 0 0 0,-1 1 0 0 0,-4-1-1 0 0,0 1 0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00.3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56 7 1584 0 0,'0'0'-11'0'0,"0"-1"0"0"0,-1 1-1 0 0,1 0 1 0 0,0-1 0 0 0,0 1-1 0 0,0 0 1 0 0,0-1 0 0 0,-1 1-1 0 0,1 0 1 0 0,0-1 0 0 0,0 1-1 0 0,-1 0 1 0 0,1-1 0 0 0,0 1-1 0 0,-1 0 1 0 0,1 0 0 0 0,0-1 0 0 0,0 1-1 0 0,-1 0 1 0 0,1 0 0 0 0,-1 0-1 0 0,1 0 1 0 0,0-1 0 0 0,-1 1-1 0 0,1 0 1 0 0,0 0 0 0 0,-1 0-1 0 0,1 0 1 0 0,-1 0 0 0 0,1 0-1 0 0,0 0 1 0 0,-1 0 0 0 0,1 0-1 0 0,-1 0 1 0 0,1 0 0 0 0,0 0-1 0 0,-1 0 1 0 0,1 1 0 0 0,0-1-1 0 0,-1 0 1 0 0,1 0 0 0 0,0 0-1 0 0,-1 0 1 0 0,1 1 0 0 0,0-1-1 0 0,-15 7 6440 0 0,-11-10 1196 0 0,33 34-6966 0 0,0 0-1 0 0,3 53 0 0 0,-5-30-938 0 0,-2-10-2430 0 0,-4-25-2462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18.9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815 1 456 0 0,'-8'7'4642'0'0,"8"-7"-4457"0"0,0 1 1 0 0,0-1 0 0 0,0 1-1 0 0,0-1 1 0 0,0 0 0 0 0,0 1-1 0 0,0 0 1 0 0,-7 31 2121 0 0,0 33-1203 0 0,6-52-931 0 0,0 0 0 0 0,1 0-1 0 0,1 0 1 0 0,0-1 0 0 0,0 1 0 0 0,1 0 0 0 0,1 0-1 0 0,6 18 1 0 0,-8-29-136 0 0,1 0-1 0 0,-1 0 0 0 0,1 0 1 0 0,-1-1-1 0 0,1 1 1 0 0,-1 0-1 0 0,1-1 1 0 0,0 1-1 0 0,0-1 0 0 0,0 0 1 0 0,0 0-1 0 0,0 0 1 0 0,0 0-1 0 0,2 1 1 0 0,18 12 1521 0 0,-21-13-1489 0 0,-7-1 1251 0 0,-17 3-756 0 0,23-2-545 0 0,0 0 0 0 0,0 1 0 0 0,0-1 0 0 0,-1 1 0 0 0,1-1 0 0 0,-1 0 0 0 0,1 1 0 0 0,-1-1 0 0 0,1 0 0 0 0,-1 1 0 0 0,0-1 0 0 0,0 0 0 0 0,1 0 0 0 0,-1 0 0 0 0,0 0 0 0 0,0 0 0 0 0,0 0 0 0 0,0 0 0 0 0,0 0-1 0 0,-1 0 1 0 0,1 0 0 0 0,0 0 0 0 0,0-1 0 0 0,-1 1 0 0 0,1-1 0 0 0,0 1 0 0 0,-1-1 0 0 0,1 1 0 0 0,0-1 0 0 0,-1 0 0 0 0,-2 1 0 0 0,-6 0-71 0 0,0 1 1 0 0,-1-2-1 0 0,-15 0 1 0 0,4 0-122 0 0,9 2 200 0 0,0 1 0 0 0,0 0-1 0 0,0 1 1 0 0,1 0 0 0 0,-1 1-1 0 0,1 0 1 0 0,-17 11 0 0 0,19-10 6 0 0,1-1 1 0 0,-1 0 0 0 0,0 0-1 0 0,-1-1 1 0 0,1 0-1 0 0,-1-1 1 0 0,1 0-1 0 0,-1-1 1 0 0,0 0-1 0 0,0-1 1 0 0,-20 0 0 0 0,-23-12 311 0 0,44 8-246 0 0,0 0 0 0 0,-1 1 0 0 0,0 0 0 0 0,-15-1 0 0 0,-15 6-155 0 0,0 2 0 0 0,1 1 0 0 0,0 2 0 0 0,-74 25 1 0 0,83-24 14 0 0,29-8-390 0 0,-1 0 1 0 0,0-1 0 0 0,1 1 0 0 0,-1-1 0 0 0,0 0 0 0 0,0 0-1 0 0,1 0 1 0 0,-5 0 0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20.8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160 257 4185 0 0,'-18'3'-58'0'0,"5"-2"-78"0"0,13-2 131 0 0,0 0 0 0 0,0 0 0 0 0,0 0 1 0 0,-1 0-1 0 0,1 0 0 0 0,0 0 1 0 0,0 0-1 0 0,0 0 0 0 0,0 0 0 0 0,0 0 1 0 0,1 1-1 0 0,-1-1 0 0 0,0 0 0 0 0,0 0 1 0 0,1 0-1 0 0,-1 0 0 0 0,0 0 1 0 0,2-1-1 0 0,1-8 210 0 0,0-1 0 0 0,0 0 0 0 0,-1 0 0 0 0,0 0-1 0 0,-1 0 1 0 0,0 0 0 0 0,0 0 0 0 0,-3-18 0 0 0,2 29-168 0 0,0 0 0 0 0,0-1 0 0 0,0 1 0 0 0,0 0 0 0 0,0 0-1 0 0,0 0 1 0 0,0-1 0 0 0,0 1 0 0 0,0 0 0 0 0,-1 0 0 0 0,1 0 0 0 0,0-1 0 0 0,0 1-1 0 0,0 0 1 0 0,0 0 0 0 0,0 0 0 0 0,0 0 0 0 0,-1 0 0 0 0,1-1 0 0 0,0 1-1 0 0,0 0 1 0 0,0 0 0 0 0,0 0 0 0 0,-1 0 0 0 0,1 0 0 0 0,0 0 0 0 0,0 0 0 0 0,0 0-1 0 0,-1-1 1 0 0,1 1 0 0 0,0 0 0 0 0,0 0 0 0 0,0 0 0 0 0,-1 0 0 0 0,1 0-1 0 0,0 0 1 0 0,0 0 0 0 0,-1 0 0 0 0,1 0 0 0 0,0 1 0 0 0,0-1 0 0 0,-1 0 0 0 0,-10 8 1006 0 0,-7 12 281 0 0,-91 150-944 0 0,115-173-630 0 0,-1 0 0 0 0,1-1 0 0 0,-1 0 0 0 0,0 0 0 0 0,7-6 0 0 0,183-224-254 0 0,-182 225 559 0 0,-15 22 108 0 0,-18 36 251 0 0,16-40-315 0 0,-30 63 484 0 0,19-42-286 0 0,-16 42-1 0 0,31-72-295 0 0,0 0-1 0 0,-1 1 1 0 0,1-1 0 0 0,0 0-1 0 0,0 0 1 0 0,0 1 0 0 0,0-1 0 0 0,-1 0-1 0 0,1 0 1 0 0,0 1 0 0 0,0-1-1 0 0,0 0 1 0 0,0 1 0 0 0,0-1 0 0 0,0 0-1 0 0,0 0 1 0 0,0 1 0 0 0,0-1 0 0 0,0 0-1 0 0,0 1 1 0 0,0-1 0 0 0,0 0-1 0 0,0 1 1 0 0,0-1 0 0 0,0 0 0 0 0,0 1-1 0 0,0-1 1 0 0,0 0 0 0 0,0 0 0 0 0,0 1-1 0 0,0-1 1 0 0,1 0 0 0 0,-1 1-1 0 0,0-1 1 0 0,0 0 0 0 0,0 0 0 0 0,1 1-1 0 0,-1-1 1 0 0,0 0 0 0 0,0 0 0 0 0,1 1-1 0 0,12-9-134 0 0,13-18-341 0 0,75-100 517 0 0,17-19 116 0 0,-116 145-158 0 0,-4 7 0 0 0,-10 21 0 0 0,-20 37 0 0 0,-22 19 402 0 0,32-52-97 0 0,-22 42 0 0 0,44-74-313 0 0,0 0 1 0 0,0 0-1 0 0,0 0 0 0 0,1-1 0 0 0,-1 1 0 0 0,0 0 1 0 0,0 0-1 0 0,0 0 0 0 0,0 0 0 0 0,0 0 0 0 0,0 0 1 0 0,0 0-1 0 0,0 0 0 0 0,0 0 0 0 0,0 0 0 0 0,0 0 0 0 0,0 0 1 0 0,1 0-1 0 0,-1 1 0 0 0,0-1 0 0 0,0 0 0 0 0,0 0 1 0 0,0 0-1 0 0,0 0 0 0 0,0 0 0 0 0,0 0 0 0 0,0 0 1 0 0,0 0-1 0 0,0 0 0 0 0,0 0 0 0 0,0 0 0 0 0,0 0 1 0 0,0 0-1 0 0,1 0 0 0 0,-1 0 0 0 0,0 0 0 0 0,0 1 0 0 0,13-14-521 0 0,15-18-545 0 0,95-113 250 0 0,-129 152 989 0 0,0 1-1 0 0,0-1 1 0 0,1 1 0 0 0,-6 14 0 0 0,-8 12 187 0 0,-46 59 192 0 0,-7 11-512 0 0,72-105-31 0 0,-1 0 0 0 0,1 1 0 0 0,0-1-1 0 0,-1 0 1 0 0,1 1 0 0 0,0-1 0 0 0,-1 0 0 0 0,1 1 0 0 0,0-1 0 0 0,-1 0-1 0 0,1 1 1 0 0,0-1 0 0 0,0 1 0 0 0,0-1 0 0 0,-1 1 0 0 0,1-1 0 0 0,0 0-1 0 0,0 1 1 0 0,0-1 0 0 0,0 1 0 0 0,0-1 0 0 0,0 1 0 0 0,0-1 0 0 0,0 1-1 0 0,0-1 1 0 0,0 1 0 0 0,0-1 0 0 0,0 1 0 0 0,0-1 0 0 0,0 0 0 0 0,1 2-1 0 0,13-12-169 0 0,20-22-457 0 0,-15 12 355 0 0,39-42-352 0 0,119-98-1 0 0,-187 169 811 0 0,1 2 0 0 0,0-1 0 0 0,1 1 0 0 0,-13 21-1 0 0,11-16-58 0 0,-89 138 856 0 0,99-154-969 0 0,-1 1 0 0 0,1-1 0 0 0,-1 1-1 0 0,1-1 1 0 0,0 1 0 0 0,-1-1 0 0 0,1 0 0 0 0,0 1 0 0 0,-1-1 0 0 0,1 1-1 0 0,0 0 1 0 0,0-1 0 0 0,-1 1 0 0 0,1-1 0 0 0,0 1 0 0 0,0-1 0 0 0,0 1 0 0 0,0 0-1 0 0,0-1 1 0 0,0 1 0 0 0,0-1 0 0 0,0 1 0 0 0,0-1 0 0 0,0 1 0 0 0,0 0-1 0 0,0-1 1 0 0,1 2 0 0 0,13-9 50 0 0,19-21-273 0 0,4-7-250 0 0,0 2-1 0 0,55-36 1 0 0,-48 37-207 0 0,64-59-1 0 0,-130 117 778 0 0,0 1-1 0 0,-23 39 0 0 0,8-10 428 0 0,23-37-304 0 0,0 1 231 0 0,0-1 0 0 0,1 2 0 0 0,-14 31 0 0 0,27-52-464 0 0,0 0 1 0 0,0 0 0 0 0,0 0-1 0 0,0 0 1 0 0,0 1 0 0 0,0-1 0 0 0,0 0-1 0 0,0 0 1 0 0,0 0 0 0 0,0 0-1 0 0,0 0 1 0 0,0 0 0 0 0,0 0-1 0 0,0 0 1 0 0,0 0 0 0 0,0 0-1 0 0,0 1 1 0 0,0-1 0 0 0,0 0-1 0 0,0 0 1 0 0,0 0 0 0 0,0 0-1 0 0,0 0 1 0 0,0 0 0 0 0,0 0-1 0 0,0 0 1 0 0,0 0 0 0 0,0 0-1 0 0,0 1 1 0 0,0-1 0 0 0,0 0-1 0 0,0 0 1 0 0,0 0 0 0 0,0 0-1 0 0,0 0 1 0 0,0 0 0 0 0,0 0-1 0 0,1 0 1 0 0,-1 0 0 0 0,0 0-1 0 0,0 0 1 0 0,0 0 0 0 0,0 0-1 0 0,0 0 1 0 0,0 0 0 0 0,0 0-1 0 0,0 0 1 0 0,0 0 0 0 0,0 0-1 0 0,1 0 1 0 0,-1 0 0 0 0,0 0-1 0 0,0 0 1 0 0,0 0 0 0 0,0 0 0 0 0,0 0-1 0 0,0 0 1 0 0,0 0 0 0 0,0 0-1 0 0,0 0 1 0 0,0 0 0 0 0,1 0-1 0 0,-1 0 1 0 0,0 0 0 0 0,0 0-1 0 0,0 0 1 0 0,0 0 0 0 0,0 0-1 0 0,11-6 30 0 0,11-8-67 0 0,65-61-449 0 0,92-102 0 0 0,-163 163 578 0 0,-17 21 139 0 0,-19 33 373 0 0,13-28-408 0 0,-68 128 1448 0 0,72-127-1479 0 0,13-19-106 0 0,14-15-157 0 0,46-63-207 0 0,43-44-207 0 0,-113 128 512 0 0,-1 0 0 0 0,1 0-1 0 0,0 0 1 0 0,0 0 0 0 0,0 0-1 0 0,0 0 1 0 0,0 1 0 0 0,0-1-1 0 0,0 0 1 0 0,0 0 0 0 0,0 0-1 0 0,0 0 1 0 0,0 0-1 0 0,0 0 1 0 0,0 0 0 0 0,1 0-1 0 0,-1 1 1 0 0,0-1 0 0 0,0 0-1 0 0,0 0 1 0 0,0 0 0 0 0,0 0-1 0 0,0 0 1 0 0,0 0 0 0 0,0 0-1 0 0,0 0 1 0 0,0 0 0 0 0,0 0-1 0 0,0 0 1 0 0,0 1-1 0 0,0-1 1 0 0,1 0 0 0 0,-1 0-1 0 0,0 0 1 0 0,0 0 0 0 0,0 0-1 0 0,0 0 1 0 0,0 0 0 0 0,0 0-1 0 0,0 0 1 0 0,0 0 0 0 0,0 0-1 0 0,1 0 1 0 0,-1 0-1 0 0,0 0 1 0 0,0 0 0 0 0,0 0-1 0 0,0 0 1 0 0,0 0 0 0 0,0 0-1 0 0,0 0 1 0 0,0 0 0 0 0,0 0-1 0 0,1 0 1 0 0,-1 0 0 0 0,0 0-1 0 0,-4 18 221 0 0,-10 22 248 0 0,1-10 11 0 0,-17 46-54 0 0,30-76-427 0 0,-1 0 1 0 0,1 0-1 0 0,0 0 1 0 0,0 1-1 0 0,0-1 0 0 0,0 0 1 0 0,0 0-1 0 0,0 0 0 0 0,-1 0 1 0 0,1 0-1 0 0,0 1 0 0 0,0-1 1 0 0,0 0-1 0 0,0 0 0 0 0,0 0 1 0 0,0 0-1 0 0,0 1 0 0 0,0-1 1 0 0,0 0-1 0 0,0 0 1 0 0,0 0-1 0 0,0 0 0 0 0,0 1 1 0 0,0-1-1 0 0,0 0 0 0 0,0 0 1 0 0,0 0-1 0 0,0 1 0 0 0,0-1 1 0 0,0 0-1 0 0,0 0 0 0 0,0 0 1 0 0,0 0-1 0 0,0 1 0 0 0,0-1 1 0 0,0 0-1 0 0,0 0 0 0 0,1 0 1 0 0,-1 0-1 0 0,0 0 1 0 0,0 1-1 0 0,0-1 0 0 0,0 0 1 0 0,0 0-1 0 0,0 0 0 0 0,1 0 1 0 0,-1 0-1 0 0,0 0 0 0 0,0 0 1 0 0,0 0-1 0 0,0 1 0 0 0,1-1 1 0 0,-1 0-1 0 0,0 0 0 0 0,0 0 1 0 0,0 0-1 0 0,1 0 1 0 0,-1 0-1 0 0,0 0 0 0 0,0 0 1 0 0,0 0-1 0 0,1 0 0 0 0,13-10-33 0 0,15-19-267 0 0,10-22-100 0 0,-23 30 94 0 0,0 0 0 0 0,35-33-1 0 0,-51 54 310 0 0,0-1 0 0 0,1 1 0 0 0,-1-1 0 0 0,0 1 0 0 0,1-1 0 0 0,-1 1 0 0 0,1 0 0 0 0,-1-1 0 0 0,0 1 0 0 0,1-1-1 0 0,-1 1 1 0 0,1 0 0 0 0,-1 0 0 0 0,1-1 0 0 0,0 1 0 0 0,-1 0 0 0 0,1 0 0 0 0,-1 0 0 0 0,1-1 0 0 0,-1 1 0 0 0,1 0-1 0 0,-1 0 1 0 0,1 0 0 0 0,0 0 0 0 0,-1 0 0 0 0,1 0 0 0 0,0 1 0 0 0,-1 13 189 0 0,-15 28 217 0 0,14-40-378 0 0,-5 13 256 0 0,2-8-237 0 0,1 1-1 0 0,0-1 1 0 0,1 1-1 0 0,-1-1 0 0 0,1 1 1 0 0,-1 12-1 0 0,3-20-48 0 0,1 1 1 0 0,-1-1-1 0 0,1 0 0 0 0,-1 0 0 0 0,1 0 0 0 0,-1 1 0 0 0,1-1 0 0 0,-1 0 0 0 0,1 0 0 0 0,-1 0 0 0 0,1 0 0 0 0,0 0 0 0 0,-1 0 0 0 0,1 0 1 0 0,-1 0-1 0 0,1 0 0 0 0,-1 0 0 0 0,1-1 0 0 0,-1 1 0 0 0,1 0 0 0 0,-1 0 0 0 0,1 0 0 0 0,-1-1 0 0 0,1 1 0 0 0,-1 0 0 0 0,1 0 0 0 0,-1-1 1 0 0,0 1-1 0 0,1 0 0 0 0,-1-1 0 0 0,1 1 0 0 0,-1-1 0 0 0,0 1 0 0 0,1-1 0 0 0,19-13-168 0 0,-4-1 23 0 0,-10 7 53 0 0,1 1 0 0 0,1 1 0 0 0,-1-1 1 0 0,1 1-1 0 0,0 1 0 0 0,0-1 0 0 0,1 1 0 0 0,11-5 0 0 0,-20 10 78 0 0,1 0 0 0 0,-1 0 0 0 0,0 0 0 0 0,0 0 0 0 0,0 0-1 0 0,1 0 1 0 0,-1 0 0 0 0,0 0 0 0 0,0 0 0 0 0,0 0-1 0 0,1 0 1 0 0,-1 0 0 0 0,0 0 0 0 0,0 0 0 0 0,0 0-1 0 0,1 0 1 0 0,-1 0 0 0 0,0 0 0 0 0,0 0 0 0 0,0 1 0 0 0,1-1-1 0 0,-1 0 1 0 0,0 0 0 0 0,0 0 0 0 0,0 0 0 0 0,0 0-1 0 0,0 0 1 0 0,1 1 0 0 0,-1-1 0 0 0,0 0 0 0 0,0 0-1 0 0,0 0 1 0 0,0 0 0 0 0,0 1 0 0 0,0-1 0 0 0,0 0-1 0 0,0 0 1 0 0,0 0 0 0 0,0 1 0 0 0,0-1 0 0 0,0 0 0 0 0,0 15-396 0 0,-10 20-732 0 0,7-28 419 0 0,-3 12-2510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21.7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2304 0 0,'1'0'167'0'0,"0"0"87"0"0,0 0 0 0 0,-1 1 0 0 0,1-1 0 0 0,0 0 0 0 0,-1 1-1 0 0,1-1 1 0 0,0 1 0 0 0,0 0 254 0 0,-1-1-254 0 0,1 1 0 0 0,-1 0 0 0 0,1-1 0 0 0,-1 1-1 0 0,1 0 1 0 0,-1-1 0 0 0,0 1 0 0 0,1 0 0 0 0,-1 0 0 0 0,0-1 0 0 0,1 2 0 0 0,8 30 2576 0 0,1 31-1220 0 0,23 208 633 0 0,-33-270-2385 0 0,4 14 932 0 0,0-9-1741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22.4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53 1376 0 0,'-5'3'2712'0'0,"16"-2"-1364"0"0,34-5-413 0 0,-20 2 197 0 0,9-1 263 0 0,56-15 0 0 0,-57 10-911 0 0,60-6 0 0 0,198 9-331 0 0,-64 3 91 0 0,-197 2-199 0 0,1 0-1 0 0,-1 2 0 0 0,0 2 0 0 0,0 0 0 0 0,0 2 1 0 0,57 20-1 0 0,-72-21 6 0 0,1-1 0 0 0,0-1 0 0 0,0 0 1 0 0,0-1-1 0 0,0 0 0 0 0,0-1 0 0 0,25-3 0 0 0,-14 0 47 0 0,-1-3-1 0 0,1 0 0 0 0,43-15 1 0 0,-63 19-1627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22.9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 3017 0 0,'0'-2'1033'0'0,"4"97"6804"0"0,12 50-4954 0 0,1 21-2266 0 0,-17-164-707 0 0,1 1-68 0 0,-1 0-1 0 0,0 0 0 0 0,0 0 1 0 0,0 0-1 0 0,0 0 1 0 0,0 0-1 0 0,0 0 1 0 0,-1 0-1 0 0,0 0 1 0 0,0 0-1 0 0,1 0 1 0 0,-4 4-1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24.7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219 1 2761 0 0,'-15'27'-613'0'0,"-32"41"0"0"0,4-5 1042 0 0,25-34-193 0 0,4-3 467 0 0,-2 0 1 0 0,-2-2 0 0 0,-30 36 230 0 0,71-84-282 0 0,21-32-594 0 0,-24 31-56 0 0,1 0 0 0 0,33-31 0 0 0,-54 56 6 0 0,0 0 0 0 0,0 0-1 0 0,0 1 1 0 0,0-1-1 0 0,0 0 1 0 0,0 0 0 0 0,0 0-1 0 0,0 0 1 0 0,0 0 0 0 0,0 0-1 0 0,0 0 1 0 0,0 0-1 0 0,0 1 1 0 0,0-1 0 0 0,0 0-1 0 0,0 0 1 0 0,0 0 0 0 0,0 0-1 0 0,0 0 1 0 0,0 0-1 0 0,0 0 1 0 0,0 0 0 0 0,0 0-1 0 0,0 1 1 0 0,0-1 0 0 0,0 0-1 0 0,1 0 1 0 0,-1 0-1 0 0,0 0 1 0 0,0 0 0 0 0,0 0-1 0 0,0 0 1 0 0,0 0 0 0 0,0 0-1 0 0,0 0 1 0 0,0 0-1 0 0,0 0 1 0 0,0 0 0 0 0,1 0-1 0 0,-1 0 1 0 0,0 0-1 0 0,0 0 1 0 0,0 0 0 0 0,0 0-1 0 0,0 0 1 0 0,0 0 0 0 0,0 0-1 0 0,0 0 1 0 0,1 0-1 0 0,-1 0 1 0 0,0 0 0 0 0,0 0-1 0 0,0 0 1 0 0,0 0 0 0 0,0 0-1 0 0,0 0 1 0 0,0 0-1 0 0,0 0 1 0 0,1 0 0 0 0,-1 0-1 0 0,-5 17 369 0 0,-8 19 270 0 0,-16 25 861 0 0,16-35-866 0 0,1-1-1 0 0,-14 49 1 0 0,26-74-628 0 0,-1 0 1 0 0,1 0-1 0 0,0 0 1 0 0,0 0-1 0 0,0 0 0 0 0,0 0 1 0 0,0 0-1 0 0,0 0 0 0 0,0 1 1 0 0,0-1-1 0 0,0 0 1 0 0,0 0-1 0 0,0 0 0 0 0,0 0 1 0 0,0 0-1 0 0,0 0 1 0 0,0 0-1 0 0,0 1 0 0 0,0-1 1 0 0,0 0-1 0 0,0 0 0 0 0,0 0 1 0 0,0 0-1 0 0,0 0 1 0 0,0 0-1 0 0,0 0 0 0 0,0 0 1 0 0,0 1-1 0 0,0-1 1 0 0,0 0-1 0 0,0 0 0 0 0,0 0 1 0 0,0 0-1 0 0,0 0 0 0 0,0 0 1 0 0,1 0-1 0 0,-1 0 1 0 0,0 0-1 0 0,0 1 0 0 0,0-1 1 0 0,0 0-1 0 0,0 0 1 0 0,0 0-1 0 0,0 0 0 0 0,0 0 1 0 0,0 0-1 0 0,1 0 0 0 0,-1 0 1 0 0,0 0-1 0 0,0 0 1 0 0,0 0-1 0 0,0 0 0 0 0,0 0 1 0 0,0 0-1 0 0,0 0 1 0 0,0 0-1 0 0,1 0 0 0 0,-1 0 1 0 0,0 0-1 0 0,0 0 0 0 0,0 0 1 0 0,0 0-1 0 0,0 0 1 0 0,0 0-1 0 0,1 0 0 0 0,9-7 56 0 0,9-11-449 0 0,38-49-1 0 0,88-81-1 0 0,-122 132 317 0 0,-21 20 47 0 0,-11 11 36 0 0,-17 26 120 0 0,-8 10 115 0 0,-36 72-1 0 0,70-122-247 0 0,-1 0 1 0 0,1-1-1 0 0,-1 1 1 0 0,1 0-1 0 0,0 0 1 0 0,-1 0-1 0 0,1 0 0 0 0,0-1 1 0 0,-1 1-1 0 0,1 0 1 0 0,0 0-1 0 0,0 0 1 0 0,0 0-1 0 0,0 0 1 0 0,0 0-1 0 0,0 0 1 0 0,0 0-1 0 0,0 0 1 0 0,1 1-1 0 0,-1-2-5 0 0,1 0 0 0 0,-1 0 0 0 0,1 0 0 0 0,-1 1 0 0 0,1-1 1 0 0,-1 0-1 0 0,1 0 0 0 0,-1 0 0 0 0,1 0 0 0 0,-1 0 0 0 0,1 0 0 0 0,-1 0 0 0 0,1-1 0 0 0,-1 1 0 0 0,1 0 0 0 0,-1 0 1 0 0,1 0-1 0 0,-1 0 0 0 0,1-1 0 0 0,-1 1 0 0 0,0 0 0 0 0,1 0 0 0 0,0-1 0 0 0,32-24-373 0 0,161-133-587 0 0,-194 158 961 0 0,0 0 0 0 0,0-1 0 0 0,0 1 0 0 0,0 0 0 0 0,0 0 0 0 0,0 0 0 0 0,0 0 0 0 0,1 0 0 0 0,-1-1-1 0 0,0 1 1 0 0,0 0 0 0 0,0 0 0 0 0,0 0 0 0 0,0 0 0 0 0,0 0 0 0 0,0 0 0 0 0,0 0 0 0 0,1-1 0 0 0,-1 1 0 0 0,0 0 0 0 0,0 0 0 0 0,0 0 0 0 0,0 0 0 0 0,0 0-1 0 0,1 0 1 0 0,-1 0 0 0 0,0 0 0 0 0,0 0 0 0 0,0 0 0 0 0,0 0 0 0 0,1 0 0 0 0,-1 0 0 0 0,0 0 0 0 0,0 0 0 0 0,0 0 0 0 0,0 0 0 0 0,0 0 0 0 0,1 0 0 0 0,-1 0-1 0 0,0 0 1 0 0,0 0 0 0 0,0 0 0 0 0,0 0 0 0 0,1 1 0 0 0,-1-1 0 0 0,0 0 0 0 0,0 0 0 0 0,0 0 0 0 0,0 0 0 0 0,0 0 0 0 0,0 0 0 0 0,0 0 0 0 0,1 0 0 0 0,-1 1-1 0 0,0-1 1 0 0,0 0 0 0 0,0 0 0 0 0,0 0 0 0 0,0 0 0 0 0,0 0 0 0 0,0 1 0 0 0,0-1 0 0 0,-3 15 236 0 0,-12 19 323 0 0,-10 8 307 0 0,12-21 68 0 0,-19 43 0 0 0,32-64-941 0 0,0 1 1 0 0,-1-1-1 0 0,1 0 0 0 0,0 1 1 0 0,-1-1-1 0 0,1 0 0 0 0,0 1 0 0 0,0-1 1 0 0,0 1-1 0 0,-1-1 0 0 0,1 0 1 0 0,0 1-1 0 0,0-1 0 0 0,0 1 1 0 0,0-1-1 0 0,0 1 0 0 0,0-1 1 0 0,0 1-1 0 0,0-1 0 0 0,0 0 1 0 0,0 1-1 0 0,0-1 0 0 0,0 1 1 0 0,0-1-1 0 0,0 1 0 0 0,0-1 1 0 0,0 1-1 0 0,0-1 0 0 0,1 0 0 0 0,-1 1 1 0 0,0-1-1 0 0,0 1 0 0 0,1-1 1 0 0,-1 0-1 0 0,0 1 0 0 0,0-1 1 0 0,1 0-1 0 0,-1 1 0 0 0,1-1 1 0 0,18-7 4 0 0,22-24 46 0 0,42-57-290 0 0,-60 61 172 0 0,2 2 1 0 0,49-42-1 0 0,-74 66 71 0 0,1 0 0 0 0,0 0 0 0 0,0 0-1 0 0,-1 1 1 0 0,1-1 0 0 0,0 0-1 0 0,0 1 1 0 0,0-1 0 0 0,0 1 0 0 0,0-1-1 0 0,0 1 1 0 0,0-1 0 0 0,0 1 0 0 0,0-1-1 0 0,1 1 1 0 0,-1 0 0 0 0,0 0-1 0 0,0 0 1 0 0,0 0 0 0 0,0 0 0 0 0,0 0-1 0 0,0 0 1 0 0,1 0 0 0 0,-1 0-1 0 0,2 1 1 0 0,-3 0 24 0 0,1 0-1 0 0,-1 0 1 0 0,1 0 0 0 0,-1 0-1 0 0,1 0 1 0 0,-1 0 0 0 0,0 1-1 0 0,0-1 1 0 0,1 0-1 0 0,-1 0 1 0 0,0 0 0 0 0,0 1-1 0 0,0-1 1 0 0,0 0-1 0 0,-1 0 1 0 0,1 0 0 0 0,0 1-1 0 0,-1 1 1 0 0,-2 11 298 0 0,-1-1 0 0 0,-10 23-1 0 0,-6-2-250 0 0,15-27-41 0 0,1 1 0 0 0,0-1-1 0 0,0 1 1 0 0,-5 15-1 0 0,12-21-39 0 0,7-7-27 0 0,6-6-93 0 0,69-65-470 0 0,-85 77 607 0 0,0-1 0 0 0,0 0 0 0 0,0 0 0 0 0,0 0-1 0 0,0 0 1 0 0,0 0 0 0 0,0 0 0 0 0,-1 0 0 0 0,1 0 0 0 0,0 0 0 0 0,0 0 0 0 0,0 1 0 0 0,0-1 0 0 0,0 0 0 0 0,0 0 0 0 0,0 0 0 0 0,0 0 0 0 0,0 0 0 0 0,0 0 0 0 0,0 0 0 0 0,0 0 0 0 0,0 0 0 0 0,0 0 0 0 0,1 1 0 0 0,-1-1 0 0 0,0 0 0 0 0,0 0 0 0 0,0 0 0 0 0,0 0 0 0 0,0 0 0 0 0,0 0 0 0 0,0 0 0 0 0,0 0 0 0 0,0 0 0 0 0,0 0 0 0 0,0 0 0 0 0,0 0 0 0 0,0 0 0 0 0,0 1 0 0 0,0-1 0 0 0,1 0 0 0 0,-1 0 0 0 0,0 0 0 0 0,0 0 0 0 0,0 0 0 0 0,0 0 0 0 0,0 0 0 0 0,0 0 0 0 0,0 0 0 0 0,0 0-1 0 0,0 0 1 0 0,0 0 0 0 0,1 0 0 0 0,-1 0 0 0 0,0 0 0 0 0,0 0 0 0 0,0 0 0 0 0,0 0 0 0 0,0 0 0 0 0,0 0 0 0 0,0 0 0 0 0,0 0 0 0 0,0 0 0 0 0,0 0 0 0 0,1-1 0 0 0,-1 1 0 0 0,0 0 0 0 0,0 0 0 0 0,-3 14-23 0 0,-6 14-441 0 0,-5-3 547 0 0,9-19-30 0 0,2 0 0 0 0,-1 0-1 0 0,1 1 1 0 0,0-1 0 0 0,0 1-1 0 0,0 0 1 0 0,1 0-1 0 0,-2 13 1 0 0,4-20-57 0 0,0 0 1 0 0,0 1-1 0 0,0-1 0 0 0,0 0 0 0 0,1 0 0 0 0,-1 0 1 0 0,0 0-1 0 0,0 1 0 0 0,0-1 0 0 0,1 0 1 0 0,-1 0-1 0 0,0 0 0 0 0,0 0 0 0 0,0 0 1 0 0,1 0-1 0 0,-1 0 0 0 0,0 0 0 0 0,0 0 1 0 0,1 0-1 0 0,-1 0 0 0 0,0 0 0 0 0,0 0 1 0 0,1 0-1 0 0,-1 0 0 0 0,0 0 0 0 0,0 0 1 0 0,0 0-1 0 0,1 0 0 0 0,-1 0 0 0 0,0 0 1 0 0,0 0-1 0 0,1 0 0 0 0,-1 0 0 0 0,0-1 0 0 0,0 1 1 0 0,0 0-1 0 0,1 0 0 0 0,-1 0 0 0 0,0 0 1 0 0,0 0-1 0 0,0-1 0 0 0,0 1 0 0 0,0 0 1 0 0,1 0-1 0 0,-1-1 0 0 0,10-7-61 0 0,7-8 28 0 0,61-58-259 0 0,-66 64 276 0 0,-1 2 0 0 0,1-1 0 0 0,1 2 0 0 0,-1 0 0 0 0,20-8 0 0 0,-32 15 15 0 0,0-1-1 0 0,1 1 1 0 0,-1 0 0 0 0,0 0-1 0 0,1 0 1 0 0,-1-1 0 0 0,0 1-1 0 0,1 0 1 0 0,-1 0 0 0 0,1 0-1 0 0,-1 0 1 0 0,0 0 0 0 0,1 0 0 0 0,-1 0-1 0 0,0 0 1 0 0,1 0 0 0 0,-1 0-1 0 0,1 0 1 0 0,-1 0 0 0 0,0 0-1 0 0,1 0 1 0 0,-1 0 0 0 0,1 0-1 0 0,-1 0 1 0 0,0 0 0 0 0,1 1-1 0 0,-1-1 1 0 0,0 0 0 0 0,1 0-1 0 0,-1 0 1 0 0,0 1 0 0 0,1-1 0 0 0,-1 0-1 0 0,0 0 1 0 0,1 1 0 0 0,-1-1-1 0 0,0 1 1 0 0,-2 17 133 0 0,-19 27 507 0 0,18-39-421 0 0,-8 24 920 0 0,10-30-1123 0 0,1 0-1 0 0,0 0 0 0 0,0 1 0 0 0,0-1 0 0 0,0 0 1 0 0,0 0-1 0 0,0 0 0 0 0,0 1 0 0 0,0-1 0 0 0,0 0 1 0 0,0 0-1 0 0,0 0 0 0 0,0 1 0 0 0,0-1 0 0 0,0 0 1 0 0,0 0-1 0 0,0 0 0 0 0,0 1 0 0 0,0-1 0 0 0,1 0 1 0 0,-1 0-1 0 0,0 0 0 0 0,0 1 0 0 0,0-1 0 0 0,0 0 1 0 0,0 0-1 0 0,0 0 0 0 0,1 0 0 0 0,-1 1 0 0 0,0-1 1 0 0,0 0-1 0 0,0 0 0 0 0,0 0 0 0 0,1 0 0 0 0,-1 0 1 0 0,0 0-1 0 0,0 0 0 0 0,0 0 0 0 0,1 1 0 0 0,15-9 211 0 0,14-17-142 0 0,0 0 1 0 0,33-39 0 0 0,-22 22-181 0 0,-73 105 194 0 0,-29 22 262 0 0,103-117-744 0 0,-18 10-121 0 0,28-36 1 0 0,-32 35 268 0 0,44-40 0 0 0,-64 63 236 0 0,1-1 0 0 0,-1 1 0 0 0,0 0 0 0 0,0-1 0 0 0,1 1 0 0 0,-1 0 0 0 0,1-1 0 0 0,-1 1-1 0 0,0 0 1 0 0,1-1 0 0 0,-1 1 0 0 0,1 0 0 0 0,-1 0 0 0 0,1 0 0 0 0,-1-1 0 0 0,1 1 0 0 0,-1 0 0 0 0,1 0-1 0 0,-1 0 1 0 0,1 0 0 0 0,-1 0 0 0 0,1 0 0 0 0,-1 0 0 0 0,0 0 0 0 0,1 0 0 0 0,-1 0 0 0 0,1 0 0 0 0,-1 0 0 0 0,2 0-1 0 0,-1 15 108 0 0,-15 33 247 0 0,10-36-228 0 0,-14 46 183 0 0,9-32-80 0 0,1-1 0 0 0,2 1 0 0 0,-6 41 0 0 0,12-67-230 0 0,0 1 1 0 0,-1 0-1 0 0,1-1 1 0 0,0 1-1 0 0,0 0 1 0 0,0-1-1 0 0,0 1 1 0 0,0 0-1 0 0,0-1 1 0 0,0 1-1 0 0,0 0 1 0 0,1-1-1 0 0,-1 1 1 0 0,0-1-1 0 0,0 1 1 0 0,0 0-1 0 0,1-1 1 0 0,-1 1-1 0 0,0-1 1 0 0,1 1-1 0 0,-1 0 1 0 0,1-1-1 0 0,-1 1 1 0 0,0-1-1 0 0,1 1 1 0 0,-1-1-1 0 0,1 0 1 0 0,0 1-1 0 0,0 0-1 0 0,1-1 0 0 0,-1 0-1 0 0,0 0 1 0 0,0 0-1 0 0,0 0 1 0 0,0-1 0 0 0,0 1-1 0 0,0 0 1 0 0,0 0 0 0 0,0-1-1 0 0,0 1 1 0 0,0 0-1 0 0,0-1 1 0 0,0 1 0 0 0,1-2-1 0 0,34-25-111 0 0,35-44-489 0 0,-47 45 427 0 0,1 1 1 0 0,1 1-1 0 0,1 2 0 0 0,35-23 0 0 0,-61 44 179 0 0,0 1-1 0 0,-1-1 0 0 0,1 0 0 0 0,0 1 0 0 0,0-1 1 0 0,0 1-1 0 0,-1 0 0 0 0,1-1 0 0 0,0 1 1 0 0,0 0-1 0 0,0-1 0 0 0,0 1 0 0 0,0 0 1 0 0,0 0-1 0 0,0 0 0 0 0,-1 0 0 0 0,1-1 0 0 0,0 2 1 0 0,0-1-1 0 0,0 0 0 0 0,0 0 0 0 0,0 0 1 0 0,0 0-1 0 0,0 0 0 0 0,0 1 0 0 0,0-1 1 0 0,-1 0-1 0 0,3 2 0 0 0,-2-1 21 0 0,-1 0 0 0 0,1 1 0 0 0,0-1-1 0 0,-1 0 1 0 0,1 1 0 0 0,-1-1 0 0 0,0 1 0 0 0,1-1 0 0 0,-1 0 0 0 0,0 1-1 0 0,0-1 1 0 0,0 1 0 0 0,0-1 0 0 0,0 1 0 0 0,0 2 0 0 0,-2 7 347 0 0,0 0 1 0 0,0 0-1 0 0,-7 17 1 0 0,2-12-226 0 0,-8 22 1089 0 0,15-37-1607 0 0,-1 0 1 0 0,1 1-1 0 0,0-1 0 0 0,0 1 1 0 0,0-1-1 0 0,0 1 1 0 0,0-1-1 0 0,0 1 1 0 0,0-1-1 0 0,1 1 1 0 0,-1-1-1 0 0,0 1 0 0 0,2 1 1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25.56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55 1 1376 0 0,'-2'-1'137'0'0,"0"1"0"0"0,-1 1-1 0 0,1-1 1 0 0,0 0-1 0 0,0 1 1 0 0,0-1 0 0 0,-1 1-1 0 0,1-1 1 0 0,0 1-1 0 0,0 0 1 0 0,0 0 0 0 0,0 0-1 0 0,0 0 1 0 0,0 0-1 0 0,1 1 1 0 0,-1-1 0 0 0,0 1-1 0 0,0-1 1 0 0,1 1-1 0 0,-1-1 1 0 0,1 1 0 0 0,0 0-1 0 0,-1 0 1 0 0,1 0-1 0 0,0 0 1 0 0,0 0 0 0 0,0 0-1 0 0,0 0 1 0 0,0 0-1 0 0,1 0 1 0 0,-1 0 0 0 0,1 0-1 0 0,-1 1 1 0 0,1-1-1 0 0,0 0 1 0 0,0 0 0 0 0,0 5-1 0 0,1 9 209 0 0,0 0 0 0 0,1 0 0 0 0,0 0 0 0 0,7 19 0 0 0,-5-19 22 0 0,10 47 629 0 0,-2 0 0 0 0,6 120-1 0 0,-18-182-1239 0 0,0 0 0 0 0,0 0-1 0 0,0 0 1 0 0,0 0-1 0 0,0 0 1 0 0,-1 0-1 0 0,1 0 1 0 0,0 0-1 0 0,-1 0 1 0 0,1 0-1 0 0,0 0 1 0 0,-1 0-1 0 0,1-1 1 0 0,-1 1-1 0 0,-1 1 1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25.9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48 81 3225 0 0,'-2'-1'-110'0'0,"1"1"1"0"0,-1-1-1 0 0,1 1 1 0 0,-1 0 0 0 0,0-1-1 0 0,1 1 1 0 0,-1 0-1 0 0,0 0 1 0 0,1 0 0 0 0,-1 0-1 0 0,0 0 1 0 0,1 0 0 0 0,-1 0-1 0 0,1 1 1 0 0,-1-1-1 0 0,-2 1 1 0 0,-14 3 1665 0 0,50-29 1435 0 0,-25 21-2942 0 0,1 1 1 0 0,1 0 0 0 0,-1 0-1 0 0,0 0 1 0 0,1 1-1 0 0,-1 1 1 0 0,1 0-1 0 0,10-1 1 0 0,76 5 899 0 0,-35-1-214 0 0,-32-1-454 0 0,70-4 791 0 0,-88 1-956 0 0,0 1 0 0 0,0-1 0 0 0,0-1 0 0 0,0 0 0 0 0,0 0 1 0 0,-1-1-1 0 0,14-7 0 0 0,-3 1-1315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26.26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 0 3225 0 0,'-1'0'4138'0'0,"4"5"-3453"0"0,4 9-198 0 0,1 0 0 0 0,-2 0 0 0 0,0 1-1 0 0,-1 0 1 0 0,0 1 0 0 0,-1-1-1 0 0,-1 1 1 0 0,0 0 0 0 0,-1 0 0 0 0,0 18-1 0 0,-2-10-382 0 0,0 0-1 0 0,-2 0 0 0 0,-1 0 1 0 0,0 0-1 0 0,-2 0 0 0 0,-10 30 1 0 0,0-20-761 0 0,14-33 439 0 0,1 1 1 0 0,-1-1-1 0 0,0 1 0 0 0,0-1 1 0 0,0 0-1 0 0,0 0 1 0 0,0 0-1 0 0,0 1 0 0 0,0-1 1 0 0,-1 0-1 0 0,1 0 1 0 0,0-1-1 0 0,0 1 0 0 0,-1 0 1 0 0,1 0-1 0 0,-1-1 1 0 0,1 1-1 0 0,-1 0 0 0 0,1-1 1 0 0,-4 1-1 0 0,0-5-1985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26.9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210 6 3225 0 0,'-1'-1'48'0'0,"-1"0"1"0"0,0 0 0 0 0,0 0-1 0 0,0 1 1 0 0,0-1 0 0 0,0 1-1 0 0,0 0 1 0 0,0-1 0 0 0,0 1-1 0 0,0 0 1 0 0,0 0 0 0 0,0 0-1 0 0,0 0 1 0 0,0 1 0 0 0,0-1-1 0 0,0 0 1 0 0,0 1 0 0 0,0 0-1 0 0,0-1 1 0 0,0 1 0 0 0,0 0-1 0 0,0 0 1 0 0,1 0 0 0 0,-1 0-1 0 0,0 0 1 0 0,1 1 0 0 0,-3 1-1 0 0,-7 5 775 0 0,0 1 0 0 0,-16 19 0 0 0,21-22-647 0 0,-9 11 525 0 0,0 0 0 0 0,-16 27 0 0 0,25-36-496 0 0,1 0 0 0 0,1 1 0 0 0,0 0-1 0 0,0 0 1 0 0,0 0 0 0 0,1 0 0 0 0,0 1 0 0 0,-1 9-1 0 0,4-19-219 0 0,0 1-1 0 0,0-1 0 0 0,0 0 0 0 0,0 0 0 0 0,-1 0 1 0 0,1 1-1 0 0,0-1 0 0 0,0 0 0 0 0,0 0 0 0 0,0 1 0 0 0,0-1 1 0 0,0 0-1 0 0,0 0 0 0 0,0 1 0 0 0,0-1 0 0 0,0 0 1 0 0,0 0-1 0 0,0 1 0 0 0,0-1 0 0 0,0 0 0 0 0,0 0 0 0 0,0 1 1 0 0,0-1-1 0 0,0 0 0 0 0,0 0 0 0 0,0 1 0 0 0,0-1 1 0 0,1 0-1 0 0,-1 0 0 0 0,0 0 0 0 0,0 1 0 0 0,0-1 0 0 0,0 0 1 0 0,1 0-1 0 0,-1 0 0 0 0,0 1 0 0 0,0-1 0 0 0,0 0 1 0 0,1 0-1 0 0,-1 0 0 0 0,0 0 0 0 0,0 0 0 0 0,0 0 1 0 0,1 1-1 0 0,-1-1 0 0 0,0 0 0 0 0,0 0 0 0 0,1 0 0 0 0,-1 0 1 0 0,0 0-1 0 0,0 0 0 0 0,1 0 0 0 0,-1 0 0 0 0,0 0 1 0 0,1 0-1 0 0,15-13-1176 0 0,14-25-313 0 0,49-88 550 0 0,-97 151 1822 0 0,2 2-1 0 0,0 1 1 0 0,2 0-1 0 0,1 0 0 0 0,-18 61 1 0 0,30-88-868 0 0,1-1 1 0 0,0 1-1 0 0,-1 0 1 0 0,1-1-1 0 0,0 1 1 0 0,0 0-1 0 0,-1-1 1 0 0,1 1-1 0 0,0 0 1 0 0,0-1-1 0 0,0 1 0 0 0,0 0 1 0 0,0 0-1 0 0,0-1 1 0 0,0 1-1 0 0,0 0 1 0 0,0-1-1 0 0,1 1 1 0 0,-1 0-1 0 0,0-1 1 0 0,0 1-1 0 0,1 0 1 0 0,-1-1-1 0 0,0 1 1 0 0,1 0-1 0 0,-1-1 0 0 0,0 1 1 0 0,1-1-1 0 0,-1 1 1 0 0,2 0-1 0 0,-1-1-26 0 0,0 0 0 0 0,1 0-1 0 0,-1-1 1 0 0,0 1-1 0 0,0-1 1 0 0,0 1 0 0 0,0-1-1 0 0,1 1 1 0 0,-1-1 0 0 0,0 1-1 0 0,0-1 1 0 0,0 0-1 0 0,0 0 1 0 0,1-1 0 0 0,36-38-1176 0 0,-9 3 837 0 0,59-68-788 0 0,-99 120 1575 0 0,1 0 1 0 0,-15 32-1 0 0,4-8 131 0 0,6-14-72 0 0,7-12-146 0 0,0 1 0 0 0,1-1 1 0 0,-6 16-1 0 0,41-48-533 0 0,-2-9-560 0 0,-17 17 506 0 0,1 1-1 0 0,0-1 0 0 0,1 2 0 0 0,0-1 0 0 0,20-12 0 0 0,-31 22 252 0 0,0 0 0 0 0,0 0 0 0 0,0 0 0 0 0,0 0 0 0 0,0 0 0 0 0,1 0 1 0 0,-1 0-1 0 0,0 0 0 0 0,0 0 0 0 0,0 0 0 0 0,0 0 0 0 0,0-1 0 0 0,1 1 0 0 0,-1 0 0 0 0,0 0 0 0 0,0 0 0 0 0,0 0 0 0 0,0 0 0 0 0,0 0 0 0 0,1 0 0 0 0,-1 0 0 0 0,0 1 0 0 0,0-1 0 0 0,0 0 1 0 0,0 0-1 0 0,0 0 0 0 0,1 0 0 0 0,-1 0 0 0 0,0 0 0 0 0,0 0 0 0 0,0 0 0 0 0,0 0 0 0 0,0 0 0 0 0,0 0 0 0 0,0 0 0 0 0,1 1 0 0 0,-1-1 0 0 0,0 0 0 0 0,0 0 0 0 0,0 0 0 0 0,0 0 1 0 0,0 0-1 0 0,0 0 0 0 0,0 1 0 0 0,0-1 0 0 0,0 0 0 0 0,0 0 0 0 0,0 0 0 0 0,0 0 0 0 0,0 0 0 0 0,0 0 0 0 0,0 1 0 0 0,0-1 0 0 0,0 0 0 0 0,0 0 0 0 0,0 0 0 0 0,-2 15 167 0 0,-8 13 317 0 0,-27 40 743 0 0,26-50-491 0 0,-17 36 0 0 0,28-54-730 0 0,0 0 1 0 0,0 0-1 0 0,0 0 1 0 0,0 0-1 0 0,0 0 1 0 0,0 0-1 0 0,0 1 1 0 0,0-1-1 0 0,0 0 1 0 0,0 0 0 0 0,0 0-1 0 0,0 0 1 0 0,0 0-1 0 0,-1 0 1 0 0,1 1-1 0 0,0-1 1 0 0,0 0-1 0 0,0 0 1 0 0,0 0-1 0 0,0 0 1 0 0,0 0-1 0 0,0 0 1 0 0,0 1-1 0 0,0-1 1 0 0,0 0-1 0 0,1 0 1 0 0,-1 0-1 0 0,0 0 1 0 0,0 0-1 0 0,0 0 1 0 0,0 0-1 0 0,0 1 1 0 0,0-1-1 0 0,0 0 1 0 0,0 0 0 0 0,0 0-1 0 0,0 0 1 0 0,0 0-1 0 0,0 0 1 0 0,0 0-1 0 0,1 0 1 0 0,-1 0-1 0 0,0 1 1 0 0,0-1-1 0 0,0 0 1 0 0,0 0-1 0 0,0 0 1 0 0,0 0-1 0 0,1 0 1 0 0,-1 0-1 0 0,0 0 1 0 0,0 0-1 0 0,0 0 1 0 0,10-3-4 0 0,8-8-277 0 0,47-43-570 0 0,-57 49 791 0 0,0 0-1 0 0,0 0 1 0 0,0 1-1 0 0,1 0 0 0 0,-1 0 1 0 0,19-4-1 0 0,-27 8 49 0 0,0 0-1 0 0,1-1 1 0 0,-1 1 0 0 0,1 0-1 0 0,-1 0 1 0 0,1 0-1 0 0,-1 0 1 0 0,1 0 0 0 0,-1 0-1 0 0,1 0 1 0 0,-1 0-1 0 0,0 0 1 0 0,1 0-1 0 0,-1 1 1 0 0,1-1 0 0 0,-1 0-1 0 0,1 0 1 0 0,-1 0-1 0 0,0 1 1 0 0,1-1 0 0 0,-1 0-1 0 0,1 0 1 0 0,-1 1-1 0 0,0-1 1 0 0,1 0 0 0 0,-1 0-1 0 0,0 1 1 0 0,1-1-1 0 0,-1 1 1 0 0,0-1 0 0 0,0 0-1 0 0,1 1 1 0 0,0 18-421 0 0,-13 21-482 0 0,12-38 844 0 0,-7 16-233 0 0,-1 0 0 0 0,-1-1 1 0 0,-16 27-1 0 0,20-38 219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34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 3 3225 0 0,'-45'-2'79'0'0,"1"1"1"0"0,0 2 0 0 0,-71 12-1 0 0,18-2-327 0 0,55-9 300 0 0,24-2 399 0 0,0 1-1 0 0,0 1 0 0 0,0 0 1 0 0,0 1-1 0 0,0 2 1 0 0,-28 9-1 0 0,45-14-399 0 0,1 0 0 0 0,-1 0-1 0 0,1 0 1 0 0,0 1 0 0 0,-1-1 0 0 0,1 0-1 0 0,-1 0 1 0 0,1 0 0 0 0,0 0 0 0 0,-1 1-1 0 0,1-1 1 0 0,0 0 0 0 0,0 0 0 0 0,-1 1-1 0 0,1-1 1 0 0,0 0 0 0 0,-1 1 0 0 0,1-1-1 0 0,0 0 1 0 0,0 1 0 0 0,0-1 0 0 0,-1 0 0 0 0,1 1-1 0 0,0-1 1 0 0,0 0 0 0 0,0 1 0 0 0,0-1-1 0 0,0 1 1 0 0,0-1 0 0 0,0 1 0 0 0,10 6 976 0 0,20-1-66 0 0,-29-6-941 0 0,72 7 1193 0 0,104-3-1 0 0,-90-4-692 0 0,958 4 1480 0 0,-175-6-1809 0 0,15 0 482 0 0,-468 9 14 0 0,368 4-280 0 0,-555-28-2409 0 0,-224 18 981 0 0,-2 1-10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35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4990 0 6449 0 0,'13'23'8327'0'0,"-7"-15"-8153"0"0,-1 0 0 0 0,0 0 1 0 0,0 0-1 0 0,-1 1 0 0 0,0 0 0 0 0,3 11 0 0 0,15 117 492 0 0,3 16 461 0 0,-19-132-1028 0 0,0 0-1 0 0,1 0 1 0 0,1 0 0 0 0,1-1-1 0 0,12 20 1 0 0,-12-24-67 0 0,0 0 0 0 0,2-1 0 0 0,0 0 0 0 0,0 0 0 0 0,1-2 0 0 0,1 1 0 0 0,27 21 0 0 0,-48-39-11 0 0,1 0 0 0 0,-1 1 0 0 0,0 0 0 0 0,0 0 0 0 0,0 1 0 0 0,-1 0 0 0 0,1 1 0 0 0,0 0 0 0 0,-10 0 0 0 0,-91 0 307 0 0,64 2-261 0 0,-506 14 1290 0 0,-3 0-1039 0 0,247-9-318 0 0,-116-2 0 0 0,58-13-1 0 0,-947-3-14 0 0,1250 14 16 0 0,-600 20-15 0 0,334 5 6 0 0,-15 1 21 0 0,301-23-999 0 0,33-3 301 0 0,0 0 0 0 0,-1-1 0 0 0,1 0 0 0 0,0-1-1 0 0,-11-1 1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35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745 16 3225 0 0,'-1'0'239'0'0,"-1"-1"1"0"0,1 0 0 0 0,0 0-1 0 0,0 1 1 0 0,0-1 0 0 0,-1 1-1 0 0,1-1 1 0 0,0 1 0 0 0,0 0-1 0 0,-1-1 1 0 0,1 1-1 0 0,0 0 1 0 0,-1 0 0 0 0,0 0-1 0 0,-41 4 607 0 0,22-2 35 0 0,-447-15-193 0 0,445 11-881 0 0,-1 1 0 0 0,1 2 0 0 0,0 0-1 0 0,0 1 1 0 0,-34 8 0 0 0,38-5-2729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36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9 7834 0 0,'-3'-7'519'0'0,"2"5"-170"0"0,1 9-286 0 0,0-7 71 0 0,0 5-47 0 0,16 199 1274 0 0,-1-37 161 0 0,-8 12-859 0 0,7 127 601 0 0,-12-246-684 0 0,-6 69 1 0 0,3-106-823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2:53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53 197 3225 0 0,'-5'-12'360'0'0,"0"0"1"0"0,0 0-1 0 0,1 0 1 0 0,-4-24-1 0 0,-2-6 238 0 0,-2-9 808 0 0,8 32 630 0 0,6 29 2163 0 0,4 29-3732 0 0,-1 1 0 0 0,-2 52 0 0 0,-2-37-57 0 0,-9 166-4 0 0,3-144-3194 0 0,4 93-1 0 0,4-138-1028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2:53.7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5 286 2304 0 0,'0'0'6'0'0,"0"0"-1"0"0,0 0 0 0 0,0 0 0 0 0,0 0 0 0 0,0 0 0 0 0,0 0 0 0 0,0 0 0 0 0,0 0 0 0 0,0 0 0 0 0,-1 0 0 0 0,1-1 1 0 0,0 1-1 0 0,0 0 0 0 0,0 0 0 0 0,0 0 0 0 0,0 0 0 0 0,0 0 0 0 0,0 0 0 0 0,-1 0 0 0 0,1 0 0 0 0,0 0 0 0 0,0 0 1 0 0,0 0-1 0 0,0 0 0 0 0,0 0 0 0 0,0 0 0 0 0,-1 0 0 0 0,1 0 0 0 0,0 0 0 0 0,0 0 0 0 0,0 1 0 0 0,0-1 0 0 0,0 0 1 0 0,0 0-1 0 0,0 0 0 0 0,-1 0 0 0 0,1 0 0 0 0,0 0 0 0 0,0 0 0 0 0,0 0 0 0 0,0 0 0 0 0,0 0 0 0 0,0 0 0 0 0,0 1 1 0 0,0-1-1 0 0,0 0 0 0 0,0 0 0 0 0,0 0 0 0 0,0 0 0 0 0,0 0 0 0 0,-1 0 0 0 0,1 0 0 0 0,0 1 0 0 0,0-1 0 0 0,0 0 1 0 0,0 0-1 0 0,0 0 0 0 0,0 0 0 0 0,6 10 338 0 0,12 9 649 0 0,-11-15-671 0 0,1-1 1 0 0,0 0 0 0 0,0-1 0 0 0,0 0 0 0 0,0 0 0 0 0,1-1 0 0 0,13 1 0 0 0,61-3 950 0 0,-69 0-1129 0 0,17 0 45 0 0,840-55 736 0 0,-170-16-548 0 0,-179 35-143 0 0,3 28-309 0 0,-478 9 84 0 0,632-41-717 0 0,-99 11 761 0 0,-29 3 712 0 0,-509 23-538 0 0,293-18 1028 0 0,-313 22-1408 0 0,-18 1 54 0 0,1-1 0 0 0,0 1 0 0 0,-1-1-1 0 0,1 0 1 0 0,0-1 0 0 0,-1 1 0 0 0,1-1 0 0 0,-1 0 0 0 0,1 0 0 0 0,-1-1 0 0 0,1 1 0 0 0,-1-1-1 0 0,0 0 1 0 0,1 0 0 0 0,-1 0 0 0 0,7-6 0 0 0,7-4-1846 0 0,-17 11 1195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2:53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8 456 0 0,'149'-5'10356'0'0,"-130"2"-13370"0"0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2:54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12 3209 0 0,'0'-1'69'0'0,"-1"1"1"0"0,0-1 0 0 0,1 0 0 0 0,-1 0 0 0 0,0 0-1 0 0,1 1 1 0 0,-1-1 0 0 0,0 0 0 0 0,0 1 0 0 0,0-1-1 0 0,0 1 1 0 0,1-1 0 0 0,-1 1 0 0 0,0-1 0 0 0,0 1-1 0 0,0 0 1 0 0,0-1 0 0 0,0 1 0 0 0,0 0 0 0 0,0 0-1 0 0,0 0 1 0 0,0 0 0 0 0,0 0 0 0 0,0 0 0 0 0,0 0-1 0 0,0 0 1 0 0,0 0 0 0 0,0 0 0 0 0,0 0-1 0 0,0 1 1 0 0,0-1 0 0 0,0 0 0 0 0,0 1 0 0 0,0-1-1 0 0,0 1 1 0 0,0-1 0 0 0,0 1 0 0 0,0 0 0 0 0,0-1-1 0 0,1 1 1 0 0,-2 1 0 0 0,0 0 172 0 0,1 0 0 0 0,-1 1 0 0 0,1-1 0 0 0,0 0-1 0 0,0 1 1 0 0,0-1 0 0 0,0 0 0 0 0,1 1 0 0 0,-1-1 0 0 0,1 1 0 0 0,-1 0 0 0 0,1-1-1 0 0,0 1 1 0 0,0-1 0 0 0,0 4 0 0 0,24 225 3469 0 0,8 63-2085 0 0,-25-247-1686 0 0,-3 0-1 0 0,-3 87 1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40.5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 85 3225 0 0,'9'-30'4251'0'0,"-15"47"-3669"0"0,-7 18 119 0 0,-1 0-486 0 0,2 0 0 0 0,-11 52-1 0 0,23-86-225 0 0,-1 0 1 0 0,1 1-1 0 0,0-1 0 0 0,0 1 0 0 0,0-1 0 0 0,0 0 0 0 0,0 1 0 0 0,0-1 0 0 0,0 1 0 0 0,0-1 1 0 0,0 1-1 0 0,1-1 0 0 0,-1 0 0 0 0,1 1 0 0 0,-1-1 0 0 0,1 1 0 0 0,0 1 0 0 0,0-3 12 0 0,0 0 0 0 0,0 0 0 0 0,-1 1-1 0 0,1-1 1 0 0,0 0 0 0 0,0 0 0 0 0,-1 0 0 0 0,1 0-1 0 0,0-1 1 0 0,0 1 0 0 0,-1 0 0 0 0,1 0-1 0 0,0 0 1 0 0,0-1 0 0 0,-1 1 0 0 0,1 0 0 0 0,0 0-1 0 0,-1-1 1 0 0,1 1 0 0 0,0-1 0 0 0,-1 1 0 0 0,1-1-1 0 0,-1 1 1 0 0,1-1 0 0 0,-1 1 0 0 0,1-1-1 0 0,-1 1 1 0 0,1-1 0 0 0,-1 0 0 0 0,1 1 0 0 0,-1-1-1 0 0,0 0 1 0 0,1 0 0 0 0,12-17 354 0 0,-1-1 1 0 0,-1 0-1 0 0,-1-1 1 0 0,15-38-1 0 0,14-29 146 0 0,-64 186 80 0 0,14-71-566 0 0,-9 34 48 0 0,24-61-64 0 0,7-9 3 0 0,10-10 34 0 0,-6 0-152 0 0,-1 0 0 0 0,13-23-1 0 0,-16 23-11 0 0,1 0 0 0 0,27-29-1 0 0,-43 53 139 0 0,1 0-1 0 0,0 1 1 0 0,0-1-1 0 0,0 1 1 0 0,-2 9-1 0 0,-4 9 36 0 0,-24 50 260 0 0,-21 52-2 0 0,54-126-303 0 0,-1 0 0 0 0,1 0 0 0 0,-1 0 0 0 0,1 0 0 0 0,-1 0 0 0 0,1 0 0 0 0,-1 0-1 0 0,1 0 1 0 0,0 1 0 0 0,0-1 0 0 0,0 0 0 0 0,0 0 0 0 0,0 0 0 0 0,0 1 0 0 0,0-1 0 0 0,0 0 0 0 0,0 0 0 0 0,0 0 0 0 0,1 0 0 0 0,0 2 0 0 0,-1-3-3 0 0,1 0 1 0 0,0 0-1 0 0,0 0 1 0 0,-1 0-1 0 0,1 0 1 0 0,0 0 0 0 0,0 0-1 0 0,0-1 1 0 0,-1 1-1 0 0,1 0 1 0 0,0 0-1 0 0,-1-1 1 0 0,1 1 0 0 0,0 0-1 0 0,0-1 1 0 0,-1 1-1 0 0,1-1 1 0 0,-1 1-1 0 0,1-1 1 0 0,0 1 0 0 0,0-1-1 0 0,38-38-210 0 0,98-111-89 0 0,-129 145 407 0 0,-8 14-61 0 0,-7 16 180 0 0,6-23-131 0 0,-20 51 253 0 0,14-40-248 0 0,1 1-1 0 0,1 0 1 0 0,0 1-1 0 0,1-1 0 0 0,-3 16 1 0 0,7-30-98 0 0,0 1 0 0 0,0-1 0 0 0,0 0 0 0 0,0 0 0 0 0,0 1 0 0 0,0-1 0 0 0,0 0 0 0 0,0 1 0 0 0,0-1 0 0 0,0 0 0 0 0,0 1 0 0 0,0-1 0 0 0,0 0 0 0 0,0 0 0 0 0,0 1 0 0 0,0-1 0 0 0,0 0 0 0 0,0 1 0 0 0,0-1 0 0 0,1 0 0 0 0,-1 0 0 0 0,0 1 0 0 0,0-1 0 0 0,0 0 0 0 0,0 0 0 0 0,1 1 0 0 0,-1-1 0 0 0,0 0 0 0 0,0 0 0 0 0,1 0 0 0 0,-1 1 0 0 0,0-1 0 0 0,0 0 0 0 0,1 0 0 0 0,-1 0 0 0 0,0 0 0 0 0,0 0 0 0 0,1 1 0 0 0,12-7 0 0 0,16-18 0 0 0,-26 22 0 0 0,64-62-10 0 0,79-65-40 0 0,-141 126 49 0 0,-1-1 0 0 0,1 1 1 0 0,0 0-1 0 0,-1 0 0 0 0,2 1 0 0 0,-1-1 1 0 0,0 1-1 0 0,0 0 0 0 0,1 0 0 0 0,5 0 1 0 0,-10 2 0 0 0,-1 0 1 0 0,1 0 0 0 0,-1 1-1 0 0,0-1 1 0 0,1 0-1 0 0,-1 1 1 0 0,1-1 0 0 0,-1 0-1 0 0,0 1 1 0 0,1-1 0 0 0,-1 0-1 0 0,0 1 1 0 0,0-1-1 0 0,1 1 1 0 0,-1-1 0 0 0,0 1-1 0 0,0-1 1 0 0,0 1-1 0 0,0-1 1 0 0,1 1 0 0 0,-1-1-1 0 0,0 1 1 0 0,0-1 0 0 0,0 1-1 0 0,0-1 1 0 0,0 1-1 0 0,0-1 1 0 0,0 1 0 0 0,0-1-1 0 0,-1 1 1 0 0,1-1-1 0 0,0 1 1 0 0,0-1 0 0 0,0 1-1 0 0,-1 0 1 0 0,-6 21 15 0 0,5-18 75 0 0,-5 12 196 0 0,0 0 1 0 0,-14 23-1 0 0,-1 0-14 0 0,54-58-197 0 0,6-16-76 0 0,-30 26 0 0 0,1 1 0 0 0,0 0 0 0 0,0 0 0 0 0,0 1 0 0 0,13-7 0 0 0,-21 18 35 0 0,-5 10 43 0 0,-7 13 53 0 0,-40 58-119 0 0,62-103 123 0 0,1 0 0 0 0,1 1 1 0 0,21-21-1 0 0,-20 22 14 0 0,-75 134 368 0 0,55-109-445 0 0,5-7-49 0 0,-1 0 0 0 0,1 0 0 0 0,-1 0 0 0 0,1 0 0 0 0,0 1 0 0 0,0-1 0 0 0,0 0 0 0 0,0 0 0 0 0,0 1-1 0 0,0-1 1 0 0,1 1 0 0 0,-1-1 0 0 0,1 3 0 0 0,0-5-20 0 0,0 1 0 0 0,1-1 0 0 0,-1 0 0 0 0,1 0 0 0 0,-1 1-1 0 0,0-1 1 0 0,1 0 0 0 0,-1 0 0 0 0,1 0 0 0 0,-1 0 0 0 0,0 0-1 0 0,1 0 1 0 0,-1 0 0 0 0,1 0 0 0 0,-1 0 0 0 0,1 0 0 0 0,-1 0 0 0 0,1 0-1 0 0,-1 0 1 0 0,0 0 0 0 0,1 0 0 0 0,-1 0 0 0 0,1 0 0 0 0,-1 0-1 0 0,0-1 1 0 0,1 1 0 0 0,-1 0 0 0 0,1 0 0 0 0,-1 0 0 0 0,0-1-1 0 0,1 1 1 0 0,-1-1 0 0 0,17-8-118 0 0,-15 7 106 0 0,14-8 53 0 0,-2-1 1 0 0,0-1 0 0 0,0-1-1 0 0,15-18 1 0 0,-13 14-45 0 0,34-28-1 0 0,-37 45 311 0 0,-2-5-278 0 0,0 0 1 0 0,-1-1-1 0 0,1 0 1 0 0,11-9-1 0 0,-13 8-28 0 0,0 1-1 0 0,0 0 0 0 0,1 1 1 0 0,0 0-1 0 0,0 0 1 0 0,0 1-1 0 0,17-4 0 0 0,-27 8 3 0 0,0-1-1 0 0,0 1 1 0 0,1 0-1 0 0,-1 0 1 0 0,0 0-1 0 0,0 0 1 0 0,1 1 0 0 0,-1-1-1 0 0,0 0 1 0 0,1 0-1 0 0,-1 0 1 0 0,0 0-1 0 0,0 0 1 0 0,1 0-1 0 0,-1 0 1 0 0,0 0-1 0 0,0 0 1 0 0,0 1 0 0 0,1-1-1 0 0,-1 0 1 0 0,0 0-1 0 0,0 0 1 0 0,0 0-1 0 0,1 1 1 0 0,-1-1-1 0 0,0 0 1 0 0,0 0-1 0 0,0 1 1 0 0,0-1-1 0 0,0 0 1 0 0,1 0 0 0 0,-1 1-1 0 0,0-1 1 0 0,0 0-1 0 0,0 0 1 0 0,0 1-1 0 0,0-1 1 0 0,0 1-1 0 0,-1 15 115 0 0,-7 15 11 0 0,8-31-128 0 0,-15 42 337 0 0,6-17-110 0 0,-13 50 0 0 0,22-74-236 0 0,0 0 1 0 0,0-1 0 0 0,0 1-1 0 0,-1-1 1 0 0,1 1-1 0 0,0-1 1 0 0,0 1 0 0 0,0 0-1 0 0,0-1 1 0 0,0 1-1 0 0,0-1 1 0 0,0 1 0 0 0,0 0-1 0 0,0-1 1 0 0,0 1-1 0 0,0-1 1 0 0,1 1-1 0 0,-1-1 1 0 0,0 1 0 0 0,0 0-1 0 0,0-1 1 0 0,1 1-1 0 0,-1-1 1 0 0,0 1 0 0 0,1-1-1 0 0,0 1 1 0 0,11-6-301 0 0,12-22-114 0 0,159-249 116 0 0,-178 271 319 0 0,-3 9 26 0 0,-8 19 88 0 0,-13 32 106 0 0,-13-2 4 0 0,24-42-198 0 0,1 1 0 0 0,0 0-1 0 0,0 0 1 0 0,1 1 0 0 0,1-1-1 0 0,-5 17 1 0 0,14-28-41 0 0,6-8 0 0 0,10-11 0 0 0,-19 17 0 0 0,38-39 183 0 0,-24 24-175 0 0,0 1 0 0 0,1 0 0 0 0,20-14 0 0 0,-35 29-8 0 0,-1 0 0 0 0,0-1 1 0 0,0 1-1 0 0,0 0 1 0 0,0 0-1 0 0,0 0 1 0 0,0 0-1 0 0,0 0 1 0 0,1-1-1 0 0,-1 1 0 0 0,0 0 1 0 0,0 0-1 0 0,0 0 1 0 0,0 0-1 0 0,0 0 1 0 0,1 0-1 0 0,-1 0 1 0 0,0 0-1 0 0,0 0 1 0 0,0 0-1 0 0,1 0 0 0 0,-1 0 1 0 0,0-1-1 0 0,0 1 1 0 0,0 0-1 0 0,0 0 1 0 0,1 0-1 0 0,-1 1 1 0 0,0-1-1 0 0,0 0 1 0 0,0 0-1 0 0,0 0 0 0 0,1 0 1 0 0,-1 0-1 0 0,0 0 1 0 0,0 0-1 0 0,0 0 1 0 0,0 0-1 0 0,1 0 1 0 0,-1 0-1 0 0,0 0 0 0 0,0 1 1 0 0,0-1-1 0 0,0 0 1 0 0,0 0-1 0 0,1 0 1 0 0,-1 0-1 0 0,0 0 1 0 0,0 1-1 0 0,0-1 1 0 0,0 0-1 0 0,0 0 0 0 0,0 0 1 0 0,0 0-1 0 0,0 1 1 0 0,0-1-1 0 0,-2 16 21 0 0,-10 18 35 0 0,-21 28 286 0 0,24-48-429 0 0,1 1-1 0 0,0 0 0 0 0,1 0 1 0 0,1 0-1 0 0,0 1 1 0 0,1 0-1 0 0,-4 26 0 0 0,8-24-398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41.5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0 5529 0 0,'-2'1'307'0'0,"1"-1"-1"0"0,0 1 1 0 0,0-1-1 0 0,-1 1 0 0 0,1-1 1 0 0,0 1-1 0 0,0 0 1 0 0,0 0-1 0 0,0-1 1 0 0,0 1-1 0 0,0 0 1 0 0,0 0-1 0 0,0 0 0 0 0,0 0 1 0 0,0 0-1 0 0,1 0 1 0 0,-1 1-1 0 0,0-1 1 0 0,1 0-1 0 0,-1 0 1 0 0,1 0-1 0 0,-1 1 0 0 0,1-1 1 0 0,-1 2-1 0 0,-10 40 842 0 0,9-33-368 0 0,-4 17-129 0 0,-4 44-1 0 0,10-62-849 0 0,-1 0-1 0 0,1 1 0 0 0,1-1 0 0 0,-1 0 1 0 0,2 0-1 0 0,-1 0 0 0 0,1 0 1 0 0,6 16-1 0 0,-8-25 151 0 0,0 1-1 0 0,0-1 1 0 0,0 0 0 0 0,1 1 0 0 0,-1-1-1 0 0,0 0 1 0 0,0 1 0 0 0,0-1-1 0 0,1 0 1 0 0,-1 1 0 0 0,0-1 0 0 0,0 0-1 0 0,1 1 1 0 0,-1-1 0 0 0,0 0 0 0 0,0 1-1 0 0,1-1 1 0 0,-1 0 0 0 0,0 0 0 0 0,1 0-1 0 0,-1 1 1 0 0,0-1 0 0 0,1 0 0 0 0,-1 0-1 0 0,1 0 1 0 0,-1 0 0 0 0,0 0 0 0 0,1 0-1 0 0,-1 0 1 0 0,1 0 0 0 0,-1 1 0 0 0,0-1-1 0 0,1-1 1 0 0,-1 1 0 0 0,1 0 0 0 0,12-11-3486 0 0,6-26-2361 0 0,-18 35 5759 0 0,4-10 137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42.4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61 138 2761 0 0,'-12'1'203'0'0,"9"-1"34"0"0,-1 1 0 0 0,1-1 0 0 0,-1 0 0 0 0,1 0-1 0 0,-1 0 1 0 0,1 0 0 0 0,0 0 0 0 0,-1-1-1 0 0,1 0 1 0 0,0 1 0 0 0,-1-1 0 0 0,-4-3 0 0 0,9 4-124 0 0,-1-1-1 0 0,1 0 1 0 0,-1 0 0 0 0,1 1 0 0 0,-1-1 0 0 0,1 0 0 0 0,-1 1 0 0 0,1-1 0 0 0,-1 1 0 0 0,1-1 0 0 0,0 0 0 0 0,-1 1 0 0 0,1 0 0 0 0,0-1-1 0 0,0 1 1 0 0,-1-1 0 0 0,1 1 0 0 0,0 0 0 0 0,0-1 0 0 0,0 1 0 0 0,-1 0 0 0 0,1 0 0 0 0,2 0 0 0 0,23-9 743 0 0,62-10 894 0 0,2 5-1 0 0,96-4 1 0 0,183 20 1202 0 0,-84 26-2968 0 0,-2 0 1002 0 0,-244-28-974 0 0,1-2 0 0 0,58-10 0 0 0,-53 5 2 0 0,62-1 0 0 0,-85 9-206 0 0,-18-1 104 0 0,0 1 0 0 0,0-1-1 0 0,0 0 1 0 0,0 0 0 0 0,0-1 0 0 0,0 1-1 0 0,0-1 1 0 0,0 0 0 0 0,0 0-1 0 0,4-2 1 0 0,4-1-472 0 0,19-8-563 0 0,52-27 0 0 0,-82 39 900 0 0,0-1-1 0 0,0 1 0 0 0,0 0 1 0 0,0-1-1 0 0,-1 1 1 0 0,1-1-1 0 0,0 1 0 0 0,0-1 1 0 0,-1 1-1 0 0,1-1 1 0 0,0 0-1 0 0,-1 1 0 0 0,1-1 1 0 0,0 0-1 0 0,-1 0 1 0 0,1 1-1 0 0,-1-1 0 0 0,1 0 1 0 0,-1 0-1 0 0,0 0 1 0 0,1 1-1 0 0,-1-1 0 0 0,0 0 1 0 0,0 0-1 0 0,1 0 1 0 0,-1 0-1 0 0,0 0 0 0 0,0-1 1 0 0,-1 1 28 0 0,0 0 0 0 0,1 1 1 0 0,-1-1-1 0 0,0 0 0 0 0,0 0 1 0 0,0 1-1 0 0,0-1 0 0 0,0 1 1 0 0,0-1-1 0 0,0 1 0 0 0,0-1 0 0 0,0 1 1 0 0,0 0-1 0 0,0-1 0 0 0,0 1 1 0 0,0 0-1 0 0,-1 0 0 0 0,1 0 1 0 0,0 0-1 0 0,0 0 0 0 0,0 0 1 0 0,-2 0-1 0 0,-52 9-2636 0 0,26-3 2909 0 0,-5 7-78 0 0,31-11 0 0 0,-1 0 0 0 0,1 0 0 0 0,0 0 0 0 0,-1-1 0 0 0,1 0 0 0 0,-1 1 0 0 0,1-1 0 0 0,-1-1 0 0 0,1 1 0 0 0,-1 0 0 0 0,0-1 0 0 0,1 0 0 0 0,-1 0 0 0 0,0 0 0 0 0,-6-1 0 0 0,-27-30 6324 0 0,46 52 2951 0 0,-5 28-7315 0 0,-1-11-884 0 0,5-12-854 0 0,-6-21-414 0 0,-1-1 1 0 0,1 1-1 0 0,-1 0 1 0 0,0-1-1 0 0,0 1 1 0 0,-1 0-1 0 0,1 0 0 0 0,-1 0 1 0 0,0 5-1 0 0,-2-2-1113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43.4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44 2304 0 0,'-1'0'167'0'0,"-1"1"-25"0"0,0 0 1 0 0,0 0-1 0 0,0 0 0 0 0,1 0 1 0 0,-1 1-1 0 0,0-1 0 0 0,1 1 0 0 0,-1-1 1 0 0,0 1-1 0 0,1 0 0 0 0,-2 3 1 0 0,-2 0 215 0 0,-15 16 748 0 0,10-12-774 0 0,1 1-1 0 0,0 0 0 0 0,1 0 0 0 0,0 0 1 0 0,-7 13-1 0 0,15-23-320 0 0,-1 1 0 0 0,1-1-1 0 0,0 0 1 0 0,0 0 0 0 0,0 1 0 0 0,0-1-1 0 0,0 0 1 0 0,-1 0 0 0 0,1 1 0 0 0,0-1 0 0 0,0 0-1 0 0,0 0 1 0 0,0 1 0 0 0,0-1 0 0 0,0 0-1 0 0,0 0 1 0 0,0 1 0 0 0,0-1 0 0 0,0 0 0 0 0,0 1-1 0 0,0-1 1 0 0,0 0 0 0 0,0 0 0 0 0,0 1 0 0 0,0-1-1 0 0,0 0 1 0 0,0 0 0 0 0,1 1 0 0 0,-1-1-1 0 0,0 0 1 0 0,0 0 0 0 0,0 1 0 0 0,0-1 0 0 0,0 0-1 0 0,1 0 1 0 0,-1 1 0 0 0,11-1 308 0 0,14-10 105 0 0,70-39 959 0 0,-58 28-1295 0 0,1 2 1 0 0,1 1 0 0 0,42-12-1 0 0,-81 30-85 0 0,0 0-1 0 0,0 0 1 0 0,0 0-1 0 0,0 1 1 0 0,0-1-1 0 0,0 0 1 0 0,0 0-1 0 0,0 0 1 0 0,0 0-1 0 0,0 1 1 0 0,0-1 0 0 0,0 0-1 0 0,0 0 1 0 0,0 0-1 0 0,0 0 1 0 0,0 1-1 0 0,0-1 1 0 0,0 0-1 0 0,0 0 1 0 0,0 0-1 0 0,1 0 1 0 0,-1 0-1 0 0,0 1 1 0 0,0-1-1 0 0,0 0 1 0 0,0 0-1 0 0,0 0 1 0 0,0 0-1 0 0,0 0 1 0 0,1 0 0 0 0,-1 0-1 0 0,0 1 1 0 0,0-1-1 0 0,0 0 1 0 0,0 0-1 0 0,0 0 1 0 0,1 0-1 0 0,-1 0 1 0 0,0 0-1 0 0,0 0 1 0 0,0 0-1 0 0,0 0 1 0 0,1 0-1 0 0,-1 0 1 0 0,0 0-1 0 0,0 0 1 0 0,0 0-1 0 0,0 0 1 0 0,1 0 0 0 0,-1 0-1 0 0,0 0 1 0 0,0 0-1 0 0,0 0 1 0 0,0 0-1 0 0,0 0 1 0 0,1 0-1 0 0,-1-1 1 0 0,0 1-1 0 0,0 0 1 0 0,0 0-1 0 0,0 0 1 0 0,0 0-1 0 0,1 0 1 0 0,-17 17 158 0 0,-24 18 155 0 0,-10 1 394 0 0,86-49-622 0 0,-18 5-121 0 0,63-25 242 0 0,-73 30-205 0 0,1 0 1 0 0,-1 1 0 0 0,1 0 0 0 0,0 1 0 0 0,0 0 0 0 0,0 0-1 0 0,12 1 1 0 0,-20 0-4 0 0,0 0-1 0 0,-1 0 0 0 0,1 0 1 0 0,0 0-1 0 0,0 0 1 0 0,-1 0-1 0 0,1 0 0 0 0,0 1 1 0 0,0-1-1 0 0,-1 0 0 0 0,1 0 1 0 0,0 1-1 0 0,-1-1 1 0 0,1 0-1 0 0,-1 1 0 0 0,1-1 1 0 0,0 1-1 0 0,-1-1 0 0 0,1 1 1 0 0,-1-1-1 0 0,1 1 1 0 0,-1-1-1 0 0,1 1 0 0 0,-1-1 1 0 0,0 1-1 0 0,1 0 0 0 0,-1-1 1 0 0,0 1-1 0 0,1 0 1 0 0,-1-1-1 0 0,0 1 0 0 0,0 0 1 0 0,1 1-1 0 0,-7 25 411 0 0,6-25-309 0 0,-1 0 0 0 0,0-1 1 0 0,1 1-1 0 0,-1 0 0 0 0,1 0 0 0 0,-1-1 0 0 0,1 1 0 0 0,0 0 0 0 0,0 0 1 0 0,0 0-1 0 0,0-1 0 0 0,0 1 0 0 0,0 0 0 0 0,0 0 0 0 0,1 0 1 0 0,0 3-1 0 0,0-5-87 0 0,1 1 0 0 0,-1-1 1 0 0,0 1-1 0 0,1-1 0 0 0,-1 1 1 0 0,1-1-1 0 0,-1 0 1 0 0,1 1-1 0 0,-1-1 0 0 0,1 0 1 0 0,-1 0-1 0 0,1 0 0 0 0,-1 0 1 0 0,1 0-1 0 0,-1-1 0 0 0,1 1 1 0 0,-1 0-1 0 0,1-1 0 0 0,-1 1 1 0 0,1-1-1 0 0,0 0 0 0 0,33-13 436 0 0,-5-1 144 0 0,29-15-253 0 0,-55 29-340 0 0,0-1 0 0 0,0 1 0 0 0,0 0 1 0 0,1 0-1 0 0,-1 0 0 0 0,0 1 0 0 0,0 0 0 0 0,0-1 1 0 0,1 1-1 0 0,-1 1 0 0 0,0-1 0 0 0,6 2 0 0 0,-10-2-2 0 0,1 0 0 0 0,0 0-1 0 0,0 1 1 0 0,-1-1-1 0 0,1 0 1 0 0,0 1 0 0 0,-1-1-1 0 0,1 1 1 0 0,-1-1-1 0 0,1 1 1 0 0,-1-1-1 0 0,1 1 1 0 0,-1-1 0 0 0,1 1-1 0 0,-1 0 1 0 0,1-1-1 0 0,-1 1 1 0 0,1 0 0 0 0,-1-1-1 0 0,0 1 1 0 0,0 0-1 0 0,1-1 1 0 0,-1 1-1 0 0,0 0 1 0 0,0 1 0 0 0,0 24 93 0 0,-1-24-56 0 0,1 1 1 0 0,0-1 0 0 0,0 0-1 0 0,0 1 1 0 0,0-1-1 0 0,0 1 1 0 0,0-1 0 0 0,0 0-1 0 0,1 1 1 0 0,1 3 0 0 0,-2-6-33 0 0,1 1 1 0 0,-1-1-1 0 0,1 1 1 0 0,0-1 0 0 0,-1 1-1 0 0,1-1 1 0 0,0 1-1 0 0,-1-1 1 0 0,1 0 0 0 0,0 1-1 0 0,0-1 1 0 0,-1 0 0 0 0,1 0-1 0 0,0 0 1 0 0,0 1-1 0 0,0-1 1 0 0,-1 0 0 0 0,1 0-1 0 0,0 0 1 0 0,0 0-1 0 0,0 0 1 0 0,-1-1 0 0 0,1 1-1 0 0,0 0 1 0 0,0 0-1 0 0,0 0 1 0 0,0-1 0 0 0,26-10-27 0 0,-23 9 39 0 0,88-45 275 0 0,-52 26-508 0 0,78-31 0 0 0,-117 51 203 0 0,0 1 0 0 0,0 0 0 0 0,0-1 1 0 0,0 1-1 0 0,0 0 0 0 0,0-1 0 0 0,0 1 0 0 0,0 0 0 0 0,0 0 1 0 0,0 0-1 0 0,0 0 0 0 0,0 0 0 0 0,0 0 0 0 0,0 0 1 0 0,0 0-1 0 0,0 0 0 0 0,0 0 0 0 0,0 1 0 0 0,0-1 0 0 0,0 0 1 0 0,0 1-1 0 0,0-1 0 0 0,0 1 0 0 0,0-1 0 0 0,1 2 1 0 0,-1-1 17 0 0,-1 0 1 0 0,1 1 0 0 0,0-1-1 0 0,-1 0 1 0 0,0 1 0 0 0,1-1 0 0 0,-1 0-1 0 0,0 1 1 0 0,0-1 0 0 0,1 0-1 0 0,-1 1 1 0 0,0-1 0 0 0,-1 1-1 0 0,1-1 1 0 0,0 0 0 0 0,-1 3 0 0 0,-2 9 277 0 0,-1 0 1 0 0,-1 0 0 0 0,-6 14 0 0 0,6-17 152 0 0,5-9-402 0 0,-1 0 0 0 0,0 0 0 0 0,1 0 0 0 0,-1 0 0 0 0,1 0-1 0 0,0 0 1 0 0,-1 0 0 0 0,1 0 0 0 0,0 0 0 0 0,-1 0 0 0 0,1 0 0 0 0,0 0 0 0 0,0 0 0 0 0,0 1 0 0 0,0-1 0 0 0,0 0 0 0 0,0 0 0 0 0,0 0 0 0 0,0 0 0 0 0,1 0 0 0 0,-1 0 0 0 0,0 0 0 0 0,0 0-1 0 0,1 0 1 0 0,-1 0 0 0 0,1 0 0 0 0,-1 0 0 0 0,1 0 0 0 0,0 0 0 0 0,-1 0 0 0 0,1 0 0 0 0,0-1 0 0 0,0 2 0 0 0,2-1-18 0 0,0 0 1 0 0,0-1-1 0 0,0 1 0 0 0,-1-1 1 0 0,1 0-1 0 0,0 1 0 0 0,0-1 1 0 0,0-1-1 0 0,0 1 0 0 0,0 0 1 0 0,0-1-1 0 0,3 0 0 0 0,19-5-36 0 0,1-1 0 0 0,24-11 0 0 0,-27 9-304 0 0,1 1 0 0 0,33-7 0 0 0,-44 15-39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44.1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 6913 0 0,'3'-8'3983'0'0,"-3"8"-3866"0"0,8 6 3045 0 0,5 13-1416 0 0,-8-8-1746 0 0,-2 1 257 0 0,0-1 0 0 0,-1 1 1 0 0,0 0-1 0 0,0 0 0 0 0,-1 18 0 0 0,2 8 83 0 0,-1 14-266 0 0,-2-39-849 0 0,0 0 1 0 0,1 0-1 0 0,0-1 1 0 0,1 1-1 0 0,5 18 1 0 0,-7-30 673 0 0,0-1 0 0 0,0 0 0 0 0,0 1 0 0 0,0-1 1 0 0,0 0-1 0 0,0 0 0 0 0,0 1 0 0 0,0-1 0 0 0,0 0 0 0 0,0 0 0 0 0,0 1 1 0 0,1-1-1 0 0,-1 0 0 0 0,18-20-8527 0 0,-16 10 8494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44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35 920 0 0,'-22'-4'256'0'0,"18"4"230"0"0,0-1 0 0 0,0 1 1 0 0,0-1-1 0 0,0 0 0 0 0,0 0 0 0 0,0-1 0 0 0,-5-1 0 0 0,11 1-165 0 0,1 1-1 0 0,-1-1 1 0 0,1 1 0 0 0,-1 0-1 0 0,1 0 1 0 0,-1 0 0 0 0,1 0-1 0 0,0 0 1 0 0,-1 1 0 0 0,5-1 0 0 0,46-5 978 0 0,0 3 0 0 0,82 5 1 0 0,-13 0-148 0 0,349 2 3577 0 0,-252-3-4430 0 0,-99-3-105 0 0,-110 2-191 0 0,-6-1-6 0 0,0 1 0 0 0,0 0 0 0 0,0 0 0 0 0,0 0 0 0 0,0 0 1 0 0,-1 1-1 0 0,1-1 0 0 0,0 1 0 0 0,0 0 0 0 0,0 0 0 0 0,-1 1 0 0 0,1-1 0 0 0,0 1 0 0 0,3 2 0 0 0,-7-4-44 0 0,0 0 1 0 0,1 0-1 0 0,-1 0 0 0 0,0 0 1 0 0,0 0-1 0 0,0 1 0 0 0,0-1 1 0 0,0 0-1 0 0,0 0 0 0 0,0 0 1 0 0,1 0-1 0 0,-1 0 0 0 0,0 1 1 0 0,0-1-1 0 0,0 0 0 0 0,0 0 1 0 0,0 0-1 0 0,0 0 0 0 0,0 1 0 0 0,0-1 1 0 0,0 0-1 0 0,0 0 0 0 0,0 0 1 0 0,0 0-1 0 0,0 1 0 0 0,0-1 1 0 0,0 0-1 0 0,0 0 0 0 0,0 0 1 0 0,0 0-1 0 0,0 1 0 0 0,0-1 1 0 0,-1 0-1 0 0,1 0 0 0 0,0 0 1 0 0,0 0-1 0 0,0 0 0 0 0,0 1 1 0 0,0-1-1 0 0,0 0 0 0 0,0 0 1 0 0,0 0-1 0 0,-1 0 0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44.8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1 920 0 0,'28'37'14819'0'0,"-25"-19"-14247"0"0,0 0-1 0 0,-1 0 0 0 0,0 0 1 0 0,-3 33-1 0 0,1 2 133 0 0,0-11-1382 0 0,-1-26-234 0 0,1 0 0 0 0,1-1 1 0 0,0 1-1 0 0,5 21 0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8T22:43:45.8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208 56 512 0 0,'12'-3'61'0'0,"0"-2"0"0"0,-1 0 1 0 0,0 0-1 0 0,11-7 0 0 0,32-14 1328 0 0,-77 35-87 0 0,1 2 0 0 0,0 0 0 0 0,-24 17 0 0 0,-24 12-583 0 0,38-24-486 0 0,-6 3 917 0 0,-38 24-1 0 0,100-56-795 0 0,0 0-1 0 0,1 2 0 0 0,28-9 1 0 0,14-5-330 0 0,11-5 48 0 0,34-16-77 0 0,-187 115 1197 0 0,36-40-695 0 0,25-20-400 0 0,1 0 1 0 0,1 1 0 0 0,0 0 0 0 0,-20 23-1 0 0,31-33-96 0 0,1 0-1 0 0,0 1 0 0 0,0-1 0 0 0,0 0 0 0 0,0 0 1 0 0,-1 0-1 0 0,1 0 0 0 0,0 0 0 0 0,0 0 0 0 0,0 1 1 0 0,0-1-1 0 0,0 0 0 0 0,-1 0 0 0 0,1 0 0 0 0,0 0 1 0 0,0 1-1 0 0,0-1 0 0 0,0 0 0 0 0,0 0 0 0 0,0 0 0 0 0,0 1 1 0 0,0-1-1 0 0,0 0 0 0 0,0 0 0 0 0,0 0 0 0 0,0 1 1 0 0,0-1-1 0 0,0 0 0 0 0,0 0 0 0 0,0 0 0 0 0,0 1 1 0 0,0-1-1 0 0,0 0 0 0 0,0 0 0 0 0,0 0 0 0 0,0 1 1 0 0,0-1-1 0 0,0 0 0 0 0,0 0 0 0 0,0 0 0 0 0,1 0 1 0 0,-1 1-1 0 0,0-1 0 0 0,0 0 0 0 0,0 0 0 0 0,0 0 1 0 0,0 0-1 0 0,1 0 0 0 0,-1 1 0 0 0,0-1 0 0 0,0 0 1 0 0,1 0-1 0 0,14-1-123 0 0,18-10-158 0 0,121-70-162 0 0,-93 46 326 0 0,-58 33 122 0 0,1 0 1 0 0,-1 0-1 0 0,0 1 1 0 0,0 0-1 0 0,1-1 0 0 0,-1 1 1 0 0,1 0-1 0 0,4 0 1 0 0,-8 1-6 0 0,0 0 1 0 0,1 0 0 0 0,-1 0-1 0 0,0 0 1 0 0,0 0 0 0 0,1 0-1 0 0,-1 0 1 0 0,0 0 0 0 0,0 0-1 0 0,1 0 1 0 0,-1 0 0 0 0,0 1-1 0 0,0-1 1 0 0,0 0 0 0 0,1 0-1 0 0,-1 0 1 0 0,0 0 0 0 0,0 0-1 0 0,0 1 1 0 0,1-1 0 0 0,-1 0-1 0 0,0 0 1 0 0,0 0 0 0 0,0 1-1 0 0,0-1 1 0 0,0 0 0 0 0,0 0-1 0 0,1 0 1 0 0,-1 1 0 0 0,0-1 0 0 0,0 0-1 0 0,0 0 1 0 0,0 1 0 0 0,0-1-1 0 0,0 0 1 0 0,0 0 0 0 0,0 1-1 0 0,-8 19 102 0 0,-13 12 828 0 0,16-25-796 0 0,0 0 0 0 0,0 1 0 0 0,0-1 0 0 0,1 1 0 0 0,0 0 0 0 0,1 0 0 0 0,-1 0 0 0 0,-2 11 0 0 0,6-18-133 0 0,0 0 0 0 0,0-1 0 0 0,0 1 0 0 0,0-1 0 0 0,1 1 0 0 0,-1 0 0 0 0,0-1-1 0 0,0 1 1 0 0,0-1 0 0 0,0 1 0 0 0,1-1 0 0 0,-1 1 0 0 0,0-1 0 0 0,0 1 0 0 0,1 0-1 0 0,-1-1 1 0 0,0 0 0 0 0,1 1 0 0 0,-1-1 0 0 0,1 1 0 0 0,-1-1 0 0 0,1 1 0 0 0,-1-1 0 0 0,1 0-1 0 0,-1 1 1 0 0,1-1 0 0 0,-1 0 0 0 0,1 0 0 0 0,-1 1 0 0 0,1-1 0 0 0,-1 0 0 0 0,1 0-1 0 0,-1 0 1 0 0,1 0 0 0 0,0 0 0 0 0,-1 0 0 0 0,1 0 0 0 0,-1 0 0 0 0,1 0 0 0 0,0 0 0 0 0,-1 0-1 0 0,1 0 1 0 0,-1 0 0 0 0,1 0 0 0 0,-1 0 0 0 0,1 0 0 0 0,0-1 0 0 0,-1 1 0 0 0,1 0-1 0 0,0-1 1 0 0,33-12-173 0 0,-31 12 141 0 0,71-36-500 0 0,30-14-133 0 0,-90 45 598 0 0,1 0 0 0 0,1 1 0 0 0,-1 1 0 0 0,31-4 0 0 0,-33 9 6 0 0,-10 3 149 0 0,-16 13 469 0 0,13-17-501 0 0,-1 1 0 0 0,0-1 0 0 0,0 1 1 0 0,0-1-1 0 0,1 1 0 0 0,-1 0 0 0 0,0 0 0 0 0,1-1 0 0 0,-1 1 0 0 0,1 0 0 0 0,-1 0 0 0 0,1-1 0 0 0,-1 1 1 0 0,1 0-1 0 0,0 0 0 0 0,-1 0 0 0 0,1 0 0 0 0,0 0 0 0 0,0 0 0 0 0,-1 0 0 0 0,1 1 0 0 0,1-2-59 0 0,1 1 1 0 0,-1-1-1 0 0,0 1 0 0 0,0-1 0 0 0,0 1 0 0 0,1-1 0 0 0,-1 0 0 0 0,0 0 0 0 0,1 0 0 0 0,-1 0 1 0 0,0 0-1 0 0,0 0 0 0 0,1 0 0 0 0,-1 0 0 0 0,0 0 0 0 0,1 0 0 0 0,0-1 0 0 0,29-7-496 0 0,-20 5 294 0 0,21-6-168 0 0,36-16-1 0 0,-39 14 392 0 0,45-12 0 0 0,-71 23 81 0 0,0 1 0 0 0,0-1 0 0 0,0 1 0 0 0,0 0 0 0 0,0 0 0 0 0,0 0 0 0 0,0 1 0 0 0,0-1 0 0 0,-1 1 0 0 0,1-1 0 0 0,0 1 0 0 0,-1 0 0 0 0,1 0 0 0 0,-1 0 0 0 0,0 0 0 0 0,3 4 0 0 0,17 11 1076 0 0,0-4-1023 0 0,-20-11-136 0 0,0 0-1 0 0,1 0 1 0 0,-1 0 0 0 0,1-1-1 0 0,0 1 1 0 0,-1-1 0 0 0,1 0-1 0 0,0 0 1 0 0,0 0 0 0 0,0 0-1 0 0,0 0 1 0 0,0-1 0 0 0,0 1-1 0 0,0-1 1 0 0,0 0 0 0 0,0 0-1 0 0,0 0 1 0 0,0 0 0 0 0,0 0-1 0 0,0-1 1 0 0,5-1 0 0 0,32-13-1371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63" Type="http://schemas.openxmlformats.org/officeDocument/2006/relationships/customXml" Target="../ink/ink31.xml"/><Relationship Id="rId159" Type="http://schemas.openxmlformats.org/officeDocument/2006/relationships/customXml" Target="../ink/ink79.xml"/><Relationship Id="rId170" Type="http://schemas.openxmlformats.org/officeDocument/2006/relationships/image" Target="../media/image86.png"/><Relationship Id="rId226" Type="http://schemas.openxmlformats.org/officeDocument/2006/relationships/image" Target="../media/image114.png"/><Relationship Id="rId268" Type="http://schemas.openxmlformats.org/officeDocument/2006/relationships/image" Target="../media/image135.png"/><Relationship Id="rId32" Type="http://schemas.openxmlformats.org/officeDocument/2006/relationships/image" Target="../media/image17.png"/><Relationship Id="rId74" Type="http://schemas.openxmlformats.org/officeDocument/2006/relationships/image" Target="../media/image38.png"/><Relationship Id="rId128" Type="http://schemas.openxmlformats.org/officeDocument/2006/relationships/image" Target="../media/image65.png"/><Relationship Id="rId5" Type="http://schemas.openxmlformats.org/officeDocument/2006/relationships/customXml" Target="../ink/ink2.xml"/><Relationship Id="rId181" Type="http://schemas.openxmlformats.org/officeDocument/2006/relationships/customXml" Target="../ink/ink90.xml"/><Relationship Id="rId237" Type="http://schemas.openxmlformats.org/officeDocument/2006/relationships/customXml" Target="../ink/ink118.xml"/><Relationship Id="rId279" Type="http://schemas.openxmlformats.org/officeDocument/2006/relationships/customXml" Target="../ink/ink139.xml"/><Relationship Id="rId43" Type="http://schemas.openxmlformats.org/officeDocument/2006/relationships/customXml" Target="../ink/ink21.xml"/><Relationship Id="rId139" Type="http://schemas.openxmlformats.org/officeDocument/2006/relationships/customXml" Target="../ink/ink69.xml"/><Relationship Id="rId290" Type="http://schemas.openxmlformats.org/officeDocument/2006/relationships/image" Target="../media/image146.png"/><Relationship Id="rId85" Type="http://schemas.openxmlformats.org/officeDocument/2006/relationships/customXml" Target="../ink/ink42.xml"/><Relationship Id="rId150" Type="http://schemas.openxmlformats.org/officeDocument/2006/relationships/image" Target="../media/image76.png"/><Relationship Id="rId192" Type="http://schemas.openxmlformats.org/officeDocument/2006/relationships/image" Target="../media/image97.png"/><Relationship Id="rId206" Type="http://schemas.openxmlformats.org/officeDocument/2006/relationships/image" Target="../media/image104.png"/><Relationship Id="rId248" Type="http://schemas.openxmlformats.org/officeDocument/2006/relationships/image" Target="../media/image125.png"/><Relationship Id="rId12" Type="http://schemas.openxmlformats.org/officeDocument/2006/relationships/image" Target="../media/image7.png"/><Relationship Id="rId33" Type="http://schemas.openxmlformats.org/officeDocument/2006/relationships/customXml" Target="../ink/ink16.xml"/><Relationship Id="rId108" Type="http://schemas.openxmlformats.org/officeDocument/2006/relationships/image" Target="../media/image55.png"/><Relationship Id="rId129" Type="http://schemas.openxmlformats.org/officeDocument/2006/relationships/customXml" Target="../ink/ink64.xml"/><Relationship Id="rId280" Type="http://schemas.openxmlformats.org/officeDocument/2006/relationships/image" Target="../media/image141.png"/><Relationship Id="rId54" Type="http://schemas.openxmlformats.org/officeDocument/2006/relationships/image" Target="../media/image28.png"/><Relationship Id="rId75" Type="http://schemas.openxmlformats.org/officeDocument/2006/relationships/customXml" Target="../ink/ink37.xml"/><Relationship Id="rId96" Type="http://schemas.openxmlformats.org/officeDocument/2006/relationships/image" Target="../media/image49.png"/><Relationship Id="rId140" Type="http://schemas.openxmlformats.org/officeDocument/2006/relationships/image" Target="../media/image71.png"/><Relationship Id="rId161" Type="http://schemas.openxmlformats.org/officeDocument/2006/relationships/customXml" Target="../ink/ink80.xml"/><Relationship Id="rId182" Type="http://schemas.openxmlformats.org/officeDocument/2006/relationships/image" Target="../media/image92.png"/><Relationship Id="rId217" Type="http://schemas.openxmlformats.org/officeDocument/2006/relationships/customXml" Target="../ink/ink108.xml"/><Relationship Id="rId6" Type="http://schemas.openxmlformats.org/officeDocument/2006/relationships/image" Target="../media/image4.png"/><Relationship Id="rId238" Type="http://schemas.openxmlformats.org/officeDocument/2006/relationships/image" Target="../media/image120.png"/><Relationship Id="rId259" Type="http://schemas.openxmlformats.org/officeDocument/2006/relationships/customXml" Target="../ink/ink129.xml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270" Type="http://schemas.openxmlformats.org/officeDocument/2006/relationships/image" Target="../media/image136.png"/><Relationship Id="rId291" Type="http://schemas.openxmlformats.org/officeDocument/2006/relationships/customXml" Target="../ink/ink145.xml"/><Relationship Id="rId44" Type="http://schemas.openxmlformats.org/officeDocument/2006/relationships/image" Target="../media/image23.png"/><Relationship Id="rId65" Type="http://schemas.openxmlformats.org/officeDocument/2006/relationships/customXml" Target="../ink/ink32.xml"/><Relationship Id="rId86" Type="http://schemas.openxmlformats.org/officeDocument/2006/relationships/image" Target="../media/image44.png"/><Relationship Id="rId130" Type="http://schemas.openxmlformats.org/officeDocument/2006/relationships/image" Target="../media/image66.png"/><Relationship Id="rId151" Type="http://schemas.openxmlformats.org/officeDocument/2006/relationships/customXml" Target="../ink/ink75.xml"/><Relationship Id="rId172" Type="http://schemas.openxmlformats.org/officeDocument/2006/relationships/image" Target="../media/image87.png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28" Type="http://schemas.openxmlformats.org/officeDocument/2006/relationships/image" Target="../media/image115.png"/><Relationship Id="rId249" Type="http://schemas.openxmlformats.org/officeDocument/2006/relationships/customXml" Target="../ink/ink124.xml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260" Type="http://schemas.openxmlformats.org/officeDocument/2006/relationships/image" Target="../media/image131.png"/><Relationship Id="rId281" Type="http://schemas.openxmlformats.org/officeDocument/2006/relationships/customXml" Target="../ink/ink140.xml"/><Relationship Id="rId34" Type="http://schemas.openxmlformats.org/officeDocument/2006/relationships/image" Target="../media/image18.png"/><Relationship Id="rId55" Type="http://schemas.openxmlformats.org/officeDocument/2006/relationships/customXml" Target="../ink/ink27.xml"/><Relationship Id="rId76" Type="http://schemas.openxmlformats.org/officeDocument/2006/relationships/image" Target="../media/image39.png"/><Relationship Id="rId97" Type="http://schemas.openxmlformats.org/officeDocument/2006/relationships/customXml" Target="../ink/ink48.xml"/><Relationship Id="rId120" Type="http://schemas.openxmlformats.org/officeDocument/2006/relationships/image" Target="../media/image61.png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162" Type="http://schemas.openxmlformats.org/officeDocument/2006/relationships/image" Target="../media/image82.png"/><Relationship Id="rId183" Type="http://schemas.openxmlformats.org/officeDocument/2006/relationships/customXml" Target="../ink/ink91.xml"/><Relationship Id="rId218" Type="http://schemas.openxmlformats.org/officeDocument/2006/relationships/image" Target="../media/image110.png"/><Relationship Id="rId239" Type="http://schemas.openxmlformats.org/officeDocument/2006/relationships/customXml" Target="../ink/ink119.xml"/><Relationship Id="rId250" Type="http://schemas.openxmlformats.org/officeDocument/2006/relationships/image" Target="../media/image126.png"/><Relationship Id="rId271" Type="http://schemas.openxmlformats.org/officeDocument/2006/relationships/customXml" Target="../ink/ink135.xml"/><Relationship Id="rId292" Type="http://schemas.openxmlformats.org/officeDocument/2006/relationships/image" Target="../media/image147.png"/><Relationship Id="rId24" Type="http://schemas.openxmlformats.org/officeDocument/2006/relationships/image" Target="../media/image13.png"/><Relationship Id="rId45" Type="http://schemas.openxmlformats.org/officeDocument/2006/relationships/customXml" Target="../ink/ink22.xml"/><Relationship Id="rId66" Type="http://schemas.openxmlformats.org/officeDocument/2006/relationships/image" Target="../media/image34.png"/><Relationship Id="rId87" Type="http://schemas.openxmlformats.org/officeDocument/2006/relationships/customXml" Target="../ink/ink43.xml"/><Relationship Id="rId110" Type="http://schemas.openxmlformats.org/officeDocument/2006/relationships/image" Target="../media/image56.png"/><Relationship Id="rId131" Type="http://schemas.openxmlformats.org/officeDocument/2006/relationships/customXml" Target="../ink/ink65.xml"/><Relationship Id="rId152" Type="http://schemas.openxmlformats.org/officeDocument/2006/relationships/image" Target="../media/image77.png"/><Relationship Id="rId173" Type="http://schemas.openxmlformats.org/officeDocument/2006/relationships/customXml" Target="../ink/ink86.xml"/><Relationship Id="rId194" Type="http://schemas.openxmlformats.org/officeDocument/2006/relationships/image" Target="../media/image98.png"/><Relationship Id="rId208" Type="http://schemas.openxmlformats.org/officeDocument/2006/relationships/image" Target="../media/image105.png"/><Relationship Id="rId229" Type="http://schemas.openxmlformats.org/officeDocument/2006/relationships/customXml" Target="../ink/ink114.xml"/><Relationship Id="rId240" Type="http://schemas.openxmlformats.org/officeDocument/2006/relationships/image" Target="../media/image121.png"/><Relationship Id="rId261" Type="http://schemas.openxmlformats.org/officeDocument/2006/relationships/customXml" Target="../ink/ink130.xml"/><Relationship Id="rId14" Type="http://schemas.openxmlformats.org/officeDocument/2006/relationships/image" Target="../media/image8.png"/><Relationship Id="rId35" Type="http://schemas.openxmlformats.org/officeDocument/2006/relationships/customXml" Target="../ink/ink17.xml"/><Relationship Id="rId56" Type="http://schemas.openxmlformats.org/officeDocument/2006/relationships/image" Target="../media/image29.png"/><Relationship Id="rId77" Type="http://schemas.openxmlformats.org/officeDocument/2006/relationships/customXml" Target="../ink/ink38.xml"/><Relationship Id="rId100" Type="http://schemas.openxmlformats.org/officeDocument/2006/relationships/image" Target="../media/image51.png"/><Relationship Id="rId282" Type="http://schemas.openxmlformats.org/officeDocument/2006/relationships/image" Target="../media/image142.png"/><Relationship Id="rId8" Type="http://schemas.openxmlformats.org/officeDocument/2006/relationships/image" Target="../media/image5.png"/><Relationship Id="rId98" Type="http://schemas.openxmlformats.org/officeDocument/2006/relationships/image" Target="../media/image50.png"/><Relationship Id="rId121" Type="http://schemas.openxmlformats.org/officeDocument/2006/relationships/customXml" Target="../ink/ink60.xml"/><Relationship Id="rId142" Type="http://schemas.openxmlformats.org/officeDocument/2006/relationships/image" Target="../media/image72.png"/><Relationship Id="rId163" Type="http://schemas.openxmlformats.org/officeDocument/2006/relationships/customXml" Target="../ink/ink81.xml"/><Relationship Id="rId184" Type="http://schemas.openxmlformats.org/officeDocument/2006/relationships/image" Target="../media/image93.png"/><Relationship Id="rId219" Type="http://schemas.openxmlformats.org/officeDocument/2006/relationships/customXml" Target="../ink/ink109.xml"/><Relationship Id="rId230" Type="http://schemas.openxmlformats.org/officeDocument/2006/relationships/image" Target="../media/image116.png"/><Relationship Id="rId251" Type="http://schemas.openxmlformats.org/officeDocument/2006/relationships/customXml" Target="../ink/ink125.xml"/><Relationship Id="rId25" Type="http://schemas.openxmlformats.org/officeDocument/2006/relationships/customXml" Target="../ink/ink12.xml"/><Relationship Id="rId46" Type="http://schemas.openxmlformats.org/officeDocument/2006/relationships/image" Target="../media/image24.png"/><Relationship Id="rId67" Type="http://schemas.openxmlformats.org/officeDocument/2006/relationships/customXml" Target="../ink/ink33.xml"/><Relationship Id="rId272" Type="http://schemas.openxmlformats.org/officeDocument/2006/relationships/image" Target="../media/image137.png"/><Relationship Id="rId293" Type="http://schemas.openxmlformats.org/officeDocument/2006/relationships/customXml" Target="../ink/ink146.xml"/><Relationship Id="rId88" Type="http://schemas.openxmlformats.org/officeDocument/2006/relationships/image" Target="../media/image45.png"/><Relationship Id="rId111" Type="http://schemas.openxmlformats.org/officeDocument/2006/relationships/customXml" Target="../ink/ink55.xml"/><Relationship Id="rId132" Type="http://schemas.openxmlformats.org/officeDocument/2006/relationships/image" Target="../media/image67.png"/><Relationship Id="rId153" Type="http://schemas.openxmlformats.org/officeDocument/2006/relationships/customXml" Target="../ink/ink76.xml"/><Relationship Id="rId174" Type="http://schemas.openxmlformats.org/officeDocument/2006/relationships/image" Target="../media/image88.png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220" Type="http://schemas.openxmlformats.org/officeDocument/2006/relationships/image" Target="../media/image111.png"/><Relationship Id="rId241" Type="http://schemas.openxmlformats.org/officeDocument/2006/relationships/customXml" Target="../ink/ink120.xml"/><Relationship Id="rId15" Type="http://schemas.openxmlformats.org/officeDocument/2006/relationships/customXml" Target="../ink/ink7.xml"/><Relationship Id="rId36" Type="http://schemas.openxmlformats.org/officeDocument/2006/relationships/image" Target="../media/image19.png"/><Relationship Id="rId57" Type="http://schemas.openxmlformats.org/officeDocument/2006/relationships/customXml" Target="../ink/ink28.xml"/><Relationship Id="rId262" Type="http://schemas.openxmlformats.org/officeDocument/2006/relationships/image" Target="../media/image132.png"/><Relationship Id="rId283" Type="http://schemas.openxmlformats.org/officeDocument/2006/relationships/customXml" Target="../ink/ink141.xml"/><Relationship Id="rId78" Type="http://schemas.openxmlformats.org/officeDocument/2006/relationships/image" Target="../media/image40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2.png"/><Relationship Id="rId143" Type="http://schemas.openxmlformats.org/officeDocument/2006/relationships/customXml" Target="../ink/ink71.xml"/><Relationship Id="rId164" Type="http://schemas.openxmlformats.org/officeDocument/2006/relationships/image" Target="../media/image83.png"/><Relationship Id="rId185" Type="http://schemas.openxmlformats.org/officeDocument/2006/relationships/customXml" Target="../ink/ink92.xml"/><Relationship Id="rId9" Type="http://schemas.openxmlformats.org/officeDocument/2006/relationships/customXml" Target="../ink/ink4.xml"/><Relationship Id="rId210" Type="http://schemas.openxmlformats.org/officeDocument/2006/relationships/image" Target="../media/image106.png"/><Relationship Id="rId26" Type="http://schemas.openxmlformats.org/officeDocument/2006/relationships/image" Target="../media/image14.png"/><Relationship Id="rId231" Type="http://schemas.openxmlformats.org/officeDocument/2006/relationships/customXml" Target="../ink/ink115.xml"/><Relationship Id="rId252" Type="http://schemas.openxmlformats.org/officeDocument/2006/relationships/image" Target="../media/image127.png"/><Relationship Id="rId273" Type="http://schemas.openxmlformats.org/officeDocument/2006/relationships/customXml" Target="../ink/ink136.xml"/><Relationship Id="rId294" Type="http://schemas.openxmlformats.org/officeDocument/2006/relationships/image" Target="../media/image148.png"/><Relationship Id="rId47" Type="http://schemas.openxmlformats.org/officeDocument/2006/relationships/customXml" Target="../ink/ink23.xml"/><Relationship Id="rId68" Type="http://schemas.openxmlformats.org/officeDocument/2006/relationships/image" Target="../media/image35.png"/><Relationship Id="rId89" Type="http://schemas.openxmlformats.org/officeDocument/2006/relationships/customXml" Target="../ink/ink44.xml"/><Relationship Id="rId112" Type="http://schemas.openxmlformats.org/officeDocument/2006/relationships/image" Target="../media/image57.png"/><Relationship Id="rId133" Type="http://schemas.openxmlformats.org/officeDocument/2006/relationships/customXml" Target="../ink/ink66.xml"/><Relationship Id="rId154" Type="http://schemas.openxmlformats.org/officeDocument/2006/relationships/image" Target="../media/image78.png"/><Relationship Id="rId175" Type="http://schemas.openxmlformats.org/officeDocument/2006/relationships/customXml" Target="../ink/ink87.xml"/><Relationship Id="rId196" Type="http://schemas.openxmlformats.org/officeDocument/2006/relationships/image" Target="../media/image99.png"/><Relationship Id="rId200" Type="http://schemas.openxmlformats.org/officeDocument/2006/relationships/image" Target="../media/image101.png"/><Relationship Id="rId16" Type="http://schemas.openxmlformats.org/officeDocument/2006/relationships/image" Target="../media/image9.png"/><Relationship Id="rId221" Type="http://schemas.openxmlformats.org/officeDocument/2006/relationships/customXml" Target="../ink/ink110.xml"/><Relationship Id="rId242" Type="http://schemas.openxmlformats.org/officeDocument/2006/relationships/image" Target="../media/image122.png"/><Relationship Id="rId263" Type="http://schemas.openxmlformats.org/officeDocument/2006/relationships/customXml" Target="../ink/ink131.xml"/><Relationship Id="rId284" Type="http://schemas.openxmlformats.org/officeDocument/2006/relationships/image" Target="../media/image143.png"/><Relationship Id="rId37" Type="http://schemas.openxmlformats.org/officeDocument/2006/relationships/customXml" Target="../ink/ink18.xml"/><Relationship Id="rId58" Type="http://schemas.openxmlformats.org/officeDocument/2006/relationships/image" Target="../media/image30.png"/><Relationship Id="rId79" Type="http://schemas.openxmlformats.org/officeDocument/2006/relationships/customXml" Target="../ink/ink39.xml"/><Relationship Id="rId102" Type="http://schemas.openxmlformats.org/officeDocument/2006/relationships/image" Target="../media/image52.png"/><Relationship Id="rId123" Type="http://schemas.openxmlformats.org/officeDocument/2006/relationships/customXml" Target="../ink/ink61.xml"/><Relationship Id="rId144" Type="http://schemas.openxmlformats.org/officeDocument/2006/relationships/image" Target="../media/image73.png"/><Relationship Id="rId90" Type="http://schemas.openxmlformats.org/officeDocument/2006/relationships/image" Target="../media/image46.png"/><Relationship Id="rId165" Type="http://schemas.openxmlformats.org/officeDocument/2006/relationships/customXml" Target="../ink/ink82.xml"/><Relationship Id="rId186" Type="http://schemas.openxmlformats.org/officeDocument/2006/relationships/image" Target="../media/image94.png"/><Relationship Id="rId211" Type="http://schemas.openxmlformats.org/officeDocument/2006/relationships/customXml" Target="../ink/ink105.xml"/><Relationship Id="rId232" Type="http://schemas.openxmlformats.org/officeDocument/2006/relationships/image" Target="../media/image117.png"/><Relationship Id="rId253" Type="http://schemas.openxmlformats.org/officeDocument/2006/relationships/customXml" Target="../ink/ink126.xml"/><Relationship Id="rId274" Type="http://schemas.openxmlformats.org/officeDocument/2006/relationships/image" Target="../media/image138.png"/><Relationship Id="rId27" Type="http://schemas.openxmlformats.org/officeDocument/2006/relationships/customXml" Target="../ink/ink13.xml"/><Relationship Id="rId48" Type="http://schemas.openxmlformats.org/officeDocument/2006/relationships/image" Target="../media/image25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8.png"/><Relationship Id="rId80" Type="http://schemas.openxmlformats.org/officeDocument/2006/relationships/image" Target="../media/image41.png"/><Relationship Id="rId155" Type="http://schemas.openxmlformats.org/officeDocument/2006/relationships/customXml" Target="../ink/ink77.xml"/><Relationship Id="rId176" Type="http://schemas.openxmlformats.org/officeDocument/2006/relationships/image" Target="../media/image89.png"/><Relationship Id="rId197" Type="http://schemas.openxmlformats.org/officeDocument/2006/relationships/customXml" Target="../ink/ink98.xml"/><Relationship Id="rId201" Type="http://schemas.openxmlformats.org/officeDocument/2006/relationships/customXml" Target="../ink/ink100.xml"/><Relationship Id="rId222" Type="http://schemas.openxmlformats.org/officeDocument/2006/relationships/image" Target="../media/image112.png"/><Relationship Id="rId243" Type="http://schemas.openxmlformats.org/officeDocument/2006/relationships/customXml" Target="../ink/ink121.xml"/><Relationship Id="rId264" Type="http://schemas.openxmlformats.org/officeDocument/2006/relationships/image" Target="../media/image133.png"/><Relationship Id="rId285" Type="http://schemas.openxmlformats.org/officeDocument/2006/relationships/customXml" Target="../ink/ink142.xml"/><Relationship Id="rId17" Type="http://schemas.openxmlformats.org/officeDocument/2006/relationships/customXml" Target="../ink/ink8.xml"/><Relationship Id="rId38" Type="http://schemas.openxmlformats.org/officeDocument/2006/relationships/image" Target="../media/image20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63.png"/><Relationship Id="rId70" Type="http://schemas.openxmlformats.org/officeDocument/2006/relationships/image" Target="../media/image36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84.png"/><Relationship Id="rId187" Type="http://schemas.openxmlformats.org/officeDocument/2006/relationships/customXml" Target="../ink/ink93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7.png"/><Relationship Id="rId233" Type="http://schemas.openxmlformats.org/officeDocument/2006/relationships/customXml" Target="../ink/ink116.xml"/><Relationship Id="rId254" Type="http://schemas.openxmlformats.org/officeDocument/2006/relationships/image" Target="../media/image128.png"/><Relationship Id="rId28" Type="http://schemas.openxmlformats.org/officeDocument/2006/relationships/image" Target="../media/image15.png"/><Relationship Id="rId49" Type="http://schemas.openxmlformats.org/officeDocument/2006/relationships/customXml" Target="../ink/ink24.xml"/><Relationship Id="rId114" Type="http://schemas.openxmlformats.org/officeDocument/2006/relationships/image" Target="../media/image58.png"/><Relationship Id="rId275" Type="http://schemas.openxmlformats.org/officeDocument/2006/relationships/customXml" Target="../ink/ink137.xml"/><Relationship Id="rId60" Type="http://schemas.openxmlformats.org/officeDocument/2006/relationships/image" Target="../media/image31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79.png"/><Relationship Id="rId177" Type="http://schemas.openxmlformats.org/officeDocument/2006/relationships/customXml" Target="../ink/ink88.xml"/><Relationship Id="rId198" Type="http://schemas.openxmlformats.org/officeDocument/2006/relationships/image" Target="../media/image100.png"/><Relationship Id="rId202" Type="http://schemas.openxmlformats.org/officeDocument/2006/relationships/image" Target="../media/image102.png"/><Relationship Id="rId223" Type="http://schemas.openxmlformats.org/officeDocument/2006/relationships/customXml" Target="../ink/ink111.xml"/><Relationship Id="rId244" Type="http://schemas.openxmlformats.org/officeDocument/2006/relationships/image" Target="../media/image123.png"/><Relationship Id="rId18" Type="http://schemas.openxmlformats.org/officeDocument/2006/relationships/image" Target="../media/image10.png"/><Relationship Id="rId39" Type="http://schemas.openxmlformats.org/officeDocument/2006/relationships/customXml" Target="../ink/ink19.xml"/><Relationship Id="rId265" Type="http://schemas.openxmlformats.org/officeDocument/2006/relationships/customXml" Target="../ink/ink132.xml"/><Relationship Id="rId286" Type="http://schemas.openxmlformats.org/officeDocument/2006/relationships/image" Target="../media/image144.png"/><Relationship Id="rId50" Type="http://schemas.openxmlformats.org/officeDocument/2006/relationships/image" Target="../media/image26.png"/><Relationship Id="rId104" Type="http://schemas.openxmlformats.org/officeDocument/2006/relationships/image" Target="../media/image53.png"/><Relationship Id="rId125" Type="http://schemas.openxmlformats.org/officeDocument/2006/relationships/customXml" Target="../ink/ink62.xml"/><Relationship Id="rId146" Type="http://schemas.openxmlformats.org/officeDocument/2006/relationships/image" Target="../media/image74.png"/><Relationship Id="rId167" Type="http://schemas.openxmlformats.org/officeDocument/2006/relationships/customXml" Target="../ink/ink83.xml"/><Relationship Id="rId188" Type="http://schemas.openxmlformats.org/officeDocument/2006/relationships/image" Target="../media/image95.png"/><Relationship Id="rId71" Type="http://schemas.openxmlformats.org/officeDocument/2006/relationships/customXml" Target="../ink/ink35.xml"/><Relationship Id="rId92" Type="http://schemas.openxmlformats.org/officeDocument/2006/relationships/image" Target="../media/image47.png"/><Relationship Id="rId213" Type="http://schemas.openxmlformats.org/officeDocument/2006/relationships/customXml" Target="../ink/ink106.xml"/><Relationship Id="rId234" Type="http://schemas.openxmlformats.org/officeDocument/2006/relationships/image" Target="../media/image118.png"/><Relationship Id="rId2" Type="http://schemas.openxmlformats.org/officeDocument/2006/relationships/image" Target="../media/image2.png"/><Relationship Id="rId29" Type="http://schemas.openxmlformats.org/officeDocument/2006/relationships/customXml" Target="../ink/ink14.xml"/><Relationship Id="rId255" Type="http://schemas.openxmlformats.org/officeDocument/2006/relationships/customXml" Target="../ink/ink127.xml"/><Relationship Id="rId276" Type="http://schemas.openxmlformats.org/officeDocument/2006/relationships/image" Target="../media/image139.png"/><Relationship Id="rId40" Type="http://schemas.openxmlformats.org/officeDocument/2006/relationships/image" Target="../media/image21.png"/><Relationship Id="rId115" Type="http://schemas.openxmlformats.org/officeDocument/2006/relationships/customXml" Target="../ink/ink57.xml"/><Relationship Id="rId136" Type="http://schemas.openxmlformats.org/officeDocument/2006/relationships/image" Target="../media/image69.png"/><Relationship Id="rId157" Type="http://schemas.openxmlformats.org/officeDocument/2006/relationships/customXml" Target="../ink/ink78.xml"/><Relationship Id="rId178" Type="http://schemas.openxmlformats.org/officeDocument/2006/relationships/image" Target="../media/image90.png"/><Relationship Id="rId61" Type="http://schemas.openxmlformats.org/officeDocument/2006/relationships/customXml" Target="../ink/ink30.xml"/><Relationship Id="rId82" Type="http://schemas.openxmlformats.org/officeDocument/2006/relationships/image" Target="../media/image42.png"/><Relationship Id="rId199" Type="http://schemas.openxmlformats.org/officeDocument/2006/relationships/customXml" Target="../ink/ink99.xml"/><Relationship Id="rId203" Type="http://schemas.openxmlformats.org/officeDocument/2006/relationships/customXml" Target="../ink/ink101.xml"/><Relationship Id="rId19" Type="http://schemas.openxmlformats.org/officeDocument/2006/relationships/customXml" Target="../ink/ink9.xml"/><Relationship Id="rId224" Type="http://schemas.openxmlformats.org/officeDocument/2006/relationships/image" Target="../media/image113.png"/><Relationship Id="rId245" Type="http://schemas.openxmlformats.org/officeDocument/2006/relationships/customXml" Target="../ink/ink122.xml"/><Relationship Id="rId266" Type="http://schemas.openxmlformats.org/officeDocument/2006/relationships/image" Target="../media/image134.png"/><Relationship Id="rId287" Type="http://schemas.openxmlformats.org/officeDocument/2006/relationships/customXml" Target="../ink/ink143.xml"/><Relationship Id="rId30" Type="http://schemas.openxmlformats.org/officeDocument/2006/relationships/image" Target="../media/image16.png"/><Relationship Id="rId105" Type="http://schemas.openxmlformats.org/officeDocument/2006/relationships/customXml" Target="../ink/ink52.xml"/><Relationship Id="rId126" Type="http://schemas.openxmlformats.org/officeDocument/2006/relationships/image" Target="../media/image64.png"/><Relationship Id="rId147" Type="http://schemas.openxmlformats.org/officeDocument/2006/relationships/customXml" Target="../ink/ink73.xml"/><Relationship Id="rId168" Type="http://schemas.openxmlformats.org/officeDocument/2006/relationships/image" Target="../media/image85.png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" Type="http://schemas.openxmlformats.org/officeDocument/2006/relationships/customXml" Target="../ink/ink1.xml"/><Relationship Id="rId214" Type="http://schemas.openxmlformats.org/officeDocument/2006/relationships/image" Target="../media/image108.png"/><Relationship Id="rId235" Type="http://schemas.openxmlformats.org/officeDocument/2006/relationships/customXml" Target="../ink/ink117.xml"/><Relationship Id="rId256" Type="http://schemas.openxmlformats.org/officeDocument/2006/relationships/image" Target="../media/image129.png"/><Relationship Id="rId277" Type="http://schemas.openxmlformats.org/officeDocument/2006/relationships/customXml" Target="../ink/ink138.xml"/><Relationship Id="rId116" Type="http://schemas.openxmlformats.org/officeDocument/2006/relationships/image" Target="../media/image59.png"/><Relationship Id="rId137" Type="http://schemas.openxmlformats.org/officeDocument/2006/relationships/customXml" Target="../ink/ink68.xml"/><Relationship Id="rId158" Type="http://schemas.openxmlformats.org/officeDocument/2006/relationships/image" Target="../media/image80.png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62" Type="http://schemas.openxmlformats.org/officeDocument/2006/relationships/image" Target="../media/image32.png"/><Relationship Id="rId83" Type="http://schemas.openxmlformats.org/officeDocument/2006/relationships/customXml" Target="../ink/ink41.xml"/><Relationship Id="rId179" Type="http://schemas.openxmlformats.org/officeDocument/2006/relationships/customXml" Target="../ink/ink89.xml"/><Relationship Id="rId190" Type="http://schemas.openxmlformats.org/officeDocument/2006/relationships/image" Target="../media/image96.png"/><Relationship Id="rId204" Type="http://schemas.openxmlformats.org/officeDocument/2006/relationships/image" Target="../media/image103.png"/><Relationship Id="rId225" Type="http://schemas.openxmlformats.org/officeDocument/2006/relationships/customXml" Target="../ink/ink112.xml"/><Relationship Id="rId246" Type="http://schemas.openxmlformats.org/officeDocument/2006/relationships/image" Target="../media/image124.png"/><Relationship Id="rId267" Type="http://schemas.openxmlformats.org/officeDocument/2006/relationships/customXml" Target="../ink/ink133.xml"/><Relationship Id="rId288" Type="http://schemas.openxmlformats.org/officeDocument/2006/relationships/image" Target="../media/image145.png"/><Relationship Id="rId106" Type="http://schemas.openxmlformats.org/officeDocument/2006/relationships/image" Target="../media/image54.png"/><Relationship Id="rId127" Type="http://schemas.openxmlformats.org/officeDocument/2006/relationships/customXml" Target="../ink/ink63.xml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52" Type="http://schemas.openxmlformats.org/officeDocument/2006/relationships/image" Target="../media/image27.png"/><Relationship Id="rId73" Type="http://schemas.openxmlformats.org/officeDocument/2006/relationships/customXml" Target="../ink/ink36.xml"/><Relationship Id="rId94" Type="http://schemas.openxmlformats.org/officeDocument/2006/relationships/image" Target="../media/image48.png"/><Relationship Id="rId148" Type="http://schemas.openxmlformats.org/officeDocument/2006/relationships/image" Target="../media/image75.png"/><Relationship Id="rId169" Type="http://schemas.openxmlformats.org/officeDocument/2006/relationships/customXml" Target="../ink/ink84.xml"/><Relationship Id="rId4" Type="http://schemas.openxmlformats.org/officeDocument/2006/relationships/image" Target="../media/image3.png"/><Relationship Id="rId180" Type="http://schemas.openxmlformats.org/officeDocument/2006/relationships/image" Target="../media/image91.png"/><Relationship Id="rId215" Type="http://schemas.openxmlformats.org/officeDocument/2006/relationships/customXml" Target="../ink/ink107.xml"/><Relationship Id="rId236" Type="http://schemas.openxmlformats.org/officeDocument/2006/relationships/image" Target="../media/image119.png"/><Relationship Id="rId257" Type="http://schemas.openxmlformats.org/officeDocument/2006/relationships/customXml" Target="../ink/ink128.xml"/><Relationship Id="rId278" Type="http://schemas.openxmlformats.org/officeDocument/2006/relationships/image" Target="../media/image140.png"/><Relationship Id="rId42" Type="http://schemas.openxmlformats.org/officeDocument/2006/relationships/image" Target="../media/image22.png"/><Relationship Id="rId84" Type="http://schemas.openxmlformats.org/officeDocument/2006/relationships/image" Target="../media/image43.png"/><Relationship Id="rId138" Type="http://schemas.openxmlformats.org/officeDocument/2006/relationships/image" Target="../media/image70.png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47" Type="http://schemas.openxmlformats.org/officeDocument/2006/relationships/customXml" Target="../ink/ink123.xml"/><Relationship Id="rId107" Type="http://schemas.openxmlformats.org/officeDocument/2006/relationships/customXml" Target="../ink/ink53.xml"/><Relationship Id="rId289" Type="http://schemas.openxmlformats.org/officeDocument/2006/relationships/customXml" Target="../ink/ink144.xml"/><Relationship Id="rId11" Type="http://schemas.openxmlformats.org/officeDocument/2006/relationships/customXml" Target="../ink/ink5.xml"/><Relationship Id="rId53" Type="http://schemas.openxmlformats.org/officeDocument/2006/relationships/customXml" Target="../ink/ink26.xml"/><Relationship Id="rId149" Type="http://schemas.openxmlformats.org/officeDocument/2006/relationships/customXml" Target="../ink/ink74.xml"/><Relationship Id="rId95" Type="http://schemas.openxmlformats.org/officeDocument/2006/relationships/customXml" Target="../ink/ink47.xml"/><Relationship Id="rId160" Type="http://schemas.openxmlformats.org/officeDocument/2006/relationships/image" Target="../media/image81.png"/><Relationship Id="rId216" Type="http://schemas.openxmlformats.org/officeDocument/2006/relationships/image" Target="../media/image109.png"/><Relationship Id="rId258" Type="http://schemas.openxmlformats.org/officeDocument/2006/relationships/image" Target="../media/image130.png"/><Relationship Id="rId22" Type="http://schemas.openxmlformats.org/officeDocument/2006/relationships/image" Target="../media/image12.png"/><Relationship Id="rId64" Type="http://schemas.openxmlformats.org/officeDocument/2006/relationships/image" Target="../media/image33.png"/><Relationship Id="rId118" Type="http://schemas.openxmlformats.org/officeDocument/2006/relationships/image" Target="../media/image60.png"/><Relationship Id="rId171" Type="http://schemas.openxmlformats.org/officeDocument/2006/relationships/customXml" Target="../ink/ink85.xml"/><Relationship Id="rId227" Type="http://schemas.openxmlformats.org/officeDocument/2006/relationships/customXml" Target="../ink/ink113.xml"/><Relationship Id="rId269" Type="http://schemas.openxmlformats.org/officeDocument/2006/relationships/customXml" Target="../ink/ink13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64.png"/><Relationship Id="rId117" Type="http://schemas.openxmlformats.org/officeDocument/2006/relationships/customXml" Target="../ink/ink204.xml"/><Relationship Id="rId21" Type="http://schemas.openxmlformats.org/officeDocument/2006/relationships/customXml" Target="../ink/ink156.xml"/><Relationship Id="rId42" Type="http://schemas.openxmlformats.org/officeDocument/2006/relationships/image" Target="../media/image172.png"/><Relationship Id="rId47" Type="http://schemas.openxmlformats.org/officeDocument/2006/relationships/customXml" Target="../ink/ink169.xml"/><Relationship Id="rId63" Type="http://schemas.openxmlformats.org/officeDocument/2006/relationships/customXml" Target="../ink/ink177.xml"/><Relationship Id="rId68" Type="http://schemas.openxmlformats.org/officeDocument/2006/relationships/image" Target="../media/image185.png"/><Relationship Id="rId84" Type="http://schemas.openxmlformats.org/officeDocument/2006/relationships/image" Target="../media/image193.png"/><Relationship Id="rId89" Type="http://schemas.openxmlformats.org/officeDocument/2006/relationships/customXml" Target="../ink/ink190.xml"/><Relationship Id="rId112" Type="http://schemas.openxmlformats.org/officeDocument/2006/relationships/image" Target="../media/image207.png"/><Relationship Id="rId16" Type="http://schemas.openxmlformats.org/officeDocument/2006/relationships/image" Target="../media/image159.png"/><Relationship Id="rId107" Type="http://schemas.openxmlformats.org/officeDocument/2006/relationships/customXml" Target="../ink/ink199.xml"/><Relationship Id="rId11" Type="http://schemas.openxmlformats.org/officeDocument/2006/relationships/customXml" Target="../ink/ink151.xml"/><Relationship Id="rId32" Type="http://schemas.openxmlformats.org/officeDocument/2006/relationships/image" Target="../media/image167.png"/><Relationship Id="rId37" Type="http://schemas.openxmlformats.org/officeDocument/2006/relationships/customXml" Target="../ink/ink164.xml"/><Relationship Id="rId53" Type="http://schemas.openxmlformats.org/officeDocument/2006/relationships/customXml" Target="../ink/ink172.xml"/><Relationship Id="rId58" Type="http://schemas.openxmlformats.org/officeDocument/2006/relationships/image" Target="../media/image180.png"/><Relationship Id="rId74" Type="http://schemas.openxmlformats.org/officeDocument/2006/relationships/image" Target="../media/image188.png"/><Relationship Id="rId79" Type="http://schemas.openxmlformats.org/officeDocument/2006/relationships/customXml" Target="../ink/ink185.xml"/><Relationship Id="rId102" Type="http://schemas.openxmlformats.org/officeDocument/2006/relationships/image" Target="../media/image202.png"/><Relationship Id="rId5" Type="http://schemas.openxmlformats.org/officeDocument/2006/relationships/customXml" Target="../ink/ink148.xml"/><Relationship Id="rId90" Type="http://schemas.openxmlformats.org/officeDocument/2006/relationships/image" Target="../media/image196.png"/><Relationship Id="rId95" Type="http://schemas.openxmlformats.org/officeDocument/2006/relationships/customXml" Target="../ink/ink193.xml"/><Relationship Id="rId22" Type="http://schemas.openxmlformats.org/officeDocument/2006/relationships/image" Target="../media/image162.png"/><Relationship Id="rId27" Type="http://schemas.openxmlformats.org/officeDocument/2006/relationships/customXml" Target="../ink/ink159.xml"/><Relationship Id="rId43" Type="http://schemas.openxmlformats.org/officeDocument/2006/relationships/customXml" Target="../ink/ink167.xml"/><Relationship Id="rId48" Type="http://schemas.openxmlformats.org/officeDocument/2006/relationships/image" Target="../media/image175.png"/><Relationship Id="rId64" Type="http://schemas.openxmlformats.org/officeDocument/2006/relationships/image" Target="../media/image183.png"/><Relationship Id="rId69" Type="http://schemas.openxmlformats.org/officeDocument/2006/relationships/customXml" Target="../ink/ink180.xml"/><Relationship Id="rId113" Type="http://schemas.openxmlformats.org/officeDocument/2006/relationships/customXml" Target="../ink/ink202.xml"/><Relationship Id="rId118" Type="http://schemas.openxmlformats.org/officeDocument/2006/relationships/image" Target="../media/image210.png"/><Relationship Id="rId80" Type="http://schemas.openxmlformats.org/officeDocument/2006/relationships/image" Target="../media/image191.png"/><Relationship Id="rId85" Type="http://schemas.openxmlformats.org/officeDocument/2006/relationships/customXml" Target="../ink/ink188.xml"/><Relationship Id="rId12" Type="http://schemas.openxmlformats.org/officeDocument/2006/relationships/image" Target="../media/image157.png"/><Relationship Id="rId17" Type="http://schemas.openxmlformats.org/officeDocument/2006/relationships/customXml" Target="../ink/ink154.xml"/><Relationship Id="rId33" Type="http://schemas.openxmlformats.org/officeDocument/2006/relationships/customXml" Target="../ink/ink162.xml"/><Relationship Id="rId38" Type="http://schemas.openxmlformats.org/officeDocument/2006/relationships/image" Target="../media/image170.png"/><Relationship Id="rId59" Type="http://schemas.openxmlformats.org/officeDocument/2006/relationships/customXml" Target="../ink/ink175.xml"/><Relationship Id="rId103" Type="http://schemas.openxmlformats.org/officeDocument/2006/relationships/customXml" Target="../ink/ink197.xml"/><Relationship Id="rId108" Type="http://schemas.openxmlformats.org/officeDocument/2006/relationships/image" Target="../media/image205.png"/><Relationship Id="rId54" Type="http://schemas.openxmlformats.org/officeDocument/2006/relationships/image" Target="../media/image178.png"/><Relationship Id="rId70" Type="http://schemas.openxmlformats.org/officeDocument/2006/relationships/image" Target="../media/image186.png"/><Relationship Id="rId75" Type="http://schemas.openxmlformats.org/officeDocument/2006/relationships/customXml" Target="../ink/ink183.xml"/><Relationship Id="rId91" Type="http://schemas.openxmlformats.org/officeDocument/2006/relationships/customXml" Target="../ink/ink191.xml"/><Relationship Id="rId96" Type="http://schemas.openxmlformats.org/officeDocument/2006/relationships/image" Target="../media/image1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23" Type="http://schemas.openxmlformats.org/officeDocument/2006/relationships/customXml" Target="../ink/ink157.xml"/><Relationship Id="rId28" Type="http://schemas.openxmlformats.org/officeDocument/2006/relationships/image" Target="../media/image165.png"/><Relationship Id="rId49" Type="http://schemas.openxmlformats.org/officeDocument/2006/relationships/customXml" Target="../ink/ink170.xml"/><Relationship Id="rId114" Type="http://schemas.openxmlformats.org/officeDocument/2006/relationships/image" Target="../media/image208.png"/><Relationship Id="rId119" Type="http://schemas.openxmlformats.org/officeDocument/2006/relationships/customXml" Target="../ink/ink205.xml"/><Relationship Id="rId10" Type="http://schemas.openxmlformats.org/officeDocument/2006/relationships/image" Target="../media/image156.png"/><Relationship Id="rId31" Type="http://schemas.openxmlformats.org/officeDocument/2006/relationships/customXml" Target="../ink/ink161.xml"/><Relationship Id="rId44" Type="http://schemas.openxmlformats.org/officeDocument/2006/relationships/image" Target="../media/image173.png"/><Relationship Id="rId52" Type="http://schemas.openxmlformats.org/officeDocument/2006/relationships/image" Target="../media/image177.png"/><Relationship Id="rId60" Type="http://schemas.openxmlformats.org/officeDocument/2006/relationships/image" Target="../media/image181.png"/><Relationship Id="rId65" Type="http://schemas.openxmlformats.org/officeDocument/2006/relationships/customXml" Target="../ink/ink178.xml"/><Relationship Id="rId73" Type="http://schemas.openxmlformats.org/officeDocument/2006/relationships/customXml" Target="../ink/ink182.xml"/><Relationship Id="rId78" Type="http://schemas.openxmlformats.org/officeDocument/2006/relationships/image" Target="../media/image190.png"/><Relationship Id="rId81" Type="http://schemas.openxmlformats.org/officeDocument/2006/relationships/customXml" Target="../ink/ink186.xml"/><Relationship Id="rId86" Type="http://schemas.openxmlformats.org/officeDocument/2006/relationships/image" Target="../media/image194.png"/><Relationship Id="rId94" Type="http://schemas.openxmlformats.org/officeDocument/2006/relationships/image" Target="../media/image198.png"/><Relationship Id="rId99" Type="http://schemas.openxmlformats.org/officeDocument/2006/relationships/customXml" Target="../ink/ink195.xml"/><Relationship Id="rId101" Type="http://schemas.openxmlformats.org/officeDocument/2006/relationships/customXml" Target="../ink/ink196.xml"/><Relationship Id="rId4" Type="http://schemas.openxmlformats.org/officeDocument/2006/relationships/image" Target="../media/image153.png"/><Relationship Id="rId9" Type="http://schemas.openxmlformats.org/officeDocument/2006/relationships/customXml" Target="../ink/ink150.xml"/><Relationship Id="rId13" Type="http://schemas.openxmlformats.org/officeDocument/2006/relationships/customXml" Target="../ink/ink152.xml"/><Relationship Id="rId18" Type="http://schemas.openxmlformats.org/officeDocument/2006/relationships/image" Target="../media/image160.png"/><Relationship Id="rId39" Type="http://schemas.openxmlformats.org/officeDocument/2006/relationships/customXml" Target="../ink/ink165.xml"/><Relationship Id="rId109" Type="http://schemas.openxmlformats.org/officeDocument/2006/relationships/customXml" Target="../ink/ink200.xml"/><Relationship Id="rId34" Type="http://schemas.openxmlformats.org/officeDocument/2006/relationships/image" Target="../media/image168.png"/><Relationship Id="rId50" Type="http://schemas.openxmlformats.org/officeDocument/2006/relationships/image" Target="../media/image176.png"/><Relationship Id="rId55" Type="http://schemas.openxmlformats.org/officeDocument/2006/relationships/customXml" Target="../ink/ink173.xml"/><Relationship Id="rId76" Type="http://schemas.openxmlformats.org/officeDocument/2006/relationships/image" Target="../media/image189.png"/><Relationship Id="rId97" Type="http://schemas.openxmlformats.org/officeDocument/2006/relationships/customXml" Target="../ink/ink194.xml"/><Relationship Id="rId104" Type="http://schemas.openxmlformats.org/officeDocument/2006/relationships/image" Target="../media/image203.png"/><Relationship Id="rId120" Type="http://schemas.openxmlformats.org/officeDocument/2006/relationships/image" Target="../media/image211.png"/><Relationship Id="rId7" Type="http://schemas.openxmlformats.org/officeDocument/2006/relationships/customXml" Target="../ink/ink149.xml"/><Relationship Id="rId71" Type="http://schemas.openxmlformats.org/officeDocument/2006/relationships/customXml" Target="../ink/ink181.xml"/><Relationship Id="rId92" Type="http://schemas.openxmlformats.org/officeDocument/2006/relationships/image" Target="../media/image197.png"/><Relationship Id="rId2" Type="http://schemas.openxmlformats.org/officeDocument/2006/relationships/image" Target="../media/image152.png"/><Relationship Id="rId29" Type="http://schemas.openxmlformats.org/officeDocument/2006/relationships/customXml" Target="../ink/ink160.xml"/><Relationship Id="rId24" Type="http://schemas.openxmlformats.org/officeDocument/2006/relationships/image" Target="../media/image163.png"/><Relationship Id="rId40" Type="http://schemas.openxmlformats.org/officeDocument/2006/relationships/image" Target="../media/image171.png"/><Relationship Id="rId45" Type="http://schemas.openxmlformats.org/officeDocument/2006/relationships/customXml" Target="../ink/ink168.xml"/><Relationship Id="rId66" Type="http://schemas.openxmlformats.org/officeDocument/2006/relationships/image" Target="../media/image184.png"/><Relationship Id="rId87" Type="http://schemas.openxmlformats.org/officeDocument/2006/relationships/customXml" Target="../ink/ink189.xml"/><Relationship Id="rId110" Type="http://schemas.openxmlformats.org/officeDocument/2006/relationships/image" Target="../media/image206.png"/><Relationship Id="rId115" Type="http://schemas.openxmlformats.org/officeDocument/2006/relationships/customXml" Target="../ink/ink203.xml"/><Relationship Id="rId61" Type="http://schemas.openxmlformats.org/officeDocument/2006/relationships/customXml" Target="../ink/ink176.xml"/><Relationship Id="rId82" Type="http://schemas.openxmlformats.org/officeDocument/2006/relationships/image" Target="../media/image192.png"/><Relationship Id="rId19" Type="http://schemas.openxmlformats.org/officeDocument/2006/relationships/customXml" Target="../ink/ink155.xml"/><Relationship Id="rId14" Type="http://schemas.openxmlformats.org/officeDocument/2006/relationships/image" Target="../media/image158.png"/><Relationship Id="rId30" Type="http://schemas.openxmlformats.org/officeDocument/2006/relationships/image" Target="../media/image166.png"/><Relationship Id="rId35" Type="http://schemas.openxmlformats.org/officeDocument/2006/relationships/customXml" Target="../ink/ink163.xml"/><Relationship Id="rId56" Type="http://schemas.openxmlformats.org/officeDocument/2006/relationships/image" Target="../media/image179.png"/><Relationship Id="rId77" Type="http://schemas.openxmlformats.org/officeDocument/2006/relationships/customXml" Target="../ink/ink184.xml"/><Relationship Id="rId100" Type="http://schemas.openxmlformats.org/officeDocument/2006/relationships/image" Target="../media/image201.png"/><Relationship Id="rId105" Type="http://schemas.openxmlformats.org/officeDocument/2006/relationships/customXml" Target="../ink/ink198.xml"/><Relationship Id="rId8" Type="http://schemas.openxmlformats.org/officeDocument/2006/relationships/image" Target="../media/image155.png"/><Relationship Id="rId51" Type="http://schemas.openxmlformats.org/officeDocument/2006/relationships/customXml" Target="../ink/ink171.xml"/><Relationship Id="rId72" Type="http://schemas.openxmlformats.org/officeDocument/2006/relationships/image" Target="../media/image187.png"/><Relationship Id="rId93" Type="http://schemas.openxmlformats.org/officeDocument/2006/relationships/customXml" Target="../ink/ink192.xml"/><Relationship Id="rId98" Type="http://schemas.openxmlformats.org/officeDocument/2006/relationships/image" Target="../media/image200.png"/><Relationship Id="rId3" Type="http://schemas.openxmlformats.org/officeDocument/2006/relationships/customXml" Target="../ink/ink147.xml"/><Relationship Id="rId25" Type="http://schemas.openxmlformats.org/officeDocument/2006/relationships/customXml" Target="../ink/ink158.xml"/><Relationship Id="rId46" Type="http://schemas.openxmlformats.org/officeDocument/2006/relationships/image" Target="../media/image174.png"/><Relationship Id="rId67" Type="http://schemas.openxmlformats.org/officeDocument/2006/relationships/customXml" Target="../ink/ink179.xml"/><Relationship Id="rId116" Type="http://schemas.openxmlformats.org/officeDocument/2006/relationships/image" Target="../media/image209.png"/><Relationship Id="rId20" Type="http://schemas.openxmlformats.org/officeDocument/2006/relationships/image" Target="../media/image161.png"/><Relationship Id="rId41" Type="http://schemas.openxmlformats.org/officeDocument/2006/relationships/customXml" Target="../ink/ink166.xml"/><Relationship Id="rId62" Type="http://schemas.openxmlformats.org/officeDocument/2006/relationships/image" Target="../media/image182.png"/><Relationship Id="rId83" Type="http://schemas.openxmlformats.org/officeDocument/2006/relationships/customXml" Target="../ink/ink187.xml"/><Relationship Id="rId88" Type="http://schemas.openxmlformats.org/officeDocument/2006/relationships/image" Target="../media/image195.png"/><Relationship Id="rId111" Type="http://schemas.openxmlformats.org/officeDocument/2006/relationships/customXml" Target="../ink/ink201.xml"/><Relationship Id="rId15" Type="http://schemas.openxmlformats.org/officeDocument/2006/relationships/customXml" Target="../ink/ink153.xml"/><Relationship Id="rId36" Type="http://schemas.openxmlformats.org/officeDocument/2006/relationships/image" Target="../media/image169.png"/><Relationship Id="rId57" Type="http://schemas.openxmlformats.org/officeDocument/2006/relationships/customXml" Target="../ink/ink174.xml"/><Relationship Id="rId106" Type="http://schemas.openxmlformats.org/officeDocument/2006/relationships/image" Target="../media/image204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9.png"/><Relationship Id="rId18" Type="http://schemas.openxmlformats.org/officeDocument/2006/relationships/customXml" Target="../ink/ink212.xml"/><Relationship Id="rId26" Type="http://schemas.openxmlformats.org/officeDocument/2006/relationships/customXml" Target="../ink/ink216.xml"/><Relationship Id="rId39" Type="http://schemas.openxmlformats.org/officeDocument/2006/relationships/image" Target="../media/image232.png"/><Relationship Id="rId21" Type="http://schemas.openxmlformats.org/officeDocument/2006/relationships/image" Target="../media/image223.png"/><Relationship Id="rId34" Type="http://schemas.openxmlformats.org/officeDocument/2006/relationships/customXml" Target="../ink/ink220.xml"/><Relationship Id="rId42" Type="http://schemas.openxmlformats.org/officeDocument/2006/relationships/customXml" Target="../ink/ink224.xml"/><Relationship Id="rId47" Type="http://schemas.openxmlformats.org/officeDocument/2006/relationships/image" Target="../media/image236.png"/><Relationship Id="rId50" Type="http://schemas.openxmlformats.org/officeDocument/2006/relationships/customXml" Target="../ink/ink228.xml"/><Relationship Id="rId7" Type="http://schemas.openxmlformats.org/officeDocument/2006/relationships/image" Target="../media/image216.png"/><Relationship Id="rId2" Type="http://schemas.openxmlformats.org/officeDocument/2006/relationships/image" Target="../media/image153.jpeg"/><Relationship Id="rId16" Type="http://schemas.openxmlformats.org/officeDocument/2006/relationships/customXml" Target="../ink/ink211.xml"/><Relationship Id="rId29" Type="http://schemas.openxmlformats.org/officeDocument/2006/relationships/image" Target="../media/image227.png"/><Relationship Id="rId11" Type="http://schemas.openxmlformats.org/officeDocument/2006/relationships/image" Target="../media/image218.png"/><Relationship Id="rId24" Type="http://schemas.openxmlformats.org/officeDocument/2006/relationships/customXml" Target="../ink/ink215.xml"/><Relationship Id="rId32" Type="http://schemas.openxmlformats.org/officeDocument/2006/relationships/customXml" Target="../ink/ink219.xml"/><Relationship Id="rId37" Type="http://schemas.openxmlformats.org/officeDocument/2006/relationships/image" Target="../media/image231.png"/><Relationship Id="rId40" Type="http://schemas.openxmlformats.org/officeDocument/2006/relationships/customXml" Target="../ink/ink223.xml"/><Relationship Id="rId45" Type="http://schemas.openxmlformats.org/officeDocument/2006/relationships/image" Target="../media/image235.png"/><Relationship Id="rId53" Type="http://schemas.openxmlformats.org/officeDocument/2006/relationships/image" Target="../media/image239.png"/><Relationship Id="rId5" Type="http://schemas.openxmlformats.org/officeDocument/2006/relationships/image" Target="../media/image214.png"/><Relationship Id="rId10" Type="http://schemas.openxmlformats.org/officeDocument/2006/relationships/customXml" Target="../ink/ink208.xml"/><Relationship Id="rId19" Type="http://schemas.openxmlformats.org/officeDocument/2006/relationships/image" Target="../media/image222.png"/><Relationship Id="rId31" Type="http://schemas.openxmlformats.org/officeDocument/2006/relationships/image" Target="../media/image228.png"/><Relationship Id="rId44" Type="http://schemas.openxmlformats.org/officeDocument/2006/relationships/customXml" Target="../ink/ink225.xml"/><Relationship Id="rId52" Type="http://schemas.openxmlformats.org/officeDocument/2006/relationships/customXml" Target="../ink/ink229.xml"/><Relationship Id="rId4" Type="http://schemas.openxmlformats.org/officeDocument/2006/relationships/image" Target="../media/image213.jpeg"/><Relationship Id="rId9" Type="http://schemas.openxmlformats.org/officeDocument/2006/relationships/image" Target="../media/image217.png"/><Relationship Id="rId14" Type="http://schemas.openxmlformats.org/officeDocument/2006/relationships/customXml" Target="../ink/ink210.xml"/><Relationship Id="rId22" Type="http://schemas.openxmlformats.org/officeDocument/2006/relationships/customXml" Target="../ink/ink214.xml"/><Relationship Id="rId27" Type="http://schemas.openxmlformats.org/officeDocument/2006/relationships/image" Target="../media/image226.png"/><Relationship Id="rId30" Type="http://schemas.openxmlformats.org/officeDocument/2006/relationships/customXml" Target="../ink/ink218.xml"/><Relationship Id="rId35" Type="http://schemas.openxmlformats.org/officeDocument/2006/relationships/image" Target="../media/image230.png"/><Relationship Id="rId43" Type="http://schemas.openxmlformats.org/officeDocument/2006/relationships/image" Target="../media/image234.png"/><Relationship Id="rId48" Type="http://schemas.openxmlformats.org/officeDocument/2006/relationships/customXml" Target="../ink/ink227.xml"/><Relationship Id="rId8" Type="http://schemas.openxmlformats.org/officeDocument/2006/relationships/customXml" Target="../ink/ink207.xml"/><Relationship Id="rId51" Type="http://schemas.openxmlformats.org/officeDocument/2006/relationships/image" Target="../media/image238.png"/><Relationship Id="rId3" Type="http://schemas.openxmlformats.org/officeDocument/2006/relationships/image" Target="../media/image212.png"/><Relationship Id="rId12" Type="http://schemas.openxmlformats.org/officeDocument/2006/relationships/customXml" Target="../ink/ink209.xml"/><Relationship Id="rId17" Type="http://schemas.openxmlformats.org/officeDocument/2006/relationships/image" Target="../media/image221.png"/><Relationship Id="rId25" Type="http://schemas.openxmlformats.org/officeDocument/2006/relationships/image" Target="../media/image225.png"/><Relationship Id="rId33" Type="http://schemas.openxmlformats.org/officeDocument/2006/relationships/image" Target="../media/image229.png"/><Relationship Id="rId38" Type="http://schemas.openxmlformats.org/officeDocument/2006/relationships/customXml" Target="../ink/ink222.xml"/><Relationship Id="rId46" Type="http://schemas.openxmlformats.org/officeDocument/2006/relationships/customXml" Target="../ink/ink226.xml"/><Relationship Id="rId20" Type="http://schemas.openxmlformats.org/officeDocument/2006/relationships/customXml" Target="../ink/ink213.xml"/><Relationship Id="rId41" Type="http://schemas.openxmlformats.org/officeDocument/2006/relationships/image" Target="../media/image23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6.xml"/><Relationship Id="rId15" Type="http://schemas.openxmlformats.org/officeDocument/2006/relationships/image" Target="../media/image220.png"/><Relationship Id="rId23" Type="http://schemas.openxmlformats.org/officeDocument/2006/relationships/image" Target="../media/image224.png"/><Relationship Id="rId28" Type="http://schemas.openxmlformats.org/officeDocument/2006/relationships/customXml" Target="../ink/ink217.xml"/><Relationship Id="rId36" Type="http://schemas.openxmlformats.org/officeDocument/2006/relationships/customXml" Target="../ink/ink221.xml"/><Relationship Id="rId49" Type="http://schemas.openxmlformats.org/officeDocument/2006/relationships/image" Target="../media/image237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6.png"/><Relationship Id="rId21" Type="http://schemas.openxmlformats.org/officeDocument/2006/relationships/image" Target="../media/image248.png"/><Relationship Id="rId42" Type="http://schemas.openxmlformats.org/officeDocument/2006/relationships/customXml" Target="../ink/ink249.xml"/><Relationship Id="rId63" Type="http://schemas.openxmlformats.org/officeDocument/2006/relationships/image" Target="../media/image269.png"/><Relationship Id="rId84" Type="http://schemas.openxmlformats.org/officeDocument/2006/relationships/customXml" Target="../ink/ink270.xml"/><Relationship Id="rId138" Type="http://schemas.openxmlformats.org/officeDocument/2006/relationships/customXml" Target="../ink/ink297.xml"/><Relationship Id="rId159" Type="http://schemas.openxmlformats.org/officeDocument/2006/relationships/image" Target="../media/image317.png"/><Relationship Id="rId107" Type="http://schemas.openxmlformats.org/officeDocument/2006/relationships/image" Target="../media/image291.png"/><Relationship Id="rId11" Type="http://schemas.openxmlformats.org/officeDocument/2006/relationships/image" Target="../media/image243.png"/><Relationship Id="rId32" Type="http://schemas.openxmlformats.org/officeDocument/2006/relationships/customXml" Target="../ink/ink244.xml"/><Relationship Id="rId53" Type="http://schemas.openxmlformats.org/officeDocument/2006/relationships/image" Target="../media/image264.png"/><Relationship Id="rId74" Type="http://schemas.openxmlformats.org/officeDocument/2006/relationships/customXml" Target="../ink/ink265.xml"/><Relationship Id="rId128" Type="http://schemas.openxmlformats.org/officeDocument/2006/relationships/customXml" Target="../ink/ink292.xml"/><Relationship Id="rId149" Type="http://schemas.openxmlformats.org/officeDocument/2006/relationships/image" Target="../media/image312.png"/><Relationship Id="rId5" Type="http://schemas.openxmlformats.org/officeDocument/2006/relationships/image" Target="../media/image240.png"/><Relationship Id="rId95" Type="http://schemas.openxmlformats.org/officeDocument/2006/relationships/image" Target="../media/image285.png"/><Relationship Id="rId160" Type="http://schemas.openxmlformats.org/officeDocument/2006/relationships/customXml" Target="../ink/ink308.xml"/><Relationship Id="rId22" Type="http://schemas.openxmlformats.org/officeDocument/2006/relationships/customXml" Target="../ink/ink239.xml"/><Relationship Id="rId43" Type="http://schemas.openxmlformats.org/officeDocument/2006/relationships/image" Target="../media/image259.png"/><Relationship Id="rId64" Type="http://schemas.openxmlformats.org/officeDocument/2006/relationships/customXml" Target="../ink/ink260.xml"/><Relationship Id="rId118" Type="http://schemas.openxmlformats.org/officeDocument/2006/relationships/customXml" Target="../ink/ink287.xml"/><Relationship Id="rId139" Type="http://schemas.openxmlformats.org/officeDocument/2006/relationships/image" Target="../media/image307.png"/><Relationship Id="rId85" Type="http://schemas.openxmlformats.org/officeDocument/2006/relationships/image" Target="../media/image280.png"/><Relationship Id="rId150" Type="http://schemas.openxmlformats.org/officeDocument/2006/relationships/customXml" Target="../ink/ink303.xml"/><Relationship Id="rId12" Type="http://schemas.openxmlformats.org/officeDocument/2006/relationships/customXml" Target="../ink/ink234.xml"/><Relationship Id="rId33" Type="http://schemas.openxmlformats.org/officeDocument/2006/relationships/image" Target="../media/image254.png"/><Relationship Id="rId108" Type="http://schemas.openxmlformats.org/officeDocument/2006/relationships/customXml" Target="../ink/ink282.xml"/><Relationship Id="rId129" Type="http://schemas.openxmlformats.org/officeDocument/2006/relationships/image" Target="../media/image302.png"/><Relationship Id="rId54" Type="http://schemas.openxmlformats.org/officeDocument/2006/relationships/customXml" Target="../ink/ink255.xml"/><Relationship Id="rId70" Type="http://schemas.openxmlformats.org/officeDocument/2006/relationships/customXml" Target="../ink/ink263.xml"/><Relationship Id="rId75" Type="http://schemas.openxmlformats.org/officeDocument/2006/relationships/image" Target="../media/image275.png"/><Relationship Id="rId91" Type="http://schemas.openxmlformats.org/officeDocument/2006/relationships/image" Target="../media/image283.png"/><Relationship Id="rId96" Type="http://schemas.openxmlformats.org/officeDocument/2006/relationships/customXml" Target="../ink/ink276.xml"/><Relationship Id="rId140" Type="http://schemas.openxmlformats.org/officeDocument/2006/relationships/customXml" Target="../ink/ink298.xml"/><Relationship Id="rId145" Type="http://schemas.openxmlformats.org/officeDocument/2006/relationships/image" Target="../media/image310.png"/><Relationship Id="rId161" Type="http://schemas.openxmlformats.org/officeDocument/2006/relationships/image" Target="../media/image318.png"/><Relationship Id="rId166" Type="http://schemas.openxmlformats.org/officeDocument/2006/relationships/customXml" Target="../ink/ink3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1.xml"/><Relationship Id="rId23" Type="http://schemas.openxmlformats.org/officeDocument/2006/relationships/image" Target="../media/image249.png"/><Relationship Id="rId28" Type="http://schemas.openxmlformats.org/officeDocument/2006/relationships/customXml" Target="../ink/ink242.xml"/><Relationship Id="rId49" Type="http://schemas.openxmlformats.org/officeDocument/2006/relationships/image" Target="../media/image262.png"/><Relationship Id="rId114" Type="http://schemas.openxmlformats.org/officeDocument/2006/relationships/customXml" Target="../ink/ink285.xml"/><Relationship Id="rId119" Type="http://schemas.openxmlformats.org/officeDocument/2006/relationships/image" Target="../media/image297.png"/><Relationship Id="rId44" Type="http://schemas.openxmlformats.org/officeDocument/2006/relationships/customXml" Target="../ink/ink250.xml"/><Relationship Id="rId60" Type="http://schemas.openxmlformats.org/officeDocument/2006/relationships/customXml" Target="../ink/ink258.xml"/><Relationship Id="rId65" Type="http://schemas.openxmlformats.org/officeDocument/2006/relationships/image" Target="../media/image270.png"/><Relationship Id="rId81" Type="http://schemas.openxmlformats.org/officeDocument/2006/relationships/image" Target="../media/image278.png"/><Relationship Id="rId86" Type="http://schemas.openxmlformats.org/officeDocument/2006/relationships/customXml" Target="../ink/ink271.xml"/><Relationship Id="rId130" Type="http://schemas.openxmlformats.org/officeDocument/2006/relationships/customXml" Target="../ink/ink293.xml"/><Relationship Id="rId135" Type="http://schemas.openxmlformats.org/officeDocument/2006/relationships/image" Target="../media/image305.png"/><Relationship Id="rId151" Type="http://schemas.openxmlformats.org/officeDocument/2006/relationships/image" Target="../media/image313.png"/><Relationship Id="rId156" Type="http://schemas.openxmlformats.org/officeDocument/2006/relationships/customXml" Target="../ink/ink306.xml"/><Relationship Id="rId13" Type="http://schemas.openxmlformats.org/officeDocument/2006/relationships/image" Target="../media/image244.png"/><Relationship Id="rId18" Type="http://schemas.openxmlformats.org/officeDocument/2006/relationships/customXml" Target="../ink/ink237.xml"/><Relationship Id="rId39" Type="http://schemas.openxmlformats.org/officeDocument/2006/relationships/image" Target="../media/image257.png"/><Relationship Id="rId109" Type="http://schemas.openxmlformats.org/officeDocument/2006/relationships/image" Target="../media/image292.png"/><Relationship Id="rId34" Type="http://schemas.openxmlformats.org/officeDocument/2006/relationships/customXml" Target="../ink/ink245.xml"/><Relationship Id="rId50" Type="http://schemas.openxmlformats.org/officeDocument/2006/relationships/customXml" Target="../ink/ink253.xml"/><Relationship Id="rId55" Type="http://schemas.openxmlformats.org/officeDocument/2006/relationships/image" Target="../media/image265.png"/><Relationship Id="rId76" Type="http://schemas.openxmlformats.org/officeDocument/2006/relationships/customXml" Target="../ink/ink266.xml"/><Relationship Id="rId97" Type="http://schemas.openxmlformats.org/officeDocument/2006/relationships/image" Target="../media/image286.png"/><Relationship Id="rId104" Type="http://schemas.openxmlformats.org/officeDocument/2006/relationships/customXml" Target="../ink/ink280.xml"/><Relationship Id="rId120" Type="http://schemas.openxmlformats.org/officeDocument/2006/relationships/customXml" Target="../ink/ink288.xml"/><Relationship Id="rId125" Type="http://schemas.openxmlformats.org/officeDocument/2006/relationships/image" Target="../media/image300.png"/><Relationship Id="rId141" Type="http://schemas.openxmlformats.org/officeDocument/2006/relationships/image" Target="../media/image308.png"/><Relationship Id="rId146" Type="http://schemas.openxmlformats.org/officeDocument/2006/relationships/customXml" Target="../ink/ink301.xml"/><Relationship Id="rId167" Type="http://schemas.openxmlformats.org/officeDocument/2006/relationships/image" Target="../media/image321.png"/><Relationship Id="rId7" Type="http://schemas.openxmlformats.org/officeDocument/2006/relationships/image" Target="../media/image241.png"/><Relationship Id="rId71" Type="http://schemas.openxmlformats.org/officeDocument/2006/relationships/image" Target="../media/image273.png"/><Relationship Id="rId92" Type="http://schemas.openxmlformats.org/officeDocument/2006/relationships/customXml" Target="../ink/ink274.xml"/><Relationship Id="rId162" Type="http://schemas.openxmlformats.org/officeDocument/2006/relationships/customXml" Target="../ink/ink309.xml"/><Relationship Id="rId2" Type="http://schemas.openxmlformats.org/officeDocument/2006/relationships/image" Target="../media/image212.png"/><Relationship Id="rId29" Type="http://schemas.openxmlformats.org/officeDocument/2006/relationships/image" Target="../media/image252.png"/><Relationship Id="rId24" Type="http://schemas.openxmlformats.org/officeDocument/2006/relationships/customXml" Target="../ink/ink240.xml"/><Relationship Id="rId40" Type="http://schemas.openxmlformats.org/officeDocument/2006/relationships/customXml" Target="../ink/ink248.xml"/><Relationship Id="rId45" Type="http://schemas.openxmlformats.org/officeDocument/2006/relationships/image" Target="../media/image260.png"/><Relationship Id="rId66" Type="http://schemas.openxmlformats.org/officeDocument/2006/relationships/customXml" Target="../ink/ink261.xml"/><Relationship Id="rId87" Type="http://schemas.openxmlformats.org/officeDocument/2006/relationships/image" Target="../media/image281.png"/><Relationship Id="rId110" Type="http://schemas.openxmlformats.org/officeDocument/2006/relationships/customXml" Target="../ink/ink283.xml"/><Relationship Id="rId115" Type="http://schemas.openxmlformats.org/officeDocument/2006/relationships/image" Target="../media/image295.png"/><Relationship Id="rId131" Type="http://schemas.openxmlformats.org/officeDocument/2006/relationships/image" Target="../media/image303.png"/><Relationship Id="rId136" Type="http://schemas.openxmlformats.org/officeDocument/2006/relationships/customXml" Target="../ink/ink296.xml"/><Relationship Id="rId157" Type="http://schemas.openxmlformats.org/officeDocument/2006/relationships/image" Target="../media/image316.png"/><Relationship Id="rId61" Type="http://schemas.openxmlformats.org/officeDocument/2006/relationships/image" Target="../media/image268.png"/><Relationship Id="rId82" Type="http://schemas.openxmlformats.org/officeDocument/2006/relationships/customXml" Target="../ink/ink269.xml"/><Relationship Id="rId152" Type="http://schemas.openxmlformats.org/officeDocument/2006/relationships/customXml" Target="../ink/ink304.xml"/><Relationship Id="rId19" Type="http://schemas.openxmlformats.org/officeDocument/2006/relationships/image" Target="../media/image247.png"/><Relationship Id="rId14" Type="http://schemas.openxmlformats.org/officeDocument/2006/relationships/customXml" Target="../ink/ink235.xml"/><Relationship Id="rId30" Type="http://schemas.openxmlformats.org/officeDocument/2006/relationships/customXml" Target="../ink/ink243.xml"/><Relationship Id="rId35" Type="http://schemas.openxmlformats.org/officeDocument/2006/relationships/image" Target="../media/image255.png"/><Relationship Id="rId56" Type="http://schemas.openxmlformats.org/officeDocument/2006/relationships/customXml" Target="../ink/ink256.xml"/><Relationship Id="rId77" Type="http://schemas.openxmlformats.org/officeDocument/2006/relationships/image" Target="../media/image276.png"/><Relationship Id="rId100" Type="http://schemas.openxmlformats.org/officeDocument/2006/relationships/customXml" Target="../ink/ink278.xml"/><Relationship Id="rId105" Type="http://schemas.openxmlformats.org/officeDocument/2006/relationships/image" Target="../media/image290.png"/><Relationship Id="rId126" Type="http://schemas.openxmlformats.org/officeDocument/2006/relationships/customXml" Target="../ink/ink291.xml"/><Relationship Id="rId147" Type="http://schemas.openxmlformats.org/officeDocument/2006/relationships/image" Target="../media/image311.png"/><Relationship Id="rId168" Type="http://schemas.openxmlformats.org/officeDocument/2006/relationships/customXml" Target="../ink/ink312.xml"/><Relationship Id="rId8" Type="http://schemas.openxmlformats.org/officeDocument/2006/relationships/customXml" Target="../ink/ink232.xml"/><Relationship Id="rId51" Type="http://schemas.openxmlformats.org/officeDocument/2006/relationships/image" Target="../media/image263.png"/><Relationship Id="rId72" Type="http://schemas.openxmlformats.org/officeDocument/2006/relationships/customXml" Target="../ink/ink264.xml"/><Relationship Id="rId93" Type="http://schemas.openxmlformats.org/officeDocument/2006/relationships/image" Target="../media/image284.png"/><Relationship Id="rId98" Type="http://schemas.openxmlformats.org/officeDocument/2006/relationships/customXml" Target="../ink/ink277.xml"/><Relationship Id="rId121" Type="http://schemas.openxmlformats.org/officeDocument/2006/relationships/image" Target="../media/image298.png"/><Relationship Id="rId142" Type="http://schemas.openxmlformats.org/officeDocument/2006/relationships/customXml" Target="../ink/ink299.xml"/><Relationship Id="rId163" Type="http://schemas.openxmlformats.org/officeDocument/2006/relationships/image" Target="../media/image319.png"/><Relationship Id="rId3" Type="http://schemas.openxmlformats.org/officeDocument/2006/relationships/image" Target="../media/image214.png"/><Relationship Id="rId25" Type="http://schemas.openxmlformats.org/officeDocument/2006/relationships/image" Target="../media/image250.png"/><Relationship Id="rId46" Type="http://schemas.openxmlformats.org/officeDocument/2006/relationships/customXml" Target="../ink/ink251.xml"/><Relationship Id="rId67" Type="http://schemas.openxmlformats.org/officeDocument/2006/relationships/image" Target="../media/image271.png"/><Relationship Id="rId116" Type="http://schemas.openxmlformats.org/officeDocument/2006/relationships/customXml" Target="../ink/ink286.xml"/><Relationship Id="rId137" Type="http://schemas.openxmlformats.org/officeDocument/2006/relationships/image" Target="../media/image306.png"/><Relationship Id="rId158" Type="http://schemas.openxmlformats.org/officeDocument/2006/relationships/customXml" Target="../ink/ink307.xml"/><Relationship Id="rId20" Type="http://schemas.openxmlformats.org/officeDocument/2006/relationships/customXml" Target="../ink/ink238.xml"/><Relationship Id="rId41" Type="http://schemas.openxmlformats.org/officeDocument/2006/relationships/image" Target="../media/image258.png"/><Relationship Id="rId62" Type="http://schemas.openxmlformats.org/officeDocument/2006/relationships/customXml" Target="../ink/ink259.xml"/><Relationship Id="rId83" Type="http://schemas.openxmlformats.org/officeDocument/2006/relationships/image" Target="../media/image279.png"/><Relationship Id="rId88" Type="http://schemas.openxmlformats.org/officeDocument/2006/relationships/customXml" Target="../ink/ink272.xml"/><Relationship Id="rId111" Type="http://schemas.openxmlformats.org/officeDocument/2006/relationships/image" Target="../media/image293.png"/><Relationship Id="rId132" Type="http://schemas.openxmlformats.org/officeDocument/2006/relationships/customXml" Target="../ink/ink294.xml"/><Relationship Id="rId153" Type="http://schemas.openxmlformats.org/officeDocument/2006/relationships/image" Target="../media/image314.png"/><Relationship Id="rId15" Type="http://schemas.openxmlformats.org/officeDocument/2006/relationships/image" Target="../media/image245.png"/><Relationship Id="rId36" Type="http://schemas.openxmlformats.org/officeDocument/2006/relationships/customXml" Target="../ink/ink246.xml"/><Relationship Id="rId57" Type="http://schemas.openxmlformats.org/officeDocument/2006/relationships/image" Target="../media/image266.png"/><Relationship Id="rId106" Type="http://schemas.openxmlformats.org/officeDocument/2006/relationships/customXml" Target="../ink/ink281.xml"/><Relationship Id="rId127" Type="http://schemas.openxmlformats.org/officeDocument/2006/relationships/image" Target="../media/image301.png"/><Relationship Id="rId10" Type="http://schemas.openxmlformats.org/officeDocument/2006/relationships/customXml" Target="../ink/ink233.xml"/><Relationship Id="rId31" Type="http://schemas.openxmlformats.org/officeDocument/2006/relationships/image" Target="../media/image253.png"/><Relationship Id="rId52" Type="http://schemas.openxmlformats.org/officeDocument/2006/relationships/customXml" Target="../ink/ink254.xml"/><Relationship Id="rId73" Type="http://schemas.openxmlformats.org/officeDocument/2006/relationships/image" Target="../media/image274.png"/><Relationship Id="rId78" Type="http://schemas.openxmlformats.org/officeDocument/2006/relationships/customXml" Target="../ink/ink267.xml"/><Relationship Id="rId94" Type="http://schemas.openxmlformats.org/officeDocument/2006/relationships/customXml" Target="../ink/ink275.xml"/><Relationship Id="rId99" Type="http://schemas.openxmlformats.org/officeDocument/2006/relationships/image" Target="../media/image287.png"/><Relationship Id="rId101" Type="http://schemas.openxmlformats.org/officeDocument/2006/relationships/image" Target="../media/image288.png"/><Relationship Id="rId122" Type="http://schemas.openxmlformats.org/officeDocument/2006/relationships/customXml" Target="../ink/ink289.xml"/><Relationship Id="rId143" Type="http://schemas.openxmlformats.org/officeDocument/2006/relationships/image" Target="../media/image309.png"/><Relationship Id="rId148" Type="http://schemas.openxmlformats.org/officeDocument/2006/relationships/customXml" Target="../ink/ink302.xml"/><Relationship Id="rId164" Type="http://schemas.openxmlformats.org/officeDocument/2006/relationships/customXml" Target="../ink/ink310.xml"/><Relationship Id="rId169" Type="http://schemas.openxmlformats.org/officeDocument/2006/relationships/image" Target="../media/image322.png"/><Relationship Id="rId4" Type="http://schemas.openxmlformats.org/officeDocument/2006/relationships/customXml" Target="../ink/ink230.xml"/><Relationship Id="rId9" Type="http://schemas.openxmlformats.org/officeDocument/2006/relationships/image" Target="../media/image242.png"/><Relationship Id="rId26" Type="http://schemas.openxmlformats.org/officeDocument/2006/relationships/customXml" Target="../ink/ink241.xml"/><Relationship Id="rId47" Type="http://schemas.openxmlformats.org/officeDocument/2006/relationships/image" Target="../media/image261.png"/><Relationship Id="rId68" Type="http://schemas.openxmlformats.org/officeDocument/2006/relationships/customXml" Target="../ink/ink262.xml"/><Relationship Id="rId89" Type="http://schemas.openxmlformats.org/officeDocument/2006/relationships/image" Target="../media/image282.png"/><Relationship Id="rId112" Type="http://schemas.openxmlformats.org/officeDocument/2006/relationships/customXml" Target="../ink/ink284.xml"/><Relationship Id="rId133" Type="http://schemas.openxmlformats.org/officeDocument/2006/relationships/image" Target="../media/image304.png"/><Relationship Id="rId154" Type="http://schemas.openxmlformats.org/officeDocument/2006/relationships/customXml" Target="../ink/ink305.xml"/><Relationship Id="rId16" Type="http://schemas.openxmlformats.org/officeDocument/2006/relationships/customXml" Target="../ink/ink236.xml"/><Relationship Id="rId37" Type="http://schemas.openxmlformats.org/officeDocument/2006/relationships/image" Target="../media/image256.png"/><Relationship Id="rId58" Type="http://schemas.openxmlformats.org/officeDocument/2006/relationships/customXml" Target="../ink/ink257.xml"/><Relationship Id="rId79" Type="http://schemas.openxmlformats.org/officeDocument/2006/relationships/image" Target="../media/image277.png"/><Relationship Id="rId102" Type="http://schemas.openxmlformats.org/officeDocument/2006/relationships/customXml" Target="../ink/ink279.xml"/><Relationship Id="rId123" Type="http://schemas.openxmlformats.org/officeDocument/2006/relationships/image" Target="../media/image299.png"/><Relationship Id="rId144" Type="http://schemas.openxmlformats.org/officeDocument/2006/relationships/customXml" Target="../ink/ink300.xml"/><Relationship Id="rId90" Type="http://schemas.openxmlformats.org/officeDocument/2006/relationships/customXml" Target="../ink/ink273.xml"/><Relationship Id="rId165" Type="http://schemas.openxmlformats.org/officeDocument/2006/relationships/image" Target="../media/image320.png"/><Relationship Id="rId27" Type="http://schemas.openxmlformats.org/officeDocument/2006/relationships/image" Target="../media/image251.png"/><Relationship Id="rId48" Type="http://schemas.openxmlformats.org/officeDocument/2006/relationships/customXml" Target="../ink/ink252.xml"/><Relationship Id="rId69" Type="http://schemas.openxmlformats.org/officeDocument/2006/relationships/image" Target="../media/image272.png"/><Relationship Id="rId113" Type="http://schemas.openxmlformats.org/officeDocument/2006/relationships/image" Target="../media/image294.png"/><Relationship Id="rId134" Type="http://schemas.openxmlformats.org/officeDocument/2006/relationships/customXml" Target="../ink/ink295.xml"/><Relationship Id="rId80" Type="http://schemas.openxmlformats.org/officeDocument/2006/relationships/customXml" Target="../ink/ink268.xml"/><Relationship Id="rId155" Type="http://schemas.openxmlformats.org/officeDocument/2006/relationships/image" Target="../media/image315.png"/><Relationship Id="rId17" Type="http://schemas.openxmlformats.org/officeDocument/2006/relationships/image" Target="../media/image246.png"/><Relationship Id="rId38" Type="http://schemas.openxmlformats.org/officeDocument/2006/relationships/customXml" Target="../ink/ink247.xml"/><Relationship Id="rId59" Type="http://schemas.openxmlformats.org/officeDocument/2006/relationships/image" Target="../media/image267.png"/><Relationship Id="rId103" Type="http://schemas.openxmlformats.org/officeDocument/2006/relationships/image" Target="../media/image289.png"/><Relationship Id="rId124" Type="http://schemas.openxmlformats.org/officeDocument/2006/relationships/customXml" Target="../ink/ink290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24.xml"/><Relationship Id="rId21" Type="http://schemas.openxmlformats.org/officeDocument/2006/relationships/image" Target="../media/image333.png"/><Relationship Id="rId42" Type="http://schemas.openxmlformats.org/officeDocument/2006/relationships/customXml" Target="../ink/ink332.xml"/><Relationship Id="rId47" Type="http://schemas.openxmlformats.org/officeDocument/2006/relationships/image" Target="../media/image346.png"/><Relationship Id="rId63" Type="http://schemas.openxmlformats.org/officeDocument/2006/relationships/image" Target="../media/image354.png"/><Relationship Id="rId68" Type="http://schemas.openxmlformats.org/officeDocument/2006/relationships/customXml" Target="../ink/ink345.xml"/><Relationship Id="rId84" Type="http://schemas.openxmlformats.org/officeDocument/2006/relationships/customXml" Target="../ink/ink353.xml"/><Relationship Id="rId89" Type="http://schemas.openxmlformats.org/officeDocument/2006/relationships/image" Target="../media/image367.png"/><Relationship Id="rId16" Type="http://schemas.openxmlformats.org/officeDocument/2006/relationships/customXml" Target="../ink/ink319.xml"/><Relationship Id="rId11" Type="http://schemas.openxmlformats.org/officeDocument/2006/relationships/image" Target="../media/image328.png"/><Relationship Id="rId32" Type="http://schemas.openxmlformats.org/officeDocument/2006/relationships/customXml" Target="../ink/ink327.xml"/><Relationship Id="rId37" Type="http://schemas.openxmlformats.org/officeDocument/2006/relationships/image" Target="../media/image341.png"/><Relationship Id="rId53" Type="http://schemas.openxmlformats.org/officeDocument/2006/relationships/image" Target="../media/image349.png"/><Relationship Id="rId58" Type="http://schemas.openxmlformats.org/officeDocument/2006/relationships/customXml" Target="../ink/ink340.xml"/><Relationship Id="rId74" Type="http://schemas.openxmlformats.org/officeDocument/2006/relationships/customXml" Target="../ink/ink348.xml"/><Relationship Id="rId79" Type="http://schemas.openxmlformats.org/officeDocument/2006/relationships/image" Target="../media/image362.png"/><Relationship Id="rId5" Type="http://schemas.openxmlformats.org/officeDocument/2006/relationships/image" Target="../media/image325.png"/><Relationship Id="rId90" Type="http://schemas.openxmlformats.org/officeDocument/2006/relationships/customXml" Target="../ink/ink356.xml"/><Relationship Id="rId95" Type="http://schemas.openxmlformats.org/officeDocument/2006/relationships/image" Target="../media/image370.png"/><Relationship Id="rId22" Type="http://schemas.openxmlformats.org/officeDocument/2006/relationships/customXml" Target="../ink/ink322.xml"/><Relationship Id="rId27" Type="http://schemas.openxmlformats.org/officeDocument/2006/relationships/image" Target="../media/image336.png"/><Relationship Id="rId43" Type="http://schemas.openxmlformats.org/officeDocument/2006/relationships/image" Target="../media/image344.png"/><Relationship Id="rId48" Type="http://schemas.openxmlformats.org/officeDocument/2006/relationships/customXml" Target="../ink/ink335.xml"/><Relationship Id="rId64" Type="http://schemas.openxmlformats.org/officeDocument/2006/relationships/customXml" Target="../ink/ink343.xml"/><Relationship Id="rId69" Type="http://schemas.openxmlformats.org/officeDocument/2006/relationships/image" Target="../media/image357.png"/><Relationship Id="rId80" Type="http://schemas.openxmlformats.org/officeDocument/2006/relationships/customXml" Target="../ink/ink351.xml"/><Relationship Id="rId85" Type="http://schemas.openxmlformats.org/officeDocument/2006/relationships/image" Target="../media/image365.png"/><Relationship Id="rId12" Type="http://schemas.openxmlformats.org/officeDocument/2006/relationships/customXml" Target="../ink/ink317.xml"/><Relationship Id="rId17" Type="http://schemas.openxmlformats.org/officeDocument/2006/relationships/image" Target="../media/image331.png"/><Relationship Id="rId25" Type="http://schemas.openxmlformats.org/officeDocument/2006/relationships/image" Target="../media/image335.png"/><Relationship Id="rId33" Type="http://schemas.openxmlformats.org/officeDocument/2006/relationships/image" Target="../media/image339.png"/><Relationship Id="rId38" Type="http://schemas.openxmlformats.org/officeDocument/2006/relationships/customXml" Target="../ink/ink330.xml"/><Relationship Id="rId46" Type="http://schemas.openxmlformats.org/officeDocument/2006/relationships/customXml" Target="../ink/ink334.xml"/><Relationship Id="rId59" Type="http://schemas.openxmlformats.org/officeDocument/2006/relationships/image" Target="../media/image352.png"/><Relationship Id="rId67" Type="http://schemas.openxmlformats.org/officeDocument/2006/relationships/image" Target="../media/image356.png"/><Relationship Id="rId20" Type="http://schemas.openxmlformats.org/officeDocument/2006/relationships/customXml" Target="../ink/ink321.xml"/><Relationship Id="rId41" Type="http://schemas.openxmlformats.org/officeDocument/2006/relationships/image" Target="../media/image343.png"/><Relationship Id="rId54" Type="http://schemas.openxmlformats.org/officeDocument/2006/relationships/customXml" Target="../ink/ink338.xml"/><Relationship Id="rId62" Type="http://schemas.openxmlformats.org/officeDocument/2006/relationships/customXml" Target="../ink/ink342.xml"/><Relationship Id="rId70" Type="http://schemas.openxmlformats.org/officeDocument/2006/relationships/customXml" Target="../ink/ink346.xml"/><Relationship Id="rId75" Type="http://schemas.openxmlformats.org/officeDocument/2006/relationships/image" Target="../media/image360.png"/><Relationship Id="rId83" Type="http://schemas.openxmlformats.org/officeDocument/2006/relationships/image" Target="../media/image364.png"/><Relationship Id="rId88" Type="http://schemas.openxmlformats.org/officeDocument/2006/relationships/customXml" Target="../ink/ink355.xml"/><Relationship Id="rId91" Type="http://schemas.openxmlformats.org/officeDocument/2006/relationships/image" Target="../media/image368.png"/><Relationship Id="rId96" Type="http://schemas.openxmlformats.org/officeDocument/2006/relationships/customXml" Target="../ink/ink35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4.xml"/><Relationship Id="rId15" Type="http://schemas.openxmlformats.org/officeDocument/2006/relationships/image" Target="../media/image330.png"/><Relationship Id="rId23" Type="http://schemas.openxmlformats.org/officeDocument/2006/relationships/image" Target="../media/image334.png"/><Relationship Id="rId28" Type="http://schemas.openxmlformats.org/officeDocument/2006/relationships/customXml" Target="../ink/ink325.xml"/><Relationship Id="rId36" Type="http://schemas.openxmlformats.org/officeDocument/2006/relationships/customXml" Target="../ink/ink329.xml"/><Relationship Id="rId49" Type="http://schemas.openxmlformats.org/officeDocument/2006/relationships/image" Target="../media/image347.png"/><Relationship Id="rId57" Type="http://schemas.openxmlformats.org/officeDocument/2006/relationships/image" Target="../media/image351.png"/><Relationship Id="rId10" Type="http://schemas.openxmlformats.org/officeDocument/2006/relationships/customXml" Target="../ink/ink316.xml"/><Relationship Id="rId31" Type="http://schemas.openxmlformats.org/officeDocument/2006/relationships/image" Target="../media/image338.png"/><Relationship Id="rId44" Type="http://schemas.openxmlformats.org/officeDocument/2006/relationships/customXml" Target="../ink/ink333.xml"/><Relationship Id="rId52" Type="http://schemas.openxmlformats.org/officeDocument/2006/relationships/customXml" Target="../ink/ink337.xml"/><Relationship Id="rId60" Type="http://schemas.openxmlformats.org/officeDocument/2006/relationships/customXml" Target="../ink/ink341.xml"/><Relationship Id="rId65" Type="http://schemas.openxmlformats.org/officeDocument/2006/relationships/image" Target="../media/image355.png"/><Relationship Id="rId73" Type="http://schemas.openxmlformats.org/officeDocument/2006/relationships/image" Target="../media/image359.png"/><Relationship Id="rId78" Type="http://schemas.openxmlformats.org/officeDocument/2006/relationships/customXml" Target="../ink/ink350.xml"/><Relationship Id="rId81" Type="http://schemas.openxmlformats.org/officeDocument/2006/relationships/image" Target="../media/image363.png"/><Relationship Id="rId86" Type="http://schemas.openxmlformats.org/officeDocument/2006/relationships/customXml" Target="../ink/ink354.xml"/><Relationship Id="rId94" Type="http://schemas.openxmlformats.org/officeDocument/2006/relationships/customXml" Target="../ink/ink358.xml"/><Relationship Id="rId99" Type="http://schemas.openxmlformats.org/officeDocument/2006/relationships/image" Target="../media/image372.png"/><Relationship Id="rId101" Type="http://schemas.openxmlformats.org/officeDocument/2006/relationships/image" Target="../media/image373.png"/><Relationship Id="rId4" Type="http://schemas.openxmlformats.org/officeDocument/2006/relationships/customXml" Target="../ink/ink313.xml"/><Relationship Id="rId9" Type="http://schemas.openxmlformats.org/officeDocument/2006/relationships/image" Target="../media/image327.png"/><Relationship Id="rId13" Type="http://schemas.openxmlformats.org/officeDocument/2006/relationships/image" Target="../media/image329.png"/><Relationship Id="rId18" Type="http://schemas.openxmlformats.org/officeDocument/2006/relationships/customXml" Target="../ink/ink320.xml"/><Relationship Id="rId39" Type="http://schemas.openxmlformats.org/officeDocument/2006/relationships/image" Target="../media/image342.png"/><Relationship Id="rId34" Type="http://schemas.openxmlformats.org/officeDocument/2006/relationships/customXml" Target="../ink/ink328.xml"/><Relationship Id="rId50" Type="http://schemas.openxmlformats.org/officeDocument/2006/relationships/customXml" Target="../ink/ink336.xml"/><Relationship Id="rId55" Type="http://schemas.openxmlformats.org/officeDocument/2006/relationships/image" Target="../media/image350.png"/><Relationship Id="rId76" Type="http://schemas.openxmlformats.org/officeDocument/2006/relationships/customXml" Target="../ink/ink349.xml"/><Relationship Id="rId97" Type="http://schemas.openxmlformats.org/officeDocument/2006/relationships/image" Target="../media/image371.png"/><Relationship Id="rId7" Type="http://schemas.openxmlformats.org/officeDocument/2006/relationships/image" Target="../media/image326.png"/><Relationship Id="rId71" Type="http://schemas.openxmlformats.org/officeDocument/2006/relationships/image" Target="../media/image358.png"/><Relationship Id="rId92" Type="http://schemas.openxmlformats.org/officeDocument/2006/relationships/customXml" Target="../ink/ink357.xml"/><Relationship Id="rId2" Type="http://schemas.openxmlformats.org/officeDocument/2006/relationships/image" Target="../media/image215.png"/><Relationship Id="rId29" Type="http://schemas.openxmlformats.org/officeDocument/2006/relationships/image" Target="../media/image337.png"/><Relationship Id="rId24" Type="http://schemas.openxmlformats.org/officeDocument/2006/relationships/customXml" Target="../ink/ink323.xml"/><Relationship Id="rId40" Type="http://schemas.openxmlformats.org/officeDocument/2006/relationships/customXml" Target="../ink/ink331.xml"/><Relationship Id="rId45" Type="http://schemas.openxmlformats.org/officeDocument/2006/relationships/image" Target="../media/image345.png"/><Relationship Id="rId66" Type="http://schemas.openxmlformats.org/officeDocument/2006/relationships/customXml" Target="../ink/ink344.xml"/><Relationship Id="rId87" Type="http://schemas.openxmlformats.org/officeDocument/2006/relationships/image" Target="../media/image366.png"/><Relationship Id="rId61" Type="http://schemas.openxmlformats.org/officeDocument/2006/relationships/image" Target="../media/image353.png"/><Relationship Id="rId82" Type="http://schemas.openxmlformats.org/officeDocument/2006/relationships/customXml" Target="../ink/ink352.xml"/><Relationship Id="rId19" Type="http://schemas.openxmlformats.org/officeDocument/2006/relationships/image" Target="../media/image332.png"/><Relationship Id="rId14" Type="http://schemas.openxmlformats.org/officeDocument/2006/relationships/customXml" Target="../ink/ink318.xml"/><Relationship Id="rId30" Type="http://schemas.openxmlformats.org/officeDocument/2006/relationships/customXml" Target="../ink/ink326.xml"/><Relationship Id="rId35" Type="http://schemas.openxmlformats.org/officeDocument/2006/relationships/image" Target="../media/image340.png"/><Relationship Id="rId56" Type="http://schemas.openxmlformats.org/officeDocument/2006/relationships/customXml" Target="../ink/ink339.xml"/><Relationship Id="rId77" Type="http://schemas.openxmlformats.org/officeDocument/2006/relationships/image" Target="../media/image361.png"/><Relationship Id="rId100" Type="http://schemas.openxmlformats.org/officeDocument/2006/relationships/customXml" Target="../ink/ink361.xml"/><Relationship Id="rId8" Type="http://schemas.openxmlformats.org/officeDocument/2006/relationships/customXml" Target="../ink/ink315.xml"/><Relationship Id="rId51" Type="http://schemas.openxmlformats.org/officeDocument/2006/relationships/image" Target="../media/image348.png"/><Relationship Id="rId72" Type="http://schemas.openxmlformats.org/officeDocument/2006/relationships/customXml" Target="../ink/ink347.xml"/><Relationship Id="rId93" Type="http://schemas.openxmlformats.org/officeDocument/2006/relationships/image" Target="../media/image369.png"/><Relationship Id="rId98" Type="http://schemas.openxmlformats.org/officeDocument/2006/relationships/customXml" Target="../ink/ink360.xml"/><Relationship Id="rId3" Type="http://schemas.openxmlformats.org/officeDocument/2006/relationships/image" Target="../media/image323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18.xml"/><Relationship Id="rId21" Type="http://schemas.openxmlformats.org/officeDocument/2006/relationships/customXml" Target="../ink/ink370.xml"/><Relationship Id="rId42" Type="http://schemas.openxmlformats.org/officeDocument/2006/relationships/image" Target="../media/image395.png"/><Relationship Id="rId63" Type="http://schemas.openxmlformats.org/officeDocument/2006/relationships/customXml" Target="../ink/ink391.xml"/><Relationship Id="rId84" Type="http://schemas.openxmlformats.org/officeDocument/2006/relationships/image" Target="../media/image416.png"/><Relationship Id="rId138" Type="http://schemas.openxmlformats.org/officeDocument/2006/relationships/image" Target="../media/image443.png"/><Relationship Id="rId159" Type="http://schemas.openxmlformats.org/officeDocument/2006/relationships/customXml" Target="../ink/ink439.xml"/><Relationship Id="rId170" Type="http://schemas.openxmlformats.org/officeDocument/2006/relationships/image" Target="../media/image459.png"/><Relationship Id="rId191" Type="http://schemas.openxmlformats.org/officeDocument/2006/relationships/customXml" Target="../ink/ink455.xml"/><Relationship Id="rId205" Type="http://schemas.openxmlformats.org/officeDocument/2006/relationships/customXml" Target="../ink/ink462.xml"/><Relationship Id="rId107" Type="http://schemas.openxmlformats.org/officeDocument/2006/relationships/customXml" Target="../ink/ink413.xml"/><Relationship Id="rId11" Type="http://schemas.openxmlformats.org/officeDocument/2006/relationships/customXml" Target="../ink/ink365.xml"/><Relationship Id="rId32" Type="http://schemas.openxmlformats.org/officeDocument/2006/relationships/image" Target="../media/image390.png"/><Relationship Id="rId53" Type="http://schemas.openxmlformats.org/officeDocument/2006/relationships/customXml" Target="../ink/ink386.xml"/><Relationship Id="rId74" Type="http://schemas.openxmlformats.org/officeDocument/2006/relationships/image" Target="../media/image411.png"/><Relationship Id="rId128" Type="http://schemas.openxmlformats.org/officeDocument/2006/relationships/image" Target="../media/image438.png"/><Relationship Id="rId149" Type="http://schemas.openxmlformats.org/officeDocument/2006/relationships/customXml" Target="../ink/ink434.xml"/><Relationship Id="rId5" Type="http://schemas.openxmlformats.org/officeDocument/2006/relationships/customXml" Target="../ink/ink362.xml"/><Relationship Id="rId95" Type="http://schemas.openxmlformats.org/officeDocument/2006/relationships/customXml" Target="../ink/ink407.xml"/><Relationship Id="rId160" Type="http://schemas.openxmlformats.org/officeDocument/2006/relationships/image" Target="../media/image454.png"/><Relationship Id="rId181" Type="http://schemas.openxmlformats.org/officeDocument/2006/relationships/customXml" Target="../ink/ink450.xml"/><Relationship Id="rId216" Type="http://schemas.openxmlformats.org/officeDocument/2006/relationships/image" Target="../media/image482.png"/><Relationship Id="rId22" Type="http://schemas.openxmlformats.org/officeDocument/2006/relationships/image" Target="../media/image385.png"/><Relationship Id="rId43" Type="http://schemas.openxmlformats.org/officeDocument/2006/relationships/customXml" Target="../ink/ink381.xml"/><Relationship Id="rId64" Type="http://schemas.openxmlformats.org/officeDocument/2006/relationships/image" Target="../media/image406.png"/><Relationship Id="rId118" Type="http://schemas.openxmlformats.org/officeDocument/2006/relationships/image" Target="../media/image433.png"/><Relationship Id="rId139" Type="http://schemas.openxmlformats.org/officeDocument/2006/relationships/customXml" Target="../ink/ink429.xml"/><Relationship Id="rId85" Type="http://schemas.openxmlformats.org/officeDocument/2006/relationships/customXml" Target="../ink/ink402.xml"/><Relationship Id="rId150" Type="http://schemas.openxmlformats.org/officeDocument/2006/relationships/image" Target="../media/image449.png"/><Relationship Id="rId171" Type="http://schemas.openxmlformats.org/officeDocument/2006/relationships/customXml" Target="../ink/ink445.xml"/><Relationship Id="rId192" Type="http://schemas.openxmlformats.org/officeDocument/2006/relationships/image" Target="../media/image470.png"/><Relationship Id="rId206" Type="http://schemas.openxmlformats.org/officeDocument/2006/relationships/image" Target="../media/image477.png"/><Relationship Id="rId12" Type="http://schemas.openxmlformats.org/officeDocument/2006/relationships/image" Target="../media/image380.png"/><Relationship Id="rId33" Type="http://schemas.openxmlformats.org/officeDocument/2006/relationships/customXml" Target="../ink/ink376.xml"/><Relationship Id="rId108" Type="http://schemas.openxmlformats.org/officeDocument/2006/relationships/image" Target="../media/image428.png"/><Relationship Id="rId129" Type="http://schemas.openxmlformats.org/officeDocument/2006/relationships/customXml" Target="../ink/ink424.xml"/><Relationship Id="rId54" Type="http://schemas.openxmlformats.org/officeDocument/2006/relationships/image" Target="../media/image401.png"/><Relationship Id="rId75" Type="http://schemas.openxmlformats.org/officeDocument/2006/relationships/customXml" Target="../ink/ink397.xml"/><Relationship Id="rId96" Type="http://schemas.openxmlformats.org/officeDocument/2006/relationships/image" Target="../media/image422.png"/><Relationship Id="rId140" Type="http://schemas.openxmlformats.org/officeDocument/2006/relationships/image" Target="../media/image444.png"/><Relationship Id="rId161" Type="http://schemas.openxmlformats.org/officeDocument/2006/relationships/customXml" Target="../ink/ink440.xml"/><Relationship Id="rId182" Type="http://schemas.openxmlformats.org/officeDocument/2006/relationships/image" Target="../media/image465.png"/><Relationship Id="rId217" Type="http://schemas.openxmlformats.org/officeDocument/2006/relationships/customXml" Target="../ink/ink468.xml"/><Relationship Id="rId6" Type="http://schemas.openxmlformats.org/officeDocument/2006/relationships/image" Target="../media/image377.png"/><Relationship Id="rId23" Type="http://schemas.openxmlformats.org/officeDocument/2006/relationships/customXml" Target="../ink/ink371.xml"/><Relationship Id="rId119" Type="http://schemas.openxmlformats.org/officeDocument/2006/relationships/customXml" Target="../ink/ink419.xml"/><Relationship Id="rId44" Type="http://schemas.openxmlformats.org/officeDocument/2006/relationships/image" Target="../media/image396.png"/><Relationship Id="rId65" Type="http://schemas.openxmlformats.org/officeDocument/2006/relationships/customXml" Target="../ink/ink392.xml"/><Relationship Id="rId86" Type="http://schemas.openxmlformats.org/officeDocument/2006/relationships/image" Target="../media/image417.png"/><Relationship Id="rId130" Type="http://schemas.openxmlformats.org/officeDocument/2006/relationships/image" Target="../media/image439.png"/><Relationship Id="rId151" Type="http://schemas.openxmlformats.org/officeDocument/2006/relationships/customXml" Target="../ink/ink435.xml"/><Relationship Id="rId172" Type="http://schemas.openxmlformats.org/officeDocument/2006/relationships/image" Target="../media/image460.png"/><Relationship Id="rId193" Type="http://schemas.openxmlformats.org/officeDocument/2006/relationships/customXml" Target="../ink/ink456.xml"/><Relationship Id="rId207" Type="http://schemas.openxmlformats.org/officeDocument/2006/relationships/customXml" Target="../ink/ink463.xml"/><Relationship Id="rId13" Type="http://schemas.openxmlformats.org/officeDocument/2006/relationships/customXml" Target="../ink/ink366.xml"/><Relationship Id="rId109" Type="http://schemas.openxmlformats.org/officeDocument/2006/relationships/customXml" Target="../ink/ink414.xml"/><Relationship Id="rId34" Type="http://schemas.openxmlformats.org/officeDocument/2006/relationships/image" Target="../media/image391.png"/><Relationship Id="rId55" Type="http://schemas.openxmlformats.org/officeDocument/2006/relationships/customXml" Target="../ink/ink387.xml"/><Relationship Id="rId76" Type="http://schemas.openxmlformats.org/officeDocument/2006/relationships/image" Target="../media/image412.png"/><Relationship Id="rId97" Type="http://schemas.openxmlformats.org/officeDocument/2006/relationships/customXml" Target="../ink/ink408.xml"/><Relationship Id="rId120" Type="http://schemas.openxmlformats.org/officeDocument/2006/relationships/image" Target="../media/image434.png"/><Relationship Id="rId141" Type="http://schemas.openxmlformats.org/officeDocument/2006/relationships/customXml" Target="../ink/ink430.xml"/><Relationship Id="rId7" Type="http://schemas.openxmlformats.org/officeDocument/2006/relationships/customXml" Target="../ink/ink363.xml"/><Relationship Id="rId162" Type="http://schemas.openxmlformats.org/officeDocument/2006/relationships/image" Target="../media/image455.png"/><Relationship Id="rId183" Type="http://schemas.openxmlformats.org/officeDocument/2006/relationships/customXml" Target="../ink/ink451.xml"/><Relationship Id="rId218" Type="http://schemas.openxmlformats.org/officeDocument/2006/relationships/image" Target="../media/image483.png"/><Relationship Id="rId24" Type="http://schemas.openxmlformats.org/officeDocument/2006/relationships/image" Target="../media/image386.png"/><Relationship Id="rId45" Type="http://schemas.openxmlformats.org/officeDocument/2006/relationships/customXml" Target="../ink/ink382.xml"/><Relationship Id="rId66" Type="http://schemas.openxmlformats.org/officeDocument/2006/relationships/image" Target="../media/image407.png"/><Relationship Id="rId87" Type="http://schemas.openxmlformats.org/officeDocument/2006/relationships/customXml" Target="../ink/ink403.xml"/><Relationship Id="rId110" Type="http://schemas.openxmlformats.org/officeDocument/2006/relationships/image" Target="../media/image429.png"/><Relationship Id="rId131" Type="http://schemas.openxmlformats.org/officeDocument/2006/relationships/customXml" Target="../ink/ink425.xml"/><Relationship Id="rId152" Type="http://schemas.openxmlformats.org/officeDocument/2006/relationships/image" Target="../media/image450.png"/><Relationship Id="rId173" Type="http://schemas.openxmlformats.org/officeDocument/2006/relationships/customXml" Target="../ink/ink446.xml"/><Relationship Id="rId194" Type="http://schemas.openxmlformats.org/officeDocument/2006/relationships/image" Target="../media/image471.png"/><Relationship Id="rId208" Type="http://schemas.openxmlformats.org/officeDocument/2006/relationships/image" Target="../media/image478.png"/><Relationship Id="rId14" Type="http://schemas.openxmlformats.org/officeDocument/2006/relationships/image" Target="../media/image381.png"/><Relationship Id="rId35" Type="http://schemas.openxmlformats.org/officeDocument/2006/relationships/customXml" Target="../ink/ink377.xml"/><Relationship Id="rId56" Type="http://schemas.openxmlformats.org/officeDocument/2006/relationships/image" Target="../media/image402.png"/><Relationship Id="rId77" Type="http://schemas.openxmlformats.org/officeDocument/2006/relationships/customXml" Target="../ink/ink398.xml"/><Relationship Id="rId100" Type="http://schemas.openxmlformats.org/officeDocument/2006/relationships/image" Target="../media/image424.png"/><Relationship Id="rId8" Type="http://schemas.openxmlformats.org/officeDocument/2006/relationships/image" Target="../media/image378.png"/><Relationship Id="rId51" Type="http://schemas.openxmlformats.org/officeDocument/2006/relationships/customXml" Target="../ink/ink385.xml"/><Relationship Id="rId72" Type="http://schemas.openxmlformats.org/officeDocument/2006/relationships/image" Target="../media/image410.png"/><Relationship Id="rId93" Type="http://schemas.openxmlformats.org/officeDocument/2006/relationships/customXml" Target="../ink/ink406.xml"/><Relationship Id="rId98" Type="http://schemas.openxmlformats.org/officeDocument/2006/relationships/image" Target="../media/image423.png"/><Relationship Id="rId121" Type="http://schemas.openxmlformats.org/officeDocument/2006/relationships/customXml" Target="../ink/ink420.xml"/><Relationship Id="rId142" Type="http://schemas.openxmlformats.org/officeDocument/2006/relationships/image" Target="../media/image445.png"/><Relationship Id="rId163" Type="http://schemas.openxmlformats.org/officeDocument/2006/relationships/customXml" Target="../ink/ink441.xml"/><Relationship Id="rId184" Type="http://schemas.openxmlformats.org/officeDocument/2006/relationships/image" Target="../media/image466.png"/><Relationship Id="rId189" Type="http://schemas.openxmlformats.org/officeDocument/2006/relationships/customXml" Target="../ink/ink454.xml"/><Relationship Id="rId219" Type="http://schemas.openxmlformats.org/officeDocument/2006/relationships/customXml" Target="../ink/ink469.xml"/><Relationship Id="rId3" Type="http://schemas.openxmlformats.org/officeDocument/2006/relationships/image" Target="../media/image374.png"/><Relationship Id="rId214" Type="http://schemas.openxmlformats.org/officeDocument/2006/relationships/image" Target="../media/image481.png"/><Relationship Id="rId25" Type="http://schemas.openxmlformats.org/officeDocument/2006/relationships/customXml" Target="../ink/ink372.xml"/><Relationship Id="rId46" Type="http://schemas.openxmlformats.org/officeDocument/2006/relationships/image" Target="../media/image397.png"/><Relationship Id="rId67" Type="http://schemas.openxmlformats.org/officeDocument/2006/relationships/customXml" Target="../ink/ink393.xml"/><Relationship Id="rId116" Type="http://schemas.openxmlformats.org/officeDocument/2006/relationships/image" Target="../media/image432.png"/><Relationship Id="rId137" Type="http://schemas.openxmlformats.org/officeDocument/2006/relationships/customXml" Target="../ink/ink428.xml"/><Relationship Id="rId158" Type="http://schemas.openxmlformats.org/officeDocument/2006/relationships/image" Target="../media/image453.png"/><Relationship Id="rId20" Type="http://schemas.openxmlformats.org/officeDocument/2006/relationships/image" Target="../media/image384.png"/><Relationship Id="rId41" Type="http://schemas.openxmlformats.org/officeDocument/2006/relationships/customXml" Target="../ink/ink380.xml"/><Relationship Id="rId62" Type="http://schemas.openxmlformats.org/officeDocument/2006/relationships/image" Target="../media/image405.png"/><Relationship Id="rId83" Type="http://schemas.openxmlformats.org/officeDocument/2006/relationships/customXml" Target="../ink/ink401.xml"/><Relationship Id="rId88" Type="http://schemas.openxmlformats.org/officeDocument/2006/relationships/image" Target="../media/image418.png"/><Relationship Id="rId111" Type="http://schemas.openxmlformats.org/officeDocument/2006/relationships/customXml" Target="../ink/ink415.xml"/><Relationship Id="rId132" Type="http://schemas.openxmlformats.org/officeDocument/2006/relationships/image" Target="../media/image440.png"/><Relationship Id="rId153" Type="http://schemas.openxmlformats.org/officeDocument/2006/relationships/customXml" Target="../ink/ink436.xml"/><Relationship Id="rId174" Type="http://schemas.openxmlformats.org/officeDocument/2006/relationships/image" Target="../media/image461.png"/><Relationship Id="rId179" Type="http://schemas.openxmlformats.org/officeDocument/2006/relationships/customXml" Target="../ink/ink449.xml"/><Relationship Id="rId195" Type="http://schemas.openxmlformats.org/officeDocument/2006/relationships/customXml" Target="../ink/ink457.xml"/><Relationship Id="rId209" Type="http://schemas.openxmlformats.org/officeDocument/2006/relationships/customXml" Target="../ink/ink464.xml"/><Relationship Id="rId190" Type="http://schemas.openxmlformats.org/officeDocument/2006/relationships/image" Target="../media/image469.png"/><Relationship Id="rId204" Type="http://schemas.openxmlformats.org/officeDocument/2006/relationships/image" Target="../media/image476.png"/><Relationship Id="rId220" Type="http://schemas.openxmlformats.org/officeDocument/2006/relationships/image" Target="../media/image484.png"/><Relationship Id="rId15" Type="http://schemas.openxmlformats.org/officeDocument/2006/relationships/customXml" Target="../ink/ink367.xml"/><Relationship Id="rId36" Type="http://schemas.openxmlformats.org/officeDocument/2006/relationships/image" Target="../media/image392.png"/><Relationship Id="rId57" Type="http://schemas.openxmlformats.org/officeDocument/2006/relationships/customXml" Target="../ink/ink388.xml"/><Relationship Id="rId106" Type="http://schemas.openxmlformats.org/officeDocument/2006/relationships/image" Target="../media/image427.png"/><Relationship Id="rId127" Type="http://schemas.openxmlformats.org/officeDocument/2006/relationships/customXml" Target="../ink/ink423.xml"/><Relationship Id="rId10" Type="http://schemas.openxmlformats.org/officeDocument/2006/relationships/image" Target="../media/image379.png"/><Relationship Id="rId31" Type="http://schemas.openxmlformats.org/officeDocument/2006/relationships/customXml" Target="../ink/ink375.xml"/><Relationship Id="rId52" Type="http://schemas.openxmlformats.org/officeDocument/2006/relationships/image" Target="../media/image400.png"/><Relationship Id="rId73" Type="http://schemas.openxmlformats.org/officeDocument/2006/relationships/customXml" Target="../ink/ink396.xml"/><Relationship Id="rId78" Type="http://schemas.openxmlformats.org/officeDocument/2006/relationships/image" Target="../media/image413.png"/><Relationship Id="rId94" Type="http://schemas.openxmlformats.org/officeDocument/2006/relationships/image" Target="../media/image421.png"/><Relationship Id="rId99" Type="http://schemas.openxmlformats.org/officeDocument/2006/relationships/customXml" Target="../ink/ink409.xml"/><Relationship Id="rId101" Type="http://schemas.openxmlformats.org/officeDocument/2006/relationships/customXml" Target="../ink/ink410.xml"/><Relationship Id="rId122" Type="http://schemas.openxmlformats.org/officeDocument/2006/relationships/image" Target="../media/image435.png"/><Relationship Id="rId143" Type="http://schemas.openxmlformats.org/officeDocument/2006/relationships/customXml" Target="../ink/ink431.xml"/><Relationship Id="rId148" Type="http://schemas.openxmlformats.org/officeDocument/2006/relationships/image" Target="../media/image448.png"/><Relationship Id="rId164" Type="http://schemas.openxmlformats.org/officeDocument/2006/relationships/image" Target="../media/image456.png"/><Relationship Id="rId169" Type="http://schemas.openxmlformats.org/officeDocument/2006/relationships/customXml" Target="../ink/ink444.xml"/><Relationship Id="rId185" Type="http://schemas.openxmlformats.org/officeDocument/2006/relationships/customXml" Target="../ink/ink452.xml"/><Relationship Id="rId4" Type="http://schemas.openxmlformats.org/officeDocument/2006/relationships/image" Target="../media/image375.png"/><Relationship Id="rId9" Type="http://schemas.openxmlformats.org/officeDocument/2006/relationships/customXml" Target="../ink/ink364.xml"/><Relationship Id="rId180" Type="http://schemas.openxmlformats.org/officeDocument/2006/relationships/image" Target="../media/image464.png"/><Relationship Id="rId210" Type="http://schemas.openxmlformats.org/officeDocument/2006/relationships/image" Target="../media/image479.png"/><Relationship Id="rId215" Type="http://schemas.openxmlformats.org/officeDocument/2006/relationships/customXml" Target="../ink/ink467.xml"/><Relationship Id="rId26" Type="http://schemas.openxmlformats.org/officeDocument/2006/relationships/image" Target="../media/image387.png"/><Relationship Id="rId47" Type="http://schemas.openxmlformats.org/officeDocument/2006/relationships/customXml" Target="../ink/ink383.xml"/><Relationship Id="rId68" Type="http://schemas.openxmlformats.org/officeDocument/2006/relationships/image" Target="../media/image408.png"/><Relationship Id="rId89" Type="http://schemas.openxmlformats.org/officeDocument/2006/relationships/customXml" Target="../ink/ink404.xml"/><Relationship Id="rId112" Type="http://schemas.openxmlformats.org/officeDocument/2006/relationships/image" Target="../media/image430.png"/><Relationship Id="rId133" Type="http://schemas.openxmlformats.org/officeDocument/2006/relationships/customXml" Target="../ink/ink426.xml"/><Relationship Id="rId154" Type="http://schemas.openxmlformats.org/officeDocument/2006/relationships/image" Target="../media/image451.png"/><Relationship Id="rId175" Type="http://schemas.openxmlformats.org/officeDocument/2006/relationships/customXml" Target="../ink/ink447.xml"/><Relationship Id="rId196" Type="http://schemas.openxmlformats.org/officeDocument/2006/relationships/image" Target="../media/image472.png"/><Relationship Id="rId200" Type="http://schemas.openxmlformats.org/officeDocument/2006/relationships/image" Target="../media/image474.png"/><Relationship Id="rId16" Type="http://schemas.openxmlformats.org/officeDocument/2006/relationships/image" Target="../media/image382.png"/><Relationship Id="rId221" Type="http://schemas.openxmlformats.org/officeDocument/2006/relationships/customXml" Target="../ink/ink470.xml"/><Relationship Id="rId37" Type="http://schemas.openxmlformats.org/officeDocument/2006/relationships/customXml" Target="../ink/ink378.xml"/><Relationship Id="rId58" Type="http://schemas.openxmlformats.org/officeDocument/2006/relationships/image" Target="../media/image403.png"/><Relationship Id="rId79" Type="http://schemas.openxmlformats.org/officeDocument/2006/relationships/customXml" Target="../ink/ink399.xml"/><Relationship Id="rId102" Type="http://schemas.openxmlformats.org/officeDocument/2006/relationships/image" Target="../media/image425.png"/><Relationship Id="rId123" Type="http://schemas.openxmlformats.org/officeDocument/2006/relationships/customXml" Target="../ink/ink421.xml"/><Relationship Id="rId144" Type="http://schemas.openxmlformats.org/officeDocument/2006/relationships/image" Target="../media/image446.png"/><Relationship Id="rId90" Type="http://schemas.openxmlformats.org/officeDocument/2006/relationships/image" Target="../media/image419.png"/><Relationship Id="rId165" Type="http://schemas.openxmlformats.org/officeDocument/2006/relationships/customXml" Target="../ink/ink442.xml"/><Relationship Id="rId186" Type="http://schemas.openxmlformats.org/officeDocument/2006/relationships/image" Target="../media/image467.png"/><Relationship Id="rId211" Type="http://schemas.openxmlformats.org/officeDocument/2006/relationships/customXml" Target="../ink/ink465.xml"/><Relationship Id="rId27" Type="http://schemas.openxmlformats.org/officeDocument/2006/relationships/customXml" Target="../ink/ink373.xml"/><Relationship Id="rId48" Type="http://schemas.openxmlformats.org/officeDocument/2006/relationships/image" Target="../media/image398.png"/><Relationship Id="rId69" Type="http://schemas.openxmlformats.org/officeDocument/2006/relationships/customXml" Target="../ink/ink394.xml"/><Relationship Id="rId113" Type="http://schemas.openxmlformats.org/officeDocument/2006/relationships/customXml" Target="../ink/ink416.xml"/><Relationship Id="rId134" Type="http://schemas.openxmlformats.org/officeDocument/2006/relationships/image" Target="../media/image441.png"/><Relationship Id="rId80" Type="http://schemas.openxmlformats.org/officeDocument/2006/relationships/image" Target="../media/image414.png"/><Relationship Id="rId155" Type="http://schemas.openxmlformats.org/officeDocument/2006/relationships/customXml" Target="../ink/ink437.xml"/><Relationship Id="rId176" Type="http://schemas.openxmlformats.org/officeDocument/2006/relationships/image" Target="../media/image462.png"/><Relationship Id="rId197" Type="http://schemas.openxmlformats.org/officeDocument/2006/relationships/customXml" Target="../ink/ink458.xml"/><Relationship Id="rId201" Type="http://schemas.openxmlformats.org/officeDocument/2006/relationships/customXml" Target="../ink/ink460.xml"/><Relationship Id="rId222" Type="http://schemas.openxmlformats.org/officeDocument/2006/relationships/image" Target="../media/image485.png"/><Relationship Id="rId17" Type="http://schemas.openxmlformats.org/officeDocument/2006/relationships/customXml" Target="../ink/ink368.xml"/><Relationship Id="rId38" Type="http://schemas.openxmlformats.org/officeDocument/2006/relationships/image" Target="../media/image393.png"/><Relationship Id="rId59" Type="http://schemas.openxmlformats.org/officeDocument/2006/relationships/customXml" Target="../ink/ink389.xml"/><Relationship Id="rId103" Type="http://schemas.openxmlformats.org/officeDocument/2006/relationships/customXml" Target="../ink/ink411.xml"/><Relationship Id="rId124" Type="http://schemas.openxmlformats.org/officeDocument/2006/relationships/image" Target="../media/image436.png"/><Relationship Id="rId70" Type="http://schemas.openxmlformats.org/officeDocument/2006/relationships/image" Target="../media/image409.png"/><Relationship Id="rId91" Type="http://schemas.openxmlformats.org/officeDocument/2006/relationships/customXml" Target="../ink/ink405.xml"/><Relationship Id="rId145" Type="http://schemas.openxmlformats.org/officeDocument/2006/relationships/customXml" Target="../ink/ink432.xml"/><Relationship Id="rId166" Type="http://schemas.openxmlformats.org/officeDocument/2006/relationships/image" Target="../media/image457.png"/><Relationship Id="rId187" Type="http://schemas.openxmlformats.org/officeDocument/2006/relationships/customXml" Target="../ink/ink453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480.png"/><Relationship Id="rId28" Type="http://schemas.openxmlformats.org/officeDocument/2006/relationships/image" Target="../media/image388.png"/><Relationship Id="rId49" Type="http://schemas.openxmlformats.org/officeDocument/2006/relationships/customXml" Target="../ink/ink384.xml"/><Relationship Id="rId114" Type="http://schemas.openxmlformats.org/officeDocument/2006/relationships/image" Target="../media/image431.png"/><Relationship Id="rId60" Type="http://schemas.openxmlformats.org/officeDocument/2006/relationships/image" Target="../media/image404.png"/><Relationship Id="rId81" Type="http://schemas.openxmlformats.org/officeDocument/2006/relationships/customXml" Target="../ink/ink400.xml"/><Relationship Id="rId135" Type="http://schemas.openxmlformats.org/officeDocument/2006/relationships/customXml" Target="../ink/ink427.xml"/><Relationship Id="rId156" Type="http://schemas.openxmlformats.org/officeDocument/2006/relationships/image" Target="../media/image452.png"/><Relationship Id="rId177" Type="http://schemas.openxmlformats.org/officeDocument/2006/relationships/customXml" Target="../ink/ink448.xml"/><Relationship Id="rId198" Type="http://schemas.openxmlformats.org/officeDocument/2006/relationships/image" Target="../media/image473.png"/><Relationship Id="rId202" Type="http://schemas.openxmlformats.org/officeDocument/2006/relationships/image" Target="../media/image475.png"/><Relationship Id="rId18" Type="http://schemas.openxmlformats.org/officeDocument/2006/relationships/image" Target="../media/image383.png"/><Relationship Id="rId39" Type="http://schemas.openxmlformats.org/officeDocument/2006/relationships/customXml" Target="../ink/ink379.xml"/><Relationship Id="rId50" Type="http://schemas.openxmlformats.org/officeDocument/2006/relationships/image" Target="../media/image399.png"/><Relationship Id="rId104" Type="http://schemas.openxmlformats.org/officeDocument/2006/relationships/image" Target="../media/image426.png"/><Relationship Id="rId125" Type="http://schemas.openxmlformats.org/officeDocument/2006/relationships/customXml" Target="../ink/ink422.xml"/><Relationship Id="rId146" Type="http://schemas.openxmlformats.org/officeDocument/2006/relationships/image" Target="../media/image447.png"/><Relationship Id="rId167" Type="http://schemas.openxmlformats.org/officeDocument/2006/relationships/customXml" Target="../ink/ink443.xml"/><Relationship Id="rId188" Type="http://schemas.openxmlformats.org/officeDocument/2006/relationships/image" Target="../media/image468.png"/><Relationship Id="rId71" Type="http://schemas.openxmlformats.org/officeDocument/2006/relationships/customXml" Target="../ink/ink395.xml"/><Relationship Id="rId92" Type="http://schemas.openxmlformats.org/officeDocument/2006/relationships/image" Target="../media/image420.png"/><Relationship Id="rId213" Type="http://schemas.openxmlformats.org/officeDocument/2006/relationships/customXml" Target="../ink/ink466.xml"/><Relationship Id="rId2" Type="http://schemas.openxmlformats.org/officeDocument/2006/relationships/image" Target="../media/image324.png"/><Relationship Id="rId29" Type="http://schemas.openxmlformats.org/officeDocument/2006/relationships/customXml" Target="../ink/ink374.xml"/><Relationship Id="rId40" Type="http://schemas.openxmlformats.org/officeDocument/2006/relationships/image" Target="../media/image394.png"/><Relationship Id="rId115" Type="http://schemas.openxmlformats.org/officeDocument/2006/relationships/customXml" Target="../ink/ink417.xml"/><Relationship Id="rId136" Type="http://schemas.openxmlformats.org/officeDocument/2006/relationships/image" Target="../media/image442.png"/><Relationship Id="rId157" Type="http://schemas.openxmlformats.org/officeDocument/2006/relationships/customXml" Target="../ink/ink438.xml"/><Relationship Id="rId178" Type="http://schemas.openxmlformats.org/officeDocument/2006/relationships/image" Target="../media/image463.png"/><Relationship Id="rId61" Type="http://schemas.openxmlformats.org/officeDocument/2006/relationships/customXml" Target="../ink/ink390.xml"/><Relationship Id="rId82" Type="http://schemas.openxmlformats.org/officeDocument/2006/relationships/image" Target="../media/image415.png"/><Relationship Id="rId199" Type="http://schemas.openxmlformats.org/officeDocument/2006/relationships/customXml" Target="../ink/ink459.xml"/><Relationship Id="rId203" Type="http://schemas.openxmlformats.org/officeDocument/2006/relationships/customXml" Target="../ink/ink461.xml"/><Relationship Id="rId19" Type="http://schemas.openxmlformats.org/officeDocument/2006/relationships/customXml" Target="../ink/ink369.xml"/><Relationship Id="rId30" Type="http://schemas.openxmlformats.org/officeDocument/2006/relationships/image" Target="../media/image389.png"/><Relationship Id="rId105" Type="http://schemas.openxmlformats.org/officeDocument/2006/relationships/customXml" Target="../ink/ink412.xml"/><Relationship Id="rId126" Type="http://schemas.openxmlformats.org/officeDocument/2006/relationships/image" Target="../media/image437.png"/><Relationship Id="rId147" Type="http://schemas.openxmlformats.org/officeDocument/2006/relationships/customXml" Target="../ink/ink433.xml"/><Relationship Id="rId168" Type="http://schemas.openxmlformats.org/officeDocument/2006/relationships/image" Target="../media/image45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6.png"/><Relationship Id="rId2" Type="http://schemas.openxmlformats.org/officeDocument/2006/relationships/image" Target="../media/image37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28.xml"/><Relationship Id="rId21" Type="http://schemas.openxmlformats.org/officeDocument/2006/relationships/customXml" Target="../ink/ink480.xml"/><Relationship Id="rId42" Type="http://schemas.openxmlformats.org/officeDocument/2006/relationships/image" Target="../media/image509.png"/><Relationship Id="rId63" Type="http://schemas.openxmlformats.org/officeDocument/2006/relationships/customXml" Target="../ink/ink501.xml"/><Relationship Id="rId84" Type="http://schemas.openxmlformats.org/officeDocument/2006/relationships/image" Target="../media/image530.png"/><Relationship Id="rId138" Type="http://schemas.openxmlformats.org/officeDocument/2006/relationships/image" Target="../media/image557.png"/><Relationship Id="rId159" Type="http://schemas.openxmlformats.org/officeDocument/2006/relationships/customXml" Target="../ink/ink549.xml"/><Relationship Id="rId170" Type="http://schemas.openxmlformats.org/officeDocument/2006/relationships/image" Target="../media/image573.png"/><Relationship Id="rId107" Type="http://schemas.openxmlformats.org/officeDocument/2006/relationships/customXml" Target="../ink/ink523.xml"/><Relationship Id="rId11" Type="http://schemas.openxmlformats.org/officeDocument/2006/relationships/customXml" Target="../ink/ink475.xml"/><Relationship Id="rId32" Type="http://schemas.openxmlformats.org/officeDocument/2006/relationships/image" Target="../media/image504.png"/><Relationship Id="rId53" Type="http://schemas.openxmlformats.org/officeDocument/2006/relationships/customXml" Target="../ink/ink496.xml"/><Relationship Id="rId74" Type="http://schemas.openxmlformats.org/officeDocument/2006/relationships/image" Target="../media/image525.png"/><Relationship Id="rId128" Type="http://schemas.openxmlformats.org/officeDocument/2006/relationships/image" Target="../media/image552.png"/><Relationship Id="rId149" Type="http://schemas.openxmlformats.org/officeDocument/2006/relationships/customXml" Target="../ink/ink544.xml"/><Relationship Id="rId5" Type="http://schemas.openxmlformats.org/officeDocument/2006/relationships/customXml" Target="../ink/ink472.xml"/><Relationship Id="rId95" Type="http://schemas.openxmlformats.org/officeDocument/2006/relationships/customXml" Target="../ink/ink517.xml"/><Relationship Id="rId160" Type="http://schemas.openxmlformats.org/officeDocument/2006/relationships/image" Target="../media/image568.png"/><Relationship Id="rId181" Type="http://schemas.openxmlformats.org/officeDocument/2006/relationships/customXml" Target="../ink/ink560.xml"/><Relationship Id="rId22" Type="http://schemas.openxmlformats.org/officeDocument/2006/relationships/image" Target="../media/image499.png"/><Relationship Id="rId43" Type="http://schemas.openxmlformats.org/officeDocument/2006/relationships/customXml" Target="../ink/ink491.xml"/><Relationship Id="rId64" Type="http://schemas.openxmlformats.org/officeDocument/2006/relationships/image" Target="../media/image520.png"/><Relationship Id="rId118" Type="http://schemas.openxmlformats.org/officeDocument/2006/relationships/image" Target="../media/image547.png"/><Relationship Id="rId139" Type="http://schemas.openxmlformats.org/officeDocument/2006/relationships/customXml" Target="../ink/ink539.xml"/><Relationship Id="rId85" Type="http://schemas.openxmlformats.org/officeDocument/2006/relationships/customXml" Target="../ink/ink512.xml"/><Relationship Id="rId150" Type="http://schemas.openxmlformats.org/officeDocument/2006/relationships/image" Target="../media/image563.png"/><Relationship Id="rId171" Type="http://schemas.openxmlformats.org/officeDocument/2006/relationships/customXml" Target="../ink/ink555.xml"/><Relationship Id="rId12" Type="http://schemas.openxmlformats.org/officeDocument/2006/relationships/image" Target="../media/image494.png"/><Relationship Id="rId33" Type="http://schemas.openxmlformats.org/officeDocument/2006/relationships/customXml" Target="../ink/ink486.xml"/><Relationship Id="rId108" Type="http://schemas.openxmlformats.org/officeDocument/2006/relationships/image" Target="../media/image542.png"/><Relationship Id="rId129" Type="http://schemas.openxmlformats.org/officeDocument/2006/relationships/customXml" Target="../ink/ink534.xml"/><Relationship Id="rId54" Type="http://schemas.openxmlformats.org/officeDocument/2006/relationships/image" Target="../media/image515.png"/><Relationship Id="rId75" Type="http://schemas.openxmlformats.org/officeDocument/2006/relationships/customXml" Target="../ink/ink507.xml"/><Relationship Id="rId96" Type="http://schemas.openxmlformats.org/officeDocument/2006/relationships/image" Target="../media/image536.png"/><Relationship Id="rId140" Type="http://schemas.openxmlformats.org/officeDocument/2006/relationships/image" Target="../media/image558.png"/><Relationship Id="rId161" Type="http://schemas.openxmlformats.org/officeDocument/2006/relationships/customXml" Target="../ink/ink550.xml"/><Relationship Id="rId182" Type="http://schemas.openxmlformats.org/officeDocument/2006/relationships/image" Target="../media/image579.png"/><Relationship Id="rId6" Type="http://schemas.openxmlformats.org/officeDocument/2006/relationships/image" Target="../media/image491.png"/><Relationship Id="rId23" Type="http://schemas.openxmlformats.org/officeDocument/2006/relationships/customXml" Target="../ink/ink481.xml"/><Relationship Id="rId119" Type="http://schemas.openxmlformats.org/officeDocument/2006/relationships/customXml" Target="../ink/ink529.xml"/><Relationship Id="rId44" Type="http://schemas.openxmlformats.org/officeDocument/2006/relationships/image" Target="../media/image510.png"/><Relationship Id="rId65" Type="http://schemas.openxmlformats.org/officeDocument/2006/relationships/customXml" Target="../ink/ink502.xml"/><Relationship Id="rId86" Type="http://schemas.openxmlformats.org/officeDocument/2006/relationships/image" Target="../media/image531.png"/><Relationship Id="rId130" Type="http://schemas.openxmlformats.org/officeDocument/2006/relationships/image" Target="../media/image553.png"/><Relationship Id="rId151" Type="http://schemas.openxmlformats.org/officeDocument/2006/relationships/customXml" Target="../ink/ink545.xml"/><Relationship Id="rId172" Type="http://schemas.openxmlformats.org/officeDocument/2006/relationships/image" Target="../media/image574.png"/><Relationship Id="rId13" Type="http://schemas.openxmlformats.org/officeDocument/2006/relationships/customXml" Target="../ink/ink476.xml"/><Relationship Id="rId18" Type="http://schemas.openxmlformats.org/officeDocument/2006/relationships/image" Target="../media/image497.png"/><Relationship Id="rId39" Type="http://schemas.openxmlformats.org/officeDocument/2006/relationships/customXml" Target="../ink/ink489.xml"/><Relationship Id="rId109" Type="http://schemas.openxmlformats.org/officeDocument/2006/relationships/customXml" Target="../ink/ink524.xml"/><Relationship Id="rId34" Type="http://schemas.openxmlformats.org/officeDocument/2006/relationships/image" Target="../media/image505.png"/><Relationship Id="rId50" Type="http://schemas.openxmlformats.org/officeDocument/2006/relationships/image" Target="../media/image513.png"/><Relationship Id="rId55" Type="http://schemas.openxmlformats.org/officeDocument/2006/relationships/customXml" Target="../ink/ink497.xml"/><Relationship Id="rId76" Type="http://schemas.openxmlformats.org/officeDocument/2006/relationships/image" Target="../media/image526.png"/><Relationship Id="rId97" Type="http://schemas.openxmlformats.org/officeDocument/2006/relationships/customXml" Target="../ink/ink518.xml"/><Relationship Id="rId104" Type="http://schemas.openxmlformats.org/officeDocument/2006/relationships/image" Target="../media/image540.png"/><Relationship Id="rId120" Type="http://schemas.openxmlformats.org/officeDocument/2006/relationships/image" Target="../media/image548.png"/><Relationship Id="rId125" Type="http://schemas.openxmlformats.org/officeDocument/2006/relationships/customXml" Target="../ink/ink532.xml"/><Relationship Id="rId141" Type="http://schemas.openxmlformats.org/officeDocument/2006/relationships/customXml" Target="../ink/ink540.xml"/><Relationship Id="rId146" Type="http://schemas.openxmlformats.org/officeDocument/2006/relationships/image" Target="../media/image561.png"/><Relationship Id="rId167" Type="http://schemas.openxmlformats.org/officeDocument/2006/relationships/customXml" Target="../ink/ink553.xml"/><Relationship Id="rId7" Type="http://schemas.openxmlformats.org/officeDocument/2006/relationships/customXml" Target="../ink/ink473.xml"/><Relationship Id="rId71" Type="http://schemas.openxmlformats.org/officeDocument/2006/relationships/customXml" Target="../ink/ink505.xml"/><Relationship Id="rId92" Type="http://schemas.openxmlformats.org/officeDocument/2006/relationships/image" Target="../media/image534.png"/><Relationship Id="rId162" Type="http://schemas.openxmlformats.org/officeDocument/2006/relationships/image" Target="../media/image569.png"/><Relationship Id="rId183" Type="http://schemas.openxmlformats.org/officeDocument/2006/relationships/customXml" Target="../ink/ink561.xml"/><Relationship Id="rId2" Type="http://schemas.openxmlformats.org/officeDocument/2006/relationships/image" Target="../media/image488.png"/><Relationship Id="rId29" Type="http://schemas.openxmlformats.org/officeDocument/2006/relationships/customXml" Target="../ink/ink484.xml"/><Relationship Id="rId24" Type="http://schemas.openxmlformats.org/officeDocument/2006/relationships/image" Target="../media/image500.png"/><Relationship Id="rId40" Type="http://schemas.openxmlformats.org/officeDocument/2006/relationships/image" Target="../media/image508.png"/><Relationship Id="rId45" Type="http://schemas.openxmlformats.org/officeDocument/2006/relationships/customXml" Target="../ink/ink492.xml"/><Relationship Id="rId66" Type="http://schemas.openxmlformats.org/officeDocument/2006/relationships/image" Target="../media/image521.png"/><Relationship Id="rId87" Type="http://schemas.openxmlformats.org/officeDocument/2006/relationships/customXml" Target="../ink/ink513.xml"/><Relationship Id="rId110" Type="http://schemas.openxmlformats.org/officeDocument/2006/relationships/image" Target="../media/image543.png"/><Relationship Id="rId115" Type="http://schemas.openxmlformats.org/officeDocument/2006/relationships/customXml" Target="../ink/ink527.xml"/><Relationship Id="rId131" Type="http://schemas.openxmlformats.org/officeDocument/2006/relationships/customXml" Target="../ink/ink535.xml"/><Relationship Id="rId136" Type="http://schemas.openxmlformats.org/officeDocument/2006/relationships/image" Target="../media/image556.png"/><Relationship Id="rId157" Type="http://schemas.openxmlformats.org/officeDocument/2006/relationships/customXml" Target="../ink/ink548.xml"/><Relationship Id="rId178" Type="http://schemas.openxmlformats.org/officeDocument/2006/relationships/image" Target="../media/image577.png"/><Relationship Id="rId61" Type="http://schemas.openxmlformats.org/officeDocument/2006/relationships/customXml" Target="../ink/ink500.xml"/><Relationship Id="rId82" Type="http://schemas.openxmlformats.org/officeDocument/2006/relationships/image" Target="../media/image529.png"/><Relationship Id="rId152" Type="http://schemas.openxmlformats.org/officeDocument/2006/relationships/image" Target="../media/image564.png"/><Relationship Id="rId173" Type="http://schemas.openxmlformats.org/officeDocument/2006/relationships/customXml" Target="../ink/ink556.xml"/><Relationship Id="rId19" Type="http://schemas.openxmlformats.org/officeDocument/2006/relationships/customXml" Target="../ink/ink479.xml"/><Relationship Id="rId14" Type="http://schemas.openxmlformats.org/officeDocument/2006/relationships/image" Target="../media/image495.png"/><Relationship Id="rId30" Type="http://schemas.openxmlformats.org/officeDocument/2006/relationships/image" Target="../media/image503.png"/><Relationship Id="rId35" Type="http://schemas.openxmlformats.org/officeDocument/2006/relationships/customXml" Target="../ink/ink487.xml"/><Relationship Id="rId56" Type="http://schemas.openxmlformats.org/officeDocument/2006/relationships/image" Target="../media/image516.png"/><Relationship Id="rId77" Type="http://schemas.openxmlformats.org/officeDocument/2006/relationships/customXml" Target="../ink/ink508.xml"/><Relationship Id="rId100" Type="http://schemas.openxmlformats.org/officeDocument/2006/relationships/image" Target="../media/image538.png"/><Relationship Id="rId105" Type="http://schemas.openxmlformats.org/officeDocument/2006/relationships/customXml" Target="../ink/ink522.xml"/><Relationship Id="rId126" Type="http://schemas.openxmlformats.org/officeDocument/2006/relationships/image" Target="../media/image551.png"/><Relationship Id="rId147" Type="http://schemas.openxmlformats.org/officeDocument/2006/relationships/customXml" Target="../ink/ink543.xml"/><Relationship Id="rId168" Type="http://schemas.openxmlformats.org/officeDocument/2006/relationships/image" Target="../media/image572.png"/><Relationship Id="rId8" Type="http://schemas.openxmlformats.org/officeDocument/2006/relationships/image" Target="../media/image492.png"/><Relationship Id="rId51" Type="http://schemas.openxmlformats.org/officeDocument/2006/relationships/customXml" Target="../ink/ink495.xml"/><Relationship Id="rId72" Type="http://schemas.openxmlformats.org/officeDocument/2006/relationships/image" Target="../media/image524.png"/><Relationship Id="rId93" Type="http://schemas.openxmlformats.org/officeDocument/2006/relationships/customXml" Target="../ink/ink516.xml"/><Relationship Id="rId98" Type="http://schemas.openxmlformats.org/officeDocument/2006/relationships/image" Target="../media/image537.png"/><Relationship Id="rId121" Type="http://schemas.openxmlformats.org/officeDocument/2006/relationships/customXml" Target="../ink/ink530.xml"/><Relationship Id="rId142" Type="http://schemas.openxmlformats.org/officeDocument/2006/relationships/image" Target="../media/image559.png"/><Relationship Id="rId163" Type="http://schemas.openxmlformats.org/officeDocument/2006/relationships/customXml" Target="../ink/ink551.xml"/><Relationship Id="rId184" Type="http://schemas.openxmlformats.org/officeDocument/2006/relationships/image" Target="../media/image580.png"/><Relationship Id="rId3" Type="http://schemas.openxmlformats.org/officeDocument/2006/relationships/customXml" Target="../ink/ink471.xml"/><Relationship Id="rId25" Type="http://schemas.openxmlformats.org/officeDocument/2006/relationships/customXml" Target="../ink/ink482.xml"/><Relationship Id="rId46" Type="http://schemas.openxmlformats.org/officeDocument/2006/relationships/image" Target="../media/image511.png"/><Relationship Id="rId67" Type="http://schemas.openxmlformats.org/officeDocument/2006/relationships/customXml" Target="../ink/ink503.xml"/><Relationship Id="rId116" Type="http://schemas.openxmlformats.org/officeDocument/2006/relationships/image" Target="../media/image546.png"/><Relationship Id="rId137" Type="http://schemas.openxmlformats.org/officeDocument/2006/relationships/customXml" Target="../ink/ink538.xml"/><Relationship Id="rId158" Type="http://schemas.openxmlformats.org/officeDocument/2006/relationships/image" Target="../media/image567.png"/><Relationship Id="rId20" Type="http://schemas.openxmlformats.org/officeDocument/2006/relationships/image" Target="../media/image498.png"/><Relationship Id="rId41" Type="http://schemas.openxmlformats.org/officeDocument/2006/relationships/customXml" Target="../ink/ink490.xml"/><Relationship Id="rId62" Type="http://schemas.openxmlformats.org/officeDocument/2006/relationships/image" Target="../media/image519.png"/><Relationship Id="rId83" Type="http://schemas.openxmlformats.org/officeDocument/2006/relationships/customXml" Target="../ink/ink511.xml"/><Relationship Id="rId88" Type="http://schemas.openxmlformats.org/officeDocument/2006/relationships/image" Target="../media/image532.png"/><Relationship Id="rId111" Type="http://schemas.openxmlformats.org/officeDocument/2006/relationships/customXml" Target="../ink/ink525.xml"/><Relationship Id="rId132" Type="http://schemas.openxmlformats.org/officeDocument/2006/relationships/image" Target="../media/image554.png"/><Relationship Id="rId153" Type="http://schemas.openxmlformats.org/officeDocument/2006/relationships/customXml" Target="../ink/ink546.xml"/><Relationship Id="rId174" Type="http://schemas.openxmlformats.org/officeDocument/2006/relationships/image" Target="../media/image575.png"/><Relationship Id="rId179" Type="http://schemas.openxmlformats.org/officeDocument/2006/relationships/customXml" Target="../ink/ink559.xml"/><Relationship Id="rId15" Type="http://schemas.openxmlformats.org/officeDocument/2006/relationships/customXml" Target="../ink/ink477.xml"/><Relationship Id="rId36" Type="http://schemas.openxmlformats.org/officeDocument/2006/relationships/image" Target="../media/image506.png"/><Relationship Id="rId57" Type="http://schemas.openxmlformats.org/officeDocument/2006/relationships/customXml" Target="../ink/ink498.xml"/><Relationship Id="rId106" Type="http://schemas.openxmlformats.org/officeDocument/2006/relationships/image" Target="../media/image541.png"/><Relationship Id="rId127" Type="http://schemas.openxmlformats.org/officeDocument/2006/relationships/customXml" Target="../ink/ink533.xml"/><Relationship Id="rId10" Type="http://schemas.openxmlformats.org/officeDocument/2006/relationships/image" Target="../media/image493.png"/><Relationship Id="rId31" Type="http://schemas.openxmlformats.org/officeDocument/2006/relationships/customXml" Target="../ink/ink485.xml"/><Relationship Id="rId52" Type="http://schemas.openxmlformats.org/officeDocument/2006/relationships/image" Target="../media/image514.png"/><Relationship Id="rId73" Type="http://schemas.openxmlformats.org/officeDocument/2006/relationships/customXml" Target="../ink/ink506.xml"/><Relationship Id="rId78" Type="http://schemas.openxmlformats.org/officeDocument/2006/relationships/image" Target="../media/image527.png"/><Relationship Id="rId94" Type="http://schemas.openxmlformats.org/officeDocument/2006/relationships/image" Target="../media/image535.png"/><Relationship Id="rId99" Type="http://schemas.openxmlformats.org/officeDocument/2006/relationships/customXml" Target="../ink/ink519.xml"/><Relationship Id="rId101" Type="http://schemas.openxmlformats.org/officeDocument/2006/relationships/customXml" Target="../ink/ink520.xml"/><Relationship Id="rId122" Type="http://schemas.openxmlformats.org/officeDocument/2006/relationships/image" Target="../media/image549.png"/><Relationship Id="rId143" Type="http://schemas.openxmlformats.org/officeDocument/2006/relationships/customXml" Target="../ink/ink541.xml"/><Relationship Id="rId148" Type="http://schemas.openxmlformats.org/officeDocument/2006/relationships/image" Target="../media/image562.png"/><Relationship Id="rId164" Type="http://schemas.openxmlformats.org/officeDocument/2006/relationships/image" Target="../media/image570.png"/><Relationship Id="rId169" Type="http://schemas.openxmlformats.org/officeDocument/2006/relationships/customXml" Target="../ink/ink554.xml"/><Relationship Id="rId185" Type="http://schemas.openxmlformats.org/officeDocument/2006/relationships/customXml" Target="../ink/ink562.xml"/><Relationship Id="rId4" Type="http://schemas.openxmlformats.org/officeDocument/2006/relationships/image" Target="../media/image490.png"/><Relationship Id="rId9" Type="http://schemas.openxmlformats.org/officeDocument/2006/relationships/customXml" Target="../ink/ink474.xml"/><Relationship Id="rId180" Type="http://schemas.openxmlformats.org/officeDocument/2006/relationships/image" Target="../media/image578.png"/><Relationship Id="rId26" Type="http://schemas.openxmlformats.org/officeDocument/2006/relationships/image" Target="../media/image501.png"/><Relationship Id="rId47" Type="http://schemas.openxmlformats.org/officeDocument/2006/relationships/customXml" Target="../ink/ink493.xml"/><Relationship Id="rId68" Type="http://schemas.openxmlformats.org/officeDocument/2006/relationships/image" Target="../media/image522.png"/><Relationship Id="rId89" Type="http://schemas.openxmlformats.org/officeDocument/2006/relationships/customXml" Target="../ink/ink514.xml"/><Relationship Id="rId112" Type="http://schemas.openxmlformats.org/officeDocument/2006/relationships/image" Target="../media/image544.png"/><Relationship Id="rId133" Type="http://schemas.openxmlformats.org/officeDocument/2006/relationships/customXml" Target="../ink/ink536.xml"/><Relationship Id="rId154" Type="http://schemas.openxmlformats.org/officeDocument/2006/relationships/image" Target="../media/image565.png"/><Relationship Id="rId175" Type="http://schemas.openxmlformats.org/officeDocument/2006/relationships/customXml" Target="../ink/ink557.xml"/><Relationship Id="rId16" Type="http://schemas.openxmlformats.org/officeDocument/2006/relationships/image" Target="../media/image496.png"/><Relationship Id="rId37" Type="http://schemas.openxmlformats.org/officeDocument/2006/relationships/customXml" Target="../ink/ink488.xml"/><Relationship Id="rId58" Type="http://schemas.openxmlformats.org/officeDocument/2006/relationships/image" Target="../media/image517.png"/><Relationship Id="rId79" Type="http://schemas.openxmlformats.org/officeDocument/2006/relationships/customXml" Target="../ink/ink509.xml"/><Relationship Id="rId102" Type="http://schemas.openxmlformats.org/officeDocument/2006/relationships/image" Target="../media/image539.png"/><Relationship Id="rId123" Type="http://schemas.openxmlformats.org/officeDocument/2006/relationships/customXml" Target="../ink/ink531.xml"/><Relationship Id="rId144" Type="http://schemas.openxmlformats.org/officeDocument/2006/relationships/image" Target="../media/image560.png"/><Relationship Id="rId90" Type="http://schemas.openxmlformats.org/officeDocument/2006/relationships/image" Target="../media/image533.png"/><Relationship Id="rId165" Type="http://schemas.openxmlformats.org/officeDocument/2006/relationships/customXml" Target="../ink/ink552.xml"/><Relationship Id="rId186" Type="http://schemas.openxmlformats.org/officeDocument/2006/relationships/image" Target="../media/image581.png"/><Relationship Id="rId27" Type="http://schemas.openxmlformats.org/officeDocument/2006/relationships/customXml" Target="../ink/ink483.xml"/><Relationship Id="rId48" Type="http://schemas.openxmlformats.org/officeDocument/2006/relationships/image" Target="../media/image512.png"/><Relationship Id="rId69" Type="http://schemas.openxmlformats.org/officeDocument/2006/relationships/customXml" Target="../ink/ink504.xml"/><Relationship Id="rId113" Type="http://schemas.openxmlformats.org/officeDocument/2006/relationships/customXml" Target="../ink/ink526.xml"/><Relationship Id="rId134" Type="http://schemas.openxmlformats.org/officeDocument/2006/relationships/image" Target="../media/image555.png"/><Relationship Id="rId80" Type="http://schemas.openxmlformats.org/officeDocument/2006/relationships/image" Target="../media/image528.png"/><Relationship Id="rId155" Type="http://schemas.openxmlformats.org/officeDocument/2006/relationships/customXml" Target="../ink/ink547.xml"/><Relationship Id="rId176" Type="http://schemas.openxmlformats.org/officeDocument/2006/relationships/image" Target="../media/image576.png"/><Relationship Id="rId17" Type="http://schemas.openxmlformats.org/officeDocument/2006/relationships/customXml" Target="../ink/ink478.xml"/><Relationship Id="rId38" Type="http://schemas.openxmlformats.org/officeDocument/2006/relationships/image" Target="../media/image507.png"/><Relationship Id="rId59" Type="http://schemas.openxmlformats.org/officeDocument/2006/relationships/customXml" Target="../ink/ink499.xml"/><Relationship Id="rId103" Type="http://schemas.openxmlformats.org/officeDocument/2006/relationships/customXml" Target="../ink/ink521.xml"/><Relationship Id="rId124" Type="http://schemas.openxmlformats.org/officeDocument/2006/relationships/image" Target="../media/image550.png"/><Relationship Id="rId70" Type="http://schemas.openxmlformats.org/officeDocument/2006/relationships/image" Target="../media/image523.png"/><Relationship Id="rId91" Type="http://schemas.openxmlformats.org/officeDocument/2006/relationships/customXml" Target="../ink/ink515.xml"/><Relationship Id="rId145" Type="http://schemas.openxmlformats.org/officeDocument/2006/relationships/customXml" Target="../ink/ink542.xml"/><Relationship Id="rId166" Type="http://schemas.openxmlformats.org/officeDocument/2006/relationships/image" Target="../media/image571.png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502.png"/><Relationship Id="rId49" Type="http://schemas.openxmlformats.org/officeDocument/2006/relationships/customXml" Target="../ink/ink494.xml"/><Relationship Id="rId114" Type="http://schemas.openxmlformats.org/officeDocument/2006/relationships/image" Target="../media/image545.png"/><Relationship Id="rId60" Type="http://schemas.openxmlformats.org/officeDocument/2006/relationships/image" Target="../media/image518.png"/><Relationship Id="rId81" Type="http://schemas.openxmlformats.org/officeDocument/2006/relationships/customXml" Target="../ink/ink510.xml"/><Relationship Id="rId135" Type="http://schemas.openxmlformats.org/officeDocument/2006/relationships/customXml" Target="../ink/ink537.xml"/><Relationship Id="rId156" Type="http://schemas.openxmlformats.org/officeDocument/2006/relationships/image" Target="../media/image566.png"/><Relationship Id="rId177" Type="http://schemas.openxmlformats.org/officeDocument/2006/relationships/customXml" Target="../ink/ink558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40.png"/><Relationship Id="rId21" Type="http://schemas.openxmlformats.org/officeDocument/2006/relationships/image" Target="../media/image592.png"/><Relationship Id="rId42" Type="http://schemas.openxmlformats.org/officeDocument/2006/relationships/customXml" Target="../ink/ink582.xml"/><Relationship Id="rId63" Type="http://schemas.openxmlformats.org/officeDocument/2006/relationships/image" Target="../media/image613.png"/><Relationship Id="rId84" Type="http://schemas.openxmlformats.org/officeDocument/2006/relationships/customXml" Target="../ink/ink603.xml"/><Relationship Id="rId138" Type="http://schemas.openxmlformats.org/officeDocument/2006/relationships/customXml" Target="../ink/ink630.xml"/><Relationship Id="rId107" Type="http://schemas.openxmlformats.org/officeDocument/2006/relationships/image" Target="../media/image635.png"/><Relationship Id="rId11" Type="http://schemas.openxmlformats.org/officeDocument/2006/relationships/image" Target="../media/image587.png"/><Relationship Id="rId32" Type="http://schemas.openxmlformats.org/officeDocument/2006/relationships/customXml" Target="../ink/ink577.xml"/><Relationship Id="rId53" Type="http://schemas.openxmlformats.org/officeDocument/2006/relationships/image" Target="../media/image608.png"/><Relationship Id="rId74" Type="http://schemas.openxmlformats.org/officeDocument/2006/relationships/customXml" Target="../ink/ink598.xml"/><Relationship Id="rId128" Type="http://schemas.openxmlformats.org/officeDocument/2006/relationships/customXml" Target="../ink/ink625.xml"/><Relationship Id="rId149" Type="http://schemas.openxmlformats.org/officeDocument/2006/relationships/image" Target="../media/image656.png"/><Relationship Id="rId5" Type="http://schemas.openxmlformats.org/officeDocument/2006/relationships/image" Target="../media/image584.png"/><Relationship Id="rId95" Type="http://schemas.openxmlformats.org/officeDocument/2006/relationships/image" Target="../media/image629.png"/><Relationship Id="rId22" Type="http://schemas.openxmlformats.org/officeDocument/2006/relationships/customXml" Target="../ink/ink572.xml"/><Relationship Id="rId27" Type="http://schemas.openxmlformats.org/officeDocument/2006/relationships/image" Target="../media/image595.png"/><Relationship Id="rId43" Type="http://schemas.openxmlformats.org/officeDocument/2006/relationships/image" Target="../media/image603.png"/><Relationship Id="rId48" Type="http://schemas.openxmlformats.org/officeDocument/2006/relationships/customXml" Target="../ink/ink585.xml"/><Relationship Id="rId64" Type="http://schemas.openxmlformats.org/officeDocument/2006/relationships/customXml" Target="../ink/ink593.xml"/><Relationship Id="rId69" Type="http://schemas.openxmlformats.org/officeDocument/2006/relationships/image" Target="../media/image616.png"/><Relationship Id="rId113" Type="http://schemas.openxmlformats.org/officeDocument/2006/relationships/image" Target="../media/image638.png"/><Relationship Id="rId118" Type="http://schemas.openxmlformats.org/officeDocument/2006/relationships/customXml" Target="../ink/ink620.xml"/><Relationship Id="rId134" Type="http://schemas.openxmlformats.org/officeDocument/2006/relationships/customXml" Target="../ink/ink628.xml"/><Relationship Id="rId139" Type="http://schemas.openxmlformats.org/officeDocument/2006/relationships/image" Target="../media/image651.png"/><Relationship Id="rId80" Type="http://schemas.openxmlformats.org/officeDocument/2006/relationships/customXml" Target="../ink/ink601.xml"/><Relationship Id="rId85" Type="http://schemas.openxmlformats.org/officeDocument/2006/relationships/image" Target="../media/image624.png"/><Relationship Id="rId150" Type="http://schemas.openxmlformats.org/officeDocument/2006/relationships/customXml" Target="../ink/ink636.xml"/><Relationship Id="rId155" Type="http://schemas.openxmlformats.org/officeDocument/2006/relationships/image" Target="../media/image659.png"/><Relationship Id="rId12" Type="http://schemas.openxmlformats.org/officeDocument/2006/relationships/customXml" Target="../ink/ink567.xml"/><Relationship Id="rId17" Type="http://schemas.openxmlformats.org/officeDocument/2006/relationships/image" Target="../media/image590.png"/><Relationship Id="rId33" Type="http://schemas.openxmlformats.org/officeDocument/2006/relationships/image" Target="../media/image598.png"/><Relationship Id="rId38" Type="http://schemas.openxmlformats.org/officeDocument/2006/relationships/customXml" Target="../ink/ink580.xml"/><Relationship Id="rId59" Type="http://schemas.openxmlformats.org/officeDocument/2006/relationships/image" Target="../media/image611.png"/><Relationship Id="rId103" Type="http://schemas.openxmlformats.org/officeDocument/2006/relationships/image" Target="../media/image633.png"/><Relationship Id="rId108" Type="http://schemas.openxmlformats.org/officeDocument/2006/relationships/customXml" Target="../ink/ink615.xml"/><Relationship Id="rId124" Type="http://schemas.openxmlformats.org/officeDocument/2006/relationships/customXml" Target="../ink/ink623.xml"/><Relationship Id="rId129" Type="http://schemas.openxmlformats.org/officeDocument/2006/relationships/image" Target="../media/image646.png"/><Relationship Id="rId54" Type="http://schemas.openxmlformats.org/officeDocument/2006/relationships/customXml" Target="../ink/ink588.xml"/><Relationship Id="rId70" Type="http://schemas.openxmlformats.org/officeDocument/2006/relationships/customXml" Target="../ink/ink596.xml"/><Relationship Id="rId75" Type="http://schemas.openxmlformats.org/officeDocument/2006/relationships/image" Target="../media/image619.png"/><Relationship Id="rId91" Type="http://schemas.openxmlformats.org/officeDocument/2006/relationships/image" Target="../media/image627.png"/><Relationship Id="rId96" Type="http://schemas.openxmlformats.org/officeDocument/2006/relationships/customXml" Target="../ink/ink609.xml"/><Relationship Id="rId140" Type="http://schemas.openxmlformats.org/officeDocument/2006/relationships/customXml" Target="../ink/ink631.xml"/><Relationship Id="rId145" Type="http://schemas.openxmlformats.org/officeDocument/2006/relationships/image" Target="../media/image65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64.xml"/><Relationship Id="rId23" Type="http://schemas.openxmlformats.org/officeDocument/2006/relationships/image" Target="../media/image593.png"/><Relationship Id="rId28" Type="http://schemas.openxmlformats.org/officeDocument/2006/relationships/customXml" Target="../ink/ink575.xml"/><Relationship Id="rId49" Type="http://schemas.openxmlformats.org/officeDocument/2006/relationships/image" Target="../media/image606.png"/><Relationship Id="rId114" Type="http://schemas.openxmlformats.org/officeDocument/2006/relationships/customXml" Target="../ink/ink618.xml"/><Relationship Id="rId119" Type="http://schemas.openxmlformats.org/officeDocument/2006/relationships/image" Target="../media/image641.png"/><Relationship Id="rId44" Type="http://schemas.openxmlformats.org/officeDocument/2006/relationships/customXml" Target="../ink/ink583.xml"/><Relationship Id="rId60" Type="http://schemas.openxmlformats.org/officeDocument/2006/relationships/customXml" Target="../ink/ink591.xml"/><Relationship Id="rId65" Type="http://schemas.openxmlformats.org/officeDocument/2006/relationships/image" Target="../media/image614.png"/><Relationship Id="rId81" Type="http://schemas.openxmlformats.org/officeDocument/2006/relationships/image" Target="../media/image622.png"/><Relationship Id="rId86" Type="http://schemas.openxmlformats.org/officeDocument/2006/relationships/customXml" Target="../ink/ink604.xml"/><Relationship Id="rId130" Type="http://schemas.openxmlformats.org/officeDocument/2006/relationships/customXml" Target="../ink/ink626.xml"/><Relationship Id="rId135" Type="http://schemas.openxmlformats.org/officeDocument/2006/relationships/image" Target="../media/image649.png"/><Relationship Id="rId151" Type="http://schemas.openxmlformats.org/officeDocument/2006/relationships/image" Target="../media/image657.png"/><Relationship Id="rId156" Type="http://schemas.openxmlformats.org/officeDocument/2006/relationships/image" Target="../media/image583.png"/><Relationship Id="rId13" Type="http://schemas.openxmlformats.org/officeDocument/2006/relationships/image" Target="../media/image588.png"/><Relationship Id="rId18" Type="http://schemas.openxmlformats.org/officeDocument/2006/relationships/customXml" Target="../ink/ink570.xml"/><Relationship Id="rId39" Type="http://schemas.openxmlformats.org/officeDocument/2006/relationships/image" Target="../media/image601.png"/><Relationship Id="rId109" Type="http://schemas.openxmlformats.org/officeDocument/2006/relationships/image" Target="../media/image636.png"/><Relationship Id="rId34" Type="http://schemas.openxmlformats.org/officeDocument/2006/relationships/customXml" Target="../ink/ink578.xml"/><Relationship Id="rId50" Type="http://schemas.openxmlformats.org/officeDocument/2006/relationships/customXml" Target="../ink/ink586.xml"/><Relationship Id="rId55" Type="http://schemas.openxmlformats.org/officeDocument/2006/relationships/image" Target="../media/image609.png"/><Relationship Id="rId76" Type="http://schemas.openxmlformats.org/officeDocument/2006/relationships/customXml" Target="../ink/ink599.xml"/><Relationship Id="rId97" Type="http://schemas.openxmlformats.org/officeDocument/2006/relationships/image" Target="../media/image630.png"/><Relationship Id="rId104" Type="http://schemas.openxmlformats.org/officeDocument/2006/relationships/customXml" Target="../ink/ink613.xml"/><Relationship Id="rId120" Type="http://schemas.openxmlformats.org/officeDocument/2006/relationships/customXml" Target="../ink/ink621.xml"/><Relationship Id="rId125" Type="http://schemas.openxmlformats.org/officeDocument/2006/relationships/image" Target="../media/image644.png"/><Relationship Id="rId141" Type="http://schemas.openxmlformats.org/officeDocument/2006/relationships/image" Target="../media/image652.png"/><Relationship Id="rId146" Type="http://schemas.openxmlformats.org/officeDocument/2006/relationships/customXml" Target="../ink/ink634.xml"/><Relationship Id="rId7" Type="http://schemas.openxmlformats.org/officeDocument/2006/relationships/image" Target="../media/image585.png"/><Relationship Id="rId71" Type="http://schemas.openxmlformats.org/officeDocument/2006/relationships/image" Target="../media/image617.png"/><Relationship Id="rId92" Type="http://schemas.openxmlformats.org/officeDocument/2006/relationships/customXml" Target="../ink/ink607.xml"/><Relationship Id="rId2" Type="http://schemas.openxmlformats.org/officeDocument/2006/relationships/image" Target="../media/image489.png"/><Relationship Id="rId29" Type="http://schemas.openxmlformats.org/officeDocument/2006/relationships/image" Target="../media/image596.png"/><Relationship Id="rId24" Type="http://schemas.openxmlformats.org/officeDocument/2006/relationships/customXml" Target="../ink/ink573.xml"/><Relationship Id="rId40" Type="http://schemas.openxmlformats.org/officeDocument/2006/relationships/customXml" Target="../ink/ink581.xml"/><Relationship Id="rId45" Type="http://schemas.openxmlformats.org/officeDocument/2006/relationships/image" Target="../media/image604.png"/><Relationship Id="rId66" Type="http://schemas.openxmlformats.org/officeDocument/2006/relationships/customXml" Target="../ink/ink594.xml"/><Relationship Id="rId87" Type="http://schemas.openxmlformats.org/officeDocument/2006/relationships/image" Target="../media/image625.png"/><Relationship Id="rId110" Type="http://schemas.openxmlformats.org/officeDocument/2006/relationships/customXml" Target="../ink/ink616.xml"/><Relationship Id="rId115" Type="http://schemas.openxmlformats.org/officeDocument/2006/relationships/image" Target="../media/image639.png"/><Relationship Id="rId131" Type="http://schemas.openxmlformats.org/officeDocument/2006/relationships/image" Target="../media/image647.png"/><Relationship Id="rId136" Type="http://schemas.openxmlformats.org/officeDocument/2006/relationships/customXml" Target="../ink/ink629.xml"/><Relationship Id="rId61" Type="http://schemas.openxmlformats.org/officeDocument/2006/relationships/image" Target="../media/image612.png"/><Relationship Id="rId82" Type="http://schemas.openxmlformats.org/officeDocument/2006/relationships/customXml" Target="../ink/ink602.xml"/><Relationship Id="rId152" Type="http://schemas.openxmlformats.org/officeDocument/2006/relationships/customXml" Target="../ink/ink637.xml"/><Relationship Id="rId19" Type="http://schemas.openxmlformats.org/officeDocument/2006/relationships/image" Target="../media/image591.png"/><Relationship Id="rId14" Type="http://schemas.openxmlformats.org/officeDocument/2006/relationships/customXml" Target="../ink/ink568.xml"/><Relationship Id="rId30" Type="http://schemas.openxmlformats.org/officeDocument/2006/relationships/customXml" Target="../ink/ink576.xml"/><Relationship Id="rId35" Type="http://schemas.openxmlformats.org/officeDocument/2006/relationships/image" Target="../media/image599.png"/><Relationship Id="rId56" Type="http://schemas.openxmlformats.org/officeDocument/2006/relationships/customXml" Target="../ink/ink589.xml"/><Relationship Id="rId77" Type="http://schemas.openxmlformats.org/officeDocument/2006/relationships/image" Target="../media/image620.png"/><Relationship Id="rId100" Type="http://schemas.openxmlformats.org/officeDocument/2006/relationships/customXml" Target="../ink/ink611.xml"/><Relationship Id="rId105" Type="http://schemas.openxmlformats.org/officeDocument/2006/relationships/image" Target="../media/image634.png"/><Relationship Id="rId126" Type="http://schemas.openxmlformats.org/officeDocument/2006/relationships/customXml" Target="../ink/ink624.xml"/><Relationship Id="rId147" Type="http://schemas.openxmlformats.org/officeDocument/2006/relationships/image" Target="../media/image655.png"/><Relationship Id="rId8" Type="http://schemas.openxmlformats.org/officeDocument/2006/relationships/customXml" Target="../ink/ink565.xml"/><Relationship Id="rId51" Type="http://schemas.openxmlformats.org/officeDocument/2006/relationships/image" Target="../media/image607.png"/><Relationship Id="rId72" Type="http://schemas.openxmlformats.org/officeDocument/2006/relationships/customXml" Target="../ink/ink597.xml"/><Relationship Id="rId93" Type="http://schemas.openxmlformats.org/officeDocument/2006/relationships/image" Target="../media/image628.png"/><Relationship Id="rId98" Type="http://schemas.openxmlformats.org/officeDocument/2006/relationships/customXml" Target="../ink/ink610.xml"/><Relationship Id="rId121" Type="http://schemas.openxmlformats.org/officeDocument/2006/relationships/image" Target="../media/image642.png"/><Relationship Id="rId142" Type="http://schemas.openxmlformats.org/officeDocument/2006/relationships/customXml" Target="../ink/ink632.xml"/><Relationship Id="rId3" Type="http://schemas.openxmlformats.org/officeDocument/2006/relationships/image" Target="../media/image582.png"/><Relationship Id="rId25" Type="http://schemas.openxmlformats.org/officeDocument/2006/relationships/image" Target="../media/image594.png"/><Relationship Id="rId46" Type="http://schemas.openxmlformats.org/officeDocument/2006/relationships/customXml" Target="../ink/ink584.xml"/><Relationship Id="rId67" Type="http://schemas.openxmlformats.org/officeDocument/2006/relationships/image" Target="../media/image615.png"/><Relationship Id="rId116" Type="http://schemas.openxmlformats.org/officeDocument/2006/relationships/customXml" Target="../ink/ink619.xml"/><Relationship Id="rId137" Type="http://schemas.openxmlformats.org/officeDocument/2006/relationships/image" Target="../media/image650.png"/><Relationship Id="rId20" Type="http://schemas.openxmlformats.org/officeDocument/2006/relationships/customXml" Target="../ink/ink571.xml"/><Relationship Id="rId41" Type="http://schemas.openxmlformats.org/officeDocument/2006/relationships/image" Target="../media/image602.png"/><Relationship Id="rId62" Type="http://schemas.openxmlformats.org/officeDocument/2006/relationships/customXml" Target="../ink/ink592.xml"/><Relationship Id="rId83" Type="http://schemas.openxmlformats.org/officeDocument/2006/relationships/image" Target="../media/image623.png"/><Relationship Id="rId88" Type="http://schemas.openxmlformats.org/officeDocument/2006/relationships/customXml" Target="../ink/ink605.xml"/><Relationship Id="rId111" Type="http://schemas.openxmlformats.org/officeDocument/2006/relationships/image" Target="../media/image637.png"/><Relationship Id="rId132" Type="http://schemas.openxmlformats.org/officeDocument/2006/relationships/customXml" Target="../ink/ink627.xml"/><Relationship Id="rId153" Type="http://schemas.openxmlformats.org/officeDocument/2006/relationships/image" Target="../media/image658.png"/><Relationship Id="rId15" Type="http://schemas.openxmlformats.org/officeDocument/2006/relationships/image" Target="../media/image589.png"/><Relationship Id="rId36" Type="http://schemas.openxmlformats.org/officeDocument/2006/relationships/customXml" Target="../ink/ink579.xml"/><Relationship Id="rId57" Type="http://schemas.openxmlformats.org/officeDocument/2006/relationships/image" Target="../media/image610.png"/><Relationship Id="rId106" Type="http://schemas.openxmlformats.org/officeDocument/2006/relationships/customXml" Target="../ink/ink614.xml"/><Relationship Id="rId127" Type="http://schemas.openxmlformats.org/officeDocument/2006/relationships/image" Target="../media/image645.png"/><Relationship Id="rId10" Type="http://schemas.openxmlformats.org/officeDocument/2006/relationships/customXml" Target="../ink/ink566.xml"/><Relationship Id="rId31" Type="http://schemas.openxmlformats.org/officeDocument/2006/relationships/image" Target="../media/image597.png"/><Relationship Id="rId52" Type="http://schemas.openxmlformats.org/officeDocument/2006/relationships/customXml" Target="../ink/ink587.xml"/><Relationship Id="rId73" Type="http://schemas.openxmlformats.org/officeDocument/2006/relationships/image" Target="../media/image618.png"/><Relationship Id="rId78" Type="http://schemas.openxmlformats.org/officeDocument/2006/relationships/customXml" Target="../ink/ink600.xml"/><Relationship Id="rId94" Type="http://schemas.openxmlformats.org/officeDocument/2006/relationships/customXml" Target="../ink/ink608.xml"/><Relationship Id="rId99" Type="http://schemas.openxmlformats.org/officeDocument/2006/relationships/image" Target="../media/image631.png"/><Relationship Id="rId101" Type="http://schemas.openxmlformats.org/officeDocument/2006/relationships/image" Target="../media/image632.png"/><Relationship Id="rId122" Type="http://schemas.openxmlformats.org/officeDocument/2006/relationships/customXml" Target="../ink/ink622.xml"/><Relationship Id="rId143" Type="http://schemas.openxmlformats.org/officeDocument/2006/relationships/image" Target="../media/image653.png"/><Relationship Id="rId148" Type="http://schemas.openxmlformats.org/officeDocument/2006/relationships/customXml" Target="../ink/ink635.xml"/><Relationship Id="rId4" Type="http://schemas.openxmlformats.org/officeDocument/2006/relationships/customXml" Target="../ink/ink563.xml"/><Relationship Id="rId9" Type="http://schemas.openxmlformats.org/officeDocument/2006/relationships/image" Target="../media/image586.png"/><Relationship Id="rId26" Type="http://schemas.openxmlformats.org/officeDocument/2006/relationships/customXml" Target="../ink/ink574.xml"/><Relationship Id="rId47" Type="http://schemas.openxmlformats.org/officeDocument/2006/relationships/image" Target="../media/image605.png"/><Relationship Id="rId68" Type="http://schemas.openxmlformats.org/officeDocument/2006/relationships/customXml" Target="../ink/ink595.xml"/><Relationship Id="rId89" Type="http://schemas.openxmlformats.org/officeDocument/2006/relationships/image" Target="../media/image626.png"/><Relationship Id="rId112" Type="http://schemas.openxmlformats.org/officeDocument/2006/relationships/customXml" Target="../ink/ink617.xml"/><Relationship Id="rId133" Type="http://schemas.openxmlformats.org/officeDocument/2006/relationships/image" Target="../media/image648.png"/><Relationship Id="rId154" Type="http://schemas.openxmlformats.org/officeDocument/2006/relationships/customXml" Target="../ink/ink638.xml"/><Relationship Id="rId16" Type="http://schemas.openxmlformats.org/officeDocument/2006/relationships/customXml" Target="../ink/ink569.xml"/><Relationship Id="rId37" Type="http://schemas.openxmlformats.org/officeDocument/2006/relationships/image" Target="../media/image600.png"/><Relationship Id="rId58" Type="http://schemas.openxmlformats.org/officeDocument/2006/relationships/customXml" Target="../ink/ink590.xml"/><Relationship Id="rId79" Type="http://schemas.openxmlformats.org/officeDocument/2006/relationships/image" Target="../media/image621.png"/><Relationship Id="rId102" Type="http://schemas.openxmlformats.org/officeDocument/2006/relationships/customXml" Target="../ink/ink612.xml"/><Relationship Id="rId123" Type="http://schemas.openxmlformats.org/officeDocument/2006/relationships/image" Target="../media/image643.png"/><Relationship Id="rId144" Type="http://schemas.openxmlformats.org/officeDocument/2006/relationships/customXml" Target="../ink/ink633.xml"/><Relationship Id="rId90" Type="http://schemas.openxmlformats.org/officeDocument/2006/relationships/customXml" Target="../ink/ink60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41.xml"/><Relationship Id="rId13" Type="http://schemas.openxmlformats.org/officeDocument/2006/relationships/image" Target="../media/image666.png"/><Relationship Id="rId18" Type="http://schemas.openxmlformats.org/officeDocument/2006/relationships/customXml" Target="../ink/ink646.xml"/><Relationship Id="rId3" Type="http://schemas.openxmlformats.org/officeDocument/2006/relationships/image" Target="../media/image661.jpg"/><Relationship Id="rId7" Type="http://schemas.openxmlformats.org/officeDocument/2006/relationships/image" Target="../media/image663.png"/><Relationship Id="rId12" Type="http://schemas.openxmlformats.org/officeDocument/2006/relationships/customXml" Target="../ink/ink643.xml"/><Relationship Id="rId17" Type="http://schemas.openxmlformats.org/officeDocument/2006/relationships/image" Target="../media/image668.png"/><Relationship Id="rId2" Type="http://schemas.openxmlformats.org/officeDocument/2006/relationships/image" Target="../media/image660.png"/><Relationship Id="rId16" Type="http://schemas.openxmlformats.org/officeDocument/2006/relationships/customXml" Target="../ink/ink64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40.xml"/><Relationship Id="rId11" Type="http://schemas.openxmlformats.org/officeDocument/2006/relationships/image" Target="../media/image665.png"/><Relationship Id="rId5" Type="http://schemas.openxmlformats.org/officeDocument/2006/relationships/image" Target="../media/image662.png"/><Relationship Id="rId15" Type="http://schemas.openxmlformats.org/officeDocument/2006/relationships/image" Target="../media/image667.png"/><Relationship Id="rId10" Type="http://schemas.openxmlformats.org/officeDocument/2006/relationships/customXml" Target="../ink/ink642.xml"/><Relationship Id="rId19" Type="http://schemas.openxmlformats.org/officeDocument/2006/relationships/image" Target="../media/image669.png"/><Relationship Id="rId4" Type="http://schemas.openxmlformats.org/officeDocument/2006/relationships/customXml" Target="../ink/ink639.xml"/><Relationship Id="rId9" Type="http://schemas.openxmlformats.org/officeDocument/2006/relationships/image" Target="../media/image664.png"/><Relationship Id="rId14" Type="http://schemas.openxmlformats.org/officeDocument/2006/relationships/customXml" Target="../ink/ink64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3.png"/><Relationship Id="rId13" Type="http://schemas.openxmlformats.org/officeDocument/2006/relationships/customXml" Target="../ink/ink652.xml"/><Relationship Id="rId18" Type="http://schemas.openxmlformats.org/officeDocument/2006/relationships/image" Target="../media/image678.png"/><Relationship Id="rId3" Type="http://schemas.openxmlformats.org/officeDocument/2006/relationships/customXml" Target="../ink/ink647.xml"/><Relationship Id="rId7" Type="http://schemas.openxmlformats.org/officeDocument/2006/relationships/customXml" Target="../ink/ink649.xml"/><Relationship Id="rId12" Type="http://schemas.openxmlformats.org/officeDocument/2006/relationships/image" Target="../media/image675.png"/><Relationship Id="rId17" Type="http://schemas.openxmlformats.org/officeDocument/2006/relationships/customXml" Target="../ink/ink654.xml"/><Relationship Id="rId2" Type="http://schemas.openxmlformats.org/officeDocument/2006/relationships/image" Target="../media/image670.png"/><Relationship Id="rId16" Type="http://schemas.openxmlformats.org/officeDocument/2006/relationships/image" Target="../media/image6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2.png"/><Relationship Id="rId11" Type="http://schemas.openxmlformats.org/officeDocument/2006/relationships/customXml" Target="../ink/ink651.xml"/><Relationship Id="rId5" Type="http://schemas.openxmlformats.org/officeDocument/2006/relationships/customXml" Target="../ink/ink648.xml"/><Relationship Id="rId15" Type="http://schemas.openxmlformats.org/officeDocument/2006/relationships/customXml" Target="../ink/ink653.xml"/><Relationship Id="rId10" Type="http://schemas.openxmlformats.org/officeDocument/2006/relationships/image" Target="../media/image674.png"/><Relationship Id="rId4" Type="http://schemas.openxmlformats.org/officeDocument/2006/relationships/image" Target="../media/image671.png"/><Relationship Id="rId9" Type="http://schemas.openxmlformats.org/officeDocument/2006/relationships/customXml" Target="../ink/ink650.xml"/><Relationship Id="rId14" Type="http://schemas.openxmlformats.org/officeDocument/2006/relationships/image" Target="../media/image676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36.png"/><Relationship Id="rId299" Type="http://schemas.openxmlformats.org/officeDocument/2006/relationships/image" Target="../media/image827.png"/><Relationship Id="rId21" Type="http://schemas.openxmlformats.org/officeDocument/2006/relationships/image" Target="../media/image688.png"/><Relationship Id="rId63" Type="http://schemas.openxmlformats.org/officeDocument/2006/relationships/image" Target="../media/image709.png"/><Relationship Id="rId159" Type="http://schemas.openxmlformats.org/officeDocument/2006/relationships/image" Target="../media/image757.png"/><Relationship Id="rId170" Type="http://schemas.openxmlformats.org/officeDocument/2006/relationships/customXml" Target="../ink/ink739.xml"/><Relationship Id="rId226" Type="http://schemas.openxmlformats.org/officeDocument/2006/relationships/customXml" Target="../ink/ink767.xml"/><Relationship Id="rId268" Type="http://schemas.openxmlformats.org/officeDocument/2006/relationships/customXml" Target="../ink/ink788.xml"/><Relationship Id="rId32" Type="http://schemas.openxmlformats.org/officeDocument/2006/relationships/customXml" Target="../ink/ink670.xml"/><Relationship Id="rId74" Type="http://schemas.openxmlformats.org/officeDocument/2006/relationships/customXml" Target="../ink/ink691.xml"/><Relationship Id="rId128" Type="http://schemas.openxmlformats.org/officeDocument/2006/relationships/customXml" Target="../ink/ink718.xml"/><Relationship Id="rId5" Type="http://schemas.openxmlformats.org/officeDocument/2006/relationships/image" Target="../media/image680.png"/><Relationship Id="rId181" Type="http://schemas.openxmlformats.org/officeDocument/2006/relationships/image" Target="../media/image768.png"/><Relationship Id="rId237" Type="http://schemas.openxmlformats.org/officeDocument/2006/relationships/image" Target="../media/image796.png"/><Relationship Id="rId279" Type="http://schemas.openxmlformats.org/officeDocument/2006/relationships/image" Target="../media/image817.png"/><Relationship Id="rId43" Type="http://schemas.openxmlformats.org/officeDocument/2006/relationships/image" Target="../media/image699.png"/><Relationship Id="rId139" Type="http://schemas.openxmlformats.org/officeDocument/2006/relationships/image" Target="../media/image747.png"/><Relationship Id="rId290" Type="http://schemas.openxmlformats.org/officeDocument/2006/relationships/customXml" Target="../ink/ink799.xml"/><Relationship Id="rId304" Type="http://schemas.openxmlformats.org/officeDocument/2006/relationships/customXml" Target="../ink/ink806.xml"/><Relationship Id="rId85" Type="http://schemas.openxmlformats.org/officeDocument/2006/relationships/image" Target="../media/image720.png"/><Relationship Id="rId150" Type="http://schemas.openxmlformats.org/officeDocument/2006/relationships/customXml" Target="../ink/ink729.xml"/><Relationship Id="rId192" Type="http://schemas.openxmlformats.org/officeDocument/2006/relationships/customXml" Target="../ink/ink750.xml"/><Relationship Id="rId206" Type="http://schemas.openxmlformats.org/officeDocument/2006/relationships/customXml" Target="../ink/ink757.xml"/><Relationship Id="rId248" Type="http://schemas.openxmlformats.org/officeDocument/2006/relationships/customXml" Target="../ink/ink778.xml"/><Relationship Id="rId12" Type="http://schemas.openxmlformats.org/officeDocument/2006/relationships/customXml" Target="../ink/ink660.xml"/><Relationship Id="rId108" Type="http://schemas.openxmlformats.org/officeDocument/2006/relationships/customXml" Target="../ink/ink708.xml"/><Relationship Id="rId315" Type="http://schemas.openxmlformats.org/officeDocument/2006/relationships/image" Target="../media/image835.png"/><Relationship Id="rId54" Type="http://schemas.openxmlformats.org/officeDocument/2006/relationships/customXml" Target="../ink/ink681.xml"/><Relationship Id="rId96" Type="http://schemas.openxmlformats.org/officeDocument/2006/relationships/customXml" Target="../ink/ink702.xml"/><Relationship Id="rId161" Type="http://schemas.openxmlformats.org/officeDocument/2006/relationships/image" Target="../media/image758.png"/><Relationship Id="rId217" Type="http://schemas.openxmlformats.org/officeDocument/2006/relationships/image" Target="../media/image786.png"/><Relationship Id="rId259" Type="http://schemas.openxmlformats.org/officeDocument/2006/relationships/image" Target="../media/image807.png"/><Relationship Id="rId23" Type="http://schemas.openxmlformats.org/officeDocument/2006/relationships/image" Target="../media/image689.png"/><Relationship Id="rId119" Type="http://schemas.openxmlformats.org/officeDocument/2006/relationships/image" Target="../media/image737.png"/><Relationship Id="rId270" Type="http://schemas.openxmlformats.org/officeDocument/2006/relationships/customXml" Target="../ink/ink789.xml"/><Relationship Id="rId65" Type="http://schemas.openxmlformats.org/officeDocument/2006/relationships/image" Target="../media/image710.png"/><Relationship Id="rId130" Type="http://schemas.openxmlformats.org/officeDocument/2006/relationships/customXml" Target="../ink/ink719.xml"/><Relationship Id="rId172" Type="http://schemas.openxmlformats.org/officeDocument/2006/relationships/customXml" Target="../ink/ink740.xml"/><Relationship Id="rId228" Type="http://schemas.openxmlformats.org/officeDocument/2006/relationships/customXml" Target="../ink/ink768.xml"/><Relationship Id="rId13" Type="http://schemas.openxmlformats.org/officeDocument/2006/relationships/image" Target="../media/image684.png"/><Relationship Id="rId109" Type="http://schemas.openxmlformats.org/officeDocument/2006/relationships/image" Target="../media/image732.png"/><Relationship Id="rId260" Type="http://schemas.openxmlformats.org/officeDocument/2006/relationships/customXml" Target="../ink/ink784.xml"/><Relationship Id="rId281" Type="http://schemas.openxmlformats.org/officeDocument/2006/relationships/image" Target="../media/image818.png"/><Relationship Id="rId316" Type="http://schemas.openxmlformats.org/officeDocument/2006/relationships/customXml" Target="../ink/ink812.xml"/><Relationship Id="rId34" Type="http://schemas.openxmlformats.org/officeDocument/2006/relationships/customXml" Target="../ink/ink671.xml"/><Relationship Id="rId55" Type="http://schemas.openxmlformats.org/officeDocument/2006/relationships/image" Target="../media/image705.png"/><Relationship Id="rId76" Type="http://schemas.openxmlformats.org/officeDocument/2006/relationships/customXml" Target="../ink/ink692.xml"/><Relationship Id="rId97" Type="http://schemas.openxmlformats.org/officeDocument/2006/relationships/image" Target="../media/image726.png"/><Relationship Id="rId120" Type="http://schemas.openxmlformats.org/officeDocument/2006/relationships/customXml" Target="../ink/ink714.xml"/><Relationship Id="rId141" Type="http://schemas.openxmlformats.org/officeDocument/2006/relationships/image" Target="../media/image748.png"/><Relationship Id="rId7" Type="http://schemas.openxmlformats.org/officeDocument/2006/relationships/image" Target="../media/image681.png"/><Relationship Id="rId162" Type="http://schemas.openxmlformats.org/officeDocument/2006/relationships/customXml" Target="../ink/ink735.xml"/><Relationship Id="rId183" Type="http://schemas.openxmlformats.org/officeDocument/2006/relationships/image" Target="../media/image769.png"/><Relationship Id="rId218" Type="http://schemas.openxmlformats.org/officeDocument/2006/relationships/customXml" Target="../ink/ink763.xml"/><Relationship Id="rId239" Type="http://schemas.openxmlformats.org/officeDocument/2006/relationships/image" Target="../media/image797.png"/><Relationship Id="rId250" Type="http://schemas.openxmlformats.org/officeDocument/2006/relationships/customXml" Target="../ink/ink779.xml"/><Relationship Id="rId271" Type="http://schemas.openxmlformats.org/officeDocument/2006/relationships/image" Target="../media/image813.png"/><Relationship Id="rId292" Type="http://schemas.openxmlformats.org/officeDocument/2006/relationships/customXml" Target="../ink/ink800.xml"/><Relationship Id="rId306" Type="http://schemas.openxmlformats.org/officeDocument/2006/relationships/customXml" Target="../ink/ink807.xml"/><Relationship Id="rId24" Type="http://schemas.openxmlformats.org/officeDocument/2006/relationships/customXml" Target="../ink/ink666.xml"/><Relationship Id="rId45" Type="http://schemas.openxmlformats.org/officeDocument/2006/relationships/image" Target="../media/image700.png"/><Relationship Id="rId66" Type="http://schemas.openxmlformats.org/officeDocument/2006/relationships/customXml" Target="../ink/ink687.xml"/><Relationship Id="rId87" Type="http://schemas.openxmlformats.org/officeDocument/2006/relationships/image" Target="../media/image721.png"/><Relationship Id="rId110" Type="http://schemas.openxmlformats.org/officeDocument/2006/relationships/customXml" Target="../ink/ink709.xml"/><Relationship Id="rId131" Type="http://schemas.openxmlformats.org/officeDocument/2006/relationships/image" Target="../media/image743.png"/><Relationship Id="rId152" Type="http://schemas.openxmlformats.org/officeDocument/2006/relationships/customXml" Target="../ink/ink730.xml"/><Relationship Id="rId173" Type="http://schemas.openxmlformats.org/officeDocument/2006/relationships/image" Target="../media/image764.png"/><Relationship Id="rId194" Type="http://schemas.openxmlformats.org/officeDocument/2006/relationships/customXml" Target="../ink/ink751.xml"/><Relationship Id="rId208" Type="http://schemas.openxmlformats.org/officeDocument/2006/relationships/customXml" Target="../ink/ink758.xml"/><Relationship Id="rId229" Type="http://schemas.openxmlformats.org/officeDocument/2006/relationships/image" Target="../media/image792.png"/><Relationship Id="rId240" Type="http://schemas.openxmlformats.org/officeDocument/2006/relationships/customXml" Target="../ink/ink774.xml"/><Relationship Id="rId261" Type="http://schemas.openxmlformats.org/officeDocument/2006/relationships/image" Target="../media/image808.png"/><Relationship Id="rId14" Type="http://schemas.openxmlformats.org/officeDocument/2006/relationships/customXml" Target="../ink/ink661.xml"/><Relationship Id="rId35" Type="http://schemas.openxmlformats.org/officeDocument/2006/relationships/image" Target="../media/image695.png"/><Relationship Id="rId56" Type="http://schemas.openxmlformats.org/officeDocument/2006/relationships/customXml" Target="../ink/ink682.xml"/><Relationship Id="rId77" Type="http://schemas.openxmlformats.org/officeDocument/2006/relationships/image" Target="../media/image716.png"/><Relationship Id="rId100" Type="http://schemas.openxmlformats.org/officeDocument/2006/relationships/customXml" Target="../ink/ink704.xml"/><Relationship Id="rId282" Type="http://schemas.openxmlformats.org/officeDocument/2006/relationships/customXml" Target="../ink/ink795.xml"/><Relationship Id="rId317" Type="http://schemas.openxmlformats.org/officeDocument/2006/relationships/image" Target="../media/image836.png"/><Relationship Id="rId8" Type="http://schemas.openxmlformats.org/officeDocument/2006/relationships/customXml" Target="../ink/ink658.xml"/><Relationship Id="rId98" Type="http://schemas.openxmlformats.org/officeDocument/2006/relationships/customXml" Target="../ink/ink703.xml"/><Relationship Id="rId121" Type="http://schemas.openxmlformats.org/officeDocument/2006/relationships/image" Target="../media/image738.png"/><Relationship Id="rId142" Type="http://schemas.openxmlformats.org/officeDocument/2006/relationships/customXml" Target="../ink/ink725.xml"/><Relationship Id="rId163" Type="http://schemas.openxmlformats.org/officeDocument/2006/relationships/image" Target="../media/image759.png"/><Relationship Id="rId184" Type="http://schemas.openxmlformats.org/officeDocument/2006/relationships/customXml" Target="../ink/ink746.xml"/><Relationship Id="rId219" Type="http://schemas.openxmlformats.org/officeDocument/2006/relationships/image" Target="../media/image787.png"/><Relationship Id="rId230" Type="http://schemas.openxmlformats.org/officeDocument/2006/relationships/customXml" Target="../ink/ink769.xml"/><Relationship Id="rId251" Type="http://schemas.openxmlformats.org/officeDocument/2006/relationships/image" Target="../media/image803.png"/><Relationship Id="rId25" Type="http://schemas.openxmlformats.org/officeDocument/2006/relationships/image" Target="../media/image690.png"/><Relationship Id="rId46" Type="http://schemas.openxmlformats.org/officeDocument/2006/relationships/customXml" Target="../ink/ink677.xml"/><Relationship Id="rId67" Type="http://schemas.openxmlformats.org/officeDocument/2006/relationships/image" Target="../media/image711.png"/><Relationship Id="rId272" Type="http://schemas.openxmlformats.org/officeDocument/2006/relationships/customXml" Target="../ink/ink790.xml"/><Relationship Id="rId293" Type="http://schemas.openxmlformats.org/officeDocument/2006/relationships/image" Target="../media/image824.png"/><Relationship Id="rId307" Type="http://schemas.openxmlformats.org/officeDocument/2006/relationships/image" Target="../media/image831.png"/><Relationship Id="rId88" Type="http://schemas.openxmlformats.org/officeDocument/2006/relationships/customXml" Target="../ink/ink698.xml"/><Relationship Id="rId111" Type="http://schemas.openxmlformats.org/officeDocument/2006/relationships/image" Target="../media/image733.png"/><Relationship Id="rId132" Type="http://schemas.openxmlformats.org/officeDocument/2006/relationships/customXml" Target="../ink/ink720.xml"/><Relationship Id="rId153" Type="http://schemas.openxmlformats.org/officeDocument/2006/relationships/image" Target="../media/image754.png"/><Relationship Id="rId174" Type="http://schemas.openxmlformats.org/officeDocument/2006/relationships/customXml" Target="../ink/ink741.xml"/><Relationship Id="rId195" Type="http://schemas.openxmlformats.org/officeDocument/2006/relationships/image" Target="../media/image775.png"/><Relationship Id="rId209" Type="http://schemas.openxmlformats.org/officeDocument/2006/relationships/image" Target="../media/image782.png"/><Relationship Id="rId220" Type="http://schemas.openxmlformats.org/officeDocument/2006/relationships/customXml" Target="../ink/ink764.xml"/><Relationship Id="rId241" Type="http://schemas.openxmlformats.org/officeDocument/2006/relationships/image" Target="../media/image798.png"/><Relationship Id="rId15" Type="http://schemas.openxmlformats.org/officeDocument/2006/relationships/image" Target="../media/image685.png"/><Relationship Id="rId36" Type="http://schemas.openxmlformats.org/officeDocument/2006/relationships/customXml" Target="../ink/ink672.xml"/><Relationship Id="rId57" Type="http://schemas.openxmlformats.org/officeDocument/2006/relationships/image" Target="../media/image706.png"/><Relationship Id="rId262" Type="http://schemas.openxmlformats.org/officeDocument/2006/relationships/customXml" Target="../ink/ink785.xml"/><Relationship Id="rId283" Type="http://schemas.openxmlformats.org/officeDocument/2006/relationships/image" Target="../media/image819.png"/><Relationship Id="rId318" Type="http://schemas.openxmlformats.org/officeDocument/2006/relationships/customXml" Target="../ink/ink813.xml"/><Relationship Id="rId78" Type="http://schemas.openxmlformats.org/officeDocument/2006/relationships/customXml" Target="../ink/ink693.xml"/><Relationship Id="rId99" Type="http://schemas.openxmlformats.org/officeDocument/2006/relationships/image" Target="../media/image727.png"/><Relationship Id="rId101" Type="http://schemas.openxmlformats.org/officeDocument/2006/relationships/image" Target="../media/image728.png"/><Relationship Id="rId122" Type="http://schemas.openxmlformats.org/officeDocument/2006/relationships/customXml" Target="../ink/ink715.xml"/><Relationship Id="rId143" Type="http://schemas.openxmlformats.org/officeDocument/2006/relationships/image" Target="../media/image749.png"/><Relationship Id="rId164" Type="http://schemas.openxmlformats.org/officeDocument/2006/relationships/customXml" Target="../ink/ink736.xml"/><Relationship Id="rId185" Type="http://schemas.openxmlformats.org/officeDocument/2006/relationships/image" Target="../media/image770.png"/><Relationship Id="rId9" Type="http://schemas.openxmlformats.org/officeDocument/2006/relationships/image" Target="../media/image682.png"/><Relationship Id="rId210" Type="http://schemas.openxmlformats.org/officeDocument/2006/relationships/customXml" Target="../ink/ink759.xml"/><Relationship Id="rId26" Type="http://schemas.openxmlformats.org/officeDocument/2006/relationships/customXml" Target="../ink/ink667.xml"/><Relationship Id="rId231" Type="http://schemas.openxmlformats.org/officeDocument/2006/relationships/image" Target="../media/image793.png"/><Relationship Id="rId252" Type="http://schemas.openxmlformats.org/officeDocument/2006/relationships/customXml" Target="../ink/ink780.xml"/><Relationship Id="rId273" Type="http://schemas.openxmlformats.org/officeDocument/2006/relationships/image" Target="../media/image814.png"/><Relationship Id="rId294" Type="http://schemas.openxmlformats.org/officeDocument/2006/relationships/customXml" Target="../ink/ink801.xml"/><Relationship Id="rId308" Type="http://schemas.openxmlformats.org/officeDocument/2006/relationships/customXml" Target="../ink/ink808.xml"/><Relationship Id="rId47" Type="http://schemas.openxmlformats.org/officeDocument/2006/relationships/image" Target="../media/image701.png"/><Relationship Id="rId68" Type="http://schemas.openxmlformats.org/officeDocument/2006/relationships/customXml" Target="../ink/ink688.xml"/><Relationship Id="rId89" Type="http://schemas.openxmlformats.org/officeDocument/2006/relationships/image" Target="../media/image722.png"/><Relationship Id="rId112" Type="http://schemas.openxmlformats.org/officeDocument/2006/relationships/customXml" Target="../ink/ink710.xml"/><Relationship Id="rId133" Type="http://schemas.openxmlformats.org/officeDocument/2006/relationships/image" Target="../media/image744.png"/><Relationship Id="rId154" Type="http://schemas.openxmlformats.org/officeDocument/2006/relationships/customXml" Target="../ink/ink731.xml"/><Relationship Id="rId175" Type="http://schemas.openxmlformats.org/officeDocument/2006/relationships/image" Target="../media/image765.png"/><Relationship Id="rId196" Type="http://schemas.openxmlformats.org/officeDocument/2006/relationships/customXml" Target="../ink/ink752.xml"/><Relationship Id="rId200" Type="http://schemas.openxmlformats.org/officeDocument/2006/relationships/customXml" Target="../ink/ink754.xml"/><Relationship Id="rId16" Type="http://schemas.openxmlformats.org/officeDocument/2006/relationships/customXml" Target="../ink/ink662.xml"/><Relationship Id="rId221" Type="http://schemas.openxmlformats.org/officeDocument/2006/relationships/image" Target="../media/image788.png"/><Relationship Id="rId242" Type="http://schemas.openxmlformats.org/officeDocument/2006/relationships/customXml" Target="../ink/ink775.xml"/><Relationship Id="rId263" Type="http://schemas.openxmlformats.org/officeDocument/2006/relationships/image" Target="../media/image809.png"/><Relationship Id="rId284" Type="http://schemas.openxmlformats.org/officeDocument/2006/relationships/customXml" Target="../ink/ink796.xml"/><Relationship Id="rId319" Type="http://schemas.openxmlformats.org/officeDocument/2006/relationships/image" Target="../media/image837.png"/><Relationship Id="rId37" Type="http://schemas.openxmlformats.org/officeDocument/2006/relationships/image" Target="../media/image696.png"/><Relationship Id="rId58" Type="http://schemas.openxmlformats.org/officeDocument/2006/relationships/customXml" Target="../ink/ink683.xml"/><Relationship Id="rId79" Type="http://schemas.openxmlformats.org/officeDocument/2006/relationships/image" Target="../media/image717.png"/><Relationship Id="rId102" Type="http://schemas.openxmlformats.org/officeDocument/2006/relationships/customXml" Target="../ink/ink705.xml"/><Relationship Id="rId123" Type="http://schemas.openxmlformats.org/officeDocument/2006/relationships/image" Target="../media/image739.png"/><Relationship Id="rId144" Type="http://schemas.openxmlformats.org/officeDocument/2006/relationships/customXml" Target="../ink/ink726.xml"/><Relationship Id="rId90" Type="http://schemas.openxmlformats.org/officeDocument/2006/relationships/customXml" Target="../ink/ink699.xml"/><Relationship Id="rId165" Type="http://schemas.openxmlformats.org/officeDocument/2006/relationships/image" Target="../media/image760.png"/><Relationship Id="rId186" Type="http://schemas.openxmlformats.org/officeDocument/2006/relationships/customXml" Target="../ink/ink747.xml"/><Relationship Id="rId211" Type="http://schemas.openxmlformats.org/officeDocument/2006/relationships/image" Target="../media/image783.png"/><Relationship Id="rId232" Type="http://schemas.openxmlformats.org/officeDocument/2006/relationships/customXml" Target="../ink/ink770.xml"/><Relationship Id="rId253" Type="http://schemas.openxmlformats.org/officeDocument/2006/relationships/image" Target="../media/image804.png"/><Relationship Id="rId274" Type="http://schemas.openxmlformats.org/officeDocument/2006/relationships/customXml" Target="../ink/ink791.xml"/><Relationship Id="rId295" Type="http://schemas.openxmlformats.org/officeDocument/2006/relationships/image" Target="../media/image825.png"/><Relationship Id="rId309" Type="http://schemas.openxmlformats.org/officeDocument/2006/relationships/image" Target="../media/image832.png"/><Relationship Id="rId27" Type="http://schemas.openxmlformats.org/officeDocument/2006/relationships/image" Target="../media/image691.png"/><Relationship Id="rId48" Type="http://schemas.openxmlformats.org/officeDocument/2006/relationships/customXml" Target="../ink/ink678.xml"/><Relationship Id="rId69" Type="http://schemas.openxmlformats.org/officeDocument/2006/relationships/image" Target="../media/image712.png"/><Relationship Id="rId113" Type="http://schemas.openxmlformats.org/officeDocument/2006/relationships/image" Target="../media/image734.png"/><Relationship Id="rId134" Type="http://schemas.openxmlformats.org/officeDocument/2006/relationships/customXml" Target="../ink/ink721.xml"/><Relationship Id="rId80" Type="http://schemas.openxmlformats.org/officeDocument/2006/relationships/customXml" Target="../ink/ink694.xml"/><Relationship Id="rId155" Type="http://schemas.openxmlformats.org/officeDocument/2006/relationships/image" Target="../media/image755.png"/><Relationship Id="rId176" Type="http://schemas.openxmlformats.org/officeDocument/2006/relationships/customXml" Target="../ink/ink742.xml"/><Relationship Id="rId197" Type="http://schemas.openxmlformats.org/officeDocument/2006/relationships/image" Target="../media/image776.png"/><Relationship Id="rId201" Type="http://schemas.openxmlformats.org/officeDocument/2006/relationships/image" Target="../media/image778.png"/><Relationship Id="rId222" Type="http://schemas.openxmlformats.org/officeDocument/2006/relationships/customXml" Target="../ink/ink765.xml"/><Relationship Id="rId243" Type="http://schemas.openxmlformats.org/officeDocument/2006/relationships/image" Target="../media/image799.png"/><Relationship Id="rId264" Type="http://schemas.openxmlformats.org/officeDocument/2006/relationships/customXml" Target="../ink/ink786.xml"/><Relationship Id="rId285" Type="http://schemas.openxmlformats.org/officeDocument/2006/relationships/image" Target="../media/image820.png"/><Relationship Id="rId17" Type="http://schemas.openxmlformats.org/officeDocument/2006/relationships/image" Target="../media/image686.png"/><Relationship Id="rId38" Type="http://schemas.openxmlformats.org/officeDocument/2006/relationships/customXml" Target="../ink/ink673.xml"/><Relationship Id="rId59" Type="http://schemas.openxmlformats.org/officeDocument/2006/relationships/image" Target="../media/image707.png"/><Relationship Id="rId103" Type="http://schemas.openxmlformats.org/officeDocument/2006/relationships/image" Target="../media/image729.png"/><Relationship Id="rId124" Type="http://schemas.openxmlformats.org/officeDocument/2006/relationships/customXml" Target="../ink/ink716.xml"/><Relationship Id="rId310" Type="http://schemas.openxmlformats.org/officeDocument/2006/relationships/customXml" Target="../ink/ink809.xml"/><Relationship Id="rId70" Type="http://schemas.openxmlformats.org/officeDocument/2006/relationships/customXml" Target="../ink/ink689.xml"/><Relationship Id="rId91" Type="http://schemas.openxmlformats.org/officeDocument/2006/relationships/image" Target="../media/image723.png"/><Relationship Id="rId145" Type="http://schemas.openxmlformats.org/officeDocument/2006/relationships/image" Target="../media/image750.png"/><Relationship Id="rId166" Type="http://schemas.openxmlformats.org/officeDocument/2006/relationships/customXml" Target="../ink/ink737.xml"/><Relationship Id="rId187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760.xml"/><Relationship Id="rId233" Type="http://schemas.openxmlformats.org/officeDocument/2006/relationships/image" Target="../media/image794.png"/><Relationship Id="rId254" Type="http://schemas.openxmlformats.org/officeDocument/2006/relationships/customXml" Target="../ink/ink781.xml"/><Relationship Id="rId28" Type="http://schemas.openxmlformats.org/officeDocument/2006/relationships/customXml" Target="../ink/ink668.xml"/><Relationship Id="rId49" Type="http://schemas.openxmlformats.org/officeDocument/2006/relationships/image" Target="../media/image702.png"/><Relationship Id="rId114" Type="http://schemas.openxmlformats.org/officeDocument/2006/relationships/customXml" Target="../ink/ink711.xml"/><Relationship Id="rId275" Type="http://schemas.openxmlformats.org/officeDocument/2006/relationships/image" Target="../media/image815.png"/><Relationship Id="rId296" Type="http://schemas.openxmlformats.org/officeDocument/2006/relationships/customXml" Target="../ink/ink802.xml"/><Relationship Id="rId300" Type="http://schemas.openxmlformats.org/officeDocument/2006/relationships/customXml" Target="../ink/ink804.xml"/><Relationship Id="rId60" Type="http://schemas.openxmlformats.org/officeDocument/2006/relationships/customXml" Target="../ink/ink684.xml"/><Relationship Id="rId81" Type="http://schemas.openxmlformats.org/officeDocument/2006/relationships/image" Target="../media/image718.png"/><Relationship Id="rId135" Type="http://schemas.openxmlformats.org/officeDocument/2006/relationships/image" Target="../media/image745.png"/><Relationship Id="rId156" Type="http://schemas.openxmlformats.org/officeDocument/2006/relationships/customXml" Target="../ink/ink732.xml"/><Relationship Id="rId177" Type="http://schemas.openxmlformats.org/officeDocument/2006/relationships/image" Target="../media/image766.png"/><Relationship Id="rId198" Type="http://schemas.openxmlformats.org/officeDocument/2006/relationships/customXml" Target="../ink/ink753.xml"/><Relationship Id="rId202" Type="http://schemas.openxmlformats.org/officeDocument/2006/relationships/customXml" Target="../ink/ink755.xml"/><Relationship Id="rId223" Type="http://schemas.openxmlformats.org/officeDocument/2006/relationships/image" Target="../media/image789.png"/><Relationship Id="rId244" Type="http://schemas.openxmlformats.org/officeDocument/2006/relationships/customXml" Target="../ink/ink776.xml"/><Relationship Id="rId18" Type="http://schemas.openxmlformats.org/officeDocument/2006/relationships/customXml" Target="../ink/ink663.xml"/><Relationship Id="rId39" Type="http://schemas.openxmlformats.org/officeDocument/2006/relationships/image" Target="../media/image697.png"/><Relationship Id="rId265" Type="http://schemas.openxmlformats.org/officeDocument/2006/relationships/image" Target="../media/image810.png"/><Relationship Id="rId286" Type="http://schemas.openxmlformats.org/officeDocument/2006/relationships/customXml" Target="../ink/ink797.xml"/><Relationship Id="rId50" Type="http://schemas.openxmlformats.org/officeDocument/2006/relationships/customXml" Target="../ink/ink679.xml"/><Relationship Id="rId104" Type="http://schemas.openxmlformats.org/officeDocument/2006/relationships/customXml" Target="../ink/ink706.xml"/><Relationship Id="rId125" Type="http://schemas.openxmlformats.org/officeDocument/2006/relationships/image" Target="../media/image740.png"/><Relationship Id="rId146" Type="http://schemas.openxmlformats.org/officeDocument/2006/relationships/customXml" Target="../ink/ink727.xml"/><Relationship Id="rId167" Type="http://schemas.openxmlformats.org/officeDocument/2006/relationships/image" Target="../media/image761.png"/><Relationship Id="rId188" Type="http://schemas.openxmlformats.org/officeDocument/2006/relationships/customXml" Target="../ink/ink748.xml"/><Relationship Id="rId311" Type="http://schemas.openxmlformats.org/officeDocument/2006/relationships/image" Target="../media/image833.png"/><Relationship Id="rId71" Type="http://schemas.openxmlformats.org/officeDocument/2006/relationships/image" Target="../media/image713.png"/><Relationship Id="rId92" Type="http://schemas.openxmlformats.org/officeDocument/2006/relationships/customXml" Target="../ink/ink700.xml"/><Relationship Id="rId213" Type="http://schemas.openxmlformats.org/officeDocument/2006/relationships/image" Target="../media/image784.png"/><Relationship Id="rId234" Type="http://schemas.openxmlformats.org/officeDocument/2006/relationships/customXml" Target="../ink/ink771.xml"/><Relationship Id="rId2" Type="http://schemas.openxmlformats.org/officeDocument/2006/relationships/customXml" Target="../ink/ink655.xml"/><Relationship Id="rId29" Type="http://schemas.openxmlformats.org/officeDocument/2006/relationships/image" Target="../media/image692.png"/><Relationship Id="rId255" Type="http://schemas.openxmlformats.org/officeDocument/2006/relationships/image" Target="../media/image805.png"/><Relationship Id="rId276" Type="http://schemas.openxmlformats.org/officeDocument/2006/relationships/customXml" Target="../ink/ink792.xml"/><Relationship Id="rId297" Type="http://schemas.openxmlformats.org/officeDocument/2006/relationships/image" Target="../media/image826.png"/><Relationship Id="rId40" Type="http://schemas.openxmlformats.org/officeDocument/2006/relationships/customXml" Target="../ink/ink674.xml"/><Relationship Id="rId115" Type="http://schemas.openxmlformats.org/officeDocument/2006/relationships/image" Target="../media/image735.png"/><Relationship Id="rId136" Type="http://schemas.openxmlformats.org/officeDocument/2006/relationships/customXml" Target="../ink/ink722.xml"/><Relationship Id="rId157" Type="http://schemas.openxmlformats.org/officeDocument/2006/relationships/image" Target="../media/image756.png"/><Relationship Id="rId178" Type="http://schemas.openxmlformats.org/officeDocument/2006/relationships/customXml" Target="../ink/ink743.xml"/><Relationship Id="rId301" Type="http://schemas.openxmlformats.org/officeDocument/2006/relationships/image" Target="../media/image828.png"/><Relationship Id="rId61" Type="http://schemas.openxmlformats.org/officeDocument/2006/relationships/image" Target="../media/image708.png"/><Relationship Id="rId82" Type="http://schemas.openxmlformats.org/officeDocument/2006/relationships/customXml" Target="../ink/ink695.xml"/><Relationship Id="rId199" Type="http://schemas.openxmlformats.org/officeDocument/2006/relationships/image" Target="../media/image777.png"/><Relationship Id="rId203" Type="http://schemas.openxmlformats.org/officeDocument/2006/relationships/image" Target="../media/image779.png"/><Relationship Id="rId19" Type="http://schemas.openxmlformats.org/officeDocument/2006/relationships/image" Target="../media/image687.png"/><Relationship Id="rId224" Type="http://schemas.openxmlformats.org/officeDocument/2006/relationships/customXml" Target="../ink/ink766.xml"/><Relationship Id="rId245" Type="http://schemas.openxmlformats.org/officeDocument/2006/relationships/image" Target="../media/image800.png"/><Relationship Id="rId266" Type="http://schemas.openxmlformats.org/officeDocument/2006/relationships/customXml" Target="../ink/ink787.xml"/><Relationship Id="rId287" Type="http://schemas.openxmlformats.org/officeDocument/2006/relationships/image" Target="../media/image821.png"/><Relationship Id="rId30" Type="http://schemas.openxmlformats.org/officeDocument/2006/relationships/customXml" Target="../ink/ink669.xml"/><Relationship Id="rId105" Type="http://schemas.openxmlformats.org/officeDocument/2006/relationships/image" Target="../media/image730.png"/><Relationship Id="rId126" Type="http://schemas.openxmlformats.org/officeDocument/2006/relationships/customXml" Target="../ink/ink717.xml"/><Relationship Id="rId147" Type="http://schemas.openxmlformats.org/officeDocument/2006/relationships/image" Target="../media/image751.png"/><Relationship Id="rId168" Type="http://schemas.openxmlformats.org/officeDocument/2006/relationships/customXml" Target="../ink/ink738.xml"/><Relationship Id="rId312" Type="http://schemas.openxmlformats.org/officeDocument/2006/relationships/customXml" Target="../ink/ink810.xml"/><Relationship Id="rId51" Type="http://schemas.openxmlformats.org/officeDocument/2006/relationships/image" Target="../media/image703.png"/><Relationship Id="rId72" Type="http://schemas.openxmlformats.org/officeDocument/2006/relationships/customXml" Target="../ink/ink690.xml"/><Relationship Id="rId93" Type="http://schemas.openxmlformats.org/officeDocument/2006/relationships/image" Target="../media/image724.png"/><Relationship Id="rId189" Type="http://schemas.openxmlformats.org/officeDocument/2006/relationships/image" Target="../media/image772.png"/><Relationship Id="rId3" Type="http://schemas.openxmlformats.org/officeDocument/2006/relationships/image" Target="../media/image679.png"/><Relationship Id="rId214" Type="http://schemas.openxmlformats.org/officeDocument/2006/relationships/customXml" Target="../ink/ink761.xml"/><Relationship Id="rId235" Type="http://schemas.openxmlformats.org/officeDocument/2006/relationships/image" Target="../media/image795.png"/><Relationship Id="rId256" Type="http://schemas.openxmlformats.org/officeDocument/2006/relationships/customXml" Target="../ink/ink782.xml"/><Relationship Id="rId277" Type="http://schemas.openxmlformats.org/officeDocument/2006/relationships/image" Target="../media/image816.png"/><Relationship Id="rId298" Type="http://schemas.openxmlformats.org/officeDocument/2006/relationships/customXml" Target="../ink/ink803.xml"/><Relationship Id="rId116" Type="http://schemas.openxmlformats.org/officeDocument/2006/relationships/customXml" Target="../ink/ink712.xml"/><Relationship Id="rId137" Type="http://schemas.openxmlformats.org/officeDocument/2006/relationships/image" Target="../media/image746.png"/><Relationship Id="rId158" Type="http://schemas.openxmlformats.org/officeDocument/2006/relationships/customXml" Target="../ink/ink733.xml"/><Relationship Id="rId302" Type="http://schemas.openxmlformats.org/officeDocument/2006/relationships/customXml" Target="../ink/ink805.xml"/><Relationship Id="rId20" Type="http://schemas.openxmlformats.org/officeDocument/2006/relationships/customXml" Target="../ink/ink664.xml"/><Relationship Id="rId41" Type="http://schemas.openxmlformats.org/officeDocument/2006/relationships/image" Target="../media/image698.png"/><Relationship Id="rId62" Type="http://schemas.openxmlformats.org/officeDocument/2006/relationships/customXml" Target="../ink/ink685.xml"/><Relationship Id="rId83" Type="http://schemas.openxmlformats.org/officeDocument/2006/relationships/image" Target="../media/image719.png"/><Relationship Id="rId179" Type="http://schemas.openxmlformats.org/officeDocument/2006/relationships/image" Target="../media/image767.png"/><Relationship Id="rId190" Type="http://schemas.openxmlformats.org/officeDocument/2006/relationships/customXml" Target="../ink/ink749.xml"/><Relationship Id="rId204" Type="http://schemas.openxmlformats.org/officeDocument/2006/relationships/customXml" Target="../ink/ink756.xml"/><Relationship Id="rId225" Type="http://schemas.openxmlformats.org/officeDocument/2006/relationships/image" Target="../media/image790.png"/><Relationship Id="rId246" Type="http://schemas.openxmlformats.org/officeDocument/2006/relationships/customXml" Target="../ink/ink777.xml"/><Relationship Id="rId267" Type="http://schemas.openxmlformats.org/officeDocument/2006/relationships/image" Target="../media/image811.png"/><Relationship Id="rId288" Type="http://schemas.openxmlformats.org/officeDocument/2006/relationships/customXml" Target="../ink/ink798.xml"/><Relationship Id="rId106" Type="http://schemas.openxmlformats.org/officeDocument/2006/relationships/customXml" Target="../ink/ink707.xml"/><Relationship Id="rId127" Type="http://schemas.openxmlformats.org/officeDocument/2006/relationships/image" Target="../media/image741.png"/><Relationship Id="rId313" Type="http://schemas.openxmlformats.org/officeDocument/2006/relationships/image" Target="../media/image834.png"/><Relationship Id="rId10" Type="http://schemas.openxmlformats.org/officeDocument/2006/relationships/customXml" Target="../ink/ink659.xml"/><Relationship Id="rId31" Type="http://schemas.openxmlformats.org/officeDocument/2006/relationships/image" Target="../media/image693.png"/><Relationship Id="rId52" Type="http://schemas.openxmlformats.org/officeDocument/2006/relationships/customXml" Target="../ink/ink680.xml"/><Relationship Id="rId73" Type="http://schemas.openxmlformats.org/officeDocument/2006/relationships/image" Target="../media/image714.png"/><Relationship Id="rId94" Type="http://schemas.openxmlformats.org/officeDocument/2006/relationships/customXml" Target="../ink/ink701.xml"/><Relationship Id="rId148" Type="http://schemas.openxmlformats.org/officeDocument/2006/relationships/customXml" Target="../ink/ink728.xml"/><Relationship Id="rId169" Type="http://schemas.openxmlformats.org/officeDocument/2006/relationships/image" Target="../media/image762.png"/><Relationship Id="rId4" Type="http://schemas.openxmlformats.org/officeDocument/2006/relationships/customXml" Target="../ink/ink656.xml"/><Relationship Id="rId180" Type="http://schemas.openxmlformats.org/officeDocument/2006/relationships/customXml" Target="../ink/ink744.xml"/><Relationship Id="rId215" Type="http://schemas.openxmlformats.org/officeDocument/2006/relationships/image" Target="../media/image785.png"/><Relationship Id="rId236" Type="http://schemas.openxmlformats.org/officeDocument/2006/relationships/customXml" Target="../ink/ink772.xml"/><Relationship Id="rId257" Type="http://schemas.openxmlformats.org/officeDocument/2006/relationships/image" Target="../media/image806.png"/><Relationship Id="rId278" Type="http://schemas.openxmlformats.org/officeDocument/2006/relationships/customXml" Target="../ink/ink793.xml"/><Relationship Id="rId303" Type="http://schemas.openxmlformats.org/officeDocument/2006/relationships/image" Target="../media/image829.png"/><Relationship Id="rId42" Type="http://schemas.openxmlformats.org/officeDocument/2006/relationships/customXml" Target="../ink/ink675.xml"/><Relationship Id="rId84" Type="http://schemas.openxmlformats.org/officeDocument/2006/relationships/customXml" Target="../ink/ink696.xml"/><Relationship Id="rId138" Type="http://schemas.openxmlformats.org/officeDocument/2006/relationships/customXml" Target="../ink/ink723.xml"/><Relationship Id="rId191" Type="http://schemas.openxmlformats.org/officeDocument/2006/relationships/image" Target="../media/image773.png"/><Relationship Id="rId205" Type="http://schemas.openxmlformats.org/officeDocument/2006/relationships/image" Target="../media/image780.png"/><Relationship Id="rId247" Type="http://schemas.openxmlformats.org/officeDocument/2006/relationships/image" Target="../media/image801.png"/><Relationship Id="rId107" Type="http://schemas.openxmlformats.org/officeDocument/2006/relationships/image" Target="../media/image731.png"/><Relationship Id="rId289" Type="http://schemas.openxmlformats.org/officeDocument/2006/relationships/image" Target="../media/image822.png"/><Relationship Id="rId11" Type="http://schemas.openxmlformats.org/officeDocument/2006/relationships/image" Target="../media/image683.png"/><Relationship Id="rId53" Type="http://schemas.openxmlformats.org/officeDocument/2006/relationships/image" Target="../media/image704.png"/><Relationship Id="rId149" Type="http://schemas.openxmlformats.org/officeDocument/2006/relationships/image" Target="../media/image752.png"/><Relationship Id="rId314" Type="http://schemas.openxmlformats.org/officeDocument/2006/relationships/customXml" Target="../ink/ink811.xml"/><Relationship Id="rId95" Type="http://schemas.openxmlformats.org/officeDocument/2006/relationships/image" Target="../media/image725.png"/><Relationship Id="rId160" Type="http://schemas.openxmlformats.org/officeDocument/2006/relationships/customXml" Target="../ink/ink734.xml"/><Relationship Id="rId216" Type="http://schemas.openxmlformats.org/officeDocument/2006/relationships/customXml" Target="../ink/ink762.xml"/><Relationship Id="rId258" Type="http://schemas.openxmlformats.org/officeDocument/2006/relationships/customXml" Target="../ink/ink783.xml"/><Relationship Id="rId22" Type="http://schemas.openxmlformats.org/officeDocument/2006/relationships/customXml" Target="../ink/ink665.xml"/><Relationship Id="rId64" Type="http://schemas.openxmlformats.org/officeDocument/2006/relationships/customXml" Target="../ink/ink686.xml"/><Relationship Id="rId118" Type="http://schemas.openxmlformats.org/officeDocument/2006/relationships/customXml" Target="../ink/ink713.xml"/><Relationship Id="rId171" Type="http://schemas.openxmlformats.org/officeDocument/2006/relationships/image" Target="../media/image763.png"/><Relationship Id="rId227" Type="http://schemas.openxmlformats.org/officeDocument/2006/relationships/image" Target="../media/image791.png"/><Relationship Id="rId269" Type="http://schemas.openxmlformats.org/officeDocument/2006/relationships/image" Target="../media/image812.png"/><Relationship Id="rId33" Type="http://schemas.openxmlformats.org/officeDocument/2006/relationships/image" Target="../media/image694.png"/><Relationship Id="rId129" Type="http://schemas.openxmlformats.org/officeDocument/2006/relationships/image" Target="../media/image742.png"/><Relationship Id="rId280" Type="http://schemas.openxmlformats.org/officeDocument/2006/relationships/customXml" Target="../ink/ink794.xml"/><Relationship Id="rId75" Type="http://schemas.openxmlformats.org/officeDocument/2006/relationships/image" Target="../media/image715.png"/><Relationship Id="rId140" Type="http://schemas.openxmlformats.org/officeDocument/2006/relationships/customXml" Target="../ink/ink724.xml"/><Relationship Id="rId182" Type="http://schemas.openxmlformats.org/officeDocument/2006/relationships/customXml" Target="../ink/ink745.xml"/><Relationship Id="rId6" Type="http://schemas.openxmlformats.org/officeDocument/2006/relationships/customXml" Target="../ink/ink657.xml"/><Relationship Id="rId238" Type="http://schemas.openxmlformats.org/officeDocument/2006/relationships/customXml" Target="../ink/ink773.xml"/><Relationship Id="rId291" Type="http://schemas.openxmlformats.org/officeDocument/2006/relationships/image" Target="../media/image823.png"/><Relationship Id="rId305" Type="http://schemas.openxmlformats.org/officeDocument/2006/relationships/image" Target="../media/image830.png"/><Relationship Id="rId44" Type="http://schemas.openxmlformats.org/officeDocument/2006/relationships/customXml" Target="../ink/ink676.xml"/><Relationship Id="rId86" Type="http://schemas.openxmlformats.org/officeDocument/2006/relationships/customXml" Target="../ink/ink697.xml"/><Relationship Id="rId151" Type="http://schemas.openxmlformats.org/officeDocument/2006/relationships/image" Target="../media/image753.png"/><Relationship Id="rId193" Type="http://schemas.openxmlformats.org/officeDocument/2006/relationships/image" Target="../media/image774.png"/><Relationship Id="rId207" Type="http://schemas.openxmlformats.org/officeDocument/2006/relationships/image" Target="../media/image781.png"/><Relationship Id="rId249" Type="http://schemas.openxmlformats.org/officeDocument/2006/relationships/image" Target="../media/image802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210.png"/><Relationship Id="rId21" Type="http://schemas.openxmlformats.org/officeDocument/2006/relationships/image" Target="../media/image3410.png"/><Relationship Id="rId42" Type="http://schemas.openxmlformats.org/officeDocument/2006/relationships/customXml" Target="../ink/ink834.xml"/><Relationship Id="rId63" Type="http://schemas.openxmlformats.org/officeDocument/2006/relationships/image" Target="../media/image5510.png"/><Relationship Id="rId84" Type="http://schemas.openxmlformats.org/officeDocument/2006/relationships/customXml" Target="../ink/ink855.xml"/><Relationship Id="rId138" Type="http://schemas.openxmlformats.org/officeDocument/2006/relationships/customXml" Target="../ink/ink882.xml"/><Relationship Id="rId159" Type="http://schemas.openxmlformats.org/officeDocument/2006/relationships/image" Target="../media/image10310.png"/><Relationship Id="rId170" Type="http://schemas.openxmlformats.org/officeDocument/2006/relationships/customXml" Target="../ink/ink898.xml"/><Relationship Id="rId191" Type="http://schemas.openxmlformats.org/officeDocument/2006/relationships/image" Target="../media/image1194.png"/><Relationship Id="rId205" Type="http://schemas.openxmlformats.org/officeDocument/2006/relationships/image" Target="../media/image1260.png"/><Relationship Id="rId226" Type="http://schemas.openxmlformats.org/officeDocument/2006/relationships/customXml" Target="../ink/ink926.xml"/><Relationship Id="rId247" Type="http://schemas.openxmlformats.org/officeDocument/2006/relationships/image" Target="../media/image1470.png"/><Relationship Id="rId107" Type="http://schemas.openxmlformats.org/officeDocument/2006/relationships/image" Target="../media/image7710.png"/><Relationship Id="rId11" Type="http://schemas.openxmlformats.org/officeDocument/2006/relationships/image" Target="../media/image2910.png"/><Relationship Id="rId32" Type="http://schemas.openxmlformats.org/officeDocument/2006/relationships/customXml" Target="../ink/ink829.xml"/><Relationship Id="rId53" Type="http://schemas.openxmlformats.org/officeDocument/2006/relationships/image" Target="../media/image5010.png"/><Relationship Id="rId74" Type="http://schemas.openxmlformats.org/officeDocument/2006/relationships/customXml" Target="../ink/ink850.xml"/><Relationship Id="rId128" Type="http://schemas.openxmlformats.org/officeDocument/2006/relationships/customXml" Target="../ink/ink877.xml"/><Relationship Id="rId149" Type="http://schemas.openxmlformats.org/officeDocument/2006/relationships/image" Target="../media/image9810.png"/><Relationship Id="rId5" Type="http://schemas.openxmlformats.org/officeDocument/2006/relationships/image" Target="../media/image2610.png"/><Relationship Id="rId95" Type="http://schemas.openxmlformats.org/officeDocument/2006/relationships/image" Target="../media/image7110.png"/><Relationship Id="rId160" Type="http://schemas.openxmlformats.org/officeDocument/2006/relationships/customXml" Target="../ink/ink893.xml"/><Relationship Id="rId181" Type="http://schemas.openxmlformats.org/officeDocument/2006/relationships/image" Target="../media/image11410.png"/><Relationship Id="rId216" Type="http://schemas.openxmlformats.org/officeDocument/2006/relationships/customXml" Target="../ink/ink921.xml"/><Relationship Id="rId237" Type="http://schemas.openxmlformats.org/officeDocument/2006/relationships/image" Target="../media/image1420.png"/><Relationship Id="rId22" Type="http://schemas.openxmlformats.org/officeDocument/2006/relationships/customXml" Target="../ink/ink824.xml"/><Relationship Id="rId43" Type="http://schemas.openxmlformats.org/officeDocument/2006/relationships/image" Target="../media/image4510.png"/><Relationship Id="rId64" Type="http://schemas.openxmlformats.org/officeDocument/2006/relationships/customXml" Target="../ink/ink845.xml"/><Relationship Id="rId118" Type="http://schemas.openxmlformats.org/officeDocument/2006/relationships/customXml" Target="../ink/ink872.xml"/><Relationship Id="rId139" Type="http://schemas.openxmlformats.org/officeDocument/2006/relationships/image" Target="../media/image9310.png"/><Relationship Id="rId85" Type="http://schemas.openxmlformats.org/officeDocument/2006/relationships/image" Target="../media/image661.png"/><Relationship Id="rId150" Type="http://schemas.openxmlformats.org/officeDocument/2006/relationships/customXml" Target="../ink/ink888.xml"/><Relationship Id="rId171" Type="http://schemas.openxmlformats.org/officeDocument/2006/relationships/image" Target="../media/image10910.png"/><Relationship Id="rId192" Type="http://schemas.openxmlformats.org/officeDocument/2006/relationships/customXml" Target="../ink/ink909.xml"/><Relationship Id="rId206" Type="http://schemas.openxmlformats.org/officeDocument/2006/relationships/customXml" Target="../ink/ink916.xml"/><Relationship Id="rId227" Type="http://schemas.openxmlformats.org/officeDocument/2006/relationships/image" Target="../media/image1370.png"/><Relationship Id="rId248" Type="http://schemas.openxmlformats.org/officeDocument/2006/relationships/customXml" Target="../ink/ink937.xml"/><Relationship Id="rId12" Type="http://schemas.openxmlformats.org/officeDocument/2006/relationships/customXml" Target="../ink/ink819.xml"/><Relationship Id="rId33" Type="http://schemas.openxmlformats.org/officeDocument/2006/relationships/image" Target="../media/image4010.png"/><Relationship Id="rId108" Type="http://schemas.openxmlformats.org/officeDocument/2006/relationships/customXml" Target="../ink/ink867.xml"/><Relationship Id="rId129" Type="http://schemas.openxmlformats.org/officeDocument/2006/relationships/image" Target="../media/image8810.png"/><Relationship Id="rId54" Type="http://schemas.openxmlformats.org/officeDocument/2006/relationships/customXml" Target="../ink/ink840.xml"/><Relationship Id="rId75" Type="http://schemas.openxmlformats.org/officeDocument/2006/relationships/image" Target="../media/image6110.png"/><Relationship Id="rId96" Type="http://schemas.openxmlformats.org/officeDocument/2006/relationships/customXml" Target="../ink/ink861.xml"/><Relationship Id="rId140" Type="http://schemas.openxmlformats.org/officeDocument/2006/relationships/customXml" Target="../ink/ink883.xml"/><Relationship Id="rId161" Type="http://schemas.openxmlformats.org/officeDocument/2006/relationships/image" Target="../media/image10410.png"/><Relationship Id="rId182" Type="http://schemas.openxmlformats.org/officeDocument/2006/relationships/customXml" Target="../ink/ink904.xml"/><Relationship Id="rId217" Type="http://schemas.openxmlformats.org/officeDocument/2006/relationships/image" Target="../media/image1320.png"/><Relationship Id="rId6" Type="http://schemas.openxmlformats.org/officeDocument/2006/relationships/customXml" Target="../ink/ink816.xml"/><Relationship Id="rId238" Type="http://schemas.openxmlformats.org/officeDocument/2006/relationships/customXml" Target="../ink/ink932.xml"/><Relationship Id="rId23" Type="http://schemas.openxmlformats.org/officeDocument/2006/relationships/image" Target="../media/image3510.png"/><Relationship Id="rId119" Type="http://schemas.openxmlformats.org/officeDocument/2006/relationships/image" Target="../media/image8310.png"/><Relationship Id="rId44" Type="http://schemas.openxmlformats.org/officeDocument/2006/relationships/customXml" Target="../ink/ink835.xml"/><Relationship Id="rId65" Type="http://schemas.openxmlformats.org/officeDocument/2006/relationships/image" Target="../media/image5610.png"/><Relationship Id="rId86" Type="http://schemas.openxmlformats.org/officeDocument/2006/relationships/customXml" Target="../ink/ink856.xml"/><Relationship Id="rId130" Type="http://schemas.openxmlformats.org/officeDocument/2006/relationships/customXml" Target="../ink/ink878.xml"/><Relationship Id="rId151" Type="http://schemas.openxmlformats.org/officeDocument/2006/relationships/image" Target="../media/image9910.png"/><Relationship Id="rId172" Type="http://schemas.openxmlformats.org/officeDocument/2006/relationships/customXml" Target="../ink/ink899.xml"/><Relationship Id="rId193" Type="http://schemas.openxmlformats.org/officeDocument/2006/relationships/image" Target="../media/image1202.png"/><Relationship Id="rId207" Type="http://schemas.openxmlformats.org/officeDocument/2006/relationships/image" Target="../media/image1270.png"/><Relationship Id="rId228" Type="http://schemas.openxmlformats.org/officeDocument/2006/relationships/customXml" Target="../ink/ink927.xml"/><Relationship Id="rId249" Type="http://schemas.openxmlformats.org/officeDocument/2006/relationships/image" Target="../media/image1480.png"/><Relationship Id="rId13" Type="http://schemas.openxmlformats.org/officeDocument/2006/relationships/image" Target="../media/image3010.png"/><Relationship Id="rId109" Type="http://schemas.openxmlformats.org/officeDocument/2006/relationships/image" Target="../media/image7810.png"/><Relationship Id="rId34" Type="http://schemas.openxmlformats.org/officeDocument/2006/relationships/customXml" Target="../ink/ink830.xml"/><Relationship Id="rId55" Type="http://schemas.openxmlformats.org/officeDocument/2006/relationships/image" Target="../media/image5110.png"/><Relationship Id="rId76" Type="http://schemas.openxmlformats.org/officeDocument/2006/relationships/customXml" Target="../ink/ink851.xml"/><Relationship Id="rId97" Type="http://schemas.openxmlformats.org/officeDocument/2006/relationships/image" Target="../media/image7210.png"/><Relationship Id="rId120" Type="http://schemas.openxmlformats.org/officeDocument/2006/relationships/customXml" Target="../ink/ink873.xml"/><Relationship Id="rId141" Type="http://schemas.openxmlformats.org/officeDocument/2006/relationships/image" Target="../media/image9410.png"/><Relationship Id="rId7" Type="http://schemas.openxmlformats.org/officeDocument/2006/relationships/image" Target="../media/image2710.png"/><Relationship Id="rId162" Type="http://schemas.openxmlformats.org/officeDocument/2006/relationships/customXml" Target="../ink/ink894.xml"/><Relationship Id="rId183" Type="http://schemas.openxmlformats.org/officeDocument/2006/relationships/image" Target="../media/image1151.png"/><Relationship Id="rId218" Type="http://schemas.openxmlformats.org/officeDocument/2006/relationships/customXml" Target="../ink/ink922.xml"/><Relationship Id="rId239" Type="http://schemas.openxmlformats.org/officeDocument/2006/relationships/image" Target="../media/image1430.png"/><Relationship Id="rId250" Type="http://schemas.openxmlformats.org/officeDocument/2006/relationships/customXml" Target="../ink/ink938.xml"/><Relationship Id="rId24" Type="http://schemas.openxmlformats.org/officeDocument/2006/relationships/customXml" Target="../ink/ink825.xml"/><Relationship Id="rId45" Type="http://schemas.openxmlformats.org/officeDocument/2006/relationships/image" Target="../media/image4610.png"/><Relationship Id="rId66" Type="http://schemas.openxmlformats.org/officeDocument/2006/relationships/customXml" Target="../ink/ink846.xml"/><Relationship Id="rId87" Type="http://schemas.openxmlformats.org/officeDocument/2006/relationships/image" Target="../media/image6710.png"/><Relationship Id="rId110" Type="http://schemas.openxmlformats.org/officeDocument/2006/relationships/customXml" Target="../ink/ink868.xml"/><Relationship Id="rId131" Type="http://schemas.openxmlformats.org/officeDocument/2006/relationships/image" Target="../media/image8910.png"/><Relationship Id="rId152" Type="http://schemas.openxmlformats.org/officeDocument/2006/relationships/customXml" Target="../ink/ink889.xml"/><Relationship Id="rId173" Type="http://schemas.openxmlformats.org/officeDocument/2006/relationships/image" Target="../media/image11010.png"/><Relationship Id="rId194" Type="http://schemas.openxmlformats.org/officeDocument/2006/relationships/customXml" Target="../ink/ink910.xml"/><Relationship Id="rId208" Type="http://schemas.openxmlformats.org/officeDocument/2006/relationships/customXml" Target="../ink/ink917.xml"/><Relationship Id="rId229" Type="http://schemas.openxmlformats.org/officeDocument/2006/relationships/image" Target="../media/image1380.png"/><Relationship Id="rId240" Type="http://schemas.openxmlformats.org/officeDocument/2006/relationships/customXml" Target="../ink/ink933.xml"/><Relationship Id="rId14" Type="http://schemas.openxmlformats.org/officeDocument/2006/relationships/customXml" Target="../ink/ink820.xml"/><Relationship Id="rId35" Type="http://schemas.openxmlformats.org/officeDocument/2006/relationships/image" Target="../media/image4110.png"/><Relationship Id="rId56" Type="http://schemas.openxmlformats.org/officeDocument/2006/relationships/customXml" Target="../ink/ink841.xml"/><Relationship Id="rId77" Type="http://schemas.openxmlformats.org/officeDocument/2006/relationships/image" Target="../media/image6210.png"/><Relationship Id="rId100" Type="http://schemas.openxmlformats.org/officeDocument/2006/relationships/customXml" Target="../ink/ink863.xml"/><Relationship Id="rId8" Type="http://schemas.openxmlformats.org/officeDocument/2006/relationships/customXml" Target="../ink/ink817.xml"/><Relationship Id="rId98" Type="http://schemas.openxmlformats.org/officeDocument/2006/relationships/customXml" Target="../ink/ink862.xml"/><Relationship Id="rId121" Type="http://schemas.openxmlformats.org/officeDocument/2006/relationships/image" Target="../media/image8410.png"/><Relationship Id="rId142" Type="http://schemas.openxmlformats.org/officeDocument/2006/relationships/customXml" Target="../ink/ink884.xml"/><Relationship Id="rId163" Type="http://schemas.openxmlformats.org/officeDocument/2006/relationships/image" Target="../media/image10510.png"/><Relationship Id="rId184" Type="http://schemas.openxmlformats.org/officeDocument/2006/relationships/customXml" Target="../ink/ink905.xml"/><Relationship Id="rId219" Type="http://schemas.openxmlformats.org/officeDocument/2006/relationships/image" Target="../media/image1330.png"/><Relationship Id="rId230" Type="http://schemas.openxmlformats.org/officeDocument/2006/relationships/customXml" Target="../ink/ink928.xml"/><Relationship Id="rId251" Type="http://schemas.openxmlformats.org/officeDocument/2006/relationships/image" Target="../media/image1490.png"/><Relationship Id="rId25" Type="http://schemas.openxmlformats.org/officeDocument/2006/relationships/image" Target="../media/image3610.png"/><Relationship Id="rId46" Type="http://schemas.openxmlformats.org/officeDocument/2006/relationships/customXml" Target="../ink/ink836.xml"/><Relationship Id="rId67" Type="http://schemas.openxmlformats.org/officeDocument/2006/relationships/image" Target="../media/image5710.png"/><Relationship Id="rId88" Type="http://schemas.openxmlformats.org/officeDocument/2006/relationships/customXml" Target="../ink/ink857.xml"/><Relationship Id="rId111" Type="http://schemas.openxmlformats.org/officeDocument/2006/relationships/image" Target="../media/image7910.png"/><Relationship Id="rId132" Type="http://schemas.openxmlformats.org/officeDocument/2006/relationships/customXml" Target="../ink/ink879.xml"/><Relationship Id="rId153" Type="http://schemas.openxmlformats.org/officeDocument/2006/relationships/image" Target="../media/image10010.png"/><Relationship Id="rId174" Type="http://schemas.openxmlformats.org/officeDocument/2006/relationships/customXml" Target="../ink/ink900.xml"/><Relationship Id="rId195" Type="http://schemas.openxmlformats.org/officeDocument/2006/relationships/image" Target="../media/image1210.png"/><Relationship Id="rId209" Type="http://schemas.openxmlformats.org/officeDocument/2006/relationships/image" Target="../media/image1280.png"/><Relationship Id="rId220" Type="http://schemas.openxmlformats.org/officeDocument/2006/relationships/customXml" Target="../ink/ink923.xml"/><Relationship Id="rId241" Type="http://schemas.openxmlformats.org/officeDocument/2006/relationships/image" Target="../media/image1440.png"/><Relationship Id="rId15" Type="http://schemas.openxmlformats.org/officeDocument/2006/relationships/image" Target="../media/image3110.png"/><Relationship Id="rId36" Type="http://schemas.openxmlformats.org/officeDocument/2006/relationships/customXml" Target="../ink/ink831.xml"/><Relationship Id="rId57" Type="http://schemas.openxmlformats.org/officeDocument/2006/relationships/image" Target="../media/image5210.png"/><Relationship Id="rId78" Type="http://schemas.openxmlformats.org/officeDocument/2006/relationships/customXml" Target="../ink/ink852.xml"/><Relationship Id="rId99" Type="http://schemas.openxmlformats.org/officeDocument/2006/relationships/image" Target="../media/image7310.png"/><Relationship Id="rId101" Type="http://schemas.openxmlformats.org/officeDocument/2006/relationships/image" Target="../media/image7410.png"/><Relationship Id="rId122" Type="http://schemas.openxmlformats.org/officeDocument/2006/relationships/customXml" Target="../ink/ink874.xml"/><Relationship Id="rId143" Type="http://schemas.openxmlformats.org/officeDocument/2006/relationships/image" Target="../media/image9510.png"/><Relationship Id="rId164" Type="http://schemas.openxmlformats.org/officeDocument/2006/relationships/customXml" Target="../ink/ink895.xml"/><Relationship Id="rId185" Type="http://schemas.openxmlformats.org/officeDocument/2006/relationships/image" Target="../media/image11610.png"/><Relationship Id="rId4" Type="http://schemas.openxmlformats.org/officeDocument/2006/relationships/customXml" Target="../ink/ink815.xml"/><Relationship Id="rId9" Type="http://schemas.openxmlformats.org/officeDocument/2006/relationships/image" Target="../media/image2810.png"/><Relationship Id="rId180" Type="http://schemas.openxmlformats.org/officeDocument/2006/relationships/customXml" Target="../ink/ink903.xml"/><Relationship Id="rId210" Type="http://schemas.openxmlformats.org/officeDocument/2006/relationships/customXml" Target="../ink/ink918.xml"/><Relationship Id="rId215" Type="http://schemas.openxmlformats.org/officeDocument/2006/relationships/image" Target="../media/image1310.png"/><Relationship Id="rId236" Type="http://schemas.openxmlformats.org/officeDocument/2006/relationships/customXml" Target="../ink/ink931.xml"/><Relationship Id="rId26" Type="http://schemas.openxmlformats.org/officeDocument/2006/relationships/customXml" Target="../ink/ink826.xml"/><Relationship Id="rId231" Type="http://schemas.openxmlformats.org/officeDocument/2006/relationships/image" Target="../media/image1390.png"/><Relationship Id="rId47" Type="http://schemas.openxmlformats.org/officeDocument/2006/relationships/image" Target="../media/image4710.png"/><Relationship Id="rId68" Type="http://schemas.openxmlformats.org/officeDocument/2006/relationships/customXml" Target="../ink/ink847.xml"/><Relationship Id="rId89" Type="http://schemas.openxmlformats.org/officeDocument/2006/relationships/image" Target="../media/image6810.png"/><Relationship Id="rId112" Type="http://schemas.openxmlformats.org/officeDocument/2006/relationships/customXml" Target="../ink/ink869.xml"/><Relationship Id="rId133" Type="http://schemas.openxmlformats.org/officeDocument/2006/relationships/image" Target="../media/image9010.png"/><Relationship Id="rId154" Type="http://schemas.openxmlformats.org/officeDocument/2006/relationships/customXml" Target="../ink/ink890.xml"/><Relationship Id="rId175" Type="http://schemas.openxmlformats.org/officeDocument/2006/relationships/image" Target="../media/image1110.png"/><Relationship Id="rId196" Type="http://schemas.openxmlformats.org/officeDocument/2006/relationships/customXml" Target="../ink/ink911.xml"/><Relationship Id="rId200" Type="http://schemas.openxmlformats.org/officeDocument/2006/relationships/customXml" Target="../ink/ink913.xml"/><Relationship Id="rId16" Type="http://schemas.openxmlformats.org/officeDocument/2006/relationships/customXml" Target="../ink/ink821.xml"/><Relationship Id="rId221" Type="http://schemas.openxmlformats.org/officeDocument/2006/relationships/image" Target="../media/image1340.png"/><Relationship Id="rId242" Type="http://schemas.openxmlformats.org/officeDocument/2006/relationships/customXml" Target="../ink/ink934.xml"/><Relationship Id="rId37" Type="http://schemas.openxmlformats.org/officeDocument/2006/relationships/image" Target="../media/image4210.png"/><Relationship Id="rId58" Type="http://schemas.openxmlformats.org/officeDocument/2006/relationships/customXml" Target="../ink/ink842.xml"/><Relationship Id="rId79" Type="http://schemas.openxmlformats.org/officeDocument/2006/relationships/image" Target="../media/image6310.png"/><Relationship Id="rId102" Type="http://schemas.openxmlformats.org/officeDocument/2006/relationships/customXml" Target="../ink/ink864.xml"/><Relationship Id="rId123" Type="http://schemas.openxmlformats.org/officeDocument/2006/relationships/image" Target="../media/image8510.png"/><Relationship Id="rId144" Type="http://schemas.openxmlformats.org/officeDocument/2006/relationships/customXml" Target="../ink/ink885.xml"/><Relationship Id="rId90" Type="http://schemas.openxmlformats.org/officeDocument/2006/relationships/customXml" Target="../ink/ink858.xml"/><Relationship Id="rId165" Type="http://schemas.openxmlformats.org/officeDocument/2006/relationships/image" Target="../media/image10610.png"/><Relationship Id="rId186" Type="http://schemas.openxmlformats.org/officeDocument/2006/relationships/customXml" Target="../ink/ink906.xml"/><Relationship Id="rId211" Type="http://schemas.openxmlformats.org/officeDocument/2006/relationships/image" Target="../media/image1290.png"/><Relationship Id="rId232" Type="http://schemas.openxmlformats.org/officeDocument/2006/relationships/customXml" Target="../ink/ink929.xml"/><Relationship Id="rId27" Type="http://schemas.openxmlformats.org/officeDocument/2006/relationships/image" Target="../media/image3710.png"/><Relationship Id="rId48" Type="http://schemas.openxmlformats.org/officeDocument/2006/relationships/customXml" Target="../ink/ink837.xml"/><Relationship Id="rId69" Type="http://schemas.openxmlformats.org/officeDocument/2006/relationships/image" Target="../media/image5810.png"/><Relationship Id="rId113" Type="http://schemas.openxmlformats.org/officeDocument/2006/relationships/image" Target="../media/image8010.png"/><Relationship Id="rId134" Type="http://schemas.openxmlformats.org/officeDocument/2006/relationships/customXml" Target="../ink/ink880.xml"/><Relationship Id="rId80" Type="http://schemas.openxmlformats.org/officeDocument/2006/relationships/customXml" Target="../ink/ink853.xml"/><Relationship Id="rId155" Type="http://schemas.openxmlformats.org/officeDocument/2006/relationships/image" Target="../media/image10110.png"/><Relationship Id="rId176" Type="http://schemas.openxmlformats.org/officeDocument/2006/relationships/customXml" Target="../ink/ink901.xml"/><Relationship Id="rId197" Type="http://schemas.openxmlformats.org/officeDocument/2006/relationships/image" Target="../media/image1220.png"/><Relationship Id="rId201" Type="http://schemas.openxmlformats.org/officeDocument/2006/relationships/image" Target="../media/image1240.png"/><Relationship Id="rId222" Type="http://schemas.openxmlformats.org/officeDocument/2006/relationships/customXml" Target="../ink/ink924.xml"/><Relationship Id="rId243" Type="http://schemas.openxmlformats.org/officeDocument/2006/relationships/image" Target="../media/image1450.png"/><Relationship Id="rId17" Type="http://schemas.openxmlformats.org/officeDocument/2006/relationships/image" Target="../media/image3210.png"/><Relationship Id="rId38" Type="http://schemas.openxmlformats.org/officeDocument/2006/relationships/customXml" Target="../ink/ink832.xml"/><Relationship Id="rId59" Type="http://schemas.openxmlformats.org/officeDocument/2006/relationships/image" Target="../media/image5310.png"/><Relationship Id="rId103" Type="http://schemas.openxmlformats.org/officeDocument/2006/relationships/image" Target="../media/image7510.png"/><Relationship Id="rId124" Type="http://schemas.openxmlformats.org/officeDocument/2006/relationships/customXml" Target="../ink/ink875.xml"/><Relationship Id="rId70" Type="http://schemas.openxmlformats.org/officeDocument/2006/relationships/customXml" Target="../ink/ink848.xml"/><Relationship Id="rId91" Type="http://schemas.openxmlformats.org/officeDocument/2006/relationships/image" Target="../media/image6910.png"/><Relationship Id="rId145" Type="http://schemas.openxmlformats.org/officeDocument/2006/relationships/image" Target="../media/image9610.png"/><Relationship Id="rId166" Type="http://schemas.openxmlformats.org/officeDocument/2006/relationships/customXml" Target="../ink/ink896.xml"/><Relationship Id="rId187" Type="http://schemas.openxmlformats.org/officeDocument/2006/relationships/image" Target="../media/image1171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919.xml"/><Relationship Id="rId233" Type="http://schemas.openxmlformats.org/officeDocument/2006/relationships/image" Target="../media/image1400.png"/><Relationship Id="rId28" Type="http://schemas.openxmlformats.org/officeDocument/2006/relationships/customXml" Target="../ink/ink827.xml"/><Relationship Id="rId49" Type="http://schemas.openxmlformats.org/officeDocument/2006/relationships/image" Target="../media/image4810.png"/><Relationship Id="rId114" Type="http://schemas.openxmlformats.org/officeDocument/2006/relationships/customXml" Target="../ink/ink870.xml"/><Relationship Id="rId60" Type="http://schemas.openxmlformats.org/officeDocument/2006/relationships/customXml" Target="../ink/ink843.xml"/><Relationship Id="rId81" Type="http://schemas.openxmlformats.org/officeDocument/2006/relationships/image" Target="../media/image6410.png"/><Relationship Id="rId135" Type="http://schemas.openxmlformats.org/officeDocument/2006/relationships/image" Target="../media/image9110.png"/><Relationship Id="rId156" Type="http://schemas.openxmlformats.org/officeDocument/2006/relationships/customXml" Target="../ink/ink891.xml"/><Relationship Id="rId177" Type="http://schemas.openxmlformats.org/officeDocument/2006/relationships/image" Target="../media/image11210.png"/><Relationship Id="rId198" Type="http://schemas.openxmlformats.org/officeDocument/2006/relationships/customXml" Target="../ink/ink912.xml"/><Relationship Id="rId202" Type="http://schemas.openxmlformats.org/officeDocument/2006/relationships/customXml" Target="../ink/ink914.xml"/><Relationship Id="rId223" Type="http://schemas.openxmlformats.org/officeDocument/2006/relationships/image" Target="../media/image1350.png"/><Relationship Id="rId244" Type="http://schemas.openxmlformats.org/officeDocument/2006/relationships/customXml" Target="../ink/ink935.xml"/><Relationship Id="rId18" Type="http://schemas.openxmlformats.org/officeDocument/2006/relationships/customXml" Target="../ink/ink822.xml"/><Relationship Id="rId39" Type="http://schemas.openxmlformats.org/officeDocument/2006/relationships/image" Target="../media/image4310.png"/><Relationship Id="rId50" Type="http://schemas.openxmlformats.org/officeDocument/2006/relationships/customXml" Target="../ink/ink838.xml"/><Relationship Id="rId104" Type="http://schemas.openxmlformats.org/officeDocument/2006/relationships/customXml" Target="../ink/ink865.xml"/><Relationship Id="rId125" Type="http://schemas.openxmlformats.org/officeDocument/2006/relationships/image" Target="../media/image8610.png"/><Relationship Id="rId146" Type="http://schemas.openxmlformats.org/officeDocument/2006/relationships/customXml" Target="../ink/ink886.xml"/><Relationship Id="rId167" Type="http://schemas.openxmlformats.org/officeDocument/2006/relationships/image" Target="../media/image10710.png"/><Relationship Id="rId188" Type="http://schemas.openxmlformats.org/officeDocument/2006/relationships/customXml" Target="../ink/ink907.xml"/><Relationship Id="rId71" Type="http://schemas.openxmlformats.org/officeDocument/2006/relationships/image" Target="../media/image5910.png"/><Relationship Id="rId92" Type="http://schemas.openxmlformats.org/officeDocument/2006/relationships/customXml" Target="../ink/ink859.xml"/><Relationship Id="rId213" Type="http://schemas.openxmlformats.org/officeDocument/2006/relationships/image" Target="../media/image1300.png"/><Relationship Id="rId234" Type="http://schemas.openxmlformats.org/officeDocument/2006/relationships/customXml" Target="../ink/ink930.xml"/><Relationship Id="rId2" Type="http://schemas.openxmlformats.org/officeDocument/2006/relationships/customXml" Target="../ink/ink814.xml"/><Relationship Id="rId29" Type="http://schemas.openxmlformats.org/officeDocument/2006/relationships/image" Target="../media/image3810.png"/><Relationship Id="rId40" Type="http://schemas.openxmlformats.org/officeDocument/2006/relationships/customXml" Target="../ink/ink833.xml"/><Relationship Id="rId115" Type="http://schemas.openxmlformats.org/officeDocument/2006/relationships/image" Target="../media/image8110.png"/><Relationship Id="rId136" Type="http://schemas.openxmlformats.org/officeDocument/2006/relationships/customXml" Target="../ink/ink881.xml"/><Relationship Id="rId157" Type="http://schemas.openxmlformats.org/officeDocument/2006/relationships/image" Target="../media/image10210.png"/><Relationship Id="rId178" Type="http://schemas.openxmlformats.org/officeDocument/2006/relationships/customXml" Target="../ink/ink902.xml"/><Relationship Id="rId61" Type="http://schemas.openxmlformats.org/officeDocument/2006/relationships/image" Target="../media/image5410.png"/><Relationship Id="rId82" Type="http://schemas.openxmlformats.org/officeDocument/2006/relationships/customXml" Target="../ink/ink854.xml"/><Relationship Id="rId199" Type="http://schemas.openxmlformats.org/officeDocument/2006/relationships/image" Target="../media/image1230.png"/><Relationship Id="rId203" Type="http://schemas.openxmlformats.org/officeDocument/2006/relationships/image" Target="../media/image1250.png"/><Relationship Id="rId19" Type="http://schemas.openxmlformats.org/officeDocument/2006/relationships/image" Target="../media/image3310.png"/><Relationship Id="rId224" Type="http://schemas.openxmlformats.org/officeDocument/2006/relationships/customXml" Target="../ink/ink925.xml"/><Relationship Id="rId245" Type="http://schemas.openxmlformats.org/officeDocument/2006/relationships/image" Target="../media/image1460.png"/><Relationship Id="rId30" Type="http://schemas.openxmlformats.org/officeDocument/2006/relationships/customXml" Target="../ink/ink828.xml"/><Relationship Id="rId105" Type="http://schemas.openxmlformats.org/officeDocument/2006/relationships/image" Target="../media/image7610.png"/><Relationship Id="rId126" Type="http://schemas.openxmlformats.org/officeDocument/2006/relationships/customXml" Target="../ink/ink876.xml"/><Relationship Id="rId147" Type="http://schemas.openxmlformats.org/officeDocument/2006/relationships/image" Target="../media/image9710.png"/><Relationship Id="rId168" Type="http://schemas.openxmlformats.org/officeDocument/2006/relationships/customXml" Target="../ink/ink897.xml"/><Relationship Id="rId51" Type="http://schemas.openxmlformats.org/officeDocument/2006/relationships/image" Target="../media/image4910.png"/><Relationship Id="rId72" Type="http://schemas.openxmlformats.org/officeDocument/2006/relationships/customXml" Target="../ink/ink849.xml"/><Relationship Id="rId93" Type="http://schemas.openxmlformats.org/officeDocument/2006/relationships/image" Target="../media/image7010.png"/><Relationship Id="rId189" Type="http://schemas.openxmlformats.org/officeDocument/2006/relationships/image" Target="../media/image11810.png"/><Relationship Id="rId3" Type="http://schemas.openxmlformats.org/officeDocument/2006/relationships/image" Target="../media/image2510.png"/><Relationship Id="rId214" Type="http://schemas.openxmlformats.org/officeDocument/2006/relationships/customXml" Target="../ink/ink920.xml"/><Relationship Id="rId235" Type="http://schemas.openxmlformats.org/officeDocument/2006/relationships/image" Target="../media/image1410.png"/><Relationship Id="rId116" Type="http://schemas.openxmlformats.org/officeDocument/2006/relationships/customXml" Target="../ink/ink871.xml"/><Relationship Id="rId137" Type="http://schemas.openxmlformats.org/officeDocument/2006/relationships/image" Target="../media/image9210.png"/><Relationship Id="rId158" Type="http://schemas.openxmlformats.org/officeDocument/2006/relationships/customXml" Target="../ink/ink892.xml"/><Relationship Id="rId20" Type="http://schemas.openxmlformats.org/officeDocument/2006/relationships/customXml" Target="../ink/ink823.xml"/><Relationship Id="rId41" Type="http://schemas.openxmlformats.org/officeDocument/2006/relationships/image" Target="../media/image4410.png"/><Relationship Id="rId62" Type="http://schemas.openxmlformats.org/officeDocument/2006/relationships/customXml" Target="../ink/ink844.xml"/><Relationship Id="rId83" Type="http://schemas.openxmlformats.org/officeDocument/2006/relationships/image" Target="../media/image6510.png"/><Relationship Id="rId179" Type="http://schemas.openxmlformats.org/officeDocument/2006/relationships/image" Target="../media/image11310.png"/><Relationship Id="rId190" Type="http://schemas.openxmlformats.org/officeDocument/2006/relationships/customXml" Target="../ink/ink908.xml"/><Relationship Id="rId204" Type="http://schemas.openxmlformats.org/officeDocument/2006/relationships/customXml" Target="../ink/ink915.xml"/><Relationship Id="rId225" Type="http://schemas.openxmlformats.org/officeDocument/2006/relationships/image" Target="../media/image1360.png"/><Relationship Id="rId246" Type="http://schemas.openxmlformats.org/officeDocument/2006/relationships/customXml" Target="../ink/ink936.xml"/><Relationship Id="rId106" Type="http://schemas.openxmlformats.org/officeDocument/2006/relationships/customXml" Target="../ink/ink866.xml"/><Relationship Id="rId127" Type="http://schemas.openxmlformats.org/officeDocument/2006/relationships/image" Target="../media/image8710.png"/><Relationship Id="rId10" Type="http://schemas.openxmlformats.org/officeDocument/2006/relationships/customXml" Target="../ink/ink818.xml"/><Relationship Id="rId31" Type="http://schemas.openxmlformats.org/officeDocument/2006/relationships/image" Target="../media/image3910.png"/><Relationship Id="rId52" Type="http://schemas.openxmlformats.org/officeDocument/2006/relationships/customXml" Target="../ink/ink839.xml"/><Relationship Id="rId73" Type="http://schemas.openxmlformats.org/officeDocument/2006/relationships/image" Target="../media/image6010.png"/><Relationship Id="rId94" Type="http://schemas.openxmlformats.org/officeDocument/2006/relationships/customXml" Target="../ink/ink860.xml"/><Relationship Id="rId148" Type="http://schemas.openxmlformats.org/officeDocument/2006/relationships/customXml" Target="../ink/ink887.xml"/><Relationship Id="rId169" Type="http://schemas.openxmlformats.org/officeDocument/2006/relationships/image" Target="../media/image10810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95.png"/><Relationship Id="rId21" Type="http://schemas.openxmlformats.org/officeDocument/2006/relationships/image" Target="../media/image847.png"/><Relationship Id="rId42" Type="http://schemas.openxmlformats.org/officeDocument/2006/relationships/customXml" Target="../ink/ink959.xml"/><Relationship Id="rId63" Type="http://schemas.openxmlformats.org/officeDocument/2006/relationships/image" Target="../media/image868.png"/><Relationship Id="rId84" Type="http://schemas.openxmlformats.org/officeDocument/2006/relationships/customXml" Target="../ink/ink980.xml"/><Relationship Id="rId138" Type="http://schemas.openxmlformats.org/officeDocument/2006/relationships/customXml" Target="../ink/ink1007.xml"/><Relationship Id="rId159" Type="http://schemas.openxmlformats.org/officeDocument/2006/relationships/image" Target="../media/image916.png"/><Relationship Id="rId170" Type="http://schemas.openxmlformats.org/officeDocument/2006/relationships/customXml" Target="../ink/ink1023.xml"/><Relationship Id="rId191" Type="http://schemas.openxmlformats.org/officeDocument/2006/relationships/image" Target="../media/image932.png"/><Relationship Id="rId205" Type="http://schemas.openxmlformats.org/officeDocument/2006/relationships/image" Target="../media/image939.png"/><Relationship Id="rId107" Type="http://schemas.openxmlformats.org/officeDocument/2006/relationships/image" Target="../media/image890.png"/><Relationship Id="rId11" Type="http://schemas.openxmlformats.org/officeDocument/2006/relationships/image" Target="../media/image842.png"/><Relationship Id="rId32" Type="http://schemas.openxmlformats.org/officeDocument/2006/relationships/customXml" Target="../ink/ink954.xml"/><Relationship Id="rId53" Type="http://schemas.openxmlformats.org/officeDocument/2006/relationships/image" Target="../media/image863.png"/><Relationship Id="rId74" Type="http://schemas.openxmlformats.org/officeDocument/2006/relationships/customXml" Target="../ink/ink975.xml"/><Relationship Id="rId128" Type="http://schemas.openxmlformats.org/officeDocument/2006/relationships/customXml" Target="../ink/ink1002.xml"/><Relationship Id="rId149" Type="http://schemas.openxmlformats.org/officeDocument/2006/relationships/image" Target="../media/image911.png"/><Relationship Id="rId5" Type="http://schemas.openxmlformats.org/officeDocument/2006/relationships/image" Target="../media/image839.png"/><Relationship Id="rId95" Type="http://schemas.openxmlformats.org/officeDocument/2006/relationships/image" Target="../media/image884.png"/><Relationship Id="rId160" Type="http://schemas.openxmlformats.org/officeDocument/2006/relationships/customXml" Target="../ink/ink1018.xml"/><Relationship Id="rId181" Type="http://schemas.openxmlformats.org/officeDocument/2006/relationships/image" Target="../media/image927.png"/><Relationship Id="rId22" Type="http://schemas.openxmlformats.org/officeDocument/2006/relationships/customXml" Target="../ink/ink949.xml"/><Relationship Id="rId43" Type="http://schemas.openxmlformats.org/officeDocument/2006/relationships/image" Target="../media/image858.png"/><Relationship Id="rId64" Type="http://schemas.openxmlformats.org/officeDocument/2006/relationships/customXml" Target="../ink/ink970.xml"/><Relationship Id="rId118" Type="http://schemas.openxmlformats.org/officeDocument/2006/relationships/customXml" Target="../ink/ink997.xml"/><Relationship Id="rId139" Type="http://schemas.openxmlformats.org/officeDocument/2006/relationships/image" Target="../media/image906.png"/><Relationship Id="rId85" Type="http://schemas.openxmlformats.org/officeDocument/2006/relationships/image" Target="../media/image879.png"/><Relationship Id="rId150" Type="http://schemas.openxmlformats.org/officeDocument/2006/relationships/customXml" Target="../ink/ink1013.xml"/><Relationship Id="rId171" Type="http://schemas.openxmlformats.org/officeDocument/2006/relationships/image" Target="../media/image922.png"/><Relationship Id="rId192" Type="http://schemas.openxmlformats.org/officeDocument/2006/relationships/customXml" Target="../ink/ink1034.xml"/><Relationship Id="rId206" Type="http://schemas.openxmlformats.org/officeDocument/2006/relationships/customXml" Target="../ink/ink1041.xml"/><Relationship Id="rId12" Type="http://schemas.openxmlformats.org/officeDocument/2006/relationships/customXml" Target="../ink/ink944.xml"/><Relationship Id="rId33" Type="http://schemas.openxmlformats.org/officeDocument/2006/relationships/image" Target="../media/image853.png"/><Relationship Id="rId108" Type="http://schemas.openxmlformats.org/officeDocument/2006/relationships/customXml" Target="../ink/ink992.xml"/><Relationship Id="rId129" Type="http://schemas.openxmlformats.org/officeDocument/2006/relationships/image" Target="../media/image901.png"/><Relationship Id="rId54" Type="http://schemas.openxmlformats.org/officeDocument/2006/relationships/customXml" Target="../ink/ink965.xml"/><Relationship Id="rId75" Type="http://schemas.openxmlformats.org/officeDocument/2006/relationships/image" Target="../media/image874.png"/><Relationship Id="rId96" Type="http://schemas.openxmlformats.org/officeDocument/2006/relationships/customXml" Target="../ink/ink986.xml"/><Relationship Id="rId140" Type="http://schemas.openxmlformats.org/officeDocument/2006/relationships/customXml" Target="../ink/ink1008.xml"/><Relationship Id="rId161" Type="http://schemas.openxmlformats.org/officeDocument/2006/relationships/image" Target="../media/image917.png"/><Relationship Id="rId182" Type="http://schemas.openxmlformats.org/officeDocument/2006/relationships/customXml" Target="../ink/ink1029.xml"/><Relationship Id="rId6" Type="http://schemas.openxmlformats.org/officeDocument/2006/relationships/customXml" Target="../ink/ink941.xml"/><Relationship Id="rId23" Type="http://schemas.openxmlformats.org/officeDocument/2006/relationships/image" Target="../media/image848.png"/><Relationship Id="rId119" Type="http://schemas.openxmlformats.org/officeDocument/2006/relationships/image" Target="../media/image896.png"/><Relationship Id="rId44" Type="http://schemas.openxmlformats.org/officeDocument/2006/relationships/customXml" Target="../ink/ink960.xml"/><Relationship Id="rId65" Type="http://schemas.openxmlformats.org/officeDocument/2006/relationships/image" Target="../media/image869.png"/><Relationship Id="rId86" Type="http://schemas.openxmlformats.org/officeDocument/2006/relationships/customXml" Target="../ink/ink981.xml"/><Relationship Id="rId130" Type="http://schemas.openxmlformats.org/officeDocument/2006/relationships/customXml" Target="../ink/ink1003.xml"/><Relationship Id="rId151" Type="http://schemas.openxmlformats.org/officeDocument/2006/relationships/image" Target="../media/image912.png"/><Relationship Id="rId172" Type="http://schemas.openxmlformats.org/officeDocument/2006/relationships/customXml" Target="../ink/ink1024.xml"/><Relationship Id="rId193" Type="http://schemas.openxmlformats.org/officeDocument/2006/relationships/image" Target="../media/image933.png"/><Relationship Id="rId207" Type="http://schemas.openxmlformats.org/officeDocument/2006/relationships/image" Target="../media/image940.png"/><Relationship Id="rId13" Type="http://schemas.openxmlformats.org/officeDocument/2006/relationships/image" Target="../media/image843.png"/><Relationship Id="rId109" Type="http://schemas.openxmlformats.org/officeDocument/2006/relationships/image" Target="../media/image891.png"/><Relationship Id="rId34" Type="http://schemas.openxmlformats.org/officeDocument/2006/relationships/customXml" Target="../ink/ink955.xml"/><Relationship Id="rId55" Type="http://schemas.openxmlformats.org/officeDocument/2006/relationships/image" Target="../media/image864.png"/><Relationship Id="rId76" Type="http://schemas.openxmlformats.org/officeDocument/2006/relationships/customXml" Target="../ink/ink976.xml"/><Relationship Id="rId97" Type="http://schemas.openxmlformats.org/officeDocument/2006/relationships/image" Target="../media/image885.png"/><Relationship Id="rId120" Type="http://schemas.openxmlformats.org/officeDocument/2006/relationships/customXml" Target="../ink/ink998.xml"/><Relationship Id="rId141" Type="http://schemas.openxmlformats.org/officeDocument/2006/relationships/image" Target="../media/image907.png"/><Relationship Id="rId7" Type="http://schemas.openxmlformats.org/officeDocument/2006/relationships/image" Target="../media/image840.png"/><Relationship Id="rId162" Type="http://schemas.openxmlformats.org/officeDocument/2006/relationships/customXml" Target="../ink/ink1019.xml"/><Relationship Id="rId183" Type="http://schemas.openxmlformats.org/officeDocument/2006/relationships/image" Target="../media/image928.png"/><Relationship Id="rId24" Type="http://schemas.openxmlformats.org/officeDocument/2006/relationships/customXml" Target="../ink/ink950.xml"/><Relationship Id="rId45" Type="http://schemas.openxmlformats.org/officeDocument/2006/relationships/image" Target="../media/image859.png"/><Relationship Id="rId66" Type="http://schemas.openxmlformats.org/officeDocument/2006/relationships/customXml" Target="../ink/ink971.xml"/><Relationship Id="rId87" Type="http://schemas.openxmlformats.org/officeDocument/2006/relationships/image" Target="../media/image880.png"/><Relationship Id="rId110" Type="http://schemas.openxmlformats.org/officeDocument/2006/relationships/customXml" Target="../ink/ink993.xml"/><Relationship Id="rId131" Type="http://schemas.openxmlformats.org/officeDocument/2006/relationships/image" Target="../media/image902.png"/><Relationship Id="rId152" Type="http://schemas.openxmlformats.org/officeDocument/2006/relationships/customXml" Target="../ink/ink1014.xml"/><Relationship Id="rId173" Type="http://schemas.openxmlformats.org/officeDocument/2006/relationships/image" Target="../media/image923.png"/><Relationship Id="rId194" Type="http://schemas.openxmlformats.org/officeDocument/2006/relationships/customXml" Target="../ink/ink1035.xml"/><Relationship Id="rId208" Type="http://schemas.openxmlformats.org/officeDocument/2006/relationships/customXml" Target="../ink/ink1042.xml"/><Relationship Id="rId19" Type="http://schemas.openxmlformats.org/officeDocument/2006/relationships/image" Target="../media/image846.png"/><Relationship Id="rId14" Type="http://schemas.openxmlformats.org/officeDocument/2006/relationships/customXml" Target="../ink/ink945.xml"/><Relationship Id="rId30" Type="http://schemas.openxmlformats.org/officeDocument/2006/relationships/customXml" Target="../ink/ink953.xml"/><Relationship Id="rId35" Type="http://schemas.openxmlformats.org/officeDocument/2006/relationships/image" Target="../media/image854.png"/><Relationship Id="rId56" Type="http://schemas.openxmlformats.org/officeDocument/2006/relationships/customXml" Target="../ink/ink966.xml"/><Relationship Id="rId77" Type="http://schemas.openxmlformats.org/officeDocument/2006/relationships/image" Target="../media/image875.png"/><Relationship Id="rId100" Type="http://schemas.openxmlformats.org/officeDocument/2006/relationships/customXml" Target="../ink/ink988.xml"/><Relationship Id="rId105" Type="http://schemas.openxmlformats.org/officeDocument/2006/relationships/image" Target="../media/image889.png"/><Relationship Id="rId126" Type="http://schemas.openxmlformats.org/officeDocument/2006/relationships/customXml" Target="../ink/ink1001.xml"/><Relationship Id="rId147" Type="http://schemas.openxmlformats.org/officeDocument/2006/relationships/image" Target="../media/image910.png"/><Relationship Id="rId168" Type="http://schemas.openxmlformats.org/officeDocument/2006/relationships/customXml" Target="../ink/ink1022.xml"/><Relationship Id="rId8" Type="http://schemas.openxmlformats.org/officeDocument/2006/relationships/customXml" Target="../ink/ink942.xml"/><Relationship Id="rId51" Type="http://schemas.openxmlformats.org/officeDocument/2006/relationships/image" Target="../media/image862.png"/><Relationship Id="rId72" Type="http://schemas.openxmlformats.org/officeDocument/2006/relationships/customXml" Target="../ink/ink974.xml"/><Relationship Id="rId93" Type="http://schemas.openxmlformats.org/officeDocument/2006/relationships/image" Target="../media/image883.png"/><Relationship Id="rId98" Type="http://schemas.openxmlformats.org/officeDocument/2006/relationships/customXml" Target="../ink/ink987.xml"/><Relationship Id="rId121" Type="http://schemas.openxmlformats.org/officeDocument/2006/relationships/image" Target="../media/image897.png"/><Relationship Id="rId142" Type="http://schemas.openxmlformats.org/officeDocument/2006/relationships/customXml" Target="../ink/ink1009.xml"/><Relationship Id="rId163" Type="http://schemas.openxmlformats.org/officeDocument/2006/relationships/image" Target="../media/image918.png"/><Relationship Id="rId184" Type="http://schemas.openxmlformats.org/officeDocument/2006/relationships/customXml" Target="../ink/ink1030.xml"/><Relationship Id="rId189" Type="http://schemas.openxmlformats.org/officeDocument/2006/relationships/image" Target="../media/image931.png"/><Relationship Id="rId3" Type="http://schemas.openxmlformats.org/officeDocument/2006/relationships/image" Target="../media/image838.png"/><Relationship Id="rId214" Type="http://schemas.openxmlformats.org/officeDocument/2006/relationships/customXml" Target="../ink/ink1045.xml"/><Relationship Id="rId25" Type="http://schemas.openxmlformats.org/officeDocument/2006/relationships/image" Target="../media/image849.png"/><Relationship Id="rId46" Type="http://schemas.openxmlformats.org/officeDocument/2006/relationships/customXml" Target="../ink/ink961.xml"/><Relationship Id="rId67" Type="http://schemas.openxmlformats.org/officeDocument/2006/relationships/image" Target="../media/image870.png"/><Relationship Id="rId116" Type="http://schemas.openxmlformats.org/officeDocument/2006/relationships/customXml" Target="../ink/ink996.xml"/><Relationship Id="rId137" Type="http://schemas.openxmlformats.org/officeDocument/2006/relationships/image" Target="../media/image905.png"/><Relationship Id="rId158" Type="http://schemas.openxmlformats.org/officeDocument/2006/relationships/customXml" Target="../ink/ink1017.xml"/><Relationship Id="rId20" Type="http://schemas.openxmlformats.org/officeDocument/2006/relationships/customXml" Target="../ink/ink948.xml"/><Relationship Id="rId41" Type="http://schemas.openxmlformats.org/officeDocument/2006/relationships/image" Target="../media/image857.png"/><Relationship Id="rId62" Type="http://schemas.openxmlformats.org/officeDocument/2006/relationships/customXml" Target="../ink/ink969.xml"/><Relationship Id="rId83" Type="http://schemas.openxmlformats.org/officeDocument/2006/relationships/image" Target="../media/image878.png"/><Relationship Id="rId88" Type="http://schemas.openxmlformats.org/officeDocument/2006/relationships/customXml" Target="../ink/ink982.xml"/><Relationship Id="rId111" Type="http://schemas.openxmlformats.org/officeDocument/2006/relationships/image" Target="../media/image892.png"/><Relationship Id="rId132" Type="http://schemas.openxmlformats.org/officeDocument/2006/relationships/customXml" Target="../ink/ink1004.xml"/><Relationship Id="rId153" Type="http://schemas.openxmlformats.org/officeDocument/2006/relationships/image" Target="../media/image913.png"/><Relationship Id="rId174" Type="http://schemas.openxmlformats.org/officeDocument/2006/relationships/customXml" Target="../ink/ink1025.xml"/><Relationship Id="rId179" Type="http://schemas.openxmlformats.org/officeDocument/2006/relationships/image" Target="../media/image926.png"/><Relationship Id="rId195" Type="http://schemas.openxmlformats.org/officeDocument/2006/relationships/image" Target="../media/image934.png"/><Relationship Id="rId209" Type="http://schemas.openxmlformats.org/officeDocument/2006/relationships/image" Target="../media/image941.png"/><Relationship Id="rId190" Type="http://schemas.openxmlformats.org/officeDocument/2006/relationships/customXml" Target="../ink/ink1033.xml"/><Relationship Id="rId204" Type="http://schemas.openxmlformats.org/officeDocument/2006/relationships/customXml" Target="../ink/ink1040.xml"/><Relationship Id="rId15" Type="http://schemas.openxmlformats.org/officeDocument/2006/relationships/image" Target="../media/image844.png"/><Relationship Id="rId36" Type="http://schemas.openxmlformats.org/officeDocument/2006/relationships/customXml" Target="../ink/ink956.xml"/><Relationship Id="rId57" Type="http://schemas.openxmlformats.org/officeDocument/2006/relationships/image" Target="../media/image865.png"/><Relationship Id="rId106" Type="http://schemas.openxmlformats.org/officeDocument/2006/relationships/customXml" Target="../ink/ink991.xml"/><Relationship Id="rId127" Type="http://schemas.openxmlformats.org/officeDocument/2006/relationships/image" Target="../media/image900.png"/><Relationship Id="rId10" Type="http://schemas.openxmlformats.org/officeDocument/2006/relationships/customXml" Target="../ink/ink943.xml"/><Relationship Id="rId31" Type="http://schemas.openxmlformats.org/officeDocument/2006/relationships/image" Target="../media/image852.png"/><Relationship Id="rId52" Type="http://schemas.openxmlformats.org/officeDocument/2006/relationships/customXml" Target="../ink/ink964.xml"/><Relationship Id="rId73" Type="http://schemas.openxmlformats.org/officeDocument/2006/relationships/image" Target="../media/image873.png"/><Relationship Id="rId78" Type="http://schemas.openxmlformats.org/officeDocument/2006/relationships/customXml" Target="../ink/ink977.xml"/><Relationship Id="rId94" Type="http://schemas.openxmlformats.org/officeDocument/2006/relationships/customXml" Target="../ink/ink985.xml"/><Relationship Id="rId99" Type="http://schemas.openxmlformats.org/officeDocument/2006/relationships/image" Target="../media/image886.png"/><Relationship Id="rId101" Type="http://schemas.openxmlformats.org/officeDocument/2006/relationships/image" Target="../media/image887.png"/><Relationship Id="rId122" Type="http://schemas.openxmlformats.org/officeDocument/2006/relationships/customXml" Target="../ink/ink999.xml"/><Relationship Id="rId143" Type="http://schemas.openxmlformats.org/officeDocument/2006/relationships/image" Target="../media/image908.png"/><Relationship Id="rId148" Type="http://schemas.openxmlformats.org/officeDocument/2006/relationships/customXml" Target="../ink/ink1012.xml"/><Relationship Id="rId164" Type="http://schemas.openxmlformats.org/officeDocument/2006/relationships/customXml" Target="../ink/ink1020.xml"/><Relationship Id="rId169" Type="http://schemas.openxmlformats.org/officeDocument/2006/relationships/image" Target="../media/image921.png"/><Relationship Id="rId185" Type="http://schemas.openxmlformats.org/officeDocument/2006/relationships/image" Target="../media/image929.png"/><Relationship Id="rId4" Type="http://schemas.openxmlformats.org/officeDocument/2006/relationships/customXml" Target="../ink/ink940.xml"/><Relationship Id="rId9" Type="http://schemas.openxmlformats.org/officeDocument/2006/relationships/image" Target="../media/image841.png"/><Relationship Id="rId180" Type="http://schemas.openxmlformats.org/officeDocument/2006/relationships/customXml" Target="../ink/ink1028.xml"/><Relationship Id="rId210" Type="http://schemas.openxmlformats.org/officeDocument/2006/relationships/customXml" Target="../ink/ink1043.xml"/><Relationship Id="rId215" Type="http://schemas.openxmlformats.org/officeDocument/2006/relationships/image" Target="../media/image944.png"/><Relationship Id="rId26" Type="http://schemas.openxmlformats.org/officeDocument/2006/relationships/customXml" Target="../ink/ink951.xml"/><Relationship Id="rId47" Type="http://schemas.openxmlformats.org/officeDocument/2006/relationships/image" Target="../media/image860.png"/><Relationship Id="rId68" Type="http://schemas.openxmlformats.org/officeDocument/2006/relationships/customXml" Target="../ink/ink972.xml"/><Relationship Id="rId89" Type="http://schemas.openxmlformats.org/officeDocument/2006/relationships/image" Target="../media/image881.png"/><Relationship Id="rId112" Type="http://schemas.openxmlformats.org/officeDocument/2006/relationships/customXml" Target="../ink/ink994.xml"/><Relationship Id="rId133" Type="http://schemas.openxmlformats.org/officeDocument/2006/relationships/image" Target="../media/image903.png"/><Relationship Id="rId154" Type="http://schemas.openxmlformats.org/officeDocument/2006/relationships/customXml" Target="../ink/ink1015.xml"/><Relationship Id="rId175" Type="http://schemas.openxmlformats.org/officeDocument/2006/relationships/image" Target="../media/image924.png"/><Relationship Id="rId196" Type="http://schemas.openxmlformats.org/officeDocument/2006/relationships/customXml" Target="../ink/ink1036.xml"/><Relationship Id="rId200" Type="http://schemas.openxmlformats.org/officeDocument/2006/relationships/customXml" Target="../ink/ink1038.xml"/><Relationship Id="rId16" Type="http://schemas.openxmlformats.org/officeDocument/2006/relationships/customXml" Target="../ink/ink946.xml"/><Relationship Id="rId37" Type="http://schemas.openxmlformats.org/officeDocument/2006/relationships/image" Target="../media/image855.png"/><Relationship Id="rId58" Type="http://schemas.openxmlformats.org/officeDocument/2006/relationships/customXml" Target="../ink/ink967.xml"/><Relationship Id="rId79" Type="http://schemas.openxmlformats.org/officeDocument/2006/relationships/image" Target="../media/image876.png"/><Relationship Id="rId102" Type="http://schemas.openxmlformats.org/officeDocument/2006/relationships/customXml" Target="../ink/ink989.xml"/><Relationship Id="rId123" Type="http://schemas.openxmlformats.org/officeDocument/2006/relationships/image" Target="../media/image898.png"/><Relationship Id="rId144" Type="http://schemas.openxmlformats.org/officeDocument/2006/relationships/customXml" Target="../ink/ink1010.xml"/><Relationship Id="rId90" Type="http://schemas.openxmlformats.org/officeDocument/2006/relationships/customXml" Target="../ink/ink983.xml"/><Relationship Id="rId165" Type="http://schemas.openxmlformats.org/officeDocument/2006/relationships/image" Target="../media/image919.png"/><Relationship Id="rId186" Type="http://schemas.openxmlformats.org/officeDocument/2006/relationships/customXml" Target="../ink/ink1031.xml"/><Relationship Id="rId211" Type="http://schemas.openxmlformats.org/officeDocument/2006/relationships/image" Target="../media/image942.png"/><Relationship Id="rId27" Type="http://schemas.openxmlformats.org/officeDocument/2006/relationships/image" Target="../media/image850.png"/><Relationship Id="rId48" Type="http://schemas.openxmlformats.org/officeDocument/2006/relationships/customXml" Target="../ink/ink962.xml"/><Relationship Id="rId69" Type="http://schemas.openxmlformats.org/officeDocument/2006/relationships/image" Target="../media/image871.png"/><Relationship Id="rId113" Type="http://schemas.openxmlformats.org/officeDocument/2006/relationships/image" Target="../media/image893.png"/><Relationship Id="rId134" Type="http://schemas.openxmlformats.org/officeDocument/2006/relationships/customXml" Target="../ink/ink1005.xml"/><Relationship Id="rId80" Type="http://schemas.openxmlformats.org/officeDocument/2006/relationships/customXml" Target="../ink/ink978.xml"/><Relationship Id="rId155" Type="http://schemas.openxmlformats.org/officeDocument/2006/relationships/image" Target="../media/image914.png"/><Relationship Id="rId176" Type="http://schemas.openxmlformats.org/officeDocument/2006/relationships/customXml" Target="../ink/ink1026.xml"/><Relationship Id="rId197" Type="http://schemas.openxmlformats.org/officeDocument/2006/relationships/image" Target="../media/image935.png"/><Relationship Id="rId201" Type="http://schemas.openxmlformats.org/officeDocument/2006/relationships/image" Target="../media/image937.png"/><Relationship Id="rId17" Type="http://schemas.openxmlformats.org/officeDocument/2006/relationships/image" Target="../media/image845.png"/><Relationship Id="rId38" Type="http://schemas.openxmlformats.org/officeDocument/2006/relationships/customXml" Target="../ink/ink957.xml"/><Relationship Id="rId59" Type="http://schemas.openxmlformats.org/officeDocument/2006/relationships/image" Target="../media/image866.png"/><Relationship Id="rId103" Type="http://schemas.openxmlformats.org/officeDocument/2006/relationships/image" Target="../media/image888.png"/><Relationship Id="rId124" Type="http://schemas.openxmlformats.org/officeDocument/2006/relationships/customXml" Target="../ink/ink1000.xml"/><Relationship Id="rId70" Type="http://schemas.openxmlformats.org/officeDocument/2006/relationships/customXml" Target="../ink/ink973.xml"/><Relationship Id="rId91" Type="http://schemas.openxmlformats.org/officeDocument/2006/relationships/image" Target="../media/image882.png"/><Relationship Id="rId145" Type="http://schemas.openxmlformats.org/officeDocument/2006/relationships/image" Target="../media/image909.png"/><Relationship Id="rId166" Type="http://schemas.openxmlformats.org/officeDocument/2006/relationships/customXml" Target="../ink/ink1021.xml"/><Relationship Id="rId187" Type="http://schemas.openxmlformats.org/officeDocument/2006/relationships/image" Target="../media/image93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44.xml"/><Relationship Id="rId28" Type="http://schemas.openxmlformats.org/officeDocument/2006/relationships/customXml" Target="../ink/ink952.xml"/><Relationship Id="rId49" Type="http://schemas.openxmlformats.org/officeDocument/2006/relationships/image" Target="../media/image861.png"/><Relationship Id="rId114" Type="http://schemas.openxmlformats.org/officeDocument/2006/relationships/customXml" Target="../ink/ink995.xml"/><Relationship Id="rId60" Type="http://schemas.openxmlformats.org/officeDocument/2006/relationships/customXml" Target="../ink/ink968.xml"/><Relationship Id="rId81" Type="http://schemas.openxmlformats.org/officeDocument/2006/relationships/image" Target="../media/image877.png"/><Relationship Id="rId135" Type="http://schemas.openxmlformats.org/officeDocument/2006/relationships/image" Target="../media/image904.png"/><Relationship Id="rId156" Type="http://schemas.openxmlformats.org/officeDocument/2006/relationships/customXml" Target="../ink/ink1016.xml"/><Relationship Id="rId177" Type="http://schemas.openxmlformats.org/officeDocument/2006/relationships/image" Target="../media/image925.png"/><Relationship Id="rId198" Type="http://schemas.openxmlformats.org/officeDocument/2006/relationships/customXml" Target="../ink/ink1037.xml"/><Relationship Id="rId202" Type="http://schemas.openxmlformats.org/officeDocument/2006/relationships/customXml" Target="../ink/ink1039.xml"/><Relationship Id="rId18" Type="http://schemas.openxmlformats.org/officeDocument/2006/relationships/customXml" Target="../ink/ink947.xml"/><Relationship Id="rId39" Type="http://schemas.openxmlformats.org/officeDocument/2006/relationships/image" Target="../media/image856.png"/><Relationship Id="rId50" Type="http://schemas.openxmlformats.org/officeDocument/2006/relationships/customXml" Target="../ink/ink963.xml"/><Relationship Id="rId104" Type="http://schemas.openxmlformats.org/officeDocument/2006/relationships/customXml" Target="../ink/ink990.xml"/><Relationship Id="rId125" Type="http://schemas.openxmlformats.org/officeDocument/2006/relationships/image" Target="../media/image899.png"/><Relationship Id="rId146" Type="http://schemas.openxmlformats.org/officeDocument/2006/relationships/customXml" Target="../ink/ink1011.xml"/><Relationship Id="rId167" Type="http://schemas.openxmlformats.org/officeDocument/2006/relationships/image" Target="../media/image920.png"/><Relationship Id="rId188" Type="http://schemas.openxmlformats.org/officeDocument/2006/relationships/customXml" Target="../ink/ink1032.xml"/><Relationship Id="rId71" Type="http://schemas.openxmlformats.org/officeDocument/2006/relationships/image" Target="../media/image872.png"/><Relationship Id="rId92" Type="http://schemas.openxmlformats.org/officeDocument/2006/relationships/customXml" Target="../ink/ink984.xml"/><Relationship Id="rId213" Type="http://schemas.openxmlformats.org/officeDocument/2006/relationships/image" Target="../media/image943.png"/><Relationship Id="rId2" Type="http://schemas.openxmlformats.org/officeDocument/2006/relationships/customXml" Target="../ink/ink939.xml"/><Relationship Id="rId29" Type="http://schemas.openxmlformats.org/officeDocument/2006/relationships/image" Target="../media/image851.png"/><Relationship Id="rId40" Type="http://schemas.openxmlformats.org/officeDocument/2006/relationships/customXml" Target="../ink/ink958.xml"/><Relationship Id="rId115" Type="http://schemas.openxmlformats.org/officeDocument/2006/relationships/image" Target="../media/image894.png"/><Relationship Id="rId136" Type="http://schemas.openxmlformats.org/officeDocument/2006/relationships/customXml" Target="../ink/ink1006.xml"/><Relationship Id="rId157" Type="http://schemas.openxmlformats.org/officeDocument/2006/relationships/image" Target="../media/image915.png"/><Relationship Id="rId178" Type="http://schemas.openxmlformats.org/officeDocument/2006/relationships/customXml" Target="../ink/ink1027.xml"/><Relationship Id="rId61" Type="http://schemas.openxmlformats.org/officeDocument/2006/relationships/image" Target="../media/image867.png"/><Relationship Id="rId82" Type="http://schemas.openxmlformats.org/officeDocument/2006/relationships/customXml" Target="../ink/ink979.xml"/><Relationship Id="rId199" Type="http://schemas.openxmlformats.org/officeDocument/2006/relationships/image" Target="../media/image936.png"/><Relationship Id="rId203" Type="http://schemas.openxmlformats.org/officeDocument/2006/relationships/image" Target="../media/image938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60.png"/><Relationship Id="rId299" Type="http://schemas.openxmlformats.org/officeDocument/2006/relationships/image" Target="../media/image987.png"/><Relationship Id="rId21" Type="http://schemas.openxmlformats.org/officeDocument/2006/relationships/image" Target="../media/image1590.png"/><Relationship Id="rId63" Type="http://schemas.openxmlformats.org/officeDocument/2006/relationships/image" Target="../media/image1790.png"/><Relationship Id="rId159" Type="http://schemas.openxmlformats.org/officeDocument/2006/relationships/image" Target="../media/image2270.png"/><Relationship Id="rId324" Type="http://schemas.openxmlformats.org/officeDocument/2006/relationships/customXml" Target="../ink/ink1207.xml"/><Relationship Id="rId170" Type="http://schemas.openxmlformats.org/officeDocument/2006/relationships/customXml" Target="../ink/ink1130.xml"/><Relationship Id="rId226" Type="http://schemas.openxmlformats.org/officeDocument/2006/relationships/customXml" Target="../ink/ink1158.xml"/><Relationship Id="rId268" Type="http://schemas.openxmlformats.org/officeDocument/2006/relationships/customXml" Target="../ink/ink1179.xml"/><Relationship Id="rId32" Type="http://schemas.openxmlformats.org/officeDocument/2006/relationships/customXml" Target="../ink/ink1061.xml"/><Relationship Id="rId74" Type="http://schemas.openxmlformats.org/officeDocument/2006/relationships/customXml" Target="../ink/ink1082.xml"/><Relationship Id="rId128" Type="http://schemas.openxmlformats.org/officeDocument/2006/relationships/customXml" Target="../ink/ink1109.xml"/><Relationship Id="rId5" Type="http://schemas.openxmlformats.org/officeDocument/2006/relationships/image" Target="../media/image1510.png"/><Relationship Id="rId181" Type="http://schemas.openxmlformats.org/officeDocument/2006/relationships/image" Target="../media/image2380.png"/><Relationship Id="rId237" Type="http://schemas.openxmlformats.org/officeDocument/2006/relationships/image" Target="../media/image956.png"/><Relationship Id="rId279" Type="http://schemas.openxmlformats.org/officeDocument/2006/relationships/image" Target="../media/image977.png"/><Relationship Id="rId43" Type="http://schemas.openxmlformats.org/officeDocument/2006/relationships/image" Target="../media/image1690.png"/><Relationship Id="rId139" Type="http://schemas.openxmlformats.org/officeDocument/2006/relationships/image" Target="../media/image2170.png"/><Relationship Id="rId290" Type="http://schemas.openxmlformats.org/officeDocument/2006/relationships/customXml" Target="../ink/ink1190.xml"/><Relationship Id="rId304" Type="http://schemas.openxmlformats.org/officeDocument/2006/relationships/customXml" Target="../ink/ink1197.xml"/><Relationship Id="rId85" Type="http://schemas.openxmlformats.org/officeDocument/2006/relationships/image" Target="../media/image1900.png"/><Relationship Id="rId150" Type="http://schemas.openxmlformats.org/officeDocument/2006/relationships/customXml" Target="../ink/ink1120.xml"/><Relationship Id="rId192" Type="http://schemas.openxmlformats.org/officeDocument/2006/relationships/customXml" Target="../ink/ink1141.xml"/><Relationship Id="rId206" Type="http://schemas.openxmlformats.org/officeDocument/2006/relationships/customXml" Target="../ink/ink1148.xml"/><Relationship Id="rId248" Type="http://schemas.openxmlformats.org/officeDocument/2006/relationships/customXml" Target="../ink/ink1169.xml"/><Relationship Id="rId12" Type="http://schemas.openxmlformats.org/officeDocument/2006/relationships/customXml" Target="../ink/ink1051.xml"/><Relationship Id="rId108" Type="http://schemas.openxmlformats.org/officeDocument/2006/relationships/customXml" Target="../ink/ink1099.xml"/><Relationship Id="rId315" Type="http://schemas.openxmlformats.org/officeDocument/2006/relationships/image" Target="../media/image995.png"/><Relationship Id="rId54" Type="http://schemas.openxmlformats.org/officeDocument/2006/relationships/customXml" Target="../ink/ink1072.xml"/><Relationship Id="rId96" Type="http://schemas.openxmlformats.org/officeDocument/2006/relationships/customXml" Target="../ink/ink1093.xml"/><Relationship Id="rId161" Type="http://schemas.openxmlformats.org/officeDocument/2006/relationships/image" Target="../media/image2280.png"/><Relationship Id="rId217" Type="http://schemas.openxmlformats.org/officeDocument/2006/relationships/image" Target="../media/image946.png"/><Relationship Id="rId259" Type="http://schemas.openxmlformats.org/officeDocument/2006/relationships/image" Target="../media/image967.png"/><Relationship Id="rId23" Type="http://schemas.openxmlformats.org/officeDocument/2006/relationships/image" Target="../media/image4810.png"/><Relationship Id="rId119" Type="http://schemas.openxmlformats.org/officeDocument/2006/relationships/image" Target="../media/image2070.png"/><Relationship Id="rId270" Type="http://schemas.openxmlformats.org/officeDocument/2006/relationships/customXml" Target="../ink/ink1180.xml"/><Relationship Id="rId326" Type="http://schemas.openxmlformats.org/officeDocument/2006/relationships/customXml" Target="../ink/ink1208.xml"/><Relationship Id="rId65" Type="http://schemas.openxmlformats.org/officeDocument/2006/relationships/image" Target="../media/image1800.png"/><Relationship Id="rId130" Type="http://schemas.openxmlformats.org/officeDocument/2006/relationships/customXml" Target="../ink/ink1110.xml"/><Relationship Id="rId172" Type="http://schemas.openxmlformats.org/officeDocument/2006/relationships/customXml" Target="../ink/ink1131.xml"/><Relationship Id="rId228" Type="http://schemas.openxmlformats.org/officeDocument/2006/relationships/customXml" Target="../ink/ink1159.xml"/><Relationship Id="rId281" Type="http://schemas.openxmlformats.org/officeDocument/2006/relationships/image" Target="../media/image978.png"/><Relationship Id="rId34" Type="http://schemas.openxmlformats.org/officeDocument/2006/relationships/customXml" Target="../ink/ink1062.xml"/><Relationship Id="rId76" Type="http://schemas.openxmlformats.org/officeDocument/2006/relationships/customXml" Target="../ink/ink1083.xml"/><Relationship Id="rId141" Type="http://schemas.openxmlformats.org/officeDocument/2006/relationships/image" Target="../media/image2180.png"/><Relationship Id="rId7" Type="http://schemas.openxmlformats.org/officeDocument/2006/relationships/image" Target="../media/image1520.png"/><Relationship Id="rId162" Type="http://schemas.openxmlformats.org/officeDocument/2006/relationships/customXml" Target="../ink/ink1126.xml"/><Relationship Id="rId183" Type="http://schemas.openxmlformats.org/officeDocument/2006/relationships/image" Target="../media/image2390.png"/><Relationship Id="rId218" Type="http://schemas.openxmlformats.org/officeDocument/2006/relationships/customXml" Target="../ink/ink1154.xml"/><Relationship Id="rId239" Type="http://schemas.openxmlformats.org/officeDocument/2006/relationships/image" Target="../media/image957.png"/><Relationship Id="rId250" Type="http://schemas.openxmlformats.org/officeDocument/2006/relationships/customXml" Target="../ink/ink1170.xml"/><Relationship Id="rId271" Type="http://schemas.openxmlformats.org/officeDocument/2006/relationships/image" Target="../media/image973.png"/><Relationship Id="rId292" Type="http://schemas.openxmlformats.org/officeDocument/2006/relationships/customXml" Target="../ink/ink1191.xml"/><Relationship Id="rId306" Type="http://schemas.openxmlformats.org/officeDocument/2006/relationships/customXml" Target="../ink/ink1198.xml"/><Relationship Id="rId24" Type="http://schemas.openxmlformats.org/officeDocument/2006/relationships/customXml" Target="../ink/ink1057.xml"/><Relationship Id="rId45" Type="http://schemas.openxmlformats.org/officeDocument/2006/relationships/image" Target="../media/image1700.png"/><Relationship Id="rId66" Type="http://schemas.openxmlformats.org/officeDocument/2006/relationships/customXml" Target="../ink/ink1078.xml"/><Relationship Id="rId87" Type="http://schemas.openxmlformats.org/officeDocument/2006/relationships/image" Target="../media/image1910.png"/><Relationship Id="rId110" Type="http://schemas.openxmlformats.org/officeDocument/2006/relationships/customXml" Target="../ink/ink1100.xml"/><Relationship Id="rId131" Type="http://schemas.openxmlformats.org/officeDocument/2006/relationships/image" Target="../media/image2130.png"/><Relationship Id="rId327" Type="http://schemas.openxmlformats.org/officeDocument/2006/relationships/image" Target="../media/image1001.png"/><Relationship Id="rId152" Type="http://schemas.openxmlformats.org/officeDocument/2006/relationships/customXml" Target="../ink/ink1121.xml"/><Relationship Id="rId173" Type="http://schemas.openxmlformats.org/officeDocument/2006/relationships/image" Target="../media/image2340.png"/><Relationship Id="rId194" Type="http://schemas.openxmlformats.org/officeDocument/2006/relationships/customXml" Target="../ink/ink1142.xml"/><Relationship Id="rId208" Type="http://schemas.openxmlformats.org/officeDocument/2006/relationships/customXml" Target="../ink/ink1149.xml"/><Relationship Id="rId229" Type="http://schemas.openxmlformats.org/officeDocument/2006/relationships/image" Target="../media/image952.png"/><Relationship Id="rId240" Type="http://schemas.openxmlformats.org/officeDocument/2006/relationships/customXml" Target="../ink/ink1165.xml"/><Relationship Id="rId261" Type="http://schemas.openxmlformats.org/officeDocument/2006/relationships/image" Target="../media/image968.png"/><Relationship Id="rId14" Type="http://schemas.openxmlformats.org/officeDocument/2006/relationships/customXml" Target="../ink/ink1052.xml"/><Relationship Id="rId35" Type="http://schemas.openxmlformats.org/officeDocument/2006/relationships/image" Target="../media/image1650.png"/><Relationship Id="rId56" Type="http://schemas.openxmlformats.org/officeDocument/2006/relationships/customXml" Target="../ink/ink1073.xml"/><Relationship Id="rId77" Type="http://schemas.openxmlformats.org/officeDocument/2006/relationships/image" Target="../media/image1860.png"/><Relationship Id="rId100" Type="http://schemas.openxmlformats.org/officeDocument/2006/relationships/customXml" Target="../ink/ink1095.xml"/><Relationship Id="rId282" Type="http://schemas.openxmlformats.org/officeDocument/2006/relationships/customXml" Target="../ink/ink1186.xml"/><Relationship Id="rId317" Type="http://schemas.openxmlformats.org/officeDocument/2006/relationships/image" Target="../media/image996.png"/><Relationship Id="rId8" Type="http://schemas.openxmlformats.org/officeDocument/2006/relationships/customXml" Target="../ink/ink1049.xml"/><Relationship Id="rId98" Type="http://schemas.openxmlformats.org/officeDocument/2006/relationships/customXml" Target="../ink/ink1094.xml"/><Relationship Id="rId121" Type="http://schemas.openxmlformats.org/officeDocument/2006/relationships/image" Target="../media/image2080.png"/><Relationship Id="rId142" Type="http://schemas.openxmlformats.org/officeDocument/2006/relationships/customXml" Target="../ink/ink1116.xml"/><Relationship Id="rId163" Type="http://schemas.openxmlformats.org/officeDocument/2006/relationships/image" Target="../media/image2290.png"/><Relationship Id="rId184" Type="http://schemas.openxmlformats.org/officeDocument/2006/relationships/customXml" Target="../ink/ink1137.xml"/><Relationship Id="rId219" Type="http://schemas.openxmlformats.org/officeDocument/2006/relationships/image" Target="../media/image947.png"/><Relationship Id="rId230" Type="http://schemas.openxmlformats.org/officeDocument/2006/relationships/customXml" Target="../ink/ink1160.xml"/><Relationship Id="rId251" Type="http://schemas.openxmlformats.org/officeDocument/2006/relationships/image" Target="../media/image963.png"/><Relationship Id="rId25" Type="http://schemas.openxmlformats.org/officeDocument/2006/relationships/image" Target="../media/image1600.png"/><Relationship Id="rId46" Type="http://schemas.openxmlformats.org/officeDocument/2006/relationships/customXml" Target="../ink/ink1068.xml"/><Relationship Id="rId67" Type="http://schemas.openxmlformats.org/officeDocument/2006/relationships/image" Target="../media/image1810.png"/><Relationship Id="rId272" Type="http://schemas.openxmlformats.org/officeDocument/2006/relationships/customXml" Target="../ink/ink1181.xml"/><Relationship Id="rId293" Type="http://schemas.openxmlformats.org/officeDocument/2006/relationships/image" Target="../media/image984.png"/><Relationship Id="rId307" Type="http://schemas.openxmlformats.org/officeDocument/2006/relationships/image" Target="../media/image991.png"/><Relationship Id="rId88" Type="http://schemas.openxmlformats.org/officeDocument/2006/relationships/customXml" Target="../ink/ink1089.xml"/><Relationship Id="rId111" Type="http://schemas.openxmlformats.org/officeDocument/2006/relationships/image" Target="../media/image2030.png"/><Relationship Id="rId132" Type="http://schemas.openxmlformats.org/officeDocument/2006/relationships/customXml" Target="../ink/ink1111.xml"/><Relationship Id="rId153" Type="http://schemas.openxmlformats.org/officeDocument/2006/relationships/image" Target="../media/image2240.png"/><Relationship Id="rId174" Type="http://schemas.openxmlformats.org/officeDocument/2006/relationships/customXml" Target="../ink/ink1132.xml"/><Relationship Id="rId195" Type="http://schemas.openxmlformats.org/officeDocument/2006/relationships/image" Target="../media/image2450.png"/><Relationship Id="rId209" Type="http://schemas.openxmlformats.org/officeDocument/2006/relationships/image" Target="../media/image2520.png"/><Relationship Id="rId220" Type="http://schemas.openxmlformats.org/officeDocument/2006/relationships/customXml" Target="../ink/ink1155.xml"/><Relationship Id="rId241" Type="http://schemas.openxmlformats.org/officeDocument/2006/relationships/image" Target="../media/image958.png"/><Relationship Id="rId15" Type="http://schemas.openxmlformats.org/officeDocument/2006/relationships/image" Target="../media/image1560.png"/><Relationship Id="rId36" Type="http://schemas.openxmlformats.org/officeDocument/2006/relationships/customXml" Target="../ink/ink1063.xml"/><Relationship Id="rId57" Type="http://schemas.openxmlformats.org/officeDocument/2006/relationships/image" Target="../media/image1760.png"/><Relationship Id="rId262" Type="http://schemas.openxmlformats.org/officeDocument/2006/relationships/customXml" Target="../ink/ink1176.xml"/><Relationship Id="rId283" Type="http://schemas.openxmlformats.org/officeDocument/2006/relationships/image" Target="../media/image979.png"/><Relationship Id="rId318" Type="http://schemas.openxmlformats.org/officeDocument/2006/relationships/customXml" Target="../ink/ink1204.xml"/><Relationship Id="rId78" Type="http://schemas.openxmlformats.org/officeDocument/2006/relationships/customXml" Target="../ink/ink1084.xml"/><Relationship Id="rId99" Type="http://schemas.openxmlformats.org/officeDocument/2006/relationships/image" Target="../media/image1970.png"/><Relationship Id="rId101" Type="http://schemas.openxmlformats.org/officeDocument/2006/relationships/image" Target="../media/image1980.png"/><Relationship Id="rId122" Type="http://schemas.openxmlformats.org/officeDocument/2006/relationships/customXml" Target="../ink/ink1106.xml"/><Relationship Id="rId143" Type="http://schemas.openxmlformats.org/officeDocument/2006/relationships/image" Target="../media/image2190.png"/><Relationship Id="rId164" Type="http://schemas.openxmlformats.org/officeDocument/2006/relationships/customXml" Target="../ink/ink1127.xml"/><Relationship Id="rId185" Type="http://schemas.openxmlformats.org/officeDocument/2006/relationships/image" Target="../media/image2400.png"/><Relationship Id="rId9" Type="http://schemas.openxmlformats.org/officeDocument/2006/relationships/image" Target="../media/image1530.png"/><Relationship Id="rId210" Type="http://schemas.openxmlformats.org/officeDocument/2006/relationships/customXml" Target="../ink/ink1150.xml"/><Relationship Id="rId26" Type="http://schemas.openxmlformats.org/officeDocument/2006/relationships/customXml" Target="../ink/ink1058.xml"/><Relationship Id="rId231" Type="http://schemas.openxmlformats.org/officeDocument/2006/relationships/image" Target="../media/image953.png"/><Relationship Id="rId252" Type="http://schemas.openxmlformats.org/officeDocument/2006/relationships/customXml" Target="../ink/ink1171.xml"/><Relationship Id="rId273" Type="http://schemas.openxmlformats.org/officeDocument/2006/relationships/image" Target="../media/image974.png"/><Relationship Id="rId294" Type="http://schemas.openxmlformats.org/officeDocument/2006/relationships/customXml" Target="../ink/ink1192.xml"/><Relationship Id="rId308" Type="http://schemas.openxmlformats.org/officeDocument/2006/relationships/customXml" Target="../ink/ink1199.xml"/><Relationship Id="rId47" Type="http://schemas.openxmlformats.org/officeDocument/2006/relationships/image" Target="../media/image1710.png"/><Relationship Id="rId68" Type="http://schemas.openxmlformats.org/officeDocument/2006/relationships/customXml" Target="../ink/ink1079.xml"/><Relationship Id="rId89" Type="http://schemas.openxmlformats.org/officeDocument/2006/relationships/image" Target="../media/image1920.png"/><Relationship Id="rId112" Type="http://schemas.openxmlformats.org/officeDocument/2006/relationships/customXml" Target="../ink/ink1101.xml"/><Relationship Id="rId133" Type="http://schemas.openxmlformats.org/officeDocument/2006/relationships/image" Target="../media/image2140.png"/><Relationship Id="rId154" Type="http://schemas.openxmlformats.org/officeDocument/2006/relationships/customXml" Target="../ink/ink1122.xml"/><Relationship Id="rId175" Type="http://schemas.openxmlformats.org/officeDocument/2006/relationships/image" Target="../media/image2350.png"/><Relationship Id="rId196" Type="http://schemas.openxmlformats.org/officeDocument/2006/relationships/customXml" Target="../ink/ink1143.xml"/><Relationship Id="rId200" Type="http://schemas.openxmlformats.org/officeDocument/2006/relationships/customXml" Target="../ink/ink1145.xml"/><Relationship Id="rId16" Type="http://schemas.openxmlformats.org/officeDocument/2006/relationships/customXml" Target="../ink/ink1053.xml"/><Relationship Id="rId221" Type="http://schemas.openxmlformats.org/officeDocument/2006/relationships/image" Target="../media/image948.png"/><Relationship Id="rId242" Type="http://schemas.openxmlformats.org/officeDocument/2006/relationships/customXml" Target="../ink/ink1166.xml"/><Relationship Id="rId263" Type="http://schemas.openxmlformats.org/officeDocument/2006/relationships/image" Target="../media/image969.png"/><Relationship Id="rId284" Type="http://schemas.openxmlformats.org/officeDocument/2006/relationships/customXml" Target="../ink/ink1187.xml"/><Relationship Id="rId319" Type="http://schemas.openxmlformats.org/officeDocument/2006/relationships/image" Target="../media/image997.png"/><Relationship Id="rId37" Type="http://schemas.openxmlformats.org/officeDocument/2006/relationships/image" Target="../media/image1660.png"/><Relationship Id="rId58" Type="http://schemas.openxmlformats.org/officeDocument/2006/relationships/customXml" Target="../ink/ink1074.xml"/><Relationship Id="rId79" Type="http://schemas.openxmlformats.org/officeDocument/2006/relationships/image" Target="../media/image1870.png"/><Relationship Id="rId102" Type="http://schemas.openxmlformats.org/officeDocument/2006/relationships/customXml" Target="../ink/ink1096.xml"/><Relationship Id="rId123" Type="http://schemas.openxmlformats.org/officeDocument/2006/relationships/image" Target="../media/image2090.png"/><Relationship Id="rId144" Type="http://schemas.openxmlformats.org/officeDocument/2006/relationships/customXml" Target="../ink/ink1117.xml"/><Relationship Id="rId90" Type="http://schemas.openxmlformats.org/officeDocument/2006/relationships/customXml" Target="../ink/ink1090.xml"/><Relationship Id="rId165" Type="http://schemas.openxmlformats.org/officeDocument/2006/relationships/image" Target="../media/image2300.png"/><Relationship Id="rId186" Type="http://schemas.openxmlformats.org/officeDocument/2006/relationships/customXml" Target="../ink/ink1138.xml"/><Relationship Id="rId211" Type="http://schemas.openxmlformats.org/officeDocument/2006/relationships/image" Target="../media/image2530.png"/><Relationship Id="rId232" Type="http://schemas.openxmlformats.org/officeDocument/2006/relationships/customXml" Target="../ink/ink1161.xml"/><Relationship Id="rId253" Type="http://schemas.openxmlformats.org/officeDocument/2006/relationships/image" Target="../media/image964.png"/><Relationship Id="rId274" Type="http://schemas.openxmlformats.org/officeDocument/2006/relationships/customXml" Target="../ink/ink1182.xml"/><Relationship Id="rId295" Type="http://schemas.openxmlformats.org/officeDocument/2006/relationships/image" Target="../media/image985.png"/><Relationship Id="rId309" Type="http://schemas.openxmlformats.org/officeDocument/2006/relationships/image" Target="../media/image992.png"/><Relationship Id="rId27" Type="http://schemas.openxmlformats.org/officeDocument/2006/relationships/image" Target="../media/image1610.png"/><Relationship Id="rId48" Type="http://schemas.openxmlformats.org/officeDocument/2006/relationships/customXml" Target="../ink/ink1069.xml"/><Relationship Id="rId69" Type="http://schemas.openxmlformats.org/officeDocument/2006/relationships/image" Target="../media/image1820.png"/><Relationship Id="rId113" Type="http://schemas.openxmlformats.org/officeDocument/2006/relationships/image" Target="../media/image2040.png"/><Relationship Id="rId134" Type="http://schemas.openxmlformats.org/officeDocument/2006/relationships/customXml" Target="../ink/ink1112.xml"/><Relationship Id="rId320" Type="http://schemas.openxmlformats.org/officeDocument/2006/relationships/customXml" Target="../ink/ink1205.xml"/><Relationship Id="rId80" Type="http://schemas.openxmlformats.org/officeDocument/2006/relationships/customXml" Target="../ink/ink1085.xml"/><Relationship Id="rId155" Type="http://schemas.openxmlformats.org/officeDocument/2006/relationships/image" Target="../media/image2250.png"/><Relationship Id="rId176" Type="http://schemas.openxmlformats.org/officeDocument/2006/relationships/customXml" Target="../ink/ink1133.xml"/><Relationship Id="rId197" Type="http://schemas.openxmlformats.org/officeDocument/2006/relationships/image" Target="../media/image2460.png"/><Relationship Id="rId201" Type="http://schemas.openxmlformats.org/officeDocument/2006/relationships/image" Target="../media/image2480.png"/><Relationship Id="rId222" Type="http://schemas.openxmlformats.org/officeDocument/2006/relationships/customXml" Target="../ink/ink1156.xml"/><Relationship Id="rId243" Type="http://schemas.openxmlformats.org/officeDocument/2006/relationships/image" Target="../media/image959.png"/><Relationship Id="rId264" Type="http://schemas.openxmlformats.org/officeDocument/2006/relationships/customXml" Target="../ink/ink1177.xml"/><Relationship Id="rId285" Type="http://schemas.openxmlformats.org/officeDocument/2006/relationships/image" Target="../media/image980.png"/><Relationship Id="rId17" Type="http://schemas.openxmlformats.org/officeDocument/2006/relationships/image" Target="../media/image1570.png"/><Relationship Id="rId38" Type="http://schemas.openxmlformats.org/officeDocument/2006/relationships/customXml" Target="../ink/ink1064.xml"/><Relationship Id="rId59" Type="http://schemas.openxmlformats.org/officeDocument/2006/relationships/image" Target="../media/image1770.png"/><Relationship Id="rId103" Type="http://schemas.openxmlformats.org/officeDocument/2006/relationships/image" Target="../media/image1990.png"/><Relationship Id="rId124" Type="http://schemas.openxmlformats.org/officeDocument/2006/relationships/customXml" Target="../ink/ink1107.xml"/><Relationship Id="rId310" Type="http://schemas.openxmlformats.org/officeDocument/2006/relationships/customXml" Target="../ink/ink1200.xml"/><Relationship Id="rId70" Type="http://schemas.openxmlformats.org/officeDocument/2006/relationships/customXml" Target="../ink/ink1080.xml"/><Relationship Id="rId91" Type="http://schemas.openxmlformats.org/officeDocument/2006/relationships/image" Target="../media/image1930.png"/><Relationship Id="rId145" Type="http://schemas.openxmlformats.org/officeDocument/2006/relationships/image" Target="../media/image2200.png"/><Relationship Id="rId166" Type="http://schemas.openxmlformats.org/officeDocument/2006/relationships/customXml" Target="../ink/ink1128.xml"/><Relationship Id="rId187" Type="http://schemas.openxmlformats.org/officeDocument/2006/relationships/image" Target="../media/image241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151.xml"/><Relationship Id="rId233" Type="http://schemas.openxmlformats.org/officeDocument/2006/relationships/image" Target="../media/image954.png"/><Relationship Id="rId254" Type="http://schemas.openxmlformats.org/officeDocument/2006/relationships/customXml" Target="../ink/ink1172.xml"/><Relationship Id="rId28" Type="http://schemas.openxmlformats.org/officeDocument/2006/relationships/customXml" Target="../ink/ink1059.xml"/><Relationship Id="rId49" Type="http://schemas.openxmlformats.org/officeDocument/2006/relationships/image" Target="../media/image1720.png"/><Relationship Id="rId114" Type="http://schemas.openxmlformats.org/officeDocument/2006/relationships/customXml" Target="../ink/ink1102.xml"/><Relationship Id="rId275" Type="http://schemas.openxmlformats.org/officeDocument/2006/relationships/image" Target="../media/image975.png"/><Relationship Id="rId296" Type="http://schemas.openxmlformats.org/officeDocument/2006/relationships/customXml" Target="../ink/ink1193.xml"/><Relationship Id="rId300" Type="http://schemas.openxmlformats.org/officeDocument/2006/relationships/customXml" Target="../ink/ink1195.xml"/><Relationship Id="rId60" Type="http://schemas.openxmlformats.org/officeDocument/2006/relationships/customXml" Target="../ink/ink1075.xml"/><Relationship Id="rId81" Type="http://schemas.openxmlformats.org/officeDocument/2006/relationships/image" Target="../media/image1880.png"/><Relationship Id="rId135" Type="http://schemas.openxmlformats.org/officeDocument/2006/relationships/image" Target="../media/image2150.png"/><Relationship Id="rId156" Type="http://schemas.openxmlformats.org/officeDocument/2006/relationships/customXml" Target="../ink/ink1123.xml"/><Relationship Id="rId177" Type="http://schemas.openxmlformats.org/officeDocument/2006/relationships/image" Target="../media/image2360.png"/><Relationship Id="rId198" Type="http://schemas.openxmlformats.org/officeDocument/2006/relationships/customXml" Target="../ink/ink1144.xml"/><Relationship Id="rId321" Type="http://schemas.openxmlformats.org/officeDocument/2006/relationships/image" Target="../media/image998.png"/><Relationship Id="rId202" Type="http://schemas.openxmlformats.org/officeDocument/2006/relationships/customXml" Target="../ink/ink1146.xml"/><Relationship Id="rId223" Type="http://schemas.openxmlformats.org/officeDocument/2006/relationships/image" Target="../media/image949.png"/><Relationship Id="rId244" Type="http://schemas.openxmlformats.org/officeDocument/2006/relationships/customXml" Target="../ink/ink1167.xml"/><Relationship Id="rId18" Type="http://schemas.openxmlformats.org/officeDocument/2006/relationships/customXml" Target="../ink/ink1054.xml"/><Relationship Id="rId39" Type="http://schemas.openxmlformats.org/officeDocument/2006/relationships/image" Target="../media/image1670.png"/><Relationship Id="rId265" Type="http://schemas.openxmlformats.org/officeDocument/2006/relationships/image" Target="../media/image970.png"/><Relationship Id="rId286" Type="http://schemas.openxmlformats.org/officeDocument/2006/relationships/customXml" Target="../ink/ink1188.xml"/><Relationship Id="rId50" Type="http://schemas.openxmlformats.org/officeDocument/2006/relationships/customXml" Target="../ink/ink1070.xml"/><Relationship Id="rId104" Type="http://schemas.openxmlformats.org/officeDocument/2006/relationships/customXml" Target="../ink/ink1097.xml"/><Relationship Id="rId125" Type="http://schemas.openxmlformats.org/officeDocument/2006/relationships/image" Target="../media/image2100.png"/><Relationship Id="rId146" Type="http://schemas.openxmlformats.org/officeDocument/2006/relationships/customXml" Target="../ink/ink1118.xml"/><Relationship Id="rId167" Type="http://schemas.openxmlformats.org/officeDocument/2006/relationships/image" Target="../media/image2310.png"/><Relationship Id="rId188" Type="http://schemas.openxmlformats.org/officeDocument/2006/relationships/customXml" Target="../ink/ink1139.xml"/><Relationship Id="rId311" Type="http://schemas.openxmlformats.org/officeDocument/2006/relationships/image" Target="../media/image993.png"/><Relationship Id="rId71" Type="http://schemas.openxmlformats.org/officeDocument/2006/relationships/image" Target="../media/image1830.png"/><Relationship Id="rId92" Type="http://schemas.openxmlformats.org/officeDocument/2006/relationships/customXml" Target="../ink/ink1091.xml"/><Relationship Id="rId213" Type="http://schemas.openxmlformats.org/officeDocument/2006/relationships/image" Target="../media/image2540.png"/><Relationship Id="rId234" Type="http://schemas.openxmlformats.org/officeDocument/2006/relationships/customXml" Target="../ink/ink1162.xml"/><Relationship Id="rId2" Type="http://schemas.openxmlformats.org/officeDocument/2006/relationships/customXml" Target="../ink/ink1046.xml"/><Relationship Id="rId29" Type="http://schemas.openxmlformats.org/officeDocument/2006/relationships/image" Target="../media/image1620.png"/><Relationship Id="rId255" Type="http://schemas.openxmlformats.org/officeDocument/2006/relationships/image" Target="../media/image965.png"/><Relationship Id="rId276" Type="http://schemas.openxmlformats.org/officeDocument/2006/relationships/customXml" Target="../ink/ink1183.xml"/><Relationship Id="rId297" Type="http://schemas.openxmlformats.org/officeDocument/2006/relationships/image" Target="../media/image986.png"/><Relationship Id="rId40" Type="http://schemas.openxmlformats.org/officeDocument/2006/relationships/customXml" Target="../ink/ink1065.xml"/><Relationship Id="rId115" Type="http://schemas.openxmlformats.org/officeDocument/2006/relationships/image" Target="../media/image2050.png"/><Relationship Id="rId136" Type="http://schemas.openxmlformats.org/officeDocument/2006/relationships/customXml" Target="../ink/ink1113.xml"/><Relationship Id="rId157" Type="http://schemas.openxmlformats.org/officeDocument/2006/relationships/image" Target="../media/image2260.png"/><Relationship Id="rId178" Type="http://schemas.openxmlformats.org/officeDocument/2006/relationships/customXml" Target="../ink/ink1134.xml"/><Relationship Id="rId301" Type="http://schemas.openxmlformats.org/officeDocument/2006/relationships/image" Target="../media/image988.png"/><Relationship Id="rId322" Type="http://schemas.openxmlformats.org/officeDocument/2006/relationships/customXml" Target="../ink/ink1206.xml"/><Relationship Id="rId61" Type="http://schemas.openxmlformats.org/officeDocument/2006/relationships/image" Target="../media/image1780.png"/><Relationship Id="rId82" Type="http://schemas.openxmlformats.org/officeDocument/2006/relationships/customXml" Target="../ink/ink1086.xml"/><Relationship Id="rId199" Type="http://schemas.openxmlformats.org/officeDocument/2006/relationships/image" Target="../media/image2470.png"/><Relationship Id="rId203" Type="http://schemas.openxmlformats.org/officeDocument/2006/relationships/image" Target="../media/image2490.png"/><Relationship Id="rId19" Type="http://schemas.openxmlformats.org/officeDocument/2006/relationships/image" Target="../media/image1580.png"/><Relationship Id="rId224" Type="http://schemas.openxmlformats.org/officeDocument/2006/relationships/customXml" Target="../ink/ink1157.xml"/><Relationship Id="rId245" Type="http://schemas.openxmlformats.org/officeDocument/2006/relationships/image" Target="../media/image960.png"/><Relationship Id="rId266" Type="http://schemas.openxmlformats.org/officeDocument/2006/relationships/customXml" Target="../ink/ink1178.xml"/><Relationship Id="rId287" Type="http://schemas.openxmlformats.org/officeDocument/2006/relationships/image" Target="../media/image981.png"/><Relationship Id="rId30" Type="http://schemas.openxmlformats.org/officeDocument/2006/relationships/customXml" Target="../ink/ink1060.xml"/><Relationship Id="rId105" Type="http://schemas.openxmlformats.org/officeDocument/2006/relationships/image" Target="../media/image2000.png"/><Relationship Id="rId126" Type="http://schemas.openxmlformats.org/officeDocument/2006/relationships/customXml" Target="../ink/ink1108.xml"/><Relationship Id="rId147" Type="http://schemas.openxmlformats.org/officeDocument/2006/relationships/image" Target="../media/image2210.png"/><Relationship Id="rId168" Type="http://schemas.openxmlformats.org/officeDocument/2006/relationships/customXml" Target="../ink/ink1129.xml"/><Relationship Id="rId312" Type="http://schemas.openxmlformats.org/officeDocument/2006/relationships/customXml" Target="../ink/ink1201.xml"/><Relationship Id="rId51" Type="http://schemas.openxmlformats.org/officeDocument/2006/relationships/image" Target="../media/image1730.png"/><Relationship Id="rId72" Type="http://schemas.openxmlformats.org/officeDocument/2006/relationships/customXml" Target="../ink/ink1081.xml"/><Relationship Id="rId93" Type="http://schemas.openxmlformats.org/officeDocument/2006/relationships/image" Target="../media/image1940.png"/><Relationship Id="rId189" Type="http://schemas.openxmlformats.org/officeDocument/2006/relationships/image" Target="../media/image2420.png"/><Relationship Id="rId3" Type="http://schemas.openxmlformats.org/officeDocument/2006/relationships/image" Target="../media/image1500.png"/><Relationship Id="rId214" Type="http://schemas.openxmlformats.org/officeDocument/2006/relationships/customXml" Target="../ink/ink1152.xml"/><Relationship Id="rId235" Type="http://schemas.openxmlformats.org/officeDocument/2006/relationships/image" Target="../media/image955.png"/><Relationship Id="rId256" Type="http://schemas.openxmlformats.org/officeDocument/2006/relationships/customXml" Target="../ink/ink1173.xml"/><Relationship Id="rId277" Type="http://schemas.openxmlformats.org/officeDocument/2006/relationships/image" Target="../media/image976.png"/><Relationship Id="rId298" Type="http://schemas.openxmlformats.org/officeDocument/2006/relationships/customXml" Target="../ink/ink1194.xml"/><Relationship Id="rId116" Type="http://schemas.openxmlformats.org/officeDocument/2006/relationships/customXml" Target="../ink/ink1103.xml"/><Relationship Id="rId137" Type="http://schemas.openxmlformats.org/officeDocument/2006/relationships/image" Target="../media/image2160.png"/><Relationship Id="rId158" Type="http://schemas.openxmlformats.org/officeDocument/2006/relationships/customXml" Target="../ink/ink1124.xml"/><Relationship Id="rId302" Type="http://schemas.openxmlformats.org/officeDocument/2006/relationships/customXml" Target="../ink/ink1196.xml"/><Relationship Id="rId323" Type="http://schemas.openxmlformats.org/officeDocument/2006/relationships/image" Target="../media/image999.png"/><Relationship Id="rId20" Type="http://schemas.openxmlformats.org/officeDocument/2006/relationships/customXml" Target="../ink/ink1055.xml"/><Relationship Id="rId41" Type="http://schemas.openxmlformats.org/officeDocument/2006/relationships/image" Target="../media/image1680.png"/><Relationship Id="rId62" Type="http://schemas.openxmlformats.org/officeDocument/2006/relationships/customXml" Target="../ink/ink1076.xml"/><Relationship Id="rId83" Type="http://schemas.openxmlformats.org/officeDocument/2006/relationships/image" Target="../media/image1890.png"/><Relationship Id="rId179" Type="http://schemas.openxmlformats.org/officeDocument/2006/relationships/image" Target="../media/image2370.png"/><Relationship Id="rId190" Type="http://schemas.openxmlformats.org/officeDocument/2006/relationships/customXml" Target="../ink/ink1140.xml"/><Relationship Id="rId204" Type="http://schemas.openxmlformats.org/officeDocument/2006/relationships/customXml" Target="../ink/ink1147.xml"/><Relationship Id="rId225" Type="http://schemas.openxmlformats.org/officeDocument/2006/relationships/image" Target="../media/image950.png"/><Relationship Id="rId246" Type="http://schemas.openxmlformats.org/officeDocument/2006/relationships/customXml" Target="../ink/ink1168.xml"/><Relationship Id="rId267" Type="http://schemas.openxmlformats.org/officeDocument/2006/relationships/image" Target="../media/image971.png"/><Relationship Id="rId288" Type="http://schemas.openxmlformats.org/officeDocument/2006/relationships/customXml" Target="../ink/ink1189.xml"/><Relationship Id="rId106" Type="http://schemas.openxmlformats.org/officeDocument/2006/relationships/customXml" Target="../ink/ink1098.xml"/><Relationship Id="rId127" Type="http://schemas.openxmlformats.org/officeDocument/2006/relationships/image" Target="../media/image2110.png"/><Relationship Id="rId313" Type="http://schemas.openxmlformats.org/officeDocument/2006/relationships/image" Target="../media/image994.png"/><Relationship Id="rId10" Type="http://schemas.openxmlformats.org/officeDocument/2006/relationships/customXml" Target="../ink/ink1050.xml"/><Relationship Id="rId31" Type="http://schemas.openxmlformats.org/officeDocument/2006/relationships/image" Target="../media/image1630.png"/><Relationship Id="rId52" Type="http://schemas.openxmlformats.org/officeDocument/2006/relationships/customXml" Target="../ink/ink1071.xml"/><Relationship Id="rId73" Type="http://schemas.openxmlformats.org/officeDocument/2006/relationships/image" Target="../media/image1840.png"/><Relationship Id="rId94" Type="http://schemas.openxmlformats.org/officeDocument/2006/relationships/customXml" Target="../ink/ink1092.xml"/><Relationship Id="rId148" Type="http://schemas.openxmlformats.org/officeDocument/2006/relationships/customXml" Target="../ink/ink1119.xml"/><Relationship Id="rId169" Type="http://schemas.openxmlformats.org/officeDocument/2006/relationships/image" Target="../media/image2320.png"/><Relationship Id="rId4" Type="http://schemas.openxmlformats.org/officeDocument/2006/relationships/customXml" Target="../ink/ink1047.xml"/><Relationship Id="rId180" Type="http://schemas.openxmlformats.org/officeDocument/2006/relationships/customXml" Target="../ink/ink1135.xml"/><Relationship Id="rId215" Type="http://schemas.openxmlformats.org/officeDocument/2006/relationships/image" Target="../media/image945.png"/><Relationship Id="rId236" Type="http://schemas.openxmlformats.org/officeDocument/2006/relationships/customXml" Target="../ink/ink1163.xml"/><Relationship Id="rId257" Type="http://schemas.openxmlformats.org/officeDocument/2006/relationships/image" Target="../media/image966.png"/><Relationship Id="rId278" Type="http://schemas.openxmlformats.org/officeDocument/2006/relationships/customXml" Target="../ink/ink1184.xml"/><Relationship Id="rId303" Type="http://schemas.openxmlformats.org/officeDocument/2006/relationships/image" Target="../media/image989.png"/><Relationship Id="rId42" Type="http://schemas.openxmlformats.org/officeDocument/2006/relationships/customXml" Target="../ink/ink1066.xml"/><Relationship Id="rId84" Type="http://schemas.openxmlformats.org/officeDocument/2006/relationships/customXml" Target="../ink/ink1087.xml"/><Relationship Id="rId138" Type="http://schemas.openxmlformats.org/officeDocument/2006/relationships/customXml" Target="../ink/ink1114.xml"/><Relationship Id="rId191" Type="http://schemas.openxmlformats.org/officeDocument/2006/relationships/image" Target="../media/image2430.png"/><Relationship Id="rId205" Type="http://schemas.openxmlformats.org/officeDocument/2006/relationships/image" Target="../media/image2500.png"/><Relationship Id="rId247" Type="http://schemas.openxmlformats.org/officeDocument/2006/relationships/image" Target="../media/image961.png"/><Relationship Id="rId107" Type="http://schemas.openxmlformats.org/officeDocument/2006/relationships/image" Target="../media/image2010.png"/><Relationship Id="rId289" Type="http://schemas.openxmlformats.org/officeDocument/2006/relationships/image" Target="../media/image982.png"/><Relationship Id="rId11" Type="http://schemas.openxmlformats.org/officeDocument/2006/relationships/image" Target="../media/image1540.png"/><Relationship Id="rId53" Type="http://schemas.openxmlformats.org/officeDocument/2006/relationships/image" Target="../media/image1740.png"/><Relationship Id="rId149" Type="http://schemas.openxmlformats.org/officeDocument/2006/relationships/image" Target="../media/image2220.png"/><Relationship Id="rId314" Type="http://schemas.openxmlformats.org/officeDocument/2006/relationships/customXml" Target="../ink/ink1202.xml"/><Relationship Id="rId95" Type="http://schemas.openxmlformats.org/officeDocument/2006/relationships/image" Target="../media/image1950.png"/><Relationship Id="rId160" Type="http://schemas.openxmlformats.org/officeDocument/2006/relationships/customXml" Target="../ink/ink1125.xml"/><Relationship Id="rId216" Type="http://schemas.openxmlformats.org/officeDocument/2006/relationships/customXml" Target="../ink/ink1153.xml"/><Relationship Id="rId258" Type="http://schemas.openxmlformats.org/officeDocument/2006/relationships/customXml" Target="../ink/ink1174.xml"/><Relationship Id="rId22" Type="http://schemas.openxmlformats.org/officeDocument/2006/relationships/customXml" Target="../ink/ink1056.xml"/><Relationship Id="rId64" Type="http://schemas.openxmlformats.org/officeDocument/2006/relationships/customXml" Target="../ink/ink1077.xml"/><Relationship Id="rId118" Type="http://schemas.openxmlformats.org/officeDocument/2006/relationships/customXml" Target="../ink/ink1104.xml"/><Relationship Id="rId325" Type="http://schemas.openxmlformats.org/officeDocument/2006/relationships/image" Target="../media/image1000.png"/><Relationship Id="rId171" Type="http://schemas.openxmlformats.org/officeDocument/2006/relationships/image" Target="../media/image2330.png"/><Relationship Id="rId227" Type="http://schemas.openxmlformats.org/officeDocument/2006/relationships/image" Target="../media/image951.png"/><Relationship Id="rId269" Type="http://schemas.openxmlformats.org/officeDocument/2006/relationships/image" Target="../media/image972.png"/><Relationship Id="rId33" Type="http://schemas.openxmlformats.org/officeDocument/2006/relationships/image" Target="../media/image1640.png"/><Relationship Id="rId129" Type="http://schemas.openxmlformats.org/officeDocument/2006/relationships/image" Target="../media/image2120.png"/><Relationship Id="rId280" Type="http://schemas.openxmlformats.org/officeDocument/2006/relationships/customXml" Target="../ink/ink1185.xml"/><Relationship Id="rId75" Type="http://schemas.openxmlformats.org/officeDocument/2006/relationships/image" Target="../media/image1850.png"/><Relationship Id="rId140" Type="http://schemas.openxmlformats.org/officeDocument/2006/relationships/customXml" Target="../ink/ink1115.xml"/><Relationship Id="rId182" Type="http://schemas.openxmlformats.org/officeDocument/2006/relationships/customXml" Target="../ink/ink1136.xml"/><Relationship Id="rId6" Type="http://schemas.openxmlformats.org/officeDocument/2006/relationships/customXml" Target="../ink/ink1048.xml"/><Relationship Id="rId238" Type="http://schemas.openxmlformats.org/officeDocument/2006/relationships/customXml" Target="../ink/ink1164.xml"/><Relationship Id="rId291" Type="http://schemas.openxmlformats.org/officeDocument/2006/relationships/image" Target="../media/image983.png"/><Relationship Id="rId305" Type="http://schemas.openxmlformats.org/officeDocument/2006/relationships/image" Target="../media/image990.png"/><Relationship Id="rId44" Type="http://schemas.openxmlformats.org/officeDocument/2006/relationships/customXml" Target="../ink/ink1067.xml"/><Relationship Id="rId86" Type="http://schemas.openxmlformats.org/officeDocument/2006/relationships/customXml" Target="../ink/ink1088.xml"/><Relationship Id="rId151" Type="http://schemas.openxmlformats.org/officeDocument/2006/relationships/image" Target="../media/image2230.png"/><Relationship Id="rId193" Type="http://schemas.openxmlformats.org/officeDocument/2006/relationships/image" Target="../media/image2440.png"/><Relationship Id="rId207" Type="http://schemas.openxmlformats.org/officeDocument/2006/relationships/image" Target="../media/image2511.png"/><Relationship Id="rId249" Type="http://schemas.openxmlformats.org/officeDocument/2006/relationships/image" Target="../media/image962.png"/><Relationship Id="rId13" Type="http://schemas.openxmlformats.org/officeDocument/2006/relationships/image" Target="../media/image1550.png"/><Relationship Id="rId109" Type="http://schemas.openxmlformats.org/officeDocument/2006/relationships/image" Target="../media/image2020.png"/><Relationship Id="rId260" Type="http://schemas.openxmlformats.org/officeDocument/2006/relationships/customXml" Target="../ink/ink1175.xml"/><Relationship Id="rId316" Type="http://schemas.openxmlformats.org/officeDocument/2006/relationships/customXml" Target="../ink/ink1203.xml"/><Relationship Id="rId55" Type="http://schemas.openxmlformats.org/officeDocument/2006/relationships/image" Target="../media/image1750.png"/><Relationship Id="rId97" Type="http://schemas.openxmlformats.org/officeDocument/2006/relationships/image" Target="../media/image1960.png"/><Relationship Id="rId120" Type="http://schemas.openxmlformats.org/officeDocument/2006/relationships/customXml" Target="../ink/ink110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21.xml"/><Relationship Id="rId21" Type="http://schemas.openxmlformats.org/officeDocument/2006/relationships/image" Target="../media/image2630.png"/><Relationship Id="rId42" Type="http://schemas.openxmlformats.org/officeDocument/2006/relationships/customXml" Target="../ink/ink1229.xml"/><Relationship Id="rId47" Type="http://schemas.openxmlformats.org/officeDocument/2006/relationships/image" Target="../media/image2760.png"/><Relationship Id="rId63" Type="http://schemas.openxmlformats.org/officeDocument/2006/relationships/image" Target="../media/image2840.png"/><Relationship Id="rId68" Type="http://schemas.openxmlformats.org/officeDocument/2006/relationships/customXml" Target="../ink/ink1242.xml"/><Relationship Id="rId84" Type="http://schemas.openxmlformats.org/officeDocument/2006/relationships/customXml" Target="../ink/ink1250.xml"/><Relationship Id="rId89" Type="http://schemas.openxmlformats.org/officeDocument/2006/relationships/image" Target="../media/image2970.png"/><Relationship Id="rId16" Type="http://schemas.openxmlformats.org/officeDocument/2006/relationships/customXml" Target="../ink/ink1216.xml"/><Relationship Id="rId107" Type="http://schemas.openxmlformats.org/officeDocument/2006/relationships/image" Target="../media/image3060.png"/><Relationship Id="rId11" Type="http://schemas.openxmlformats.org/officeDocument/2006/relationships/image" Target="../media/image2590.png"/><Relationship Id="rId32" Type="http://schemas.openxmlformats.org/officeDocument/2006/relationships/customXml" Target="../ink/ink1224.xml"/><Relationship Id="rId37" Type="http://schemas.openxmlformats.org/officeDocument/2006/relationships/image" Target="../media/image2711.png"/><Relationship Id="rId53" Type="http://schemas.openxmlformats.org/officeDocument/2006/relationships/image" Target="../media/image2790.png"/><Relationship Id="rId58" Type="http://schemas.openxmlformats.org/officeDocument/2006/relationships/customXml" Target="../ink/ink1237.xml"/><Relationship Id="rId74" Type="http://schemas.openxmlformats.org/officeDocument/2006/relationships/customXml" Target="../ink/ink1245.xml"/><Relationship Id="rId79" Type="http://schemas.openxmlformats.org/officeDocument/2006/relationships/image" Target="../media/image2920.png"/><Relationship Id="rId102" Type="http://schemas.openxmlformats.org/officeDocument/2006/relationships/customXml" Target="../ink/ink1259.xml"/><Relationship Id="rId5" Type="http://schemas.openxmlformats.org/officeDocument/2006/relationships/image" Target="../media/image2560.png"/><Relationship Id="rId90" Type="http://schemas.openxmlformats.org/officeDocument/2006/relationships/customXml" Target="../ink/ink1253.xml"/><Relationship Id="rId95" Type="http://schemas.openxmlformats.org/officeDocument/2006/relationships/image" Target="../media/image3000.png"/><Relationship Id="rId22" Type="http://schemas.openxmlformats.org/officeDocument/2006/relationships/customXml" Target="../ink/ink1219.xml"/><Relationship Id="rId27" Type="http://schemas.openxmlformats.org/officeDocument/2006/relationships/image" Target="../media/image2660.png"/><Relationship Id="rId43" Type="http://schemas.openxmlformats.org/officeDocument/2006/relationships/image" Target="../media/image2740.png"/><Relationship Id="rId48" Type="http://schemas.openxmlformats.org/officeDocument/2006/relationships/customXml" Target="../ink/ink1232.xml"/><Relationship Id="rId64" Type="http://schemas.openxmlformats.org/officeDocument/2006/relationships/customXml" Target="../ink/ink1240.xml"/><Relationship Id="rId69" Type="http://schemas.openxmlformats.org/officeDocument/2006/relationships/image" Target="../media/image2870.png"/><Relationship Id="rId80" Type="http://schemas.openxmlformats.org/officeDocument/2006/relationships/customXml" Target="../ink/ink1248.xml"/><Relationship Id="rId85" Type="http://schemas.openxmlformats.org/officeDocument/2006/relationships/image" Target="../media/image2950.png"/><Relationship Id="rId12" Type="http://schemas.openxmlformats.org/officeDocument/2006/relationships/customXml" Target="../ink/ink1214.xml"/><Relationship Id="rId17" Type="http://schemas.openxmlformats.org/officeDocument/2006/relationships/image" Target="../media/image2620.png"/><Relationship Id="rId33" Type="http://schemas.openxmlformats.org/officeDocument/2006/relationships/image" Target="../media/image2690.png"/><Relationship Id="rId38" Type="http://schemas.openxmlformats.org/officeDocument/2006/relationships/customXml" Target="../ink/ink1227.xml"/><Relationship Id="rId59" Type="http://schemas.openxmlformats.org/officeDocument/2006/relationships/image" Target="../media/image2820.png"/><Relationship Id="rId103" Type="http://schemas.openxmlformats.org/officeDocument/2006/relationships/image" Target="../media/image3040.png"/><Relationship Id="rId108" Type="http://schemas.openxmlformats.org/officeDocument/2006/relationships/customXml" Target="../ink/ink1262.xml"/><Relationship Id="rId54" Type="http://schemas.openxmlformats.org/officeDocument/2006/relationships/customXml" Target="../ink/ink1235.xml"/><Relationship Id="rId70" Type="http://schemas.openxmlformats.org/officeDocument/2006/relationships/customXml" Target="../ink/ink1243.xml"/><Relationship Id="rId75" Type="http://schemas.openxmlformats.org/officeDocument/2006/relationships/image" Target="../media/image2900.png"/><Relationship Id="rId91" Type="http://schemas.openxmlformats.org/officeDocument/2006/relationships/image" Target="../media/image2980.png"/><Relationship Id="rId96" Type="http://schemas.openxmlformats.org/officeDocument/2006/relationships/customXml" Target="../ink/ink125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11.xml"/><Relationship Id="rId15" Type="http://schemas.openxmlformats.org/officeDocument/2006/relationships/image" Target="../media/image2611.png"/><Relationship Id="rId23" Type="http://schemas.openxmlformats.org/officeDocument/2006/relationships/image" Target="../media/image2640.png"/><Relationship Id="rId28" Type="http://schemas.openxmlformats.org/officeDocument/2006/relationships/customXml" Target="../ink/ink1222.xml"/><Relationship Id="rId36" Type="http://schemas.openxmlformats.org/officeDocument/2006/relationships/customXml" Target="../ink/ink1226.xml"/><Relationship Id="rId49" Type="http://schemas.openxmlformats.org/officeDocument/2006/relationships/image" Target="../media/image2770.png"/><Relationship Id="rId57" Type="http://schemas.openxmlformats.org/officeDocument/2006/relationships/image" Target="../media/image2811.png"/><Relationship Id="rId106" Type="http://schemas.openxmlformats.org/officeDocument/2006/relationships/customXml" Target="../ink/ink1261.xml"/><Relationship Id="rId10" Type="http://schemas.openxmlformats.org/officeDocument/2006/relationships/customXml" Target="../ink/ink1213.xml"/><Relationship Id="rId31" Type="http://schemas.openxmlformats.org/officeDocument/2006/relationships/image" Target="../media/image2680.png"/><Relationship Id="rId44" Type="http://schemas.openxmlformats.org/officeDocument/2006/relationships/customXml" Target="../ink/ink1230.xml"/><Relationship Id="rId52" Type="http://schemas.openxmlformats.org/officeDocument/2006/relationships/customXml" Target="../ink/ink1234.xml"/><Relationship Id="rId60" Type="http://schemas.openxmlformats.org/officeDocument/2006/relationships/customXml" Target="../ink/ink1238.xml"/><Relationship Id="rId65" Type="http://schemas.openxmlformats.org/officeDocument/2006/relationships/image" Target="../media/image2850.png"/><Relationship Id="rId73" Type="http://schemas.openxmlformats.org/officeDocument/2006/relationships/image" Target="../media/image2890.png"/><Relationship Id="rId78" Type="http://schemas.openxmlformats.org/officeDocument/2006/relationships/customXml" Target="../ink/ink1247.xml"/><Relationship Id="rId81" Type="http://schemas.openxmlformats.org/officeDocument/2006/relationships/image" Target="../media/image2930.png"/><Relationship Id="rId86" Type="http://schemas.openxmlformats.org/officeDocument/2006/relationships/customXml" Target="../ink/ink1251.xml"/><Relationship Id="rId94" Type="http://schemas.openxmlformats.org/officeDocument/2006/relationships/customXml" Target="../ink/ink1255.xml"/><Relationship Id="rId99" Type="http://schemas.openxmlformats.org/officeDocument/2006/relationships/image" Target="../media/image3020.png"/><Relationship Id="rId101" Type="http://schemas.openxmlformats.org/officeDocument/2006/relationships/image" Target="../media/image3030.png"/><Relationship Id="rId4" Type="http://schemas.openxmlformats.org/officeDocument/2006/relationships/customXml" Target="../ink/ink1210.xml"/><Relationship Id="rId9" Type="http://schemas.openxmlformats.org/officeDocument/2006/relationships/image" Target="../media/image2580.png"/><Relationship Id="rId13" Type="http://schemas.openxmlformats.org/officeDocument/2006/relationships/image" Target="../media/image2600.png"/><Relationship Id="rId18" Type="http://schemas.openxmlformats.org/officeDocument/2006/relationships/customXml" Target="../ink/ink1217.xml"/><Relationship Id="rId39" Type="http://schemas.openxmlformats.org/officeDocument/2006/relationships/image" Target="../media/image2720.png"/><Relationship Id="rId109" Type="http://schemas.openxmlformats.org/officeDocument/2006/relationships/image" Target="../media/image3070.png"/><Relationship Id="rId34" Type="http://schemas.openxmlformats.org/officeDocument/2006/relationships/customXml" Target="../ink/ink1225.xml"/><Relationship Id="rId50" Type="http://schemas.openxmlformats.org/officeDocument/2006/relationships/customXml" Target="../ink/ink1233.xml"/><Relationship Id="rId55" Type="http://schemas.openxmlformats.org/officeDocument/2006/relationships/image" Target="../media/image2800.png"/><Relationship Id="rId76" Type="http://schemas.openxmlformats.org/officeDocument/2006/relationships/customXml" Target="../ink/ink1246.xml"/><Relationship Id="rId97" Type="http://schemas.openxmlformats.org/officeDocument/2006/relationships/image" Target="../media/image3011.png"/><Relationship Id="rId104" Type="http://schemas.openxmlformats.org/officeDocument/2006/relationships/customXml" Target="../ink/ink1260.xml"/><Relationship Id="rId7" Type="http://schemas.openxmlformats.org/officeDocument/2006/relationships/image" Target="../media/image2570.png"/><Relationship Id="rId71" Type="http://schemas.openxmlformats.org/officeDocument/2006/relationships/image" Target="../media/image2880.png"/><Relationship Id="rId92" Type="http://schemas.openxmlformats.org/officeDocument/2006/relationships/customXml" Target="../ink/ink1254.xml"/><Relationship Id="rId2" Type="http://schemas.openxmlformats.org/officeDocument/2006/relationships/customXml" Target="../ink/ink1209.xml"/><Relationship Id="rId29" Type="http://schemas.openxmlformats.org/officeDocument/2006/relationships/image" Target="../media/image2670.png"/><Relationship Id="rId24" Type="http://schemas.openxmlformats.org/officeDocument/2006/relationships/customXml" Target="../ink/ink1220.xml"/><Relationship Id="rId40" Type="http://schemas.openxmlformats.org/officeDocument/2006/relationships/customXml" Target="../ink/ink1228.xml"/><Relationship Id="rId45" Type="http://schemas.openxmlformats.org/officeDocument/2006/relationships/image" Target="../media/image2750.png"/><Relationship Id="rId66" Type="http://schemas.openxmlformats.org/officeDocument/2006/relationships/customXml" Target="../ink/ink1241.xml"/><Relationship Id="rId87" Type="http://schemas.openxmlformats.org/officeDocument/2006/relationships/image" Target="../media/image2960.png"/><Relationship Id="rId110" Type="http://schemas.openxmlformats.org/officeDocument/2006/relationships/customXml" Target="../ink/ink1263.xml"/><Relationship Id="rId61" Type="http://schemas.openxmlformats.org/officeDocument/2006/relationships/image" Target="../media/image2830.png"/><Relationship Id="rId82" Type="http://schemas.openxmlformats.org/officeDocument/2006/relationships/customXml" Target="../ink/ink1249.xml"/><Relationship Id="rId19" Type="http://schemas.openxmlformats.org/officeDocument/2006/relationships/image" Target="../media/image4810.png"/><Relationship Id="rId14" Type="http://schemas.openxmlformats.org/officeDocument/2006/relationships/customXml" Target="../ink/ink1215.xml"/><Relationship Id="rId30" Type="http://schemas.openxmlformats.org/officeDocument/2006/relationships/customXml" Target="../ink/ink1223.xml"/><Relationship Id="rId35" Type="http://schemas.openxmlformats.org/officeDocument/2006/relationships/image" Target="../media/image2700.png"/><Relationship Id="rId56" Type="http://schemas.openxmlformats.org/officeDocument/2006/relationships/customXml" Target="../ink/ink1236.xml"/><Relationship Id="rId77" Type="http://schemas.openxmlformats.org/officeDocument/2006/relationships/image" Target="../media/image2911.png"/><Relationship Id="rId100" Type="http://schemas.openxmlformats.org/officeDocument/2006/relationships/customXml" Target="../ink/ink1258.xml"/><Relationship Id="rId105" Type="http://schemas.openxmlformats.org/officeDocument/2006/relationships/image" Target="../media/image3050.png"/><Relationship Id="rId8" Type="http://schemas.openxmlformats.org/officeDocument/2006/relationships/customXml" Target="../ink/ink1212.xml"/><Relationship Id="rId51" Type="http://schemas.openxmlformats.org/officeDocument/2006/relationships/image" Target="../media/image2780.png"/><Relationship Id="rId72" Type="http://schemas.openxmlformats.org/officeDocument/2006/relationships/customXml" Target="../ink/ink1244.xml"/><Relationship Id="rId93" Type="http://schemas.openxmlformats.org/officeDocument/2006/relationships/image" Target="../media/image2990.png"/><Relationship Id="rId98" Type="http://schemas.openxmlformats.org/officeDocument/2006/relationships/customXml" Target="../ink/ink1257.xml"/><Relationship Id="rId3" Type="http://schemas.openxmlformats.org/officeDocument/2006/relationships/image" Target="../media/image2550.png"/><Relationship Id="rId25" Type="http://schemas.openxmlformats.org/officeDocument/2006/relationships/image" Target="../media/image2650.png"/><Relationship Id="rId46" Type="http://schemas.openxmlformats.org/officeDocument/2006/relationships/customXml" Target="../ink/ink1231.xml"/><Relationship Id="rId67" Type="http://schemas.openxmlformats.org/officeDocument/2006/relationships/image" Target="../media/image2860.png"/><Relationship Id="rId20" Type="http://schemas.openxmlformats.org/officeDocument/2006/relationships/customXml" Target="../ink/ink1218.xml"/><Relationship Id="rId41" Type="http://schemas.openxmlformats.org/officeDocument/2006/relationships/image" Target="../media/image2730.png"/><Relationship Id="rId62" Type="http://schemas.openxmlformats.org/officeDocument/2006/relationships/customXml" Target="../ink/ink1239.xml"/><Relationship Id="rId83" Type="http://schemas.openxmlformats.org/officeDocument/2006/relationships/image" Target="../media/image2940.png"/><Relationship Id="rId88" Type="http://schemas.openxmlformats.org/officeDocument/2006/relationships/customXml" Target="../ink/ink1252.xml"/><Relationship Id="rId111" Type="http://schemas.openxmlformats.org/officeDocument/2006/relationships/image" Target="../media/image3080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59.png"/><Relationship Id="rId21" Type="http://schemas.openxmlformats.org/officeDocument/2006/relationships/image" Target="../media/image1011.png"/><Relationship Id="rId42" Type="http://schemas.openxmlformats.org/officeDocument/2006/relationships/customXml" Target="../ink/ink1284.xml"/><Relationship Id="rId63" Type="http://schemas.openxmlformats.org/officeDocument/2006/relationships/image" Target="../media/image1032.png"/><Relationship Id="rId84" Type="http://schemas.openxmlformats.org/officeDocument/2006/relationships/customXml" Target="../ink/ink1305.xml"/><Relationship Id="rId138" Type="http://schemas.openxmlformats.org/officeDocument/2006/relationships/customXml" Target="../ink/ink1332.xml"/><Relationship Id="rId107" Type="http://schemas.openxmlformats.org/officeDocument/2006/relationships/image" Target="../media/image1054.png"/><Relationship Id="rId11" Type="http://schemas.openxmlformats.org/officeDocument/2006/relationships/image" Target="../media/image1006.png"/><Relationship Id="rId32" Type="http://schemas.openxmlformats.org/officeDocument/2006/relationships/customXml" Target="../ink/ink1279.xml"/><Relationship Id="rId53" Type="http://schemas.openxmlformats.org/officeDocument/2006/relationships/image" Target="../media/image1027.png"/><Relationship Id="rId74" Type="http://schemas.openxmlformats.org/officeDocument/2006/relationships/customXml" Target="../ink/ink1300.xml"/><Relationship Id="rId128" Type="http://schemas.openxmlformats.org/officeDocument/2006/relationships/customXml" Target="../ink/ink1327.xml"/><Relationship Id="rId149" Type="http://schemas.openxmlformats.org/officeDocument/2006/relationships/image" Target="../media/image1075.png"/><Relationship Id="rId5" Type="http://schemas.openxmlformats.org/officeDocument/2006/relationships/image" Target="../media/image1003.png"/><Relationship Id="rId95" Type="http://schemas.openxmlformats.org/officeDocument/2006/relationships/image" Target="../media/image1048.png"/><Relationship Id="rId22" Type="http://schemas.openxmlformats.org/officeDocument/2006/relationships/customXml" Target="../ink/ink1274.xml"/><Relationship Id="rId27" Type="http://schemas.openxmlformats.org/officeDocument/2006/relationships/image" Target="../media/image1014.png"/><Relationship Id="rId43" Type="http://schemas.openxmlformats.org/officeDocument/2006/relationships/image" Target="../media/image1022.png"/><Relationship Id="rId48" Type="http://schemas.openxmlformats.org/officeDocument/2006/relationships/customXml" Target="../ink/ink1287.xml"/><Relationship Id="rId64" Type="http://schemas.openxmlformats.org/officeDocument/2006/relationships/customXml" Target="../ink/ink1295.xml"/><Relationship Id="rId69" Type="http://schemas.openxmlformats.org/officeDocument/2006/relationships/image" Target="../media/image1035.png"/><Relationship Id="rId113" Type="http://schemas.openxmlformats.org/officeDocument/2006/relationships/image" Target="../media/image1057.png"/><Relationship Id="rId118" Type="http://schemas.openxmlformats.org/officeDocument/2006/relationships/customXml" Target="../ink/ink1322.xml"/><Relationship Id="rId134" Type="http://schemas.openxmlformats.org/officeDocument/2006/relationships/customXml" Target="../ink/ink1330.xml"/><Relationship Id="rId139" Type="http://schemas.openxmlformats.org/officeDocument/2006/relationships/image" Target="../media/image1070.png"/><Relationship Id="rId80" Type="http://schemas.openxmlformats.org/officeDocument/2006/relationships/customXml" Target="../ink/ink1303.xml"/><Relationship Id="rId85" Type="http://schemas.openxmlformats.org/officeDocument/2006/relationships/image" Target="../media/image1043.png"/><Relationship Id="rId150" Type="http://schemas.openxmlformats.org/officeDocument/2006/relationships/customXml" Target="../ink/ink1338.xml"/><Relationship Id="rId12" Type="http://schemas.openxmlformats.org/officeDocument/2006/relationships/customXml" Target="../ink/ink1269.xml"/><Relationship Id="rId17" Type="http://schemas.openxmlformats.org/officeDocument/2006/relationships/image" Target="../media/image1009.png"/><Relationship Id="rId33" Type="http://schemas.openxmlformats.org/officeDocument/2006/relationships/image" Target="../media/image1017.png"/><Relationship Id="rId38" Type="http://schemas.openxmlformats.org/officeDocument/2006/relationships/customXml" Target="../ink/ink1282.xml"/><Relationship Id="rId59" Type="http://schemas.openxmlformats.org/officeDocument/2006/relationships/image" Target="../media/image1030.png"/><Relationship Id="rId103" Type="http://schemas.openxmlformats.org/officeDocument/2006/relationships/image" Target="../media/image1052.png"/><Relationship Id="rId108" Type="http://schemas.openxmlformats.org/officeDocument/2006/relationships/customXml" Target="../ink/ink1317.xml"/><Relationship Id="rId124" Type="http://schemas.openxmlformats.org/officeDocument/2006/relationships/customXml" Target="../ink/ink1325.xml"/><Relationship Id="rId129" Type="http://schemas.openxmlformats.org/officeDocument/2006/relationships/image" Target="../media/image1065.png"/><Relationship Id="rId54" Type="http://schemas.openxmlformats.org/officeDocument/2006/relationships/customXml" Target="../ink/ink1290.xml"/><Relationship Id="rId70" Type="http://schemas.openxmlformats.org/officeDocument/2006/relationships/customXml" Target="../ink/ink1298.xml"/><Relationship Id="rId75" Type="http://schemas.openxmlformats.org/officeDocument/2006/relationships/image" Target="../media/image1038.png"/><Relationship Id="rId91" Type="http://schemas.openxmlformats.org/officeDocument/2006/relationships/image" Target="../media/image1046.png"/><Relationship Id="rId96" Type="http://schemas.openxmlformats.org/officeDocument/2006/relationships/customXml" Target="../ink/ink1311.xml"/><Relationship Id="rId140" Type="http://schemas.openxmlformats.org/officeDocument/2006/relationships/customXml" Target="../ink/ink1333.xml"/><Relationship Id="rId145" Type="http://schemas.openxmlformats.org/officeDocument/2006/relationships/image" Target="../media/image107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66.xml"/><Relationship Id="rId23" Type="http://schemas.openxmlformats.org/officeDocument/2006/relationships/image" Target="../media/image1012.png"/><Relationship Id="rId28" Type="http://schemas.openxmlformats.org/officeDocument/2006/relationships/customXml" Target="../ink/ink1277.xml"/><Relationship Id="rId49" Type="http://schemas.openxmlformats.org/officeDocument/2006/relationships/image" Target="../media/image1025.png"/><Relationship Id="rId114" Type="http://schemas.openxmlformats.org/officeDocument/2006/relationships/customXml" Target="../ink/ink1320.xml"/><Relationship Id="rId119" Type="http://schemas.openxmlformats.org/officeDocument/2006/relationships/image" Target="../media/image1060.png"/><Relationship Id="rId44" Type="http://schemas.openxmlformats.org/officeDocument/2006/relationships/customXml" Target="../ink/ink1285.xml"/><Relationship Id="rId60" Type="http://schemas.openxmlformats.org/officeDocument/2006/relationships/customXml" Target="../ink/ink1293.xml"/><Relationship Id="rId65" Type="http://schemas.openxmlformats.org/officeDocument/2006/relationships/image" Target="../media/image1033.png"/><Relationship Id="rId81" Type="http://schemas.openxmlformats.org/officeDocument/2006/relationships/image" Target="../media/image1041.png"/><Relationship Id="rId86" Type="http://schemas.openxmlformats.org/officeDocument/2006/relationships/customXml" Target="../ink/ink1306.xml"/><Relationship Id="rId130" Type="http://schemas.openxmlformats.org/officeDocument/2006/relationships/customXml" Target="../ink/ink1328.xml"/><Relationship Id="rId135" Type="http://schemas.openxmlformats.org/officeDocument/2006/relationships/image" Target="../media/image1068.png"/><Relationship Id="rId151" Type="http://schemas.openxmlformats.org/officeDocument/2006/relationships/image" Target="../media/image1076.png"/><Relationship Id="rId13" Type="http://schemas.openxmlformats.org/officeDocument/2006/relationships/image" Target="../media/image1007.png"/><Relationship Id="rId18" Type="http://schemas.openxmlformats.org/officeDocument/2006/relationships/customXml" Target="../ink/ink1272.xml"/><Relationship Id="rId39" Type="http://schemas.openxmlformats.org/officeDocument/2006/relationships/image" Target="../media/image1020.png"/><Relationship Id="rId109" Type="http://schemas.openxmlformats.org/officeDocument/2006/relationships/image" Target="../media/image1055.png"/><Relationship Id="rId34" Type="http://schemas.openxmlformats.org/officeDocument/2006/relationships/customXml" Target="../ink/ink1280.xml"/><Relationship Id="rId50" Type="http://schemas.openxmlformats.org/officeDocument/2006/relationships/customXml" Target="../ink/ink1288.xml"/><Relationship Id="rId55" Type="http://schemas.openxmlformats.org/officeDocument/2006/relationships/image" Target="../media/image1028.png"/><Relationship Id="rId76" Type="http://schemas.openxmlformats.org/officeDocument/2006/relationships/customXml" Target="../ink/ink1301.xml"/><Relationship Id="rId97" Type="http://schemas.openxmlformats.org/officeDocument/2006/relationships/image" Target="../media/image1049.png"/><Relationship Id="rId104" Type="http://schemas.openxmlformats.org/officeDocument/2006/relationships/customXml" Target="../ink/ink1315.xml"/><Relationship Id="rId120" Type="http://schemas.openxmlformats.org/officeDocument/2006/relationships/customXml" Target="../ink/ink1323.xml"/><Relationship Id="rId125" Type="http://schemas.openxmlformats.org/officeDocument/2006/relationships/image" Target="../media/image1063.png"/><Relationship Id="rId141" Type="http://schemas.openxmlformats.org/officeDocument/2006/relationships/image" Target="../media/image1071.png"/><Relationship Id="rId146" Type="http://schemas.openxmlformats.org/officeDocument/2006/relationships/customXml" Target="../ink/ink1336.xml"/><Relationship Id="rId7" Type="http://schemas.openxmlformats.org/officeDocument/2006/relationships/image" Target="../media/image1004.png"/><Relationship Id="rId71" Type="http://schemas.openxmlformats.org/officeDocument/2006/relationships/image" Target="../media/image1036.png"/><Relationship Id="rId92" Type="http://schemas.openxmlformats.org/officeDocument/2006/relationships/customXml" Target="../ink/ink1309.xml"/><Relationship Id="rId2" Type="http://schemas.openxmlformats.org/officeDocument/2006/relationships/customXml" Target="../ink/ink1264.xml"/><Relationship Id="rId29" Type="http://schemas.openxmlformats.org/officeDocument/2006/relationships/image" Target="../media/image1015.png"/><Relationship Id="rId24" Type="http://schemas.openxmlformats.org/officeDocument/2006/relationships/customXml" Target="../ink/ink1275.xml"/><Relationship Id="rId40" Type="http://schemas.openxmlformats.org/officeDocument/2006/relationships/customXml" Target="../ink/ink1283.xml"/><Relationship Id="rId45" Type="http://schemas.openxmlformats.org/officeDocument/2006/relationships/image" Target="../media/image1023.png"/><Relationship Id="rId66" Type="http://schemas.openxmlformats.org/officeDocument/2006/relationships/customXml" Target="../ink/ink1296.xml"/><Relationship Id="rId87" Type="http://schemas.openxmlformats.org/officeDocument/2006/relationships/image" Target="../media/image1044.png"/><Relationship Id="rId110" Type="http://schemas.openxmlformats.org/officeDocument/2006/relationships/customXml" Target="../ink/ink1318.xml"/><Relationship Id="rId115" Type="http://schemas.openxmlformats.org/officeDocument/2006/relationships/image" Target="../media/image1058.png"/><Relationship Id="rId131" Type="http://schemas.openxmlformats.org/officeDocument/2006/relationships/image" Target="../media/image1066.png"/><Relationship Id="rId136" Type="http://schemas.openxmlformats.org/officeDocument/2006/relationships/customXml" Target="../ink/ink1331.xml"/><Relationship Id="rId61" Type="http://schemas.openxmlformats.org/officeDocument/2006/relationships/image" Target="../media/image1031.png"/><Relationship Id="rId82" Type="http://schemas.openxmlformats.org/officeDocument/2006/relationships/customXml" Target="../ink/ink1304.xml"/><Relationship Id="rId152" Type="http://schemas.openxmlformats.org/officeDocument/2006/relationships/customXml" Target="../ink/ink1339.xml"/><Relationship Id="rId19" Type="http://schemas.openxmlformats.org/officeDocument/2006/relationships/image" Target="../media/image1010.png"/><Relationship Id="rId14" Type="http://schemas.openxmlformats.org/officeDocument/2006/relationships/customXml" Target="../ink/ink1270.xml"/><Relationship Id="rId30" Type="http://schemas.openxmlformats.org/officeDocument/2006/relationships/customXml" Target="../ink/ink1278.xml"/><Relationship Id="rId35" Type="http://schemas.openxmlformats.org/officeDocument/2006/relationships/image" Target="../media/image1018.png"/><Relationship Id="rId56" Type="http://schemas.openxmlformats.org/officeDocument/2006/relationships/customXml" Target="../ink/ink1291.xml"/><Relationship Id="rId77" Type="http://schemas.openxmlformats.org/officeDocument/2006/relationships/image" Target="../media/image1039.png"/><Relationship Id="rId100" Type="http://schemas.openxmlformats.org/officeDocument/2006/relationships/customXml" Target="../ink/ink1313.xml"/><Relationship Id="rId105" Type="http://schemas.openxmlformats.org/officeDocument/2006/relationships/image" Target="../media/image1053.png"/><Relationship Id="rId126" Type="http://schemas.openxmlformats.org/officeDocument/2006/relationships/customXml" Target="../ink/ink1326.xml"/><Relationship Id="rId147" Type="http://schemas.openxmlformats.org/officeDocument/2006/relationships/image" Target="../media/image1074.png"/><Relationship Id="rId8" Type="http://schemas.openxmlformats.org/officeDocument/2006/relationships/customXml" Target="../ink/ink1267.xml"/><Relationship Id="rId51" Type="http://schemas.openxmlformats.org/officeDocument/2006/relationships/image" Target="../media/image1026.png"/><Relationship Id="rId72" Type="http://schemas.openxmlformats.org/officeDocument/2006/relationships/customXml" Target="../ink/ink1299.xml"/><Relationship Id="rId93" Type="http://schemas.openxmlformats.org/officeDocument/2006/relationships/image" Target="../media/image1047.png"/><Relationship Id="rId98" Type="http://schemas.openxmlformats.org/officeDocument/2006/relationships/customXml" Target="../ink/ink1312.xml"/><Relationship Id="rId121" Type="http://schemas.openxmlformats.org/officeDocument/2006/relationships/image" Target="../media/image1061.png"/><Relationship Id="rId142" Type="http://schemas.openxmlformats.org/officeDocument/2006/relationships/customXml" Target="../ink/ink1334.xml"/><Relationship Id="rId3" Type="http://schemas.openxmlformats.org/officeDocument/2006/relationships/image" Target="../media/image1002.png"/><Relationship Id="rId25" Type="http://schemas.openxmlformats.org/officeDocument/2006/relationships/image" Target="../media/image1013.png"/><Relationship Id="rId46" Type="http://schemas.openxmlformats.org/officeDocument/2006/relationships/customXml" Target="../ink/ink1286.xml"/><Relationship Id="rId67" Type="http://schemas.openxmlformats.org/officeDocument/2006/relationships/image" Target="../media/image1034.png"/><Relationship Id="rId116" Type="http://schemas.openxmlformats.org/officeDocument/2006/relationships/customXml" Target="../ink/ink1321.xml"/><Relationship Id="rId137" Type="http://schemas.openxmlformats.org/officeDocument/2006/relationships/image" Target="../media/image1069.png"/><Relationship Id="rId20" Type="http://schemas.openxmlformats.org/officeDocument/2006/relationships/customXml" Target="../ink/ink1273.xml"/><Relationship Id="rId41" Type="http://schemas.openxmlformats.org/officeDocument/2006/relationships/image" Target="../media/image1021.png"/><Relationship Id="rId62" Type="http://schemas.openxmlformats.org/officeDocument/2006/relationships/customXml" Target="../ink/ink1294.xml"/><Relationship Id="rId83" Type="http://schemas.openxmlformats.org/officeDocument/2006/relationships/image" Target="../media/image1042.png"/><Relationship Id="rId88" Type="http://schemas.openxmlformats.org/officeDocument/2006/relationships/customXml" Target="../ink/ink1307.xml"/><Relationship Id="rId111" Type="http://schemas.openxmlformats.org/officeDocument/2006/relationships/image" Target="../media/image1056.png"/><Relationship Id="rId132" Type="http://schemas.openxmlformats.org/officeDocument/2006/relationships/customXml" Target="../ink/ink1329.xml"/><Relationship Id="rId153" Type="http://schemas.openxmlformats.org/officeDocument/2006/relationships/image" Target="../media/image1077.png"/><Relationship Id="rId15" Type="http://schemas.openxmlformats.org/officeDocument/2006/relationships/image" Target="../media/image1008.png"/><Relationship Id="rId36" Type="http://schemas.openxmlformats.org/officeDocument/2006/relationships/customXml" Target="../ink/ink1281.xml"/><Relationship Id="rId57" Type="http://schemas.openxmlformats.org/officeDocument/2006/relationships/image" Target="../media/image1029.png"/><Relationship Id="rId106" Type="http://schemas.openxmlformats.org/officeDocument/2006/relationships/customXml" Target="../ink/ink1316.xml"/><Relationship Id="rId127" Type="http://schemas.openxmlformats.org/officeDocument/2006/relationships/image" Target="../media/image1064.png"/><Relationship Id="rId10" Type="http://schemas.openxmlformats.org/officeDocument/2006/relationships/customXml" Target="../ink/ink1268.xml"/><Relationship Id="rId31" Type="http://schemas.openxmlformats.org/officeDocument/2006/relationships/image" Target="../media/image1016.png"/><Relationship Id="rId52" Type="http://schemas.openxmlformats.org/officeDocument/2006/relationships/customXml" Target="../ink/ink1289.xml"/><Relationship Id="rId73" Type="http://schemas.openxmlformats.org/officeDocument/2006/relationships/image" Target="../media/image1037.png"/><Relationship Id="rId78" Type="http://schemas.openxmlformats.org/officeDocument/2006/relationships/customXml" Target="../ink/ink1302.xml"/><Relationship Id="rId94" Type="http://schemas.openxmlformats.org/officeDocument/2006/relationships/customXml" Target="../ink/ink1310.xml"/><Relationship Id="rId99" Type="http://schemas.openxmlformats.org/officeDocument/2006/relationships/image" Target="../media/image1050.png"/><Relationship Id="rId101" Type="http://schemas.openxmlformats.org/officeDocument/2006/relationships/image" Target="../media/image1051.png"/><Relationship Id="rId122" Type="http://schemas.openxmlformats.org/officeDocument/2006/relationships/customXml" Target="../ink/ink1324.xml"/><Relationship Id="rId143" Type="http://schemas.openxmlformats.org/officeDocument/2006/relationships/image" Target="../media/image1072.png"/><Relationship Id="rId148" Type="http://schemas.openxmlformats.org/officeDocument/2006/relationships/customXml" Target="../ink/ink1337.xml"/><Relationship Id="rId4" Type="http://schemas.openxmlformats.org/officeDocument/2006/relationships/customXml" Target="../ink/ink1265.xml"/><Relationship Id="rId9" Type="http://schemas.openxmlformats.org/officeDocument/2006/relationships/image" Target="../media/image1005.png"/><Relationship Id="rId26" Type="http://schemas.openxmlformats.org/officeDocument/2006/relationships/customXml" Target="../ink/ink1276.xml"/><Relationship Id="rId47" Type="http://schemas.openxmlformats.org/officeDocument/2006/relationships/image" Target="../media/image1024.png"/><Relationship Id="rId68" Type="http://schemas.openxmlformats.org/officeDocument/2006/relationships/customXml" Target="../ink/ink1297.xml"/><Relationship Id="rId89" Type="http://schemas.openxmlformats.org/officeDocument/2006/relationships/image" Target="../media/image1045.png"/><Relationship Id="rId112" Type="http://schemas.openxmlformats.org/officeDocument/2006/relationships/customXml" Target="../ink/ink1319.xml"/><Relationship Id="rId133" Type="http://schemas.openxmlformats.org/officeDocument/2006/relationships/image" Target="../media/image1067.png"/><Relationship Id="rId16" Type="http://schemas.openxmlformats.org/officeDocument/2006/relationships/customXml" Target="../ink/ink1271.xml"/><Relationship Id="rId37" Type="http://schemas.openxmlformats.org/officeDocument/2006/relationships/image" Target="../media/image1019.png"/><Relationship Id="rId58" Type="http://schemas.openxmlformats.org/officeDocument/2006/relationships/customXml" Target="../ink/ink1292.xml"/><Relationship Id="rId79" Type="http://schemas.openxmlformats.org/officeDocument/2006/relationships/image" Target="../media/image1040.png"/><Relationship Id="rId102" Type="http://schemas.openxmlformats.org/officeDocument/2006/relationships/customXml" Target="../ink/ink1314.xml"/><Relationship Id="rId123" Type="http://schemas.openxmlformats.org/officeDocument/2006/relationships/image" Target="../media/image1062.png"/><Relationship Id="rId144" Type="http://schemas.openxmlformats.org/officeDocument/2006/relationships/customXml" Target="../ink/ink1335.xml"/><Relationship Id="rId90" Type="http://schemas.openxmlformats.org/officeDocument/2006/relationships/customXml" Target="../ink/ink1308.xml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660.png"/><Relationship Id="rId21" Type="http://schemas.openxmlformats.org/officeDocument/2006/relationships/image" Target="../media/image3180.png"/><Relationship Id="rId42" Type="http://schemas.openxmlformats.org/officeDocument/2006/relationships/customXml" Target="../ink/ink1360.xml"/><Relationship Id="rId63" Type="http://schemas.openxmlformats.org/officeDocument/2006/relationships/image" Target="../media/image3390.png"/><Relationship Id="rId84" Type="http://schemas.openxmlformats.org/officeDocument/2006/relationships/customXml" Target="../ink/ink1381.xml"/><Relationship Id="rId138" Type="http://schemas.openxmlformats.org/officeDocument/2006/relationships/customXml" Target="../ink/ink1408.xml"/><Relationship Id="rId159" Type="http://schemas.openxmlformats.org/officeDocument/2006/relationships/image" Target="../media/image3870.png"/><Relationship Id="rId170" Type="http://schemas.openxmlformats.org/officeDocument/2006/relationships/customXml" Target="../ink/ink1424.xml"/><Relationship Id="rId191" Type="http://schemas.openxmlformats.org/officeDocument/2006/relationships/image" Target="../media/image4030.png"/><Relationship Id="rId205" Type="http://schemas.openxmlformats.org/officeDocument/2006/relationships/image" Target="../media/image4100.png"/><Relationship Id="rId107" Type="http://schemas.openxmlformats.org/officeDocument/2006/relationships/image" Target="../media/image3611.png"/><Relationship Id="rId11" Type="http://schemas.openxmlformats.org/officeDocument/2006/relationships/image" Target="../media/image3130.png"/><Relationship Id="rId32" Type="http://schemas.openxmlformats.org/officeDocument/2006/relationships/customXml" Target="../ink/ink1355.xml"/><Relationship Id="rId53" Type="http://schemas.openxmlformats.org/officeDocument/2006/relationships/image" Target="../media/image3340.png"/><Relationship Id="rId74" Type="http://schemas.openxmlformats.org/officeDocument/2006/relationships/customXml" Target="../ink/ink1376.xml"/><Relationship Id="rId128" Type="http://schemas.openxmlformats.org/officeDocument/2006/relationships/customXml" Target="../ink/ink1403.xml"/><Relationship Id="rId149" Type="http://schemas.openxmlformats.org/officeDocument/2006/relationships/image" Target="../media/image3820.png"/><Relationship Id="rId5" Type="http://schemas.openxmlformats.org/officeDocument/2006/relationships/image" Target="../media/image3100.png"/><Relationship Id="rId95" Type="http://schemas.openxmlformats.org/officeDocument/2006/relationships/image" Target="../media/image3550.png"/><Relationship Id="rId160" Type="http://schemas.openxmlformats.org/officeDocument/2006/relationships/customXml" Target="../ink/ink1419.xml"/><Relationship Id="rId181" Type="http://schemas.openxmlformats.org/officeDocument/2006/relationships/image" Target="../media/image3980.png"/><Relationship Id="rId22" Type="http://schemas.openxmlformats.org/officeDocument/2006/relationships/customXml" Target="../ink/ink1350.xml"/><Relationship Id="rId43" Type="http://schemas.openxmlformats.org/officeDocument/2006/relationships/image" Target="../media/image3290.png"/><Relationship Id="rId64" Type="http://schemas.openxmlformats.org/officeDocument/2006/relationships/customXml" Target="../ink/ink1371.xml"/><Relationship Id="rId118" Type="http://schemas.openxmlformats.org/officeDocument/2006/relationships/customXml" Target="../ink/ink1398.xml"/><Relationship Id="rId139" Type="http://schemas.openxmlformats.org/officeDocument/2006/relationships/image" Target="../media/image3770.png"/><Relationship Id="rId85" Type="http://schemas.openxmlformats.org/officeDocument/2006/relationships/image" Target="../media/image3500.png"/><Relationship Id="rId150" Type="http://schemas.openxmlformats.org/officeDocument/2006/relationships/customXml" Target="../ink/ink1414.xml"/><Relationship Id="rId171" Type="http://schemas.openxmlformats.org/officeDocument/2006/relationships/image" Target="../media/image3930.png"/><Relationship Id="rId192" Type="http://schemas.openxmlformats.org/officeDocument/2006/relationships/customXml" Target="../ink/ink1435.xml"/><Relationship Id="rId12" Type="http://schemas.openxmlformats.org/officeDocument/2006/relationships/customXml" Target="../ink/ink1345.xml"/><Relationship Id="rId33" Type="http://schemas.openxmlformats.org/officeDocument/2006/relationships/image" Target="../media/image3240.png"/><Relationship Id="rId108" Type="http://schemas.openxmlformats.org/officeDocument/2006/relationships/customXml" Target="../ink/ink1393.xml"/><Relationship Id="rId129" Type="http://schemas.openxmlformats.org/officeDocument/2006/relationships/image" Target="../media/image3720.png"/><Relationship Id="rId54" Type="http://schemas.openxmlformats.org/officeDocument/2006/relationships/customXml" Target="../ink/ink1366.xml"/><Relationship Id="rId75" Type="http://schemas.openxmlformats.org/officeDocument/2006/relationships/image" Target="../media/image3450.png"/><Relationship Id="rId96" Type="http://schemas.openxmlformats.org/officeDocument/2006/relationships/customXml" Target="../ink/ink1387.xml"/><Relationship Id="rId140" Type="http://schemas.openxmlformats.org/officeDocument/2006/relationships/customXml" Target="../ink/ink1409.xml"/><Relationship Id="rId161" Type="http://schemas.openxmlformats.org/officeDocument/2006/relationships/image" Target="../media/image3880.png"/><Relationship Id="rId182" Type="http://schemas.openxmlformats.org/officeDocument/2006/relationships/customXml" Target="../ink/ink1430.xml"/><Relationship Id="rId6" Type="http://schemas.openxmlformats.org/officeDocument/2006/relationships/customXml" Target="../ink/ink1342.xml"/><Relationship Id="rId23" Type="http://schemas.openxmlformats.org/officeDocument/2006/relationships/image" Target="../media/image3190.png"/><Relationship Id="rId119" Type="http://schemas.openxmlformats.org/officeDocument/2006/relationships/image" Target="../media/image3670.png"/><Relationship Id="rId44" Type="http://schemas.openxmlformats.org/officeDocument/2006/relationships/customXml" Target="../ink/ink1361.xml"/><Relationship Id="rId65" Type="http://schemas.openxmlformats.org/officeDocument/2006/relationships/image" Target="../media/image3400.png"/><Relationship Id="rId86" Type="http://schemas.openxmlformats.org/officeDocument/2006/relationships/customXml" Target="../ink/ink1382.xml"/><Relationship Id="rId130" Type="http://schemas.openxmlformats.org/officeDocument/2006/relationships/customXml" Target="../ink/ink1404.xml"/><Relationship Id="rId151" Type="http://schemas.openxmlformats.org/officeDocument/2006/relationships/image" Target="../media/image3830.png"/><Relationship Id="rId172" Type="http://schemas.openxmlformats.org/officeDocument/2006/relationships/customXml" Target="../ink/ink1425.xml"/><Relationship Id="rId193" Type="http://schemas.openxmlformats.org/officeDocument/2006/relationships/image" Target="../media/image4040.png"/><Relationship Id="rId13" Type="http://schemas.openxmlformats.org/officeDocument/2006/relationships/image" Target="../media/image3140.png"/><Relationship Id="rId109" Type="http://schemas.openxmlformats.org/officeDocument/2006/relationships/image" Target="../media/image3620.png"/><Relationship Id="rId34" Type="http://schemas.openxmlformats.org/officeDocument/2006/relationships/customXml" Target="../ink/ink1356.xml"/><Relationship Id="rId55" Type="http://schemas.openxmlformats.org/officeDocument/2006/relationships/image" Target="../media/image3350.png"/><Relationship Id="rId76" Type="http://schemas.openxmlformats.org/officeDocument/2006/relationships/customXml" Target="../ink/ink1377.xml"/><Relationship Id="rId97" Type="http://schemas.openxmlformats.org/officeDocument/2006/relationships/image" Target="../media/image3560.png"/><Relationship Id="rId120" Type="http://schemas.openxmlformats.org/officeDocument/2006/relationships/customXml" Target="../ink/ink1399.xml"/><Relationship Id="rId141" Type="http://schemas.openxmlformats.org/officeDocument/2006/relationships/image" Target="../media/image3780.png"/><Relationship Id="rId7" Type="http://schemas.openxmlformats.org/officeDocument/2006/relationships/image" Target="../media/image3111.png"/><Relationship Id="rId162" Type="http://schemas.openxmlformats.org/officeDocument/2006/relationships/customXml" Target="../ink/ink1420.xml"/><Relationship Id="rId183" Type="http://schemas.openxmlformats.org/officeDocument/2006/relationships/image" Target="../media/image3990.png"/><Relationship Id="rId24" Type="http://schemas.openxmlformats.org/officeDocument/2006/relationships/customXml" Target="../ink/ink1351.xml"/><Relationship Id="rId40" Type="http://schemas.openxmlformats.org/officeDocument/2006/relationships/customXml" Target="../ink/ink1359.xml"/><Relationship Id="rId45" Type="http://schemas.openxmlformats.org/officeDocument/2006/relationships/image" Target="../media/image3300.png"/><Relationship Id="rId66" Type="http://schemas.openxmlformats.org/officeDocument/2006/relationships/customXml" Target="../ink/ink1372.xml"/><Relationship Id="rId87" Type="http://schemas.openxmlformats.org/officeDocument/2006/relationships/image" Target="../media/image3511.png"/><Relationship Id="rId110" Type="http://schemas.openxmlformats.org/officeDocument/2006/relationships/customXml" Target="../ink/ink1394.xml"/><Relationship Id="rId115" Type="http://schemas.openxmlformats.org/officeDocument/2006/relationships/image" Target="../media/image3650.png"/><Relationship Id="rId131" Type="http://schemas.openxmlformats.org/officeDocument/2006/relationships/image" Target="../media/image3730.png"/><Relationship Id="rId136" Type="http://schemas.openxmlformats.org/officeDocument/2006/relationships/customXml" Target="../ink/ink1407.xml"/><Relationship Id="rId157" Type="http://schemas.openxmlformats.org/officeDocument/2006/relationships/image" Target="../media/image3860.png"/><Relationship Id="rId178" Type="http://schemas.openxmlformats.org/officeDocument/2006/relationships/customXml" Target="../ink/ink1428.xml"/><Relationship Id="rId61" Type="http://schemas.openxmlformats.org/officeDocument/2006/relationships/image" Target="../media/image3380.png"/><Relationship Id="rId82" Type="http://schemas.openxmlformats.org/officeDocument/2006/relationships/customXml" Target="../ink/ink1380.xml"/><Relationship Id="rId152" Type="http://schemas.openxmlformats.org/officeDocument/2006/relationships/customXml" Target="../ink/ink1415.xml"/><Relationship Id="rId173" Type="http://schemas.openxmlformats.org/officeDocument/2006/relationships/image" Target="../media/image3940.png"/><Relationship Id="rId194" Type="http://schemas.openxmlformats.org/officeDocument/2006/relationships/customXml" Target="../ink/ink1436.xml"/><Relationship Id="rId199" Type="http://schemas.openxmlformats.org/officeDocument/2006/relationships/image" Target="../media/image4070.png"/><Relationship Id="rId203" Type="http://schemas.openxmlformats.org/officeDocument/2006/relationships/image" Target="../media/image4090.png"/><Relationship Id="rId19" Type="http://schemas.openxmlformats.org/officeDocument/2006/relationships/image" Target="../media/image3170.png"/><Relationship Id="rId14" Type="http://schemas.openxmlformats.org/officeDocument/2006/relationships/customXml" Target="../ink/ink1346.xml"/><Relationship Id="rId30" Type="http://schemas.openxmlformats.org/officeDocument/2006/relationships/customXml" Target="../ink/ink1354.xml"/><Relationship Id="rId35" Type="http://schemas.openxmlformats.org/officeDocument/2006/relationships/image" Target="../media/image3250.png"/><Relationship Id="rId56" Type="http://schemas.openxmlformats.org/officeDocument/2006/relationships/customXml" Target="../ink/ink1367.xml"/><Relationship Id="rId77" Type="http://schemas.openxmlformats.org/officeDocument/2006/relationships/image" Target="../media/image3460.png"/><Relationship Id="rId100" Type="http://schemas.openxmlformats.org/officeDocument/2006/relationships/customXml" Target="../ink/ink1389.xml"/><Relationship Id="rId105" Type="http://schemas.openxmlformats.org/officeDocument/2006/relationships/image" Target="../media/image3600.png"/><Relationship Id="rId126" Type="http://schemas.openxmlformats.org/officeDocument/2006/relationships/customXml" Target="../ink/ink1402.xml"/><Relationship Id="rId147" Type="http://schemas.openxmlformats.org/officeDocument/2006/relationships/image" Target="../media/image3811.png"/><Relationship Id="rId168" Type="http://schemas.openxmlformats.org/officeDocument/2006/relationships/customXml" Target="../ink/ink1423.xml"/><Relationship Id="rId8" Type="http://schemas.openxmlformats.org/officeDocument/2006/relationships/customXml" Target="../ink/ink1343.xml"/><Relationship Id="rId51" Type="http://schemas.openxmlformats.org/officeDocument/2006/relationships/image" Target="../media/image3330.png"/><Relationship Id="rId72" Type="http://schemas.openxmlformats.org/officeDocument/2006/relationships/customXml" Target="../ink/ink1375.xml"/><Relationship Id="rId93" Type="http://schemas.openxmlformats.org/officeDocument/2006/relationships/image" Target="../media/image3540.png"/><Relationship Id="rId98" Type="http://schemas.openxmlformats.org/officeDocument/2006/relationships/customXml" Target="../ink/ink1388.xml"/><Relationship Id="rId121" Type="http://schemas.openxmlformats.org/officeDocument/2006/relationships/image" Target="../media/image3680.png"/><Relationship Id="rId142" Type="http://schemas.openxmlformats.org/officeDocument/2006/relationships/customXml" Target="../ink/ink1410.xml"/><Relationship Id="rId163" Type="http://schemas.openxmlformats.org/officeDocument/2006/relationships/image" Target="../media/image3890.png"/><Relationship Id="rId184" Type="http://schemas.openxmlformats.org/officeDocument/2006/relationships/customXml" Target="../ink/ink1431.xml"/><Relationship Id="rId189" Type="http://schemas.openxmlformats.org/officeDocument/2006/relationships/image" Target="../media/image4020.png"/><Relationship Id="rId3" Type="http://schemas.openxmlformats.org/officeDocument/2006/relationships/image" Target="../media/image3090.png"/><Relationship Id="rId25" Type="http://schemas.openxmlformats.org/officeDocument/2006/relationships/image" Target="../media/image3200.png"/><Relationship Id="rId46" Type="http://schemas.openxmlformats.org/officeDocument/2006/relationships/customXml" Target="../ink/ink1362.xml"/><Relationship Id="rId67" Type="http://schemas.openxmlformats.org/officeDocument/2006/relationships/image" Target="../media/image3411.png"/><Relationship Id="rId116" Type="http://schemas.openxmlformats.org/officeDocument/2006/relationships/customXml" Target="../ink/ink1397.xml"/><Relationship Id="rId137" Type="http://schemas.openxmlformats.org/officeDocument/2006/relationships/image" Target="../media/image3760.png"/><Relationship Id="rId158" Type="http://schemas.openxmlformats.org/officeDocument/2006/relationships/customXml" Target="../ink/ink1418.xml"/><Relationship Id="rId20" Type="http://schemas.openxmlformats.org/officeDocument/2006/relationships/customXml" Target="../ink/ink1349.xml"/><Relationship Id="rId41" Type="http://schemas.openxmlformats.org/officeDocument/2006/relationships/image" Target="../media/image3280.png"/><Relationship Id="rId62" Type="http://schemas.openxmlformats.org/officeDocument/2006/relationships/customXml" Target="../ink/ink1370.xml"/><Relationship Id="rId83" Type="http://schemas.openxmlformats.org/officeDocument/2006/relationships/image" Target="../media/image3490.png"/><Relationship Id="rId88" Type="http://schemas.openxmlformats.org/officeDocument/2006/relationships/customXml" Target="../ink/ink1383.xml"/><Relationship Id="rId111" Type="http://schemas.openxmlformats.org/officeDocument/2006/relationships/image" Target="../media/image3630.png"/><Relationship Id="rId132" Type="http://schemas.openxmlformats.org/officeDocument/2006/relationships/customXml" Target="../ink/ink1405.xml"/><Relationship Id="rId153" Type="http://schemas.openxmlformats.org/officeDocument/2006/relationships/image" Target="../media/image3840.png"/><Relationship Id="rId174" Type="http://schemas.openxmlformats.org/officeDocument/2006/relationships/customXml" Target="../ink/ink1426.xml"/><Relationship Id="rId179" Type="http://schemas.openxmlformats.org/officeDocument/2006/relationships/image" Target="../media/image3970.png"/><Relationship Id="rId195" Type="http://schemas.openxmlformats.org/officeDocument/2006/relationships/image" Target="../media/image4050.png"/><Relationship Id="rId190" Type="http://schemas.openxmlformats.org/officeDocument/2006/relationships/customXml" Target="../ink/ink1434.xml"/><Relationship Id="rId204" Type="http://schemas.openxmlformats.org/officeDocument/2006/relationships/customXml" Target="../ink/ink1441.xml"/><Relationship Id="rId15" Type="http://schemas.openxmlformats.org/officeDocument/2006/relationships/image" Target="../media/image3150.png"/><Relationship Id="rId36" Type="http://schemas.openxmlformats.org/officeDocument/2006/relationships/customXml" Target="../ink/ink1357.xml"/><Relationship Id="rId57" Type="http://schemas.openxmlformats.org/officeDocument/2006/relationships/image" Target="../media/image3360.png"/><Relationship Id="rId106" Type="http://schemas.openxmlformats.org/officeDocument/2006/relationships/customXml" Target="../ink/ink1392.xml"/><Relationship Id="rId127" Type="http://schemas.openxmlformats.org/officeDocument/2006/relationships/image" Target="../media/image3711.png"/><Relationship Id="rId10" Type="http://schemas.openxmlformats.org/officeDocument/2006/relationships/customXml" Target="../ink/ink1344.xml"/><Relationship Id="rId31" Type="http://schemas.openxmlformats.org/officeDocument/2006/relationships/image" Target="../media/image3230.png"/><Relationship Id="rId52" Type="http://schemas.openxmlformats.org/officeDocument/2006/relationships/customXml" Target="../ink/ink1365.xml"/><Relationship Id="rId73" Type="http://schemas.openxmlformats.org/officeDocument/2006/relationships/image" Target="../media/image3440.png"/><Relationship Id="rId78" Type="http://schemas.openxmlformats.org/officeDocument/2006/relationships/customXml" Target="../ink/ink1378.xml"/><Relationship Id="rId94" Type="http://schemas.openxmlformats.org/officeDocument/2006/relationships/customXml" Target="../ink/ink1386.xml"/><Relationship Id="rId99" Type="http://schemas.openxmlformats.org/officeDocument/2006/relationships/image" Target="../media/image3570.png"/><Relationship Id="rId101" Type="http://schemas.openxmlformats.org/officeDocument/2006/relationships/image" Target="../media/image3580.png"/><Relationship Id="rId122" Type="http://schemas.openxmlformats.org/officeDocument/2006/relationships/customXml" Target="../ink/ink1400.xml"/><Relationship Id="rId143" Type="http://schemas.openxmlformats.org/officeDocument/2006/relationships/image" Target="../media/image3790.png"/><Relationship Id="rId148" Type="http://schemas.openxmlformats.org/officeDocument/2006/relationships/customXml" Target="../ink/ink1413.xml"/><Relationship Id="rId164" Type="http://schemas.openxmlformats.org/officeDocument/2006/relationships/customXml" Target="../ink/ink1421.xml"/><Relationship Id="rId169" Type="http://schemas.openxmlformats.org/officeDocument/2006/relationships/image" Target="../media/image3920.png"/><Relationship Id="rId185" Type="http://schemas.openxmlformats.org/officeDocument/2006/relationships/image" Target="../media/image4000.png"/><Relationship Id="rId4" Type="http://schemas.openxmlformats.org/officeDocument/2006/relationships/customXml" Target="../ink/ink1341.xml"/><Relationship Id="rId9" Type="http://schemas.openxmlformats.org/officeDocument/2006/relationships/image" Target="../media/image3120.png"/><Relationship Id="rId180" Type="http://schemas.openxmlformats.org/officeDocument/2006/relationships/customXml" Target="../ink/ink1429.xml"/><Relationship Id="rId26" Type="http://schemas.openxmlformats.org/officeDocument/2006/relationships/customXml" Target="../ink/ink1352.xml"/><Relationship Id="rId47" Type="http://schemas.openxmlformats.org/officeDocument/2006/relationships/image" Target="../media/image3311.png"/><Relationship Id="rId68" Type="http://schemas.openxmlformats.org/officeDocument/2006/relationships/customXml" Target="../ink/ink1373.xml"/><Relationship Id="rId89" Type="http://schemas.openxmlformats.org/officeDocument/2006/relationships/image" Target="../media/image3520.png"/><Relationship Id="rId112" Type="http://schemas.openxmlformats.org/officeDocument/2006/relationships/customXml" Target="../ink/ink1395.xml"/><Relationship Id="rId133" Type="http://schemas.openxmlformats.org/officeDocument/2006/relationships/image" Target="../media/image3740.png"/><Relationship Id="rId154" Type="http://schemas.openxmlformats.org/officeDocument/2006/relationships/customXml" Target="../ink/ink1416.xml"/><Relationship Id="rId175" Type="http://schemas.openxmlformats.org/officeDocument/2006/relationships/image" Target="../media/image3950.png"/><Relationship Id="rId196" Type="http://schemas.openxmlformats.org/officeDocument/2006/relationships/customXml" Target="../ink/ink1437.xml"/><Relationship Id="rId200" Type="http://schemas.openxmlformats.org/officeDocument/2006/relationships/customXml" Target="../ink/ink1439.xml"/><Relationship Id="rId16" Type="http://schemas.openxmlformats.org/officeDocument/2006/relationships/customXml" Target="../ink/ink1347.xml"/><Relationship Id="rId37" Type="http://schemas.openxmlformats.org/officeDocument/2006/relationships/image" Target="../media/image3260.png"/><Relationship Id="rId58" Type="http://schemas.openxmlformats.org/officeDocument/2006/relationships/customXml" Target="../ink/ink1368.xml"/><Relationship Id="rId79" Type="http://schemas.openxmlformats.org/officeDocument/2006/relationships/image" Target="../media/image3470.png"/><Relationship Id="rId102" Type="http://schemas.openxmlformats.org/officeDocument/2006/relationships/customXml" Target="../ink/ink1390.xml"/><Relationship Id="rId123" Type="http://schemas.openxmlformats.org/officeDocument/2006/relationships/image" Target="../media/image3690.png"/><Relationship Id="rId144" Type="http://schemas.openxmlformats.org/officeDocument/2006/relationships/customXml" Target="../ink/ink1411.xml"/><Relationship Id="rId90" Type="http://schemas.openxmlformats.org/officeDocument/2006/relationships/customXml" Target="../ink/ink1384.xml"/><Relationship Id="rId165" Type="http://schemas.openxmlformats.org/officeDocument/2006/relationships/image" Target="../media/image3900.png"/><Relationship Id="rId186" Type="http://schemas.openxmlformats.org/officeDocument/2006/relationships/customXml" Target="../ink/ink1432.xml"/><Relationship Id="rId27" Type="http://schemas.openxmlformats.org/officeDocument/2006/relationships/image" Target="../media/image3211.png"/><Relationship Id="rId48" Type="http://schemas.openxmlformats.org/officeDocument/2006/relationships/customXml" Target="../ink/ink1363.xml"/><Relationship Id="rId69" Type="http://schemas.openxmlformats.org/officeDocument/2006/relationships/image" Target="../media/image3420.png"/><Relationship Id="rId113" Type="http://schemas.openxmlformats.org/officeDocument/2006/relationships/image" Target="../media/image3640.png"/><Relationship Id="rId134" Type="http://schemas.openxmlformats.org/officeDocument/2006/relationships/customXml" Target="../ink/ink1406.xml"/><Relationship Id="rId80" Type="http://schemas.openxmlformats.org/officeDocument/2006/relationships/customXml" Target="../ink/ink1379.xml"/><Relationship Id="rId155" Type="http://schemas.openxmlformats.org/officeDocument/2006/relationships/image" Target="../media/image3850.png"/><Relationship Id="rId176" Type="http://schemas.openxmlformats.org/officeDocument/2006/relationships/customXml" Target="../ink/ink1427.xml"/><Relationship Id="rId197" Type="http://schemas.openxmlformats.org/officeDocument/2006/relationships/image" Target="../media/image4060.png"/><Relationship Id="rId201" Type="http://schemas.openxmlformats.org/officeDocument/2006/relationships/image" Target="../media/image4080.png"/><Relationship Id="rId17" Type="http://schemas.openxmlformats.org/officeDocument/2006/relationships/image" Target="../media/image3160.png"/><Relationship Id="rId38" Type="http://schemas.openxmlformats.org/officeDocument/2006/relationships/customXml" Target="../ink/ink1358.xml"/><Relationship Id="rId59" Type="http://schemas.openxmlformats.org/officeDocument/2006/relationships/image" Target="../media/image3370.png"/><Relationship Id="rId103" Type="http://schemas.openxmlformats.org/officeDocument/2006/relationships/image" Target="../media/image3590.png"/><Relationship Id="rId124" Type="http://schemas.openxmlformats.org/officeDocument/2006/relationships/customXml" Target="../ink/ink1401.xml"/><Relationship Id="rId70" Type="http://schemas.openxmlformats.org/officeDocument/2006/relationships/customXml" Target="../ink/ink1374.xml"/><Relationship Id="rId91" Type="http://schemas.openxmlformats.org/officeDocument/2006/relationships/image" Target="../media/image3530.png"/><Relationship Id="rId145" Type="http://schemas.openxmlformats.org/officeDocument/2006/relationships/image" Target="../media/image3800.png"/><Relationship Id="rId166" Type="http://schemas.openxmlformats.org/officeDocument/2006/relationships/customXml" Target="../ink/ink1422.xml"/><Relationship Id="rId187" Type="http://schemas.openxmlformats.org/officeDocument/2006/relationships/image" Target="../media/image4011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353.xml"/><Relationship Id="rId49" Type="http://schemas.openxmlformats.org/officeDocument/2006/relationships/image" Target="../media/image3320.png"/><Relationship Id="rId114" Type="http://schemas.openxmlformats.org/officeDocument/2006/relationships/customXml" Target="../ink/ink1396.xml"/><Relationship Id="rId60" Type="http://schemas.openxmlformats.org/officeDocument/2006/relationships/customXml" Target="../ink/ink1369.xml"/><Relationship Id="rId81" Type="http://schemas.openxmlformats.org/officeDocument/2006/relationships/image" Target="../media/image3480.png"/><Relationship Id="rId135" Type="http://schemas.openxmlformats.org/officeDocument/2006/relationships/image" Target="../media/image3750.png"/><Relationship Id="rId156" Type="http://schemas.openxmlformats.org/officeDocument/2006/relationships/customXml" Target="../ink/ink1417.xml"/><Relationship Id="rId177" Type="http://schemas.openxmlformats.org/officeDocument/2006/relationships/image" Target="../media/image3960.png"/><Relationship Id="rId198" Type="http://schemas.openxmlformats.org/officeDocument/2006/relationships/customXml" Target="../ink/ink1438.xml"/><Relationship Id="rId202" Type="http://schemas.openxmlformats.org/officeDocument/2006/relationships/customXml" Target="../ink/ink1440.xml"/><Relationship Id="rId18" Type="http://schemas.openxmlformats.org/officeDocument/2006/relationships/customXml" Target="../ink/ink1348.xml"/><Relationship Id="rId39" Type="http://schemas.openxmlformats.org/officeDocument/2006/relationships/image" Target="../media/image3270.png"/><Relationship Id="rId50" Type="http://schemas.openxmlformats.org/officeDocument/2006/relationships/customXml" Target="../ink/ink1364.xml"/><Relationship Id="rId104" Type="http://schemas.openxmlformats.org/officeDocument/2006/relationships/customXml" Target="../ink/ink1391.xml"/><Relationship Id="rId125" Type="http://schemas.openxmlformats.org/officeDocument/2006/relationships/image" Target="../media/image3700.png"/><Relationship Id="rId146" Type="http://schemas.openxmlformats.org/officeDocument/2006/relationships/customXml" Target="../ink/ink1412.xml"/><Relationship Id="rId167" Type="http://schemas.openxmlformats.org/officeDocument/2006/relationships/image" Target="../media/image3911.png"/><Relationship Id="rId188" Type="http://schemas.openxmlformats.org/officeDocument/2006/relationships/customXml" Target="../ink/ink1433.xml"/><Relationship Id="rId71" Type="http://schemas.openxmlformats.org/officeDocument/2006/relationships/image" Target="../media/image3430.png"/><Relationship Id="rId92" Type="http://schemas.openxmlformats.org/officeDocument/2006/relationships/customXml" Target="../ink/ink1385.xml"/><Relationship Id="rId2" Type="http://schemas.openxmlformats.org/officeDocument/2006/relationships/customXml" Target="../ink/ink1340.xml"/><Relationship Id="rId29" Type="http://schemas.openxmlformats.org/officeDocument/2006/relationships/image" Target="../media/image32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47.xml"/><Relationship Id="rId18" Type="http://schemas.openxmlformats.org/officeDocument/2006/relationships/image" Target="../media/image1087.png"/><Relationship Id="rId26" Type="http://schemas.openxmlformats.org/officeDocument/2006/relationships/image" Target="../media/image1091.png"/><Relationship Id="rId39" Type="http://schemas.openxmlformats.org/officeDocument/2006/relationships/customXml" Target="../ink/ink1460.xml"/><Relationship Id="rId21" Type="http://schemas.openxmlformats.org/officeDocument/2006/relationships/customXml" Target="../ink/ink1451.xml"/><Relationship Id="rId34" Type="http://schemas.openxmlformats.org/officeDocument/2006/relationships/image" Target="../media/image1095.png"/><Relationship Id="rId42" Type="http://schemas.openxmlformats.org/officeDocument/2006/relationships/image" Target="../media/image1099.png"/><Relationship Id="rId47" Type="http://schemas.openxmlformats.org/officeDocument/2006/relationships/customXml" Target="../ink/ink1464.xml"/><Relationship Id="rId50" Type="http://schemas.openxmlformats.org/officeDocument/2006/relationships/image" Target="../media/image1103.png"/><Relationship Id="rId55" Type="http://schemas.openxmlformats.org/officeDocument/2006/relationships/customXml" Target="../ink/ink1468.xml"/><Relationship Id="rId7" Type="http://schemas.openxmlformats.org/officeDocument/2006/relationships/customXml" Target="../ink/ink1444.xml"/><Relationship Id="rId2" Type="http://schemas.openxmlformats.org/officeDocument/2006/relationships/image" Target="../media/image1079.png"/><Relationship Id="rId16" Type="http://schemas.openxmlformats.org/officeDocument/2006/relationships/image" Target="../media/image1086.png"/><Relationship Id="rId29" Type="http://schemas.openxmlformats.org/officeDocument/2006/relationships/customXml" Target="../ink/ink1455.xml"/><Relationship Id="rId11" Type="http://schemas.openxmlformats.org/officeDocument/2006/relationships/customXml" Target="../ink/ink1446.xml"/><Relationship Id="rId24" Type="http://schemas.openxmlformats.org/officeDocument/2006/relationships/image" Target="../media/image1090.png"/><Relationship Id="rId32" Type="http://schemas.openxmlformats.org/officeDocument/2006/relationships/image" Target="../media/image1094.png"/><Relationship Id="rId37" Type="http://schemas.openxmlformats.org/officeDocument/2006/relationships/customXml" Target="../ink/ink1459.xml"/><Relationship Id="rId40" Type="http://schemas.openxmlformats.org/officeDocument/2006/relationships/image" Target="../media/image1098.png"/><Relationship Id="rId45" Type="http://schemas.openxmlformats.org/officeDocument/2006/relationships/customXml" Target="../ink/ink1463.xml"/><Relationship Id="rId53" Type="http://schemas.openxmlformats.org/officeDocument/2006/relationships/customXml" Target="../ink/ink1467.xml"/><Relationship Id="rId58" Type="http://schemas.openxmlformats.org/officeDocument/2006/relationships/image" Target="../media/image1107.png"/><Relationship Id="rId5" Type="http://schemas.openxmlformats.org/officeDocument/2006/relationships/customXml" Target="../ink/ink1443.xml"/><Relationship Id="rId61" Type="http://schemas.openxmlformats.org/officeDocument/2006/relationships/customXml" Target="../ink/ink1471.xml"/><Relationship Id="rId19" Type="http://schemas.openxmlformats.org/officeDocument/2006/relationships/customXml" Target="../ink/ink1450.xml"/><Relationship Id="rId14" Type="http://schemas.openxmlformats.org/officeDocument/2006/relationships/image" Target="../media/image1085.png"/><Relationship Id="rId22" Type="http://schemas.openxmlformats.org/officeDocument/2006/relationships/image" Target="../media/image1089.png"/><Relationship Id="rId27" Type="http://schemas.openxmlformats.org/officeDocument/2006/relationships/customXml" Target="../ink/ink1454.xml"/><Relationship Id="rId30" Type="http://schemas.openxmlformats.org/officeDocument/2006/relationships/image" Target="../media/image1093.png"/><Relationship Id="rId35" Type="http://schemas.openxmlformats.org/officeDocument/2006/relationships/customXml" Target="../ink/ink1458.xml"/><Relationship Id="rId43" Type="http://schemas.openxmlformats.org/officeDocument/2006/relationships/customXml" Target="../ink/ink1462.xml"/><Relationship Id="rId48" Type="http://schemas.openxmlformats.org/officeDocument/2006/relationships/image" Target="../media/image1102.png"/><Relationship Id="rId56" Type="http://schemas.openxmlformats.org/officeDocument/2006/relationships/image" Target="../media/image1106.png"/><Relationship Id="rId8" Type="http://schemas.openxmlformats.org/officeDocument/2006/relationships/image" Target="../media/image1082.png"/><Relationship Id="rId51" Type="http://schemas.openxmlformats.org/officeDocument/2006/relationships/customXml" Target="../ink/ink1466.xml"/><Relationship Id="rId3" Type="http://schemas.openxmlformats.org/officeDocument/2006/relationships/customXml" Target="../ink/ink1442.xml"/><Relationship Id="rId12" Type="http://schemas.openxmlformats.org/officeDocument/2006/relationships/image" Target="../media/image1084.png"/><Relationship Id="rId17" Type="http://schemas.openxmlformats.org/officeDocument/2006/relationships/customXml" Target="../ink/ink1449.xml"/><Relationship Id="rId25" Type="http://schemas.openxmlformats.org/officeDocument/2006/relationships/customXml" Target="../ink/ink1453.xml"/><Relationship Id="rId33" Type="http://schemas.openxmlformats.org/officeDocument/2006/relationships/customXml" Target="../ink/ink1457.xml"/><Relationship Id="rId38" Type="http://schemas.openxmlformats.org/officeDocument/2006/relationships/image" Target="../media/image1097.png"/><Relationship Id="rId46" Type="http://schemas.openxmlformats.org/officeDocument/2006/relationships/image" Target="../media/image1101.png"/><Relationship Id="rId59" Type="http://schemas.openxmlformats.org/officeDocument/2006/relationships/customXml" Target="../ink/ink1470.xml"/><Relationship Id="rId20" Type="http://schemas.openxmlformats.org/officeDocument/2006/relationships/image" Target="../media/image1088.png"/><Relationship Id="rId41" Type="http://schemas.openxmlformats.org/officeDocument/2006/relationships/customXml" Target="../ink/ink1461.xml"/><Relationship Id="rId54" Type="http://schemas.openxmlformats.org/officeDocument/2006/relationships/image" Target="../media/image1105.png"/><Relationship Id="rId62" Type="http://schemas.openxmlformats.org/officeDocument/2006/relationships/image" Target="../media/image1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1.png"/><Relationship Id="rId15" Type="http://schemas.openxmlformats.org/officeDocument/2006/relationships/customXml" Target="../ink/ink1448.xml"/><Relationship Id="rId23" Type="http://schemas.openxmlformats.org/officeDocument/2006/relationships/customXml" Target="../ink/ink1452.xml"/><Relationship Id="rId28" Type="http://schemas.openxmlformats.org/officeDocument/2006/relationships/image" Target="../media/image1092.png"/><Relationship Id="rId36" Type="http://schemas.openxmlformats.org/officeDocument/2006/relationships/image" Target="../media/image1096.png"/><Relationship Id="rId49" Type="http://schemas.openxmlformats.org/officeDocument/2006/relationships/customXml" Target="../ink/ink1465.xml"/><Relationship Id="rId57" Type="http://schemas.openxmlformats.org/officeDocument/2006/relationships/customXml" Target="../ink/ink1469.xml"/><Relationship Id="rId10" Type="http://schemas.openxmlformats.org/officeDocument/2006/relationships/image" Target="../media/image1083.png"/><Relationship Id="rId31" Type="http://schemas.openxmlformats.org/officeDocument/2006/relationships/customXml" Target="../ink/ink1456.xml"/><Relationship Id="rId44" Type="http://schemas.openxmlformats.org/officeDocument/2006/relationships/image" Target="../media/image1100.png"/><Relationship Id="rId52" Type="http://schemas.openxmlformats.org/officeDocument/2006/relationships/image" Target="../media/image1104.png"/><Relationship Id="rId60" Type="http://schemas.openxmlformats.org/officeDocument/2006/relationships/image" Target="../media/image1108.png"/><Relationship Id="rId4" Type="http://schemas.openxmlformats.org/officeDocument/2006/relationships/image" Target="../media/image1080.png"/><Relationship Id="rId9" Type="http://schemas.openxmlformats.org/officeDocument/2006/relationships/customXml" Target="../ink/ink144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483.xml"/><Relationship Id="rId21" Type="http://schemas.openxmlformats.org/officeDocument/2006/relationships/image" Target="../media/image1119.png"/><Relationship Id="rId42" Type="http://schemas.openxmlformats.org/officeDocument/2006/relationships/customXml" Target="../ink/ink1491.xml"/><Relationship Id="rId47" Type="http://schemas.openxmlformats.org/officeDocument/2006/relationships/image" Target="../media/image1132.png"/><Relationship Id="rId63" Type="http://schemas.openxmlformats.org/officeDocument/2006/relationships/image" Target="../media/image1140.png"/><Relationship Id="rId68" Type="http://schemas.openxmlformats.org/officeDocument/2006/relationships/customXml" Target="../ink/ink1504.xml"/><Relationship Id="rId16" Type="http://schemas.openxmlformats.org/officeDocument/2006/relationships/customXml" Target="../ink/ink1478.xml"/><Relationship Id="rId11" Type="http://schemas.openxmlformats.org/officeDocument/2006/relationships/image" Target="../media/image1115.png"/><Relationship Id="rId32" Type="http://schemas.openxmlformats.org/officeDocument/2006/relationships/customXml" Target="../ink/ink1486.xml"/><Relationship Id="rId37" Type="http://schemas.openxmlformats.org/officeDocument/2006/relationships/image" Target="../media/image1127.png"/><Relationship Id="rId53" Type="http://schemas.openxmlformats.org/officeDocument/2006/relationships/image" Target="../media/image1135.png"/><Relationship Id="rId58" Type="http://schemas.openxmlformats.org/officeDocument/2006/relationships/customXml" Target="../ink/ink1499.xml"/><Relationship Id="rId74" Type="http://schemas.openxmlformats.org/officeDocument/2006/relationships/customXml" Target="../ink/ink1507.xml"/><Relationship Id="rId79" Type="http://schemas.openxmlformats.org/officeDocument/2006/relationships/image" Target="../media/image1148.png"/><Relationship Id="rId5" Type="http://schemas.openxmlformats.org/officeDocument/2006/relationships/image" Target="../media/image1112.png"/><Relationship Id="rId61" Type="http://schemas.openxmlformats.org/officeDocument/2006/relationships/image" Target="../media/image1139.png"/><Relationship Id="rId19" Type="http://schemas.openxmlformats.org/officeDocument/2006/relationships/image" Target="../media/image1118.png"/><Relationship Id="rId14" Type="http://schemas.openxmlformats.org/officeDocument/2006/relationships/customXml" Target="../ink/ink1477.xml"/><Relationship Id="rId22" Type="http://schemas.openxmlformats.org/officeDocument/2006/relationships/customXml" Target="../ink/ink1481.xml"/><Relationship Id="rId27" Type="http://schemas.openxmlformats.org/officeDocument/2006/relationships/image" Target="../media/image1122.png"/><Relationship Id="rId30" Type="http://schemas.openxmlformats.org/officeDocument/2006/relationships/customXml" Target="../ink/ink1485.xml"/><Relationship Id="rId35" Type="http://schemas.openxmlformats.org/officeDocument/2006/relationships/image" Target="../media/image1126.png"/><Relationship Id="rId43" Type="http://schemas.openxmlformats.org/officeDocument/2006/relationships/image" Target="../media/image1130.png"/><Relationship Id="rId48" Type="http://schemas.openxmlformats.org/officeDocument/2006/relationships/customXml" Target="../ink/ink1494.xml"/><Relationship Id="rId56" Type="http://schemas.openxmlformats.org/officeDocument/2006/relationships/customXml" Target="../ink/ink1498.xml"/><Relationship Id="rId64" Type="http://schemas.openxmlformats.org/officeDocument/2006/relationships/customXml" Target="../ink/ink1502.xml"/><Relationship Id="rId69" Type="http://schemas.openxmlformats.org/officeDocument/2006/relationships/image" Target="../media/image1143.png"/><Relationship Id="rId77" Type="http://schemas.openxmlformats.org/officeDocument/2006/relationships/image" Target="../media/image1147.png"/><Relationship Id="rId8" Type="http://schemas.openxmlformats.org/officeDocument/2006/relationships/customXml" Target="../ink/ink1474.xml"/><Relationship Id="rId51" Type="http://schemas.openxmlformats.org/officeDocument/2006/relationships/image" Target="../media/image1134.png"/><Relationship Id="rId72" Type="http://schemas.openxmlformats.org/officeDocument/2006/relationships/customXml" Target="../ink/ink1506.xml"/><Relationship Id="rId80" Type="http://schemas.openxmlformats.org/officeDocument/2006/relationships/customXml" Target="../ink/ink1510.xml"/><Relationship Id="rId3" Type="http://schemas.openxmlformats.org/officeDocument/2006/relationships/image" Target="../media/image1081.jpg"/><Relationship Id="rId12" Type="http://schemas.openxmlformats.org/officeDocument/2006/relationships/customXml" Target="../ink/ink1476.xml"/><Relationship Id="rId17" Type="http://schemas.openxmlformats.org/officeDocument/2006/relationships/image" Target="../media/image1117.png"/><Relationship Id="rId25" Type="http://schemas.openxmlformats.org/officeDocument/2006/relationships/image" Target="../media/image1121.png"/><Relationship Id="rId33" Type="http://schemas.openxmlformats.org/officeDocument/2006/relationships/image" Target="../media/image1125.png"/><Relationship Id="rId38" Type="http://schemas.openxmlformats.org/officeDocument/2006/relationships/customXml" Target="../ink/ink1489.xml"/><Relationship Id="rId46" Type="http://schemas.openxmlformats.org/officeDocument/2006/relationships/customXml" Target="../ink/ink1493.xml"/><Relationship Id="rId59" Type="http://schemas.openxmlformats.org/officeDocument/2006/relationships/image" Target="../media/image1138.png"/><Relationship Id="rId67" Type="http://schemas.openxmlformats.org/officeDocument/2006/relationships/image" Target="../media/image1142.png"/><Relationship Id="rId20" Type="http://schemas.openxmlformats.org/officeDocument/2006/relationships/customXml" Target="../ink/ink1480.xml"/><Relationship Id="rId41" Type="http://schemas.openxmlformats.org/officeDocument/2006/relationships/image" Target="../media/image1129.png"/><Relationship Id="rId54" Type="http://schemas.openxmlformats.org/officeDocument/2006/relationships/customXml" Target="../ink/ink1497.xml"/><Relationship Id="rId62" Type="http://schemas.openxmlformats.org/officeDocument/2006/relationships/customXml" Target="../ink/ink1501.xml"/><Relationship Id="rId70" Type="http://schemas.openxmlformats.org/officeDocument/2006/relationships/customXml" Target="../ink/ink1505.xml"/><Relationship Id="rId75" Type="http://schemas.openxmlformats.org/officeDocument/2006/relationships/image" Target="../media/image114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73.xml"/><Relationship Id="rId15" Type="http://schemas.openxmlformats.org/officeDocument/2006/relationships/image" Target="../media/image1116.png"/><Relationship Id="rId23" Type="http://schemas.openxmlformats.org/officeDocument/2006/relationships/image" Target="../media/image1120.png"/><Relationship Id="rId28" Type="http://schemas.openxmlformats.org/officeDocument/2006/relationships/customXml" Target="../ink/ink1484.xml"/><Relationship Id="rId36" Type="http://schemas.openxmlformats.org/officeDocument/2006/relationships/customXml" Target="../ink/ink1488.xml"/><Relationship Id="rId49" Type="http://schemas.openxmlformats.org/officeDocument/2006/relationships/image" Target="../media/image1133.png"/><Relationship Id="rId57" Type="http://schemas.openxmlformats.org/officeDocument/2006/relationships/image" Target="../media/image1137.png"/><Relationship Id="rId10" Type="http://schemas.openxmlformats.org/officeDocument/2006/relationships/customXml" Target="../ink/ink1475.xml"/><Relationship Id="rId31" Type="http://schemas.openxmlformats.org/officeDocument/2006/relationships/image" Target="../media/image1124.png"/><Relationship Id="rId44" Type="http://schemas.openxmlformats.org/officeDocument/2006/relationships/customXml" Target="../ink/ink1492.xml"/><Relationship Id="rId52" Type="http://schemas.openxmlformats.org/officeDocument/2006/relationships/customXml" Target="../ink/ink1496.xml"/><Relationship Id="rId60" Type="http://schemas.openxmlformats.org/officeDocument/2006/relationships/customXml" Target="../ink/ink1500.xml"/><Relationship Id="rId65" Type="http://schemas.openxmlformats.org/officeDocument/2006/relationships/image" Target="../media/image1141.png"/><Relationship Id="rId73" Type="http://schemas.openxmlformats.org/officeDocument/2006/relationships/image" Target="../media/image1145.png"/><Relationship Id="rId78" Type="http://schemas.openxmlformats.org/officeDocument/2006/relationships/customXml" Target="../ink/ink1509.xml"/><Relationship Id="rId81" Type="http://schemas.openxmlformats.org/officeDocument/2006/relationships/image" Target="../media/image1149.png"/><Relationship Id="rId4" Type="http://schemas.openxmlformats.org/officeDocument/2006/relationships/customXml" Target="../ink/ink1472.xml"/><Relationship Id="rId9" Type="http://schemas.openxmlformats.org/officeDocument/2006/relationships/image" Target="../media/image1114.png"/><Relationship Id="rId13" Type="http://schemas.openxmlformats.org/officeDocument/2006/relationships/image" Target="../media/image825.png"/><Relationship Id="rId18" Type="http://schemas.openxmlformats.org/officeDocument/2006/relationships/customXml" Target="../ink/ink1479.xml"/><Relationship Id="rId39" Type="http://schemas.openxmlformats.org/officeDocument/2006/relationships/image" Target="../media/image1128.png"/><Relationship Id="rId34" Type="http://schemas.openxmlformats.org/officeDocument/2006/relationships/customXml" Target="../ink/ink1487.xml"/><Relationship Id="rId50" Type="http://schemas.openxmlformats.org/officeDocument/2006/relationships/customXml" Target="../ink/ink1495.xml"/><Relationship Id="rId55" Type="http://schemas.openxmlformats.org/officeDocument/2006/relationships/image" Target="../media/image1136.png"/><Relationship Id="rId76" Type="http://schemas.openxmlformats.org/officeDocument/2006/relationships/customXml" Target="../ink/ink1508.xml"/><Relationship Id="rId7" Type="http://schemas.openxmlformats.org/officeDocument/2006/relationships/image" Target="../media/image1113.png"/><Relationship Id="rId71" Type="http://schemas.openxmlformats.org/officeDocument/2006/relationships/image" Target="../media/image1144.png"/><Relationship Id="rId2" Type="http://schemas.openxmlformats.org/officeDocument/2006/relationships/image" Target="../media/image1080.jpg"/><Relationship Id="rId29" Type="http://schemas.openxmlformats.org/officeDocument/2006/relationships/image" Target="../media/image1123.png"/><Relationship Id="rId24" Type="http://schemas.openxmlformats.org/officeDocument/2006/relationships/customXml" Target="../ink/ink1482.xml"/><Relationship Id="rId40" Type="http://schemas.openxmlformats.org/officeDocument/2006/relationships/customXml" Target="../ink/ink1490.xml"/><Relationship Id="rId45" Type="http://schemas.openxmlformats.org/officeDocument/2006/relationships/image" Target="../media/image1131.png"/><Relationship Id="rId66" Type="http://schemas.openxmlformats.org/officeDocument/2006/relationships/customXml" Target="../ink/ink150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2.JPG"/><Relationship Id="rId2" Type="http://schemas.openxmlformats.org/officeDocument/2006/relationships/image" Target="../media/image11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2.png"/><Relationship Id="rId2" Type="http://schemas.openxmlformats.org/officeDocument/2006/relationships/image" Target="../media/image11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4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22.xml"/><Relationship Id="rId21" Type="http://schemas.openxmlformats.org/officeDocument/2006/relationships/image" Target="../media/image1166.png"/><Relationship Id="rId42" Type="http://schemas.openxmlformats.org/officeDocument/2006/relationships/customXml" Target="../ink/ink1530.xml"/><Relationship Id="rId47" Type="http://schemas.openxmlformats.org/officeDocument/2006/relationships/image" Target="../media/image1179.png"/><Relationship Id="rId63" Type="http://schemas.openxmlformats.org/officeDocument/2006/relationships/image" Target="../media/image1187.png"/><Relationship Id="rId68" Type="http://schemas.openxmlformats.org/officeDocument/2006/relationships/customXml" Target="../ink/ink1543.xml"/><Relationship Id="rId7" Type="http://schemas.openxmlformats.org/officeDocument/2006/relationships/image" Target="../media/image1159.png"/><Relationship Id="rId71" Type="http://schemas.openxmlformats.org/officeDocument/2006/relationships/image" Target="../media/image1191.png"/><Relationship Id="rId2" Type="http://schemas.openxmlformats.org/officeDocument/2006/relationships/image" Target="../media/image1155.png"/><Relationship Id="rId16" Type="http://schemas.openxmlformats.org/officeDocument/2006/relationships/customXml" Target="../ink/ink1517.xml"/><Relationship Id="rId29" Type="http://schemas.openxmlformats.org/officeDocument/2006/relationships/image" Target="../media/image1170.png"/><Relationship Id="rId11" Type="http://schemas.openxmlformats.org/officeDocument/2006/relationships/image" Target="../media/image1161.png"/><Relationship Id="rId24" Type="http://schemas.openxmlformats.org/officeDocument/2006/relationships/customXml" Target="../ink/ink1521.xml"/><Relationship Id="rId32" Type="http://schemas.openxmlformats.org/officeDocument/2006/relationships/customXml" Target="../ink/ink1525.xml"/><Relationship Id="rId37" Type="http://schemas.openxmlformats.org/officeDocument/2006/relationships/image" Target="../media/image1174.png"/><Relationship Id="rId40" Type="http://schemas.openxmlformats.org/officeDocument/2006/relationships/customXml" Target="../ink/ink1529.xml"/><Relationship Id="rId45" Type="http://schemas.openxmlformats.org/officeDocument/2006/relationships/image" Target="../media/image1178.png"/><Relationship Id="rId53" Type="http://schemas.openxmlformats.org/officeDocument/2006/relationships/image" Target="../media/image1182.png"/><Relationship Id="rId58" Type="http://schemas.openxmlformats.org/officeDocument/2006/relationships/customXml" Target="../ink/ink1538.xml"/><Relationship Id="rId66" Type="http://schemas.openxmlformats.org/officeDocument/2006/relationships/customXml" Target="../ink/ink1542.xml"/><Relationship Id="rId5" Type="http://schemas.openxmlformats.org/officeDocument/2006/relationships/image" Target="../media/image1158.png"/><Relationship Id="rId61" Type="http://schemas.openxmlformats.org/officeDocument/2006/relationships/image" Target="../media/image1186.png"/><Relationship Id="rId19" Type="http://schemas.openxmlformats.org/officeDocument/2006/relationships/image" Target="../media/image1165.png"/><Relationship Id="rId14" Type="http://schemas.openxmlformats.org/officeDocument/2006/relationships/customXml" Target="../ink/ink1516.xml"/><Relationship Id="rId22" Type="http://schemas.openxmlformats.org/officeDocument/2006/relationships/customXml" Target="../ink/ink1520.xml"/><Relationship Id="rId27" Type="http://schemas.openxmlformats.org/officeDocument/2006/relationships/image" Target="../media/image1169.png"/><Relationship Id="rId30" Type="http://schemas.openxmlformats.org/officeDocument/2006/relationships/customXml" Target="../ink/ink1524.xml"/><Relationship Id="rId35" Type="http://schemas.openxmlformats.org/officeDocument/2006/relationships/image" Target="../media/image1173.png"/><Relationship Id="rId43" Type="http://schemas.openxmlformats.org/officeDocument/2006/relationships/image" Target="../media/image1177.png"/><Relationship Id="rId48" Type="http://schemas.openxmlformats.org/officeDocument/2006/relationships/customXml" Target="../ink/ink1533.xml"/><Relationship Id="rId56" Type="http://schemas.openxmlformats.org/officeDocument/2006/relationships/customXml" Target="../ink/ink1537.xml"/><Relationship Id="rId64" Type="http://schemas.openxmlformats.org/officeDocument/2006/relationships/customXml" Target="../ink/ink1541.xml"/><Relationship Id="rId69" Type="http://schemas.openxmlformats.org/officeDocument/2006/relationships/image" Target="../media/image1190.png"/><Relationship Id="rId8" Type="http://schemas.openxmlformats.org/officeDocument/2006/relationships/customXml" Target="../ink/ink1513.xml"/><Relationship Id="rId51" Type="http://schemas.openxmlformats.org/officeDocument/2006/relationships/image" Target="../media/image1181.png"/><Relationship Id="rId3" Type="http://schemas.openxmlformats.org/officeDocument/2006/relationships/image" Target="../media/image1156.jpeg"/><Relationship Id="rId12" Type="http://schemas.openxmlformats.org/officeDocument/2006/relationships/customXml" Target="../ink/ink1515.xml"/><Relationship Id="rId17" Type="http://schemas.openxmlformats.org/officeDocument/2006/relationships/image" Target="../media/image1164.png"/><Relationship Id="rId25" Type="http://schemas.openxmlformats.org/officeDocument/2006/relationships/image" Target="../media/image1168.png"/><Relationship Id="rId33" Type="http://schemas.openxmlformats.org/officeDocument/2006/relationships/image" Target="../media/image1172.png"/><Relationship Id="rId38" Type="http://schemas.openxmlformats.org/officeDocument/2006/relationships/customXml" Target="../ink/ink1528.xml"/><Relationship Id="rId46" Type="http://schemas.openxmlformats.org/officeDocument/2006/relationships/customXml" Target="../ink/ink1532.xml"/><Relationship Id="rId59" Type="http://schemas.openxmlformats.org/officeDocument/2006/relationships/image" Target="../media/image1185.png"/><Relationship Id="rId67" Type="http://schemas.openxmlformats.org/officeDocument/2006/relationships/image" Target="../media/image1189.png"/><Relationship Id="rId20" Type="http://schemas.openxmlformats.org/officeDocument/2006/relationships/customXml" Target="../ink/ink1519.xml"/><Relationship Id="rId41" Type="http://schemas.openxmlformats.org/officeDocument/2006/relationships/image" Target="../media/image1176.png"/><Relationship Id="rId54" Type="http://schemas.openxmlformats.org/officeDocument/2006/relationships/customXml" Target="../ink/ink1536.xml"/><Relationship Id="rId62" Type="http://schemas.openxmlformats.org/officeDocument/2006/relationships/customXml" Target="../ink/ink1540.xml"/><Relationship Id="rId70" Type="http://schemas.openxmlformats.org/officeDocument/2006/relationships/customXml" Target="../ink/ink154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12.xml"/><Relationship Id="rId15" Type="http://schemas.openxmlformats.org/officeDocument/2006/relationships/image" Target="../media/image1163.png"/><Relationship Id="rId23" Type="http://schemas.openxmlformats.org/officeDocument/2006/relationships/image" Target="../media/image1167.png"/><Relationship Id="rId28" Type="http://schemas.openxmlformats.org/officeDocument/2006/relationships/customXml" Target="../ink/ink1523.xml"/><Relationship Id="rId36" Type="http://schemas.openxmlformats.org/officeDocument/2006/relationships/customXml" Target="../ink/ink1527.xml"/><Relationship Id="rId49" Type="http://schemas.openxmlformats.org/officeDocument/2006/relationships/image" Target="../media/image1180.png"/><Relationship Id="rId57" Type="http://schemas.openxmlformats.org/officeDocument/2006/relationships/image" Target="../media/image1184.png"/><Relationship Id="rId10" Type="http://schemas.openxmlformats.org/officeDocument/2006/relationships/customXml" Target="../ink/ink1514.xml"/><Relationship Id="rId31" Type="http://schemas.openxmlformats.org/officeDocument/2006/relationships/image" Target="../media/image1171.png"/><Relationship Id="rId44" Type="http://schemas.openxmlformats.org/officeDocument/2006/relationships/customXml" Target="../ink/ink1531.xml"/><Relationship Id="rId52" Type="http://schemas.openxmlformats.org/officeDocument/2006/relationships/customXml" Target="../ink/ink1535.xml"/><Relationship Id="rId60" Type="http://schemas.openxmlformats.org/officeDocument/2006/relationships/customXml" Target="../ink/ink1539.xml"/><Relationship Id="rId65" Type="http://schemas.openxmlformats.org/officeDocument/2006/relationships/image" Target="../media/image1188.png"/><Relationship Id="rId4" Type="http://schemas.openxmlformats.org/officeDocument/2006/relationships/customXml" Target="../ink/ink1511.xml"/><Relationship Id="rId9" Type="http://schemas.openxmlformats.org/officeDocument/2006/relationships/image" Target="../media/image1160.png"/><Relationship Id="rId13" Type="http://schemas.openxmlformats.org/officeDocument/2006/relationships/image" Target="../media/image1162.png"/><Relationship Id="rId18" Type="http://schemas.openxmlformats.org/officeDocument/2006/relationships/customXml" Target="../ink/ink1518.xml"/><Relationship Id="rId39" Type="http://schemas.openxmlformats.org/officeDocument/2006/relationships/image" Target="../media/image1175.png"/><Relationship Id="rId34" Type="http://schemas.openxmlformats.org/officeDocument/2006/relationships/customXml" Target="../ink/ink1526.xml"/><Relationship Id="rId50" Type="http://schemas.openxmlformats.org/officeDocument/2006/relationships/customXml" Target="../ink/ink1534.xml"/><Relationship Id="rId55" Type="http://schemas.openxmlformats.org/officeDocument/2006/relationships/image" Target="../media/image118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2.png"/><Relationship Id="rId2" Type="http://schemas.openxmlformats.org/officeDocument/2006/relationships/image" Target="../media/image11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3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4.jpeg"/><Relationship Id="rId2" Type="http://schemas.openxmlformats.org/officeDocument/2006/relationships/image" Target="../media/image11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5.JP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1ENiVwk8idM?feature=oembed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8.jpeg"/><Relationship Id="rId2" Type="http://schemas.openxmlformats.org/officeDocument/2006/relationships/image" Target="../media/image119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0.png"/><Relationship Id="rId2" Type="http://schemas.openxmlformats.org/officeDocument/2006/relationships/image" Target="../media/image119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2</a:t>
            </a:r>
          </a:p>
          <a:p>
            <a:r>
              <a:rPr lang="en-US" sz="2800" dirty="0">
                <a:latin typeface="PT Sans" panose="020B0503020203020204" pitchFamily="34" charset="0"/>
              </a:rPr>
              <a:t>System design and intro to Arduino</a:t>
            </a: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200C-54D4-3316-CC7C-4EA7AAD2C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down engineering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48AA1-879D-91CD-BB63-329D323F8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A diagram of a computer&#10;&#10;Description automatically generated">
            <a:extLst>
              <a:ext uri="{FF2B5EF4-FFF2-40B4-BE49-F238E27FC236}">
                <a16:creationId xmlns:a16="http://schemas.microsoft.com/office/drawing/2014/main" id="{3145DDD8-409B-2561-5F34-ADFD1ABD7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49" y="501920"/>
            <a:ext cx="9579170" cy="24919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5F2062-D47E-1115-64EF-77528BB9C3FE}"/>
              </a:ext>
            </a:extLst>
          </p:cNvPr>
          <p:cNvSpPr txBox="1"/>
          <p:nvPr/>
        </p:nvSpPr>
        <p:spPr>
          <a:xfrm>
            <a:off x="292868" y="2894629"/>
            <a:ext cx="21627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Any signal, for example temperature, touch, brain signal, video inputs, etc.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7342E4-3BAF-F071-58F5-0CBEBB071CC1}"/>
              </a:ext>
            </a:extLst>
          </p:cNvPr>
          <p:cNvSpPr txBox="1"/>
          <p:nvPr/>
        </p:nvSpPr>
        <p:spPr>
          <a:xfrm>
            <a:off x="2729697" y="3048517"/>
            <a:ext cx="216275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Temperature sensors, resistive touchscreen, brain electrodes, camera, etc.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3BAE63-E3E1-C8A2-7FB0-F6ABDA0B3933}"/>
              </a:ext>
            </a:extLst>
          </p:cNvPr>
          <p:cNvSpPr txBox="1"/>
          <p:nvPr/>
        </p:nvSpPr>
        <p:spPr>
          <a:xfrm>
            <a:off x="2729697" y="4833621"/>
            <a:ext cx="21627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PT Sans" panose="020B0503020203020204" pitchFamily="34" charset="0"/>
              </a:rPr>
              <a:t>Modules in ECE 105: circuits, devices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1AAFC2-8208-B2B0-5886-47CA55662F88}"/>
              </a:ext>
            </a:extLst>
          </p:cNvPr>
          <p:cNvSpPr txBox="1"/>
          <p:nvPr/>
        </p:nvSpPr>
        <p:spPr>
          <a:xfrm>
            <a:off x="5531456" y="3048517"/>
            <a:ext cx="21627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Processing circuits, analog and digital computing, etc.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B4360A-4881-0223-1543-9861B16D52C0}"/>
              </a:ext>
            </a:extLst>
          </p:cNvPr>
          <p:cNvSpPr txBox="1"/>
          <p:nvPr/>
        </p:nvSpPr>
        <p:spPr>
          <a:xfrm>
            <a:off x="5033172" y="4525845"/>
            <a:ext cx="31593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PT Sans" panose="020B0503020203020204" pitchFamily="34" charset="0"/>
              </a:rPr>
              <a:t>Modules in ECE 105: biosensor, linear algebra, neural network, optical comm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9CBD82-6582-1981-E826-A929C6EEEFB4}"/>
              </a:ext>
            </a:extLst>
          </p:cNvPr>
          <p:cNvSpPr txBox="1"/>
          <p:nvPr/>
        </p:nvSpPr>
        <p:spPr>
          <a:xfrm>
            <a:off x="1649289" y="5903877"/>
            <a:ext cx="3548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  <a:latin typeface="PT Sans" panose="020B0503020203020204" pitchFamily="34" charset="0"/>
              </a:rPr>
              <a:t>Industry positions in apple, intel, meta, </a:t>
            </a:r>
            <a:r>
              <a:rPr lang="en-US" sz="2000" dirty="0" err="1">
                <a:solidFill>
                  <a:srgbClr val="0070C0"/>
                </a:solidFill>
                <a:latin typeface="PT Sans" panose="020B0503020203020204" pitchFamily="34" charset="0"/>
              </a:rPr>
              <a:t>neuralink</a:t>
            </a:r>
            <a:r>
              <a:rPr lang="en-US" sz="2000" dirty="0">
                <a:solidFill>
                  <a:srgbClr val="0070C0"/>
                </a:solidFill>
                <a:latin typeface="PT Sans" panose="020B0503020203020204" pitchFamily="34" charset="0"/>
              </a:rPr>
              <a:t>, </a:t>
            </a:r>
            <a:r>
              <a:rPr lang="en-US" sz="2000" dirty="0" err="1">
                <a:solidFill>
                  <a:srgbClr val="0070C0"/>
                </a:solidFill>
                <a:latin typeface="PT Sans" panose="020B0503020203020204" pitchFamily="34" charset="0"/>
              </a:rPr>
              <a:t>etc</a:t>
            </a:r>
            <a:endParaRPr lang="en-US" sz="2000" dirty="0">
              <a:solidFill>
                <a:srgbClr val="0070C0"/>
              </a:solidFill>
              <a:latin typeface="PT Sans" panose="020B05030202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530347-2946-32E4-8AE2-36887CAC5A64}"/>
              </a:ext>
            </a:extLst>
          </p:cNvPr>
          <p:cNvSpPr txBox="1"/>
          <p:nvPr/>
        </p:nvSpPr>
        <p:spPr>
          <a:xfrm>
            <a:off x="5120636" y="5903877"/>
            <a:ext cx="3548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  <a:latin typeface="PT Sans" panose="020B0503020203020204" pitchFamily="34" charset="0"/>
              </a:rPr>
              <a:t>Industry positions in NVIDIA, Raytheon, Qualcomm, </a:t>
            </a:r>
            <a:r>
              <a:rPr lang="en-US" sz="2000" dirty="0" err="1">
                <a:solidFill>
                  <a:srgbClr val="0070C0"/>
                </a:solidFill>
                <a:latin typeface="PT Sans" panose="020B0503020203020204" pitchFamily="34" charset="0"/>
              </a:rPr>
              <a:t>etc</a:t>
            </a:r>
            <a:endParaRPr lang="en-US" sz="2000" dirty="0">
              <a:solidFill>
                <a:srgbClr val="0070C0"/>
              </a:solidFill>
              <a:latin typeface="PT Sans" panose="020B0503020203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39F907F-16CA-97B3-1AA4-06D35E8BDD8D}"/>
              </a:ext>
            </a:extLst>
          </p:cNvPr>
          <p:cNvGrpSpPr/>
          <p:nvPr/>
        </p:nvGrpSpPr>
        <p:grpSpPr>
          <a:xfrm>
            <a:off x="2378128" y="634129"/>
            <a:ext cx="1868760" cy="2535480"/>
            <a:chOff x="2378128" y="634129"/>
            <a:chExt cx="1868760" cy="253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CE4BF3B-670C-1DEF-4ECA-287CAA3236C3}"/>
                    </a:ext>
                  </a:extLst>
                </p14:cNvPr>
                <p14:cNvContentPartPr/>
                <p14:nvPr/>
              </p14:nvContentPartPr>
              <p14:xfrm>
                <a:off x="3393688" y="634129"/>
                <a:ext cx="853200" cy="2195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CE4BF3B-670C-1DEF-4ECA-287CAA3236C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376048" y="616489"/>
                  <a:ext cx="888840" cy="22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84C23DA-5F57-378E-10C7-268A131B0A05}"/>
                    </a:ext>
                  </a:extLst>
                </p14:cNvPr>
                <p14:cNvContentPartPr/>
                <p14:nvPr/>
              </p14:nvContentPartPr>
              <p14:xfrm>
                <a:off x="3399448" y="775969"/>
                <a:ext cx="196560" cy="2393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84C23DA-5F57-378E-10C7-268A131B0A0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381448" y="758329"/>
                  <a:ext cx="232200" cy="24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F16981E-B130-DED0-667C-E76278BDBEB1}"/>
                    </a:ext>
                  </a:extLst>
                </p14:cNvPr>
                <p14:cNvContentPartPr/>
                <p14:nvPr/>
              </p14:nvContentPartPr>
              <p14:xfrm>
                <a:off x="2378128" y="1088089"/>
                <a:ext cx="204120" cy="344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F16981E-B130-DED0-667C-E76278BDBEB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360488" y="1070089"/>
                  <a:ext cx="2397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9C4149B-66B5-3C0A-2241-A6B3B5AF15B3}"/>
                    </a:ext>
                  </a:extLst>
                </p14:cNvPr>
                <p14:cNvContentPartPr/>
                <p14:nvPr/>
              </p14:nvContentPartPr>
              <p14:xfrm>
                <a:off x="2580088" y="1054969"/>
                <a:ext cx="360360" cy="237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9C4149B-66B5-3C0A-2241-A6B3B5AF15B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62088" y="1037329"/>
                  <a:ext cx="3960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2FF9686-CD23-AB18-5919-FFB08DC0FE5E}"/>
                    </a:ext>
                  </a:extLst>
                </p14:cNvPr>
                <p14:cNvContentPartPr/>
                <p14:nvPr/>
              </p14:nvContentPartPr>
              <p14:xfrm>
                <a:off x="3031528" y="864889"/>
                <a:ext cx="178200" cy="340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2FF9686-CD23-AB18-5919-FFB08DC0FE5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013528" y="846889"/>
                  <a:ext cx="21384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24351CD-F8E7-F595-21CD-40289980CE12}"/>
                    </a:ext>
                  </a:extLst>
                </p14:cNvPr>
                <p14:cNvContentPartPr/>
                <p14:nvPr/>
              </p14:nvContentPartPr>
              <p14:xfrm>
                <a:off x="3233128" y="829249"/>
                <a:ext cx="117720" cy="187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24351CD-F8E7-F595-21CD-40289980CE1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215128" y="811249"/>
                  <a:ext cx="1533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DD7D97D-7D13-35FB-9FBA-42A142B5B0CC}"/>
                    </a:ext>
                  </a:extLst>
                </p14:cNvPr>
                <p14:cNvContentPartPr/>
                <p14:nvPr/>
              </p14:nvContentPartPr>
              <p14:xfrm>
                <a:off x="3489448" y="700009"/>
                <a:ext cx="88200" cy="208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DD7D97D-7D13-35FB-9FBA-42A142B5B0C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471448" y="682369"/>
                  <a:ext cx="123840" cy="24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B13EC36-94C6-656F-8506-F57CA3BBE639}"/>
              </a:ext>
            </a:extLst>
          </p:cNvPr>
          <p:cNvGrpSpPr/>
          <p:nvPr/>
        </p:nvGrpSpPr>
        <p:grpSpPr>
          <a:xfrm>
            <a:off x="4451008" y="652129"/>
            <a:ext cx="1437480" cy="667080"/>
            <a:chOff x="4451008" y="652129"/>
            <a:chExt cx="1437480" cy="66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CEB9CF-0AFA-F0C8-D314-DC11044E0253}"/>
                    </a:ext>
                  </a:extLst>
                </p14:cNvPr>
                <p14:cNvContentPartPr/>
                <p14:nvPr/>
              </p14:nvContentPartPr>
              <p14:xfrm>
                <a:off x="4451008" y="897649"/>
                <a:ext cx="72720" cy="421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CEB9CF-0AFA-F0C8-D314-DC11044E025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33008" y="879649"/>
                  <a:ext cx="10836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00F4AEE-36DF-C3E9-7952-26344D8AC20F}"/>
                    </a:ext>
                  </a:extLst>
                </p14:cNvPr>
                <p14:cNvContentPartPr/>
                <p14:nvPr/>
              </p14:nvContentPartPr>
              <p14:xfrm>
                <a:off x="4452088" y="882529"/>
                <a:ext cx="228600" cy="244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00F4AEE-36DF-C3E9-7952-26344D8AC20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434448" y="864529"/>
                  <a:ext cx="2642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99F3E1E-5796-33EF-DEA4-CB15C50EC84F}"/>
                    </a:ext>
                  </a:extLst>
                </p14:cNvPr>
                <p14:cNvContentPartPr/>
                <p14:nvPr/>
              </p14:nvContentPartPr>
              <p14:xfrm>
                <a:off x="4513288" y="1073689"/>
                <a:ext cx="114840" cy="109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99F3E1E-5796-33EF-DEA4-CB15C50EC84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495648" y="1056049"/>
                  <a:ext cx="150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108BD83-D7BA-7CE3-03F6-0749D1F75276}"/>
                    </a:ext>
                  </a:extLst>
                </p14:cNvPr>
                <p14:cNvContentPartPr/>
                <p14:nvPr/>
              </p14:nvContentPartPr>
              <p14:xfrm>
                <a:off x="4767448" y="937969"/>
                <a:ext cx="225360" cy="149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108BD83-D7BA-7CE3-03F6-0749D1F7527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749808" y="920329"/>
                  <a:ext cx="2610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9A20941-E2D2-AD7E-9902-BBA991C315EA}"/>
                    </a:ext>
                  </a:extLst>
                </p14:cNvPr>
                <p14:cNvContentPartPr/>
                <p14:nvPr/>
              </p14:nvContentPartPr>
              <p14:xfrm>
                <a:off x="5036728" y="907369"/>
                <a:ext cx="169920" cy="152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9A20941-E2D2-AD7E-9902-BBA991C315E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018728" y="889369"/>
                  <a:ext cx="2055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A580B72-E4EB-2083-CDF6-AC598952A7B6}"/>
                    </a:ext>
                  </a:extLst>
                </p14:cNvPr>
                <p14:cNvContentPartPr/>
                <p14:nvPr/>
              </p14:nvContentPartPr>
              <p14:xfrm>
                <a:off x="5223928" y="652129"/>
                <a:ext cx="162000" cy="335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A580B72-E4EB-2083-CDF6-AC598952A7B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205928" y="634489"/>
                  <a:ext cx="19764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8AC7AFC-FA29-14D3-E7B8-875E23E0B1DC}"/>
                    </a:ext>
                  </a:extLst>
                </p14:cNvPr>
                <p14:cNvContentPartPr/>
                <p14:nvPr/>
              </p14:nvContentPartPr>
              <p14:xfrm>
                <a:off x="5470168" y="758689"/>
                <a:ext cx="147240" cy="163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8AC7AFC-FA29-14D3-E7B8-875E23E0B1D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452168" y="740689"/>
                  <a:ext cx="1828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DE24239-3233-DFBF-D05A-F4F8B676CA5B}"/>
                    </a:ext>
                  </a:extLst>
                </p14:cNvPr>
                <p14:cNvContentPartPr/>
                <p14:nvPr/>
              </p14:nvContentPartPr>
              <p14:xfrm>
                <a:off x="5680768" y="698209"/>
                <a:ext cx="207720" cy="389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DE24239-3233-DFBF-D05A-F4F8B676CA5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662768" y="680569"/>
                  <a:ext cx="243360" cy="42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114D8FA-CA1E-93ED-CA78-5489D36E510B}"/>
              </a:ext>
            </a:extLst>
          </p:cNvPr>
          <p:cNvGrpSpPr/>
          <p:nvPr/>
        </p:nvGrpSpPr>
        <p:grpSpPr>
          <a:xfrm>
            <a:off x="115168" y="613969"/>
            <a:ext cx="828720" cy="1975680"/>
            <a:chOff x="115168" y="613969"/>
            <a:chExt cx="828720" cy="197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F96532E-4C87-ADBF-C8A1-9C0AE8799612}"/>
                    </a:ext>
                  </a:extLst>
                </p14:cNvPr>
                <p14:cNvContentPartPr/>
                <p14:nvPr/>
              </p14:nvContentPartPr>
              <p14:xfrm>
                <a:off x="174928" y="1204729"/>
                <a:ext cx="722880" cy="907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F96532E-4C87-ADBF-C8A1-9C0AE879961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57288" y="1187089"/>
                  <a:ext cx="758520" cy="9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D3AFB90-1E44-148B-13B4-96374393D10F}"/>
                    </a:ext>
                  </a:extLst>
                </p14:cNvPr>
                <p14:cNvContentPartPr/>
                <p14:nvPr/>
              </p14:nvContentPartPr>
              <p14:xfrm>
                <a:off x="548968" y="736369"/>
                <a:ext cx="261720" cy="1483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D3AFB90-1E44-148B-13B4-96374393D10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30968" y="718729"/>
                  <a:ext cx="297360" cy="15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8E116A3-35EB-2431-BD8B-AD606C74D894}"/>
                    </a:ext>
                  </a:extLst>
                </p14:cNvPr>
                <p14:cNvContentPartPr/>
                <p14:nvPr/>
              </p14:nvContentPartPr>
              <p14:xfrm>
                <a:off x="759928" y="763729"/>
                <a:ext cx="183960" cy="215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8E116A3-35EB-2431-BD8B-AD606C74D89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42288" y="746089"/>
                  <a:ext cx="2196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2F7AA27-92CB-BC23-FBF2-9B8F90305E64}"/>
                    </a:ext>
                  </a:extLst>
                </p14:cNvPr>
                <p14:cNvContentPartPr/>
                <p14:nvPr/>
              </p14:nvContentPartPr>
              <p14:xfrm>
                <a:off x="693688" y="755089"/>
                <a:ext cx="181440" cy="232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2F7AA27-92CB-BC23-FBF2-9B8F90305E6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76048" y="737449"/>
                  <a:ext cx="2170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451B26F-43C0-70C8-45B0-736056859F0D}"/>
                    </a:ext>
                  </a:extLst>
                </p14:cNvPr>
                <p14:cNvContentPartPr/>
                <p14:nvPr/>
              </p14:nvContentPartPr>
              <p14:xfrm>
                <a:off x="402088" y="677329"/>
                <a:ext cx="192960" cy="102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451B26F-43C0-70C8-45B0-736056859F0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84448" y="659689"/>
                  <a:ext cx="2286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45E3933-8032-792F-DEA6-C95DCF805FE8}"/>
                    </a:ext>
                  </a:extLst>
                </p14:cNvPr>
                <p14:cNvContentPartPr/>
                <p14:nvPr/>
              </p14:nvContentPartPr>
              <p14:xfrm>
                <a:off x="425488" y="613969"/>
                <a:ext cx="62280" cy="214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45E3933-8032-792F-DEA6-C95DCF805FE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07848" y="595969"/>
                  <a:ext cx="979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9954270-9C3A-19C3-FA3B-0B15D122CF9B}"/>
                    </a:ext>
                  </a:extLst>
                </p14:cNvPr>
                <p14:cNvContentPartPr/>
                <p14:nvPr/>
              </p14:nvContentPartPr>
              <p14:xfrm>
                <a:off x="128488" y="1996369"/>
                <a:ext cx="338040" cy="195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9954270-9C3A-19C3-FA3B-0B15D122CF9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0488" y="1978729"/>
                  <a:ext cx="3736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56D0BC2-6CCA-C93F-F047-2F4DC94BCD83}"/>
                    </a:ext>
                  </a:extLst>
                </p14:cNvPr>
                <p14:cNvContentPartPr/>
                <p14:nvPr/>
              </p14:nvContentPartPr>
              <p14:xfrm>
                <a:off x="115168" y="1972609"/>
                <a:ext cx="130320" cy="132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56D0BC2-6CCA-C93F-F047-2F4DC94BCD8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7528" y="1954609"/>
                  <a:ext cx="1659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74999EA-AF6C-3CE8-25EF-4046FBE2D3EB}"/>
                    </a:ext>
                  </a:extLst>
                </p14:cNvPr>
                <p14:cNvContentPartPr/>
                <p14:nvPr/>
              </p14:nvContentPartPr>
              <p14:xfrm>
                <a:off x="146488" y="2360329"/>
                <a:ext cx="228240" cy="131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74999EA-AF6C-3CE8-25EF-4046FBE2D3E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28848" y="2342329"/>
                  <a:ext cx="2638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CA94449-94D9-3301-ACD4-D092A50D84F4}"/>
                    </a:ext>
                  </a:extLst>
                </p14:cNvPr>
                <p14:cNvContentPartPr/>
                <p14:nvPr/>
              </p14:nvContentPartPr>
              <p14:xfrm>
                <a:off x="154048" y="2317489"/>
                <a:ext cx="26640" cy="96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CA94449-94D9-3301-ACD4-D092A50D84F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36408" y="2299849"/>
                  <a:ext cx="622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97183C1-DC0C-78A1-D1C6-8C5404571919}"/>
                    </a:ext>
                  </a:extLst>
                </p14:cNvPr>
                <p14:cNvContentPartPr/>
                <p14:nvPr/>
              </p14:nvContentPartPr>
              <p14:xfrm>
                <a:off x="396688" y="2483449"/>
                <a:ext cx="25920" cy="106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97183C1-DC0C-78A1-D1C6-8C540457191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79048" y="2465449"/>
                  <a:ext cx="6156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CD1FCDA-F429-C75B-ABDB-ABA2F21A9D6D}"/>
              </a:ext>
            </a:extLst>
          </p:cNvPr>
          <p:cNvGrpSpPr/>
          <p:nvPr/>
        </p:nvGrpSpPr>
        <p:grpSpPr>
          <a:xfrm>
            <a:off x="8364208" y="2857849"/>
            <a:ext cx="3634560" cy="1757880"/>
            <a:chOff x="8364208" y="2857849"/>
            <a:chExt cx="3634560" cy="175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1949676-DDDB-C184-D2A2-D56CE4C2E849}"/>
                    </a:ext>
                  </a:extLst>
                </p14:cNvPr>
                <p14:cNvContentPartPr/>
                <p14:nvPr/>
              </p14:nvContentPartPr>
              <p14:xfrm>
                <a:off x="8933008" y="3132169"/>
                <a:ext cx="127440" cy="1483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1949676-DDDB-C184-D2A2-D56CE4C2E84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915368" y="3114169"/>
                  <a:ext cx="163080" cy="15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35EE2EF-3CA5-EB76-7CB5-79182093521F}"/>
                    </a:ext>
                  </a:extLst>
                </p14:cNvPr>
                <p14:cNvContentPartPr/>
                <p14:nvPr/>
              </p14:nvContentPartPr>
              <p14:xfrm>
                <a:off x="8859208" y="4168249"/>
                <a:ext cx="49680" cy="82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35EE2EF-3CA5-EB76-7CB5-79182093521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841208" y="4150609"/>
                  <a:ext cx="853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B9B80DC-25DE-A510-C01C-199A62C5D374}"/>
                    </a:ext>
                  </a:extLst>
                </p14:cNvPr>
                <p14:cNvContentPartPr/>
                <p14:nvPr/>
              </p14:nvContentPartPr>
              <p14:xfrm>
                <a:off x="8953168" y="3713929"/>
                <a:ext cx="2497320" cy="101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B9B80DC-25DE-A510-C01C-199A62C5D37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935168" y="3695929"/>
                  <a:ext cx="25329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7D2A34B-2D43-B797-C4B4-3BB658877A4F}"/>
                    </a:ext>
                  </a:extLst>
                </p14:cNvPr>
                <p14:cNvContentPartPr/>
                <p14:nvPr/>
              </p14:nvContentPartPr>
              <p14:xfrm>
                <a:off x="9013648" y="3265729"/>
                <a:ext cx="1431360" cy="1107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7D2A34B-2D43-B797-C4B4-3BB658877A4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995648" y="3248089"/>
                  <a:ext cx="1467000" cy="11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65542EE-35F3-B901-B5B8-B5F2ABD2AE4D}"/>
                    </a:ext>
                  </a:extLst>
                </p14:cNvPr>
                <p14:cNvContentPartPr/>
                <p14:nvPr/>
              </p14:nvContentPartPr>
              <p14:xfrm>
                <a:off x="10459048" y="3342409"/>
                <a:ext cx="753120" cy="909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65542EE-35F3-B901-B5B8-B5F2ABD2AE4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441048" y="3324769"/>
                  <a:ext cx="788760" cy="9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80A9F92-B178-2861-3698-AC77236549BC}"/>
                    </a:ext>
                  </a:extLst>
                </p14:cNvPr>
                <p14:cNvContentPartPr/>
                <p14:nvPr/>
              </p14:nvContentPartPr>
              <p14:xfrm>
                <a:off x="11446168" y="3977809"/>
                <a:ext cx="157320" cy="340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80A9F92-B178-2861-3698-AC77236549B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428528" y="3959809"/>
                  <a:ext cx="1929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2C41DBE-377D-EDDB-626A-34201B88019A}"/>
                    </a:ext>
                  </a:extLst>
                </p14:cNvPr>
                <p14:cNvContentPartPr/>
                <p14:nvPr/>
              </p14:nvContentPartPr>
              <p14:xfrm>
                <a:off x="11418808" y="4138729"/>
                <a:ext cx="83160" cy="52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2C41DBE-377D-EDDB-626A-34201B88019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401168" y="4120729"/>
                  <a:ext cx="1188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550769F-D3B2-C96E-2292-8E18D83F8C31}"/>
                    </a:ext>
                  </a:extLst>
                </p14:cNvPr>
                <p14:cNvContentPartPr/>
                <p14:nvPr/>
              </p14:nvContentPartPr>
              <p14:xfrm>
                <a:off x="11805088" y="4021369"/>
                <a:ext cx="117000" cy="35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550769F-D3B2-C96E-2292-8E18D83F8C3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787088" y="4003369"/>
                  <a:ext cx="1526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D1F4F79-8383-1AC6-6823-5455D7825FF6}"/>
                    </a:ext>
                  </a:extLst>
                </p14:cNvPr>
                <p14:cNvContentPartPr/>
                <p14:nvPr/>
              </p14:nvContentPartPr>
              <p14:xfrm>
                <a:off x="11910568" y="3954769"/>
                <a:ext cx="88200" cy="154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D1F4F79-8383-1AC6-6823-5455D7825FF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892928" y="3936769"/>
                  <a:ext cx="1238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C85446C-B831-7C0E-333E-F460A93C8BD1}"/>
                    </a:ext>
                  </a:extLst>
                </p14:cNvPr>
                <p14:cNvContentPartPr/>
                <p14:nvPr/>
              </p14:nvContentPartPr>
              <p14:xfrm>
                <a:off x="8483008" y="3270769"/>
                <a:ext cx="68040" cy="302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C85446C-B831-7C0E-333E-F460A93C8BD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465368" y="3253129"/>
                  <a:ext cx="10368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446FAF1-E691-0C43-03F0-63CC4CF589BA}"/>
                    </a:ext>
                  </a:extLst>
                </p14:cNvPr>
                <p14:cNvContentPartPr/>
                <p14:nvPr/>
              </p14:nvContentPartPr>
              <p14:xfrm>
                <a:off x="8477608" y="3492529"/>
                <a:ext cx="119160" cy="73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446FAF1-E691-0C43-03F0-63CC4CF589B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459968" y="3474889"/>
                  <a:ext cx="1548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FAA00ED-6171-2804-9623-0FD7140E4689}"/>
                    </a:ext>
                  </a:extLst>
                </p14:cNvPr>
                <p14:cNvContentPartPr/>
                <p14:nvPr/>
              </p14:nvContentPartPr>
              <p14:xfrm>
                <a:off x="8436208" y="3253849"/>
                <a:ext cx="103320" cy="51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FAA00ED-6171-2804-9623-0FD7140E468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418208" y="3236209"/>
                  <a:ext cx="1389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DF34560-7CEB-2F96-CD6D-EA86F7CAA50F}"/>
                    </a:ext>
                  </a:extLst>
                </p14:cNvPr>
                <p14:cNvContentPartPr/>
                <p14:nvPr/>
              </p14:nvContentPartPr>
              <p14:xfrm>
                <a:off x="8886928" y="2857849"/>
                <a:ext cx="69480" cy="300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DF34560-7CEB-2F96-CD6D-EA86F7CAA50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868928" y="2839849"/>
                  <a:ext cx="1051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A4FCBBE-5913-F498-E822-F2EDDBE1BEC9}"/>
                    </a:ext>
                  </a:extLst>
                </p14:cNvPr>
                <p14:cNvContentPartPr/>
                <p14:nvPr/>
              </p14:nvContentPartPr>
              <p14:xfrm>
                <a:off x="8413888" y="2892049"/>
                <a:ext cx="47160" cy="201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A4FCBBE-5913-F498-E822-F2EDDBE1BEC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396248" y="2874049"/>
                  <a:ext cx="82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9012E7A-FDCE-BED6-A6B0-74F5FCD16D62}"/>
                    </a:ext>
                  </a:extLst>
                </p14:cNvPr>
                <p14:cNvContentPartPr/>
                <p14:nvPr/>
              </p14:nvContentPartPr>
              <p14:xfrm>
                <a:off x="8364208" y="2863249"/>
                <a:ext cx="163440" cy="116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9012E7A-FDCE-BED6-A6B0-74F5FCD16D6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346208" y="2845249"/>
                  <a:ext cx="19908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036E072-D1E7-356A-093E-AB63CE37CEAC}"/>
              </a:ext>
            </a:extLst>
          </p:cNvPr>
          <p:cNvGrpSpPr/>
          <p:nvPr/>
        </p:nvGrpSpPr>
        <p:grpSpPr>
          <a:xfrm>
            <a:off x="9034528" y="3193369"/>
            <a:ext cx="1733400" cy="1251360"/>
            <a:chOff x="9034528" y="3193369"/>
            <a:chExt cx="1733400" cy="125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89B6919-5C06-1D62-2310-972B53D305B1}"/>
                    </a:ext>
                  </a:extLst>
                </p14:cNvPr>
                <p14:cNvContentPartPr/>
                <p14:nvPr/>
              </p14:nvContentPartPr>
              <p14:xfrm>
                <a:off x="9061168" y="3430969"/>
                <a:ext cx="105120" cy="1130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89B6919-5C06-1D62-2310-972B53D305B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043168" y="3412969"/>
                  <a:ext cx="1407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FB1F33F-6ADE-43A3-A15F-A131D20D771A}"/>
                    </a:ext>
                  </a:extLst>
                </p14:cNvPr>
                <p14:cNvContentPartPr/>
                <p14:nvPr/>
              </p14:nvContentPartPr>
              <p14:xfrm>
                <a:off x="9034528" y="3373009"/>
                <a:ext cx="107280" cy="160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FB1F33F-6ADE-43A3-A15F-A131D20D771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016888" y="3355009"/>
                  <a:ext cx="142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969E4F4-6CA6-483B-85F0-C80D3259F3BF}"/>
                    </a:ext>
                  </a:extLst>
                </p14:cNvPr>
                <p14:cNvContentPartPr/>
                <p14:nvPr/>
              </p14:nvContentPartPr>
              <p14:xfrm>
                <a:off x="9169168" y="3264649"/>
                <a:ext cx="81720" cy="23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969E4F4-6CA6-483B-85F0-C80D3259F3B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151528" y="3247009"/>
                  <a:ext cx="1173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7B51009-1E64-09F6-4CD5-D70D2DE32EEA}"/>
                    </a:ext>
                  </a:extLst>
                </p14:cNvPr>
                <p14:cNvContentPartPr/>
                <p14:nvPr/>
              </p14:nvContentPartPr>
              <p14:xfrm>
                <a:off x="9218488" y="3193369"/>
                <a:ext cx="68400" cy="142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7B51009-1E64-09F6-4CD5-D70D2DE32EE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200848" y="3175369"/>
                  <a:ext cx="1040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53F8E0C-466D-91FD-B5FD-2873F6621798}"/>
                    </a:ext>
                  </a:extLst>
                </p14:cNvPr>
                <p14:cNvContentPartPr/>
                <p14:nvPr/>
              </p14:nvContentPartPr>
              <p14:xfrm>
                <a:off x="9434848" y="3423409"/>
                <a:ext cx="107640" cy="338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53F8E0C-466D-91FD-B5FD-2873F662179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417208" y="3405769"/>
                  <a:ext cx="1432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39CF2D6-263C-5D49-16EF-042475A1D4C0}"/>
                    </a:ext>
                  </a:extLst>
                </p14:cNvPr>
                <p14:cNvContentPartPr/>
                <p14:nvPr/>
              </p14:nvContentPartPr>
              <p14:xfrm>
                <a:off x="9497128" y="3351049"/>
                <a:ext cx="40680" cy="99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39CF2D6-263C-5D49-16EF-042475A1D4C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479488" y="3333409"/>
                  <a:ext cx="76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8532229-3D28-7D01-5D0D-DF6BBAE02080}"/>
                    </a:ext>
                  </a:extLst>
                </p14:cNvPr>
                <p14:cNvContentPartPr/>
                <p14:nvPr/>
              </p14:nvContentPartPr>
              <p14:xfrm>
                <a:off x="9712768" y="3982849"/>
                <a:ext cx="125280" cy="43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8532229-3D28-7D01-5D0D-DF6BBAE0208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694768" y="3965209"/>
                  <a:ext cx="1609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28D3237-E6EE-1A9C-01E4-226F74B99A70}"/>
                    </a:ext>
                  </a:extLst>
                </p14:cNvPr>
                <p14:cNvContentPartPr/>
                <p14:nvPr/>
              </p14:nvContentPartPr>
              <p14:xfrm>
                <a:off x="9790168" y="3970249"/>
                <a:ext cx="51840" cy="93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28D3237-E6EE-1A9C-01E4-226F74B99A7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772168" y="3952249"/>
                  <a:ext cx="874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E0DB809-0410-5BF5-88D3-0A9D0FA13512}"/>
                    </a:ext>
                  </a:extLst>
                </p14:cNvPr>
                <p14:cNvContentPartPr/>
                <p14:nvPr/>
              </p14:nvContentPartPr>
              <p14:xfrm>
                <a:off x="9978808" y="4256089"/>
                <a:ext cx="136440" cy="99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E0DB809-0410-5BF5-88D3-0A9D0FA1351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961168" y="4238449"/>
                  <a:ext cx="1720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0FE313D-8EEA-3E0A-88AE-400E4A8D091E}"/>
                    </a:ext>
                  </a:extLst>
                </p14:cNvPr>
                <p14:cNvContentPartPr/>
                <p14:nvPr/>
              </p14:nvContentPartPr>
              <p14:xfrm>
                <a:off x="9998248" y="4251409"/>
                <a:ext cx="93240" cy="137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0FE313D-8EEA-3E0A-88AE-400E4A8D091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980608" y="4233409"/>
                  <a:ext cx="1288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748D85B-3243-0D6C-1F61-92A39A33A042}"/>
                    </a:ext>
                  </a:extLst>
                </p14:cNvPr>
                <p14:cNvContentPartPr/>
                <p14:nvPr/>
              </p14:nvContentPartPr>
              <p14:xfrm>
                <a:off x="10161688" y="3993649"/>
                <a:ext cx="131760" cy="82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748D85B-3243-0D6C-1F61-92A39A33A04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144048" y="3975649"/>
                  <a:ext cx="1674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CE0E1F0-6CCC-ECFC-6C6A-230F6A2B7BAB}"/>
                    </a:ext>
                  </a:extLst>
                </p14:cNvPr>
                <p14:cNvContentPartPr/>
                <p14:nvPr/>
              </p14:nvContentPartPr>
              <p14:xfrm>
                <a:off x="10196968" y="3938569"/>
                <a:ext cx="93240" cy="167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CE0E1F0-6CCC-ECFC-6C6A-230F6A2B7BA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179328" y="3920929"/>
                  <a:ext cx="1288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22C61D3-4E3E-E78E-891A-CA797C2D7DE8}"/>
                    </a:ext>
                  </a:extLst>
                </p14:cNvPr>
                <p14:cNvContentPartPr/>
                <p14:nvPr/>
              </p14:nvContentPartPr>
              <p14:xfrm>
                <a:off x="10374088" y="3541489"/>
                <a:ext cx="67320" cy="60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22C61D3-4E3E-E78E-891A-CA797C2D7DE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356088" y="3523849"/>
                  <a:ext cx="1029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BB0C413-0221-14B0-25D3-81B4945986B5}"/>
                    </a:ext>
                  </a:extLst>
                </p14:cNvPr>
                <p14:cNvContentPartPr/>
                <p14:nvPr/>
              </p14:nvContentPartPr>
              <p14:xfrm>
                <a:off x="10410808" y="3518809"/>
                <a:ext cx="9720" cy="81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BB0C413-0221-14B0-25D3-81B4945986B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392808" y="3500809"/>
                  <a:ext cx="453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647CDCC-449A-E85A-46C5-78715B8BEC5C}"/>
                    </a:ext>
                  </a:extLst>
                </p14:cNvPr>
                <p14:cNvContentPartPr/>
                <p14:nvPr/>
              </p14:nvContentPartPr>
              <p14:xfrm>
                <a:off x="10521688" y="3358249"/>
                <a:ext cx="100440" cy="88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647CDCC-449A-E85A-46C5-78715B8BEC5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504048" y="3340249"/>
                  <a:ext cx="1360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E6297BD-CF28-C20C-B747-A7BF0229B43D}"/>
                    </a:ext>
                  </a:extLst>
                </p14:cNvPr>
                <p14:cNvContentPartPr/>
                <p14:nvPr/>
              </p14:nvContentPartPr>
              <p14:xfrm>
                <a:off x="10587208" y="3334849"/>
                <a:ext cx="65880" cy="41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E6297BD-CF28-C20C-B747-A7BF0229B43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569208" y="3316849"/>
                  <a:ext cx="1015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63B9555-5B99-06B7-D816-DA34AABBB3FC}"/>
                    </a:ext>
                  </a:extLst>
                </p14:cNvPr>
                <p14:cNvContentPartPr/>
                <p14:nvPr/>
              </p14:nvContentPartPr>
              <p14:xfrm>
                <a:off x="10652728" y="3568489"/>
                <a:ext cx="115200" cy="30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63B9555-5B99-06B7-D816-DA34AABBB3F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634728" y="3550849"/>
                  <a:ext cx="1508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B634045-655F-AEBC-078D-5E9B8B0F188C}"/>
                    </a:ext>
                  </a:extLst>
                </p14:cNvPr>
                <p14:cNvContentPartPr/>
                <p14:nvPr/>
              </p14:nvContentPartPr>
              <p14:xfrm>
                <a:off x="10695208" y="3532129"/>
                <a:ext cx="41400" cy="1044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B634045-655F-AEBC-078D-5E9B8B0F188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677208" y="3514129"/>
                  <a:ext cx="770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BC8CABB-A6A4-557A-9FA2-5317A13F55DE}"/>
                    </a:ext>
                  </a:extLst>
                </p14:cNvPr>
                <p14:cNvContentPartPr/>
                <p14:nvPr/>
              </p14:nvContentPartPr>
              <p14:xfrm>
                <a:off x="9105088" y="3441409"/>
                <a:ext cx="88920" cy="407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BC8CABB-A6A4-557A-9FA2-5317A13F55D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087448" y="3423409"/>
                  <a:ext cx="12456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1FD4C45-A61D-8188-41A3-02C8B21466FF}"/>
                    </a:ext>
                  </a:extLst>
                </p14:cNvPr>
                <p14:cNvContentPartPr/>
                <p14:nvPr/>
              </p14:nvContentPartPr>
              <p14:xfrm>
                <a:off x="9276448" y="3295249"/>
                <a:ext cx="92880" cy="475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1FD4C45-A61D-8188-41A3-02C8B21466F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258448" y="3277609"/>
                  <a:ext cx="12852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00ADFA3-B777-8209-628B-5C7FEE4246D5}"/>
                    </a:ext>
                  </a:extLst>
                </p14:cNvPr>
                <p14:cNvContentPartPr/>
                <p14:nvPr/>
              </p14:nvContentPartPr>
              <p14:xfrm>
                <a:off x="9455728" y="3405049"/>
                <a:ext cx="49680" cy="4086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00ADFA3-B777-8209-628B-5C7FEE4246D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437728" y="3387049"/>
                  <a:ext cx="8532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DEFA356-B0C8-3437-3650-24774F28F47C}"/>
                    </a:ext>
                  </a:extLst>
                </p14:cNvPr>
                <p14:cNvContentPartPr/>
                <p14:nvPr/>
              </p14:nvContentPartPr>
              <p14:xfrm>
                <a:off x="9808888" y="3829849"/>
                <a:ext cx="29880" cy="137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DEFA356-B0C8-3437-3650-24774F28F47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790888" y="3811849"/>
                  <a:ext cx="65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9564E01-69FD-7C89-8665-E0BB72D19DD4}"/>
                    </a:ext>
                  </a:extLst>
                </p14:cNvPr>
                <p14:cNvContentPartPr/>
                <p14:nvPr/>
              </p14:nvContentPartPr>
              <p14:xfrm>
                <a:off x="9984208" y="3851449"/>
                <a:ext cx="38520" cy="593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9564E01-69FD-7C89-8665-E0BB72D19DD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966568" y="3833449"/>
                  <a:ext cx="7416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EABB624-7511-DE8F-A290-AC4A052DB02C}"/>
                    </a:ext>
                  </a:extLst>
                </p14:cNvPr>
                <p14:cNvContentPartPr/>
                <p14:nvPr/>
              </p14:nvContentPartPr>
              <p14:xfrm>
                <a:off x="10150168" y="3797809"/>
                <a:ext cx="19080" cy="218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EABB624-7511-DE8F-A290-AC4A052DB02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132168" y="3779809"/>
                  <a:ext cx="547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76270E4-3624-8148-CB9C-0CF47D18C4D3}"/>
                    </a:ext>
                  </a:extLst>
                </p14:cNvPr>
                <p14:cNvContentPartPr/>
                <p14:nvPr/>
              </p14:nvContentPartPr>
              <p14:xfrm>
                <a:off x="10445008" y="3559489"/>
                <a:ext cx="52200" cy="212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76270E4-3624-8148-CB9C-0CF47D18C4D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427008" y="3541849"/>
                  <a:ext cx="878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8C4DE12-D408-6921-50CC-796C16C0D1ED}"/>
                    </a:ext>
                  </a:extLst>
                </p14:cNvPr>
                <p14:cNvContentPartPr/>
                <p14:nvPr/>
              </p14:nvContentPartPr>
              <p14:xfrm>
                <a:off x="10573888" y="3381649"/>
                <a:ext cx="16920" cy="282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8C4DE12-D408-6921-50CC-796C16C0D1E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555888" y="3363649"/>
                  <a:ext cx="525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4534F3E-F044-5231-6E99-EDA4EC541402}"/>
                    </a:ext>
                  </a:extLst>
                </p14:cNvPr>
                <p14:cNvContentPartPr/>
                <p14:nvPr/>
              </p14:nvContentPartPr>
              <p14:xfrm>
                <a:off x="10680808" y="3569209"/>
                <a:ext cx="33840" cy="189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4534F3E-F044-5231-6E99-EDA4EC54140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662808" y="3551209"/>
                  <a:ext cx="694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05D58AF-3A29-946D-4B30-1B3474D13174}"/>
                    </a:ext>
                  </a:extLst>
                </p14:cNvPr>
                <p14:cNvContentPartPr/>
                <p14:nvPr/>
              </p14:nvContentPartPr>
              <p14:xfrm>
                <a:off x="9077368" y="3419449"/>
                <a:ext cx="45360" cy="70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05D58AF-3A29-946D-4B30-1B3474D1317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059368" y="3401809"/>
                  <a:ext cx="8100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EAFB732-0C51-E1A5-94BD-148AABD03237}"/>
              </a:ext>
            </a:extLst>
          </p:cNvPr>
          <p:cNvGrpSpPr/>
          <p:nvPr/>
        </p:nvGrpSpPr>
        <p:grpSpPr>
          <a:xfrm>
            <a:off x="8124088" y="4841089"/>
            <a:ext cx="2551320" cy="406080"/>
            <a:chOff x="8124088" y="4841089"/>
            <a:chExt cx="2551320" cy="40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EAFECB7-92AC-FEDE-8383-9B2049131D38}"/>
                    </a:ext>
                  </a:extLst>
                </p14:cNvPr>
                <p14:cNvContentPartPr/>
                <p14:nvPr/>
              </p14:nvContentPartPr>
              <p14:xfrm>
                <a:off x="9215248" y="5056729"/>
                <a:ext cx="9720" cy="36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EAFECB7-92AC-FEDE-8383-9B2049131D3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197608" y="5039089"/>
                  <a:ext cx="453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F01E3B0-9819-060C-95B3-5706821B813B}"/>
                    </a:ext>
                  </a:extLst>
                </p14:cNvPr>
                <p14:cNvContentPartPr/>
                <p14:nvPr/>
              </p14:nvContentPartPr>
              <p14:xfrm>
                <a:off x="9185728" y="5020729"/>
                <a:ext cx="144360" cy="115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F01E3B0-9819-060C-95B3-5706821B813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167728" y="5002729"/>
                  <a:ext cx="1800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CE0B0D2-0409-FD72-57F3-6F0616A97CCE}"/>
                    </a:ext>
                  </a:extLst>
                </p14:cNvPr>
                <p14:cNvContentPartPr/>
                <p14:nvPr/>
              </p14:nvContentPartPr>
              <p14:xfrm>
                <a:off x="9455008" y="4971049"/>
                <a:ext cx="160560" cy="1717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CE0B0D2-0409-FD72-57F3-6F0616A97CC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437368" y="4953409"/>
                  <a:ext cx="1962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9781EE7-BD35-675A-1C6E-2ECDACF1C640}"/>
                    </a:ext>
                  </a:extLst>
                </p14:cNvPr>
                <p14:cNvContentPartPr/>
                <p14:nvPr/>
              </p14:nvContentPartPr>
              <p14:xfrm>
                <a:off x="9721768" y="4952329"/>
                <a:ext cx="141480" cy="97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9781EE7-BD35-675A-1C6E-2ECDACF1C64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703768" y="4934329"/>
                  <a:ext cx="1771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E9EA640-027A-B861-2374-1633D8BD4B8E}"/>
                    </a:ext>
                  </a:extLst>
                </p14:cNvPr>
                <p14:cNvContentPartPr/>
                <p14:nvPr/>
              </p14:nvContentPartPr>
              <p14:xfrm>
                <a:off x="9975208" y="4908769"/>
                <a:ext cx="76320" cy="1400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E9EA640-027A-B861-2374-1633D8BD4B8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957568" y="4890769"/>
                  <a:ext cx="1119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0B0A957-8BC9-6CD2-AF99-1F3FD0909643}"/>
                    </a:ext>
                  </a:extLst>
                </p14:cNvPr>
                <p14:cNvContentPartPr/>
                <p14:nvPr/>
              </p14:nvContentPartPr>
              <p14:xfrm>
                <a:off x="10119928" y="4910929"/>
                <a:ext cx="99000" cy="121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0B0A957-8BC9-6CD2-AF99-1F3FD090964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102288" y="4893289"/>
                  <a:ext cx="1346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3C23870-2677-8EB9-92C8-B4AD6EC4AE6D}"/>
                    </a:ext>
                  </a:extLst>
                </p14:cNvPr>
                <p14:cNvContentPartPr/>
                <p14:nvPr/>
              </p14:nvContentPartPr>
              <p14:xfrm>
                <a:off x="10301008" y="4958089"/>
                <a:ext cx="109800" cy="159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3C23870-2677-8EB9-92C8-B4AD6EC4AE6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283368" y="4940449"/>
                  <a:ext cx="1454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2090144-B466-2E75-8AAA-9F55C56D7A05}"/>
                    </a:ext>
                  </a:extLst>
                </p14:cNvPr>
                <p14:cNvContentPartPr/>
                <p14:nvPr/>
              </p14:nvContentPartPr>
              <p14:xfrm>
                <a:off x="10559128" y="4985089"/>
                <a:ext cx="6120" cy="7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2090144-B466-2E75-8AAA-9F55C56D7A0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541128" y="4967449"/>
                  <a:ext cx="417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CBC4541-EE08-7B7E-A85A-F56DF656E9EC}"/>
                    </a:ext>
                  </a:extLst>
                </p14:cNvPr>
                <p14:cNvContentPartPr/>
                <p14:nvPr/>
              </p14:nvContentPartPr>
              <p14:xfrm>
                <a:off x="10514128" y="4928569"/>
                <a:ext cx="161280" cy="113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CBC4541-EE08-7B7E-A85A-F56DF656E9E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496488" y="4910569"/>
                  <a:ext cx="1969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C3C6957-F3F3-F09D-76C7-E256B4EB0B65}"/>
                    </a:ext>
                  </a:extLst>
                </p14:cNvPr>
                <p14:cNvContentPartPr/>
                <p14:nvPr/>
              </p14:nvContentPartPr>
              <p14:xfrm>
                <a:off x="8124088" y="4841089"/>
                <a:ext cx="117000" cy="394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C3C6957-F3F3-F09D-76C7-E256B4EB0B6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106088" y="4823449"/>
                  <a:ext cx="15264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6AA9FBB-F07E-6437-A23F-20EE896DF81C}"/>
                    </a:ext>
                  </a:extLst>
                </p14:cNvPr>
                <p14:cNvContentPartPr/>
                <p14:nvPr/>
              </p14:nvContentPartPr>
              <p14:xfrm>
                <a:off x="8204008" y="4931449"/>
                <a:ext cx="187920" cy="219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6AA9FBB-F07E-6437-A23F-20EE896DF81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186368" y="4913809"/>
                  <a:ext cx="2235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BB0FFA5-7F63-6CDE-6652-A813D6050169}"/>
                    </a:ext>
                  </a:extLst>
                </p14:cNvPr>
                <p14:cNvContentPartPr/>
                <p14:nvPr/>
              </p14:nvContentPartPr>
              <p14:xfrm>
                <a:off x="8221648" y="5075449"/>
                <a:ext cx="128880" cy="47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BB0FFA5-7F63-6CDE-6652-A813D605016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204008" y="5057449"/>
                  <a:ext cx="1645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435351D-A8C9-AD05-F9B8-A1E001423870}"/>
                    </a:ext>
                  </a:extLst>
                </p14:cNvPr>
                <p14:cNvContentPartPr/>
                <p14:nvPr/>
              </p14:nvContentPartPr>
              <p14:xfrm>
                <a:off x="8455648" y="4922089"/>
                <a:ext cx="41760" cy="2700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435351D-A8C9-AD05-F9B8-A1E00142387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438008" y="4904449"/>
                  <a:ext cx="774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2421DA9-4B87-0525-B4B6-5D166004370E}"/>
                    </a:ext>
                  </a:extLst>
                </p14:cNvPr>
                <p14:cNvContentPartPr/>
                <p14:nvPr/>
              </p14:nvContentPartPr>
              <p14:xfrm>
                <a:off x="8467528" y="4967089"/>
                <a:ext cx="171000" cy="2480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2421DA9-4B87-0525-B4B6-5D166004370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449888" y="4949089"/>
                  <a:ext cx="2066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EE483DE-C99C-06B0-06AE-55FED6011674}"/>
                    </a:ext>
                  </a:extLst>
                </p14:cNvPr>
                <p14:cNvContentPartPr/>
                <p14:nvPr/>
              </p14:nvContentPartPr>
              <p14:xfrm>
                <a:off x="8763808" y="4936129"/>
                <a:ext cx="142200" cy="3110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EE483DE-C99C-06B0-06AE-55FED601167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746168" y="4918489"/>
                  <a:ext cx="1778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74D2CD1-69F7-12E6-2097-06952CEF3CF2}"/>
                    </a:ext>
                  </a:extLst>
                </p14:cNvPr>
                <p14:cNvContentPartPr/>
                <p14:nvPr/>
              </p14:nvContentPartPr>
              <p14:xfrm>
                <a:off x="8941288" y="5040889"/>
                <a:ext cx="131400" cy="327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74D2CD1-69F7-12E6-2097-06952CEF3CF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923648" y="5023249"/>
                  <a:ext cx="1670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1F791C4-4358-560B-0DDE-58742BFB1C5E}"/>
                    </a:ext>
                  </a:extLst>
                </p14:cNvPr>
                <p14:cNvContentPartPr/>
                <p14:nvPr/>
              </p14:nvContentPartPr>
              <p14:xfrm>
                <a:off x="9021208" y="4995889"/>
                <a:ext cx="73800" cy="147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1F791C4-4358-560B-0DDE-58742BFB1C5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003568" y="4978249"/>
                  <a:ext cx="10944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79ADDD2B-287E-C244-48D7-913001633F92}"/>
              </a:ext>
            </a:extLst>
          </p:cNvPr>
          <p:cNvGrpSpPr/>
          <p:nvPr/>
        </p:nvGrpSpPr>
        <p:grpSpPr>
          <a:xfrm>
            <a:off x="9915448" y="610009"/>
            <a:ext cx="2096280" cy="1950480"/>
            <a:chOff x="9915448" y="610009"/>
            <a:chExt cx="2096280" cy="195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873BA0B-2012-2130-DA25-1A0FDD361EDF}"/>
                    </a:ext>
                  </a:extLst>
                </p14:cNvPr>
                <p14:cNvContentPartPr/>
                <p14:nvPr/>
              </p14:nvContentPartPr>
              <p14:xfrm>
                <a:off x="10410808" y="1191049"/>
                <a:ext cx="51840" cy="10299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873BA0B-2012-2130-DA25-1A0FDD361ED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393168" y="1173049"/>
                  <a:ext cx="87480" cy="10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1625098-EFF2-A82A-1914-88E047384693}"/>
                    </a:ext>
                  </a:extLst>
                </p14:cNvPr>
                <p14:cNvContentPartPr/>
                <p14:nvPr/>
              </p14:nvContentPartPr>
              <p14:xfrm>
                <a:off x="10385248" y="2197969"/>
                <a:ext cx="1340280" cy="37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1625098-EFF2-A82A-1914-88E047384693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367248" y="2179969"/>
                  <a:ext cx="13759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0019EB4-0BC9-E166-CD16-3B70543BA4EC}"/>
                    </a:ext>
                  </a:extLst>
                </p14:cNvPr>
                <p14:cNvContentPartPr/>
                <p14:nvPr/>
              </p14:nvContentPartPr>
              <p14:xfrm>
                <a:off x="11589088" y="2110129"/>
                <a:ext cx="99360" cy="197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0019EB4-0BC9-E166-CD16-3B70543BA4E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1571088" y="2092489"/>
                  <a:ext cx="1350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78BADDB-87FD-F35A-6516-12401A0733FA}"/>
                    </a:ext>
                  </a:extLst>
                </p14:cNvPr>
                <p14:cNvContentPartPr/>
                <p14:nvPr/>
              </p14:nvContentPartPr>
              <p14:xfrm>
                <a:off x="9915448" y="1602169"/>
                <a:ext cx="194760" cy="504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78BADDB-87FD-F35A-6516-12401A0733F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897448" y="1584169"/>
                  <a:ext cx="2304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C69B10B-4D8F-0ACE-66E1-608445A180A7}"/>
                    </a:ext>
                  </a:extLst>
                </p14:cNvPr>
                <p14:cNvContentPartPr/>
                <p14:nvPr/>
              </p14:nvContentPartPr>
              <p14:xfrm>
                <a:off x="10031008" y="1607209"/>
                <a:ext cx="28800" cy="260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C69B10B-4D8F-0ACE-66E1-608445A180A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013008" y="1589569"/>
                  <a:ext cx="644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8D7BF1C-671A-202A-C9A9-1500BC205CB6}"/>
                    </a:ext>
                  </a:extLst>
                </p14:cNvPr>
                <p14:cNvContentPartPr/>
                <p14:nvPr/>
              </p14:nvContentPartPr>
              <p14:xfrm>
                <a:off x="10114528" y="1697209"/>
                <a:ext cx="290880" cy="109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8D7BF1C-671A-202A-C9A9-1500BC205CB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096528" y="1679569"/>
                  <a:ext cx="3265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89FE391-31F6-1104-4989-5A16182224C6}"/>
                    </a:ext>
                  </a:extLst>
                </p14:cNvPr>
                <p14:cNvContentPartPr/>
                <p14:nvPr/>
              </p14:nvContentPartPr>
              <p14:xfrm>
                <a:off x="10474528" y="1643929"/>
                <a:ext cx="34200" cy="2278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89FE391-31F6-1104-4989-5A16182224C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456888" y="1625929"/>
                  <a:ext cx="698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D5430CF-BDB9-4A6A-C92B-6F60B8A5F4A0}"/>
                    </a:ext>
                  </a:extLst>
                </p14:cNvPr>
                <p14:cNvContentPartPr/>
                <p14:nvPr/>
              </p14:nvContentPartPr>
              <p14:xfrm>
                <a:off x="10505848" y="1635289"/>
                <a:ext cx="74520" cy="1098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D5430CF-BDB9-4A6A-C92B-6F60B8A5F4A0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487848" y="1617289"/>
                  <a:ext cx="1101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13EB0CA-5189-6272-0DEE-7AEDCC3A41C0}"/>
                    </a:ext>
                  </a:extLst>
                </p14:cNvPr>
                <p14:cNvContentPartPr/>
                <p14:nvPr/>
              </p14:nvContentPartPr>
              <p14:xfrm>
                <a:off x="10755688" y="2401009"/>
                <a:ext cx="94320" cy="159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13EB0CA-5189-6272-0DEE-7AEDCC3A41C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738048" y="2383369"/>
                  <a:ext cx="1299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6DCE4B4-A427-DDE1-37CD-EF15D5808BC0}"/>
                    </a:ext>
                  </a:extLst>
                </p14:cNvPr>
                <p14:cNvContentPartPr/>
                <p14:nvPr/>
              </p14:nvContentPartPr>
              <p14:xfrm>
                <a:off x="10740928" y="2453569"/>
                <a:ext cx="115920" cy="572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6DCE4B4-A427-DDE1-37CD-EF15D5808BC0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723288" y="2435929"/>
                  <a:ext cx="151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B8A3F36-C9BD-E3EB-F1FF-B29DFABA7F60}"/>
                    </a:ext>
                  </a:extLst>
                </p14:cNvPr>
                <p14:cNvContentPartPr/>
                <p14:nvPr/>
              </p14:nvContentPartPr>
              <p14:xfrm>
                <a:off x="10990048" y="2420089"/>
                <a:ext cx="13320" cy="1101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B8A3F36-C9BD-E3EB-F1FF-B29DFABA7F6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972048" y="2402449"/>
                  <a:ext cx="489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00703BC-D092-EACF-DFBD-F2598C4977A4}"/>
                    </a:ext>
                  </a:extLst>
                </p14:cNvPr>
                <p14:cNvContentPartPr/>
                <p14:nvPr/>
              </p14:nvContentPartPr>
              <p14:xfrm>
                <a:off x="10967728" y="2309569"/>
                <a:ext cx="12600" cy="40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00703BC-D092-EACF-DFBD-F2598C4977A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950088" y="2291569"/>
                  <a:ext cx="482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1909F63-618E-363E-2D9E-E3A9A0EB6EC8}"/>
                    </a:ext>
                  </a:extLst>
                </p14:cNvPr>
                <p14:cNvContentPartPr/>
                <p14:nvPr/>
              </p14:nvContentPartPr>
              <p14:xfrm>
                <a:off x="11075368" y="2415769"/>
                <a:ext cx="181080" cy="107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1909F63-618E-363E-2D9E-E3A9A0EB6EC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1057368" y="2398129"/>
                  <a:ext cx="2167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7EC4BA9-EF88-B351-ADE7-34BB41C43AE7}"/>
                    </a:ext>
                  </a:extLst>
                </p14:cNvPr>
                <p14:cNvContentPartPr/>
                <p14:nvPr/>
              </p14:nvContentPartPr>
              <p14:xfrm>
                <a:off x="11306488" y="2361769"/>
                <a:ext cx="149040" cy="137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7EC4BA9-EF88-B351-ADE7-34BB41C43AE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288488" y="2343769"/>
                  <a:ext cx="184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0D1334A-50C3-5E52-C9AE-E7258BF78AC0}"/>
                    </a:ext>
                  </a:extLst>
                </p14:cNvPr>
                <p14:cNvContentPartPr/>
                <p14:nvPr/>
              </p14:nvContentPartPr>
              <p14:xfrm>
                <a:off x="10450048" y="1473289"/>
                <a:ext cx="21600" cy="20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0D1334A-50C3-5E52-C9AE-E7258BF78AC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432048" y="1455289"/>
                  <a:ext cx="57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E854041-837D-577F-6C26-C48100DC198B}"/>
                    </a:ext>
                  </a:extLst>
                </p14:cNvPr>
                <p14:cNvContentPartPr/>
                <p14:nvPr/>
              </p14:nvContentPartPr>
              <p14:xfrm>
                <a:off x="10477768" y="2011849"/>
                <a:ext cx="416160" cy="1220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E854041-837D-577F-6C26-C48100DC198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459768" y="1993849"/>
                  <a:ext cx="4518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994A416-E950-4579-1020-DD16437A9F1C}"/>
                    </a:ext>
                  </a:extLst>
                </p14:cNvPr>
                <p14:cNvContentPartPr/>
                <p14:nvPr/>
              </p14:nvContentPartPr>
              <p14:xfrm>
                <a:off x="10913728" y="1330009"/>
                <a:ext cx="256680" cy="6858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994A416-E950-4579-1020-DD16437A9F1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896088" y="1312369"/>
                  <a:ext cx="292320" cy="72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102B18B-08D3-0713-71D4-EE1737A3C86A}"/>
                    </a:ext>
                  </a:extLst>
                </p14:cNvPr>
                <p14:cNvContentPartPr/>
                <p14:nvPr/>
              </p14:nvContentPartPr>
              <p14:xfrm>
                <a:off x="11118568" y="1252609"/>
                <a:ext cx="254880" cy="943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102B18B-08D3-0713-71D4-EE1737A3C86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100568" y="1234609"/>
                  <a:ext cx="290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E118502-7ECB-3DA8-5F04-C26C699957C5}"/>
                    </a:ext>
                  </a:extLst>
                </p14:cNvPr>
                <p14:cNvContentPartPr/>
                <p14:nvPr/>
              </p14:nvContentPartPr>
              <p14:xfrm>
                <a:off x="11326288" y="1290409"/>
                <a:ext cx="181800" cy="783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E118502-7ECB-3DA8-5F04-C26C699957C5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308288" y="1272409"/>
                  <a:ext cx="21744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6222BCD-E128-35C1-1E0C-4A4DC60E1A8B}"/>
                    </a:ext>
                  </a:extLst>
                </p14:cNvPr>
                <p14:cNvContentPartPr/>
                <p14:nvPr/>
              </p14:nvContentPartPr>
              <p14:xfrm>
                <a:off x="11513848" y="1999969"/>
                <a:ext cx="497880" cy="226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6222BCD-E128-35C1-1E0C-4A4DC60E1A8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496208" y="1982329"/>
                  <a:ext cx="5335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175942F-4E28-6688-C1F5-249C6CFE1D5C}"/>
                    </a:ext>
                  </a:extLst>
                </p14:cNvPr>
                <p14:cNvContentPartPr/>
                <p14:nvPr/>
              </p14:nvContentPartPr>
              <p14:xfrm>
                <a:off x="10828768" y="1016449"/>
                <a:ext cx="196560" cy="2023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175942F-4E28-6688-C1F5-249C6CFE1D5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810768" y="998809"/>
                  <a:ext cx="2322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BA35FDD-4C18-3710-E9E3-87AE818DE5DB}"/>
                    </a:ext>
                  </a:extLst>
                </p14:cNvPr>
                <p14:cNvContentPartPr/>
                <p14:nvPr/>
              </p14:nvContentPartPr>
              <p14:xfrm>
                <a:off x="10878808" y="1095649"/>
                <a:ext cx="216360" cy="142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BA35FDD-4C18-3710-E9E3-87AE818DE5D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861168" y="1077649"/>
                  <a:ext cx="2520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28143AA-8C28-7C43-3059-D056810B31FD}"/>
                    </a:ext>
                  </a:extLst>
                </p14:cNvPr>
                <p14:cNvContentPartPr/>
                <p14:nvPr/>
              </p14:nvContentPartPr>
              <p14:xfrm>
                <a:off x="10230448" y="771649"/>
                <a:ext cx="233640" cy="1566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28143AA-8C28-7C43-3059-D056810B31FD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212808" y="754009"/>
                  <a:ext cx="2692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3215A87-66FD-7359-842B-BDD1E146F562}"/>
                    </a:ext>
                  </a:extLst>
                </p14:cNvPr>
                <p14:cNvContentPartPr/>
                <p14:nvPr/>
              </p14:nvContentPartPr>
              <p14:xfrm>
                <a:off x="10426288" y="826729"/>
                <a:ext cx="62280" cy="1562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3215A87-66FD-7359-842B-BDD1E146F562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408288" y="808729"/>
                  <a:ext cx="979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2E7E3BD-9C44-EA0F-CC81-2CDBB0CCEC28}"/>
                    </a:ext>
                  </a:extLst>
                </p14:cNvPr>
                <p14:cNvContentPartPr/>
                <p14:nvPr/>
              </p14:nvContentPartPr>
              <p14:xfrm>
                <a:off x="10569928" y="817369"/>
                <a:ext cx="65880" cy="1177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2E7E3BD-9C44-EA0F-CC81-2CDBB0CCEC2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552288" y="799729"/>
                  <a:ext cx="1015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C1F5FE4-D6D0-55DE-2429-02554F9CF467}"/>
                    </a:ext>
                  </a:extLst>
                </p14:cNvPr>
                <p14:cNvContentPartPr/>
                <p14:nvPr/>
              </p14:nvContentPartPr>
              <p14:xfrm>
                <a:off x="10704568" y="756529"/>
                <a:ext cx="142920" cy="1195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C1F5FE4-D6D0-55DE-2429-02554F9CF46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686568" y="738529"/>
                  <a:ext cx="178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707A491-9580-231A-B302-3DA1A908C26A}"/>
                    </a:ext>
                  </a:extLst>
                </p14:cNvPr>
                <p14:cNvContentPartPr/>
                <p14:nvPr/>
              </p14:nvContentPartPr>
              <p14:xfrm>
                <a:off x="10881328" y="610009"/>
                <a:ext cx="273240" cy="2332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707A491-9580-231A-B302-3DA1A908C26A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863328" y="592369"/>
                  <a:ext cx="30888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81266EFE-F125-193E-5068-CFDA798DF6A9}"/>
              </a:ext>
            </a:extLst>
          </p:cNvPr>
          <p:cNvGrpSpPr/>
          <p:nvPr/>
        </p:nvGrpSpPr>
        <p:grpSpPr>
          <a:xfrm>
            <a:off x="8707288" y="5498089"/>
            <a:ext cx="2926440" cy="1425240"/>
            <a:chOff x="8707288" y="5498089"/>
            <a:chExt cx="2926440" cy="142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76B7ACD-DCE2-4EE9-4255-917B5189C774}"/>
                    </a:ext>
                  </a:extLst>
                </p14:cNvPr>
                <p14:cNvContentPartPr/>
                <p14:nvPr/>
              </p14:nvContentPartPr>
              <p14:xfrm>
                <a:off x="9253408" y="5546329"/>
                <a:ext cx="204480" cy="2876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76B7ACD-DCE2-4EE9-4255-917B5189C774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235408" y="5528329"/>
                  <a:ext cx="2401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32B0CB0-D856-9183-36D0-D8DCD7A2829A}"/>
                    </a:ext>
                  </a:extLst>
                </p14:cNvPr>
                <p14:cNvContentPartPr/>
                <p14:nvPr/>
              </p14:nvContentPartPr>
              <p14:xfrm>
                <a:off x="9613768" y="5707609"/>
                <a:ext cx="70560" cy="1224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32B0CB0-D856-9183-36D0-D8DCD7A2829A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595768" y="5689609"/>
                  <a:ext cx="1062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B4C4F52-27A5-2248-36D2-C78DD2BA4CC3}"/>
                    </a:ext>
                  </a:extLst>
                </p14:cNvPr>
                <p14:cNvContentPartPr/>
                <p14:nvPr/>
              </p14:nvContentPartPr>
              <p14:xfrm>
                <a:off x="9853888" y="5498089"/>
                <a:ext cx="47520" cy="2444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B4C4F52-27A5-2248-36D2-C78DD2BA4CC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836248" y="5480449"/>
                  <a:ext cx="831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CA0EC79-1B2F-B21F-5FB9-7258BE779A5A}"/>
                    </a:ext>
                  </a:extLst>
                </p14:cNvPr>
                <p14:cNvContentPartPr/>
                <p14:nvPr/>
              </p14:nvContentPartPr>
              <p14:xfrm>
                <a:off x="10135408" y="5515009"/>
                <a:ext cx="62640" cy="2718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CA0EC79-1B2F-B21F-5FB9-7258BE779A5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117408" y="5497009"/>
                  <a:ext cx="982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30A5549-486C-8D14-0D00-B3AA9CE07F3B}"/>
                    </a:ext>
                  </a:extLst>
                </p14:cNvPr>
                <p14:cNvContentPartPr/>
                <p14:nvPr/>
              </p14:nvContentPartPr>
              <p14:xfrm>
                <a:off x="10104088" y="5599969"/>
                <a:ext cx="421560" cy="1317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30A5549-486C-8D14-0D00-B3AA9CE07F3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086448" y="5581969"/>
                  <a:ext cx="4572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054E35F-360F-EFE3-CD11-110074DFBF05}"/>
                    </a:ext>
                  </a:extLst>
                </p14:cNvPr>
                <p14:cNvContentPartPr/>
                <p14:nvPr/>
              </p14:nvContentPartPr>
              <p14:xfrm>
                <a:off x="10672888" y="5578009"/>
                <a:ext cx="146880" cy="3085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054E35F-360F-EFE3-CD11-110074DFBF0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654888" y="5560009"/>
                  <a:ext cx="1825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92F2AFD-0B18-3469-E6F4-25E30B96BB5A}"/>
                    </a:ext>
                  </a:extLst>
                </p14:cNvPr>
                <p14:cNvContentPartPr/>
                <p14:nvPr/>
              </p14:nvContentPartPr>
              <p14:xfrm>
                <a:off x="10879528" y="5611489"/>
                <a:ext cx="154800" cy="1393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92F2AFD-0B18-3469-E6F4-25E30B96BB5A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861528" y="5593849"/>
                  <a:ext cx="1904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5625F69-EFCA-E80A-0E5E-AF3CDE957F2C}"/>
                    </a:ext>
                  </a:extLst>
                </p14:cNvPr>
                <p14:cNvContentPartPr/>
                <p14:nvPr/>
              </p14:nvContentPartPr>
              <p14:xfrm>
                <a:off x="9498928" y="6072649"/>
                <a:ext cx="107640" cy="2703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5625F69-EFCA-E80A-0E5E-AF3CDE957F2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481288" y="6055009"/>
                  <a:ext cx="1432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5F7A152-FFF7-EC85-9E7F-9B4F7979522A}"/>
                    </a:ext>
                  </a:extLst>
                </p14:cNvPr>
                <p14:cNvContentPartPr/>
                <p14:nvPr/>
              </p14:nvContentPartPr>
              <p14:xfrm>
                <a:off x="9778288" y="6180289"/>
                <a:ext cx="174600" cy="136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5F7A152-FFF7-EC85-9E7F-9B4F7979522A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760648" y="6162649"/>
                  <a:ext cx="210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A55F84A-9CBB-ACAA-D43D-68A9B9B40C47}"/>
                    </a:ext>
                  </a:extLst>
                </p14:cNvPr>
                <p14:cNvContentPartPr/>
                <p14:nvPr/>
              </p14:nvContentPartPr>
              <p14:xfrm>
                <a:off x="10073128" y="6160129"/>
                <a:ext cx="99360" cy="1072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A55F84A-9CBB-ACAA-D43D-68A9B9B40C4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055128" y="6142489"/>
                  <a:ext cx="1350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FAD512A-C224-D25D-D39C-D36BDE2948AF}"/>
                    </a:ext>
                  </a:extLst>
                </p14:cNvPr>
                <p14:cNvContentPartPr/>
                <p14:nvPr/>
              </p14:nvContentPartPr>
              <p14:xfrm>
                <a:off x="10261768" y="6145729"/>
                <a:ext cx="123120" cy="1076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FAD512A-C224-D25D-D39C-D36BDE2948A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244128" y="6128089"/>
                  <a:ext cx="1587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31FC8C3-5953-0023-0CF4-C13762885FB0}"/>
                    </a:ext>
                  </a:extLst>
                </p14:cNvPr>
                <p14:cNvContentPartPr/>
                <p14:nvPr/>
              </p14:nvContentPartPr>
              <p14:xfrm>
                <a:off x="10506208" y="6093889"/>
                <a:ext cx="365760" cy="1418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31FC8C3-5953-0023-0CF4-C13762885FB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488568" y="6076249"/>
                  <a:ext cx="401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C97312F-98D4-2977-83F0-8B0BFCC7283C}"/>
                    </a:ext>
                  </a:extLst>
                </p14:cNvPr>
                <p14:cNvContentPartPr/>
                <p14:nvPr/>
              </p14:nvContentPartPr>
              <p14:xfrm>
                <a:off x="10920208" y="5972569"/>
                <a:ext cx="113040" cy="2815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C97312F-98D4-2977-83F0-8B0BFCC7283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902208" y="5954569"/>
                  <a:ext cx="14868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E1155C4-B13F-6DC4-F306-17909656D66F}"/>
                    </a:ext>
                  </a:extLst>
                </p14:cNvPr>
                <p14:cNvContentPartPr/>
                <p14:nvPr/>
              </p14:nvContentPartPr>
              <p14:xfrm>
                <a:off x="10901848" y="6000649"/>
                <a:ext cx="230760" cy="939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E1155C4-B13F-6DC4-F306-17909656D66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884208" y="5983009"/>
                  <a:ext cx="2664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99AA784-BD30-A192-2D73-6BF37C52DC86}"/>
                    </a:ext>
                  </a:extLst>
                </p14:cNvPr>
                <p14:cNvContentPartPr/>
                <p14:nvPr/>
              </p14:nvContentPartPr>
              <p14:xfrm>
                <a:off x="9629968" y="6513289"/>
                <a:ext cx="55080" cy="2682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99AA784-BD30-A192-2D73-6BF37C52DC8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612328" y="6495289"/>
                  <a:ext cx="907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3BA0C51-3909-6DF5-E3A8-141C334BB251}"/>
                    </a:ext>
                  </a:extLst>
                </p14:cNvPr>
                <p14:cNvContentPartPr/>
                <p14:nvPr/>
              </p14:nvContentPartPr>
              <p14:xfrm>
                <a:off x="9652288" y="6477289"/>
                <a:ext cx="222120" cy="241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3BA0C51-3909-6DF5-E3A8-141C334BB25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634648" y="6459289"/>
                  <a:ext cx="2577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61C25FE-5EAE-294C-4446-0F93441FDEDC}"/>
                    </a:ext>
                  </a:extLst>
                </p14:cNvPr>
                <p14:cNvContentPartPr/>
                <p14:nvPr/>
              </p14:nvContentPartPr>
              <p14:xfrm>
                <a:off x="9969088" y="6571609"/>
                <a:ext cx="105840" cy="1605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61C25FE-5EAE-294C-4446-0F93441FDED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951448" y="6553969"/>
                  <a:ext cx="1414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9136BFE-040F-E137-8D77-6FA71F495346}"/>
                    </a:ext>
                  </a:extLst>
                </p14:cNvPr>
                <p14:cNvContentPartPr/>
                <p14:nvPr/>
              </p14:nvContentPartPr>
              <p14:xfrm>
                <a:off x="10196968" y="6522289"/>
                <a:ext cx="71640" cy="2142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9136BFE-040F-E137-8D77-6FA71F495346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178968" y="6504649"/>
                  <a:ext cx="1072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23EEE63-AE86-598A-EED1-DD39C77BE1A7}"/>
                    </a:ext>
                  </a:extLst>
                </p14:cNvPr>
                <p14:cNvContentPartPr/>
                <p14:nvPr/>
              </p14:nvContentPartPr>
              <p14:xfrm>
                <a:off x="10407928" y="6615529"/>
                <a:ext cx="12600" cy="1267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23EEE63-AE86-598A-EED1-DD39C77BE1A7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389928" y="6597529"/>
                  <a:ext cx="482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9925F19-A2F0-2AA2-DC82-BBF7A97C0116}"/>
                    </a:ext>
                  </a:extLst>
                </p14:cNvPr>
                <p14:cNvContentPartPr/>
                <p14:nvPr/>
              </p14:nvContentPartPr>
              <p14:xfrm>
                <a:off x="10423048" y="6467569"/>
                <a:ext cx="11880" cy="36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9925F19-A2F0-2AA2-DC82-BBF7A97C011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405048" y="6449569"/>
                  <a:ext cx="47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1ECCF5F-609A-6783-7106-EF31AA70879D}"/>
                    </a:ext>
                  </a:extLst>
                </p14:cNvPr>
                <p14:cNvContentPartPr/>
                <p14:nvPr/>
              </p14:nvContentPartPr>
              <p14:xfrm>
                <a:off x="10523488" y="6514729"/>
                <a:ext cx="124200" cy="2196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1ECCF5F-609A-6783-7106-EF31AA70879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505488" y="6497089"/>
                  <a:ext cx="1598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A4C84F5-763F-9287-99E4-BA2D698E1E6D}"/>
                    </a:ext>
                  </a:extLst>
                </p14:cNvPr>
                <p14:cNvContentPartPr/>
                <p14:nvPr/>
              </p14:nvContentPartPr>
              <p14:xfrm>
                <a:off x="10751728" y="6578809"/>
                <a:ext cx="16560" cy="586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A4C84F5-763F-9287-99E4-BA2D698E1E6D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734088" y="6560809"/>
                  <a:ext cx="522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7211FF9-1E51-240D-3217-542F740ECAD3}"/>
                    </a:ext>
                  </a:extLst>
                </p14:cNvPr>
                <p14:cNvContentPartPr/>
                <p14:nvPr/>
              </p14:nvContentPartPr>
              <p14:xfrm>
                <a:off x="10713568" y="6447409"/>
                <a:ext cx="82440" cy="3020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7211FF9-1E51-240D-3217-542F740ECAD3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0695928" y="6429769"/>
                  <a:ext cx="1180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5386948-299C-A0EF-ADD2-475CEA919F2D}"/>
                    </a:ext>
                  </a:extLst>
                </p14:cNvPr>
                <p14:cNvContentPartPr/>
                <p14:nvPr/>
              </p14:nvContentPartPr>
              <p14:xfrm>
                <a:off x="10708528" y="6540289"/>
                <a:ext cx="191160" cy="70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5386948-299C-A0EF-ADD2-475CEA919F2D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0690528" y="6522649"/>
                  <a:ext cx="226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FA0E5C4-88B7-1F2E-91AB-C4161A0CB758}"/>
                    </a:ext>
                  </a:extLst>
                </p14:cNvPr>
                <p14:cNvContentPartPr/>
                <p14:nvPr/>
              </p14:nvContentPartPr>
              <p14:xfrm>
                <a:off x="10864408" y="6528409"/>
                <a:ext cx="389880" cy="1389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FA0E5C4-88B7-1F2E-91AB-C4161A0CB75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846408" y="6510769"/>
                  <a:ext cx="4255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3F2F10F-A5AF-1A61-E249-549B9E74B253}"/>
                    </a:ext>
                  </a:extLst>
                </p14:cNvPr>
                <p14:cNvContentPartPr/>
                <p14:nvPr/>
              </p14:nvContentPartPr>
              <p14:xfrm>
                <a:off x="11328088" y="6455689"/>
                <a:ext cx="60120" cy="1882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3F2F10F-A5AF-1A61-E249-549B9E74B25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1310448" y="6437689"/>
                  <a:ext cx="957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4131EB7-E996-4DF2-2F49-FB716BF8A5AD}"/>
                    </a:ext>
                  </a:extLst>
                </p14:cNvPr>
                <p14:cNvContentPartPr/>
                <p14:nvPr/>
              </p14:nvContentPartPr>
              <p14:xfrm>
                <a:off x="11471008" y="6443089"/>
                <a:ext cx="162720" cy="1515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4131EB7-E996-4DF2-2F49-FB716BF8A5A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1453368" y="6425449"/>
                  <a:ext cx="1983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15BF423-647A-BA60-FF13-445CDE7ACDC2}"/>
                    </a:ext>
                  </a:extLst>
                </p14:cNvPr>
                <p14:cNvContentPartPr/>
                <p14:nvPr/>
              </p14:nvContentPartPr>
              <p14:xfrm>
                <a:off x="8841208" y="5693209"/>
                <a:ext cx="75960" cy="284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15BF423-647A-BA60-FF13-445CDE7ACDC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823208" y="5675569"/>
                  <a:ext cx="1116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C67E0CB-89BA-FC15-4C20-9F5E160DA5BE}"/>
                    </a:ext>
                  </a:extLst>
                </p14:cNvPr>
                <p14:cNvContentPartPr/>
                <p14:nvPr/>
              </p14:nvContentPartPr>
              <p14:xfrm>
                <a:off x="8707288" y="5535889"/>
                <a:ext cx="376920" cy="4892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C67E0CB-89BA-FC15-4C20-9F5E160DA5B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689288" y="5517889"/>
                  <a:ext cx="41256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B8C687C-87EE-7513-8304-07CA4D660B7F}"/>
                    </a:ext>
                  </a:extLst>
                </p14:cNvPr>
                <p14:cNvContentPartPr/>
                <p14:nvPr/>
              </p14:nvContentPartPr>
              <p14:xfrm>
                <a:off x="9006808" y="6162289"/>
                <a:ext cx="230760" cy="2602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B8C687C-87EE-7513-8304-07CA4D660B7F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989168" y="6144649"/>
                  <a:ext cx="2664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B73D614-F298-88D2-C744-BA816E896F38}"/>
                    </a:ext>
                  </a:extLst>
                </p14:cNvPr>
                <p14:cNvContentPartPr/>
                <p14:nvPr/>
              </p14:nvContentPartPr>
              <p14:xfrm>
                <a:off x="8914648" y="6129889"/>
                <a:ext cx="368280" cy="4244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B73D614-F298-88D2-C744-BA816E896F38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896648" y="6112249"/>
                  <a:ext cx="40392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0347661-C9DA-11C6-B79C-475E844CFC01}"/>
                    </a:ext>
                  </a:extLst>
                </p14:cNvPr>
                <p14:cNvContentPartPr/>
                <p14:nvPr/>
              </p14:nvContentPartPr>
              <p14:xfrm>
                <a:off x="9205168" y="6564049"/>
                <a:ext cx="195840" cy="2181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0347661-C9DA-11C6-B79C-475E844CFC01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187528" y="6546409"/>
                  <a:ext cx="2314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06E1E6A-7C53-1CC3-0B79-2BABFF495011}"/>
                    </a:ext>
                  </a:extLst>
                </p14:cNvPr>
                <p14:cNvContentPartPr/>
                <p14:nvPr/>
              </p14:nvContentPartPr>
              <p14:xfrm>
                <a:off x="9178168" y="6485929"/>
                <a:ext cx="304560" cy="4374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06E1E6A-7C53-1CC3-0B79-2BABFF495011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160528" y="6467929"/>
                  <a:ext cx="340200" cy="47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09326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4A47-9910-8427-C294-85EF231A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Breakdown of hardware and software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2CE81-0CB1-A3BA-AAE4-F130651C5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measurement and measurement&#10;&#10;Description automatically generated">
            <a:extLst>
              <a:ext uri="{FF2B5EF4-FFF2-40B4-BE49-F238E27FC236}">
                <a16:creationId xmlns:a16="http://schemas.microsoft.com/office/drawing/2014/main" id="{D62A961C-691B-0D76-3BED-72BB2067CC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615"/>
          <a:stretch/>
        </p:blipFill>
        <p:spPr>
          <a:xfrm>
            <a:off x="438574" y="584201"/>
            <a:ext cx="9853419" cy="4419664"/>
          </a:xfrm>
          <a:prstGeom prst="rect">
            <a:avLst/>
          </a:prstGeom>
        </p:spPr>
      </p:pic>
      <p:pic>
        <p:nvPicPr>
          <p:cNvPr id="3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B7D00ABA-785B-9D05-5D9B-49E8BF485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33" t="52885" r="55030" b="29094"/>
          <a:stretch/>
        </p:blipFill>
        <p:spPr>
          <a:xfrm>
            <a:off x="2963349" y="1258800"/>
            <a:ext cx="1317182" cy="1469734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178133-FF76-6E39-45B9-05FAF3E94790}"/>
              </a:ext>
            </a:extLst>
          </p:cNvPr>
          <p:cNvSpPr txBox="1"/>
          <p:nvPr/>
        </p:nvSpPr>
        <p:spPr>
          <a:xfrm>
            <a:off x="7716862" y="5044221"/>
            <a:ext cx="2575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Hardware + Software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85222-0F3D-BA36-34D9-5E627D30A313}"/>
              </a:ext>
            </a:extLst>
          </p:cNvPr>
          <p:cNvSpPr txBox="1"/>
          <p:nvPr/>
        </p:nvSpPr>
        <p:spPr>
          <a:xfrm>
            <a:off x="5197624" y="5044221"/>
            <a:ext cx="2162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Hardware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3CAB5-BE01-B98D-A224-79B19B01D5B8}"/>
              </a:ext>
            </a:extLst>
          </p:cNvPr>
          <p:cNvSpPr txBox="1"/>
          <p:nvPr/>
        </p:nvSpPr>
        <p:spPr>
          <a:xfrm>
            <a:off x="5197623" y="5588065"/>
            <a:ext cx="21627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PT Sans" panose="020B0503020203020204" pitchFamily="34" charset="0"/>
              </a:rPr>
              <a:t>Our own sensors + Arduino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AAECB8-0207-59B5-3EC6-638BA94E12E0}"/>
              </a:ext>
            </a:extLst>
          </p:cNvPr>
          <p:cNvSpPr txBox="1"/>
          <p:nvPr/>
        </p:nvSpPr>
        <p:spPr>
          <a:xfrm>
            <a:off x="7716862" y="5484687"/>
            <a:ext cx="25751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PT Sans" panose="020B0503020203020204" pitchFamily="34" charset="0"/>
              </a:rPr>
              <a:t>Software running in Arduino + python (</a:t>
            </a:r>
            <a:r>
              <a:rPr lang="en-US" sz="2000" dirty="0" err="1">
                <a:solidFill>
                  <a:srgbClr val="FF0000"/>
                </a:solidFill>
                <a:latin typeface="PT Sans" panose="020B0503020203020204" pitchFamily="34" charset="0"/>
              </a:rPr>
              <a:t>jupyter</a:t>
            </a:r>
            <a:r>
              <a:rPr lang="en-US" sz="2000" dirty="0">
                <a:solidFill>
                  <a:srgbClr val="FF0000"/>
                </a:solidFill>
                <a:latin typeface="PT Sans" panose="020B0503020203020204" pitchFamily="34" charset="0"/>
              </a:rPr>
              <a:t> notebook)</a:t>
            </a:r>
          </a:p>
        </p:txBody>
      </p:sp>
    </p:spTree>
    <p:extLst>
      <p:ext uri="{BB962C8B-B14F-4D97-AF65-F5344CB8AC3E}">
        <p14:creationId xmlns:p14="http://schemas.microsoft.com/office/powerpoint/2010/main" val="1141753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D8533-D4C7-90D6-FB96-04B1D74C7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Equivalence to human body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90DD7-8AC0-4F76-978B-6C836B97C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a neuron&#10;&#10;Description automatically generated">
            <a:extLst>
              <a:ext uri="{FF2B5EF4-FFF2-40B4-BE49-F238E27FC236}">
                <a16:creationId xmlns:a16="http://schemas.microsoft.com/office/drawing/2014/main" id="{875FB1AE-92B3-302F-D410-151E8F7F3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531" y="799234"/>
            <a:ext cx="8885115" cy="525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70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B2D4-CCB8-DA67-A7B8-7689D37E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Oximeter system breakdown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8B244-162A-25D9-2DEA-F06D1C05C8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a circuit diagram&#10;&#10;Description automatically generated">
            <a:extLst>
              <a:ext uri="{FF2B5EF4-FFF2-40B4-BE49-F238E27FC236}">
                <a16:creationId xmlns:a16="http://schemas.microsoft.com/office/drawing/2014/main" id="{E4FFA457-121F-43AE-8CE5-2E14D72FF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066" y="864704"/>
            <a:ext cx="8649299" cy="51285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AE3298-51B3-8F54-6789-85DEC333314B}"/>
              </a:ext>
            </a:extLst>
          </p:cNvPr>
          <p:cNvSpPr txBox="1"/>
          <p:nvPr/>
        </p:nvSpPr>
        <p:spPr>
          <a:xfrm>
            <a:off x="1488362" y="787179"/>
            <a:ext cx="445273" cy="3896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0AC09A-97A1-B4BC-948A-1B43800E368A}"/>
              </a:ext>
            </a:extLst>
          </p:cNvPr>
          <p:cNvSpPr txBox="1"/>
          <p:nvPr/>
        </p:nvSpPr>
        <p:spPr>
          <a:xfrm>
            <a:off x="1497781" y="2602838"/>
            <a:ext cx="445273" cy="3896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554C35-B915-0D83-B158-97A46691E328}"/>
              </a:ext>
            </a:extLst>
          </p:cNvPr>
          <p:cNvSpPr txBox="1"/>
          <p:nvPr/>
        </p:nvSpPr>
        <p:spPr>
          <a:xfrm>
            <a:off x="5475492" y="2621502"/>
            <a:ext cx="265350" cy="3896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68AD31-3ADD-1555-1A89-3FFDD5157046}"/>
              </a:ext>
            </a:extLst>
          </p:cNvPr>
          <p:cNvSpPr txBox="1"/>
          <p:nvPr/>
        </p:nvSpPr>
        <p:spPr>
          <a:xfrm>
            <a:off x="2351056" y="485635"/>
            <a:ext cx="2162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PT Sans" panose="020B0503020203020204" pitchFamily="34" charset="0"/>
              </a:rPr>
              <a:t>Sensors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965B1D-489F-9744-F1EE-5873E74C363B}"/>
              </a:ext>
            </a:extLst>
          </p:cNvPr>
          <p:cNvSpPr txBox="1"/>
          <p:nvPr/>
        </p:nvSpPr>
        <p:spPr>
          <a:xfrm>
            <a:off x="5933715" y="485635"/>
            <a:ext cx="2162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PT Sans" panose="020B0503020203020204" pitchFamily="34" charset="0"/>
              </a:rPr>
              <a:t>Processing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05DF9C-5D57-4DEE-BDA8-43E2BA5394A2}"/>
              </a:ext>
            </a:extLst>
          </p:cNvPr>
          <p:cNvSpPr txBox="1"/>
          <p:nvPr/>
        </p:nvSpPr>
        <p:spPr>
          <a:xfrm>
            <a:off x="8096040" y="485635"/>
            <a:ext cx="2162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PT Sans" panose="020B0503020203020204" pitchFamily="34" charset="0"/>
              </a:rPr>
              <a:t>Information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867BE2E-4186-09E6-3F92-891C41DC2129}"/>
                  </a:ext>
                </a:extLst>
              </p14:cNvPr>
              <p14:cNvContentPartPr/>
              <p14:nvPr/>
            </p14:nvContentPartPr>
            <p14:xfrm>
              <a:off x="4624168" y="1015369"/>
              <a:ext cx="1216080" cy="7365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867BE2E-4186-09E6-3F92-891C41DC21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06168" y="997729"/>
                <a:ext cx="1251720" cy="77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119A370-54DC-47A2-50A0-4B5ADF12AFFB}"/>
                  </a:ext>
                </a:extLst>
              </p14:cNvPr>
              <p14:cNvContentPartPr/>
              <p14:nvPr/>
            </p14:nvContentPartPr>
            <p14:xfrm>
              <a:off x="1653808" y="2692969"/>
              <a:ext cx="4121280" cy="32925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119A370-54DC-47A2-50A0-4B5ADF12AF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35808" y="2675329"/>
                <a:ext cx="4156920" cy="332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38935FDF-F7E0-82B6-614A-ACC525AC4D53}"/>
              </a:ext>
            </a:extLst>
          </p:cNvPr>
          <p:cNvGrpSpPr/>
          <p:nvPr/>
        </p:nvGrpSpPr>
        <p:grpSpPr>
          <a:xfrm>
            <a:off x="1661008" y="749329"/>
            <a:ext cx="962280" cy="710280"/>
            <a:chOff x="1661008" y="749329"/>
            <a:chExt cx="962280" cy="71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8D431AA-5CB1-675F-3633-5CB6EFAC3B4B}"/>
                    </a:ext>
                  </a:extLst>
                </p14:cNvPr>
                <p14:cNvContentPartPr/>
                <p14:nvPr/>
              </p14:nvContentPartPr>
              <p14:xfrm>
                <a:off x="2505568" y="797929"/>
                <a:ext cx="27000" cy="639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8D431AA-5CB1-675F-3633-5CB6EFAC3B4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87928" y="779929"/>
                  <a:ext cx="6264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8165859-1696-7D31-C7EC-A3ABB10A37F1}"/>
                    </a:ext>
                  </a:extLst>
                </p14:cNvPr>
                <p14:cNvContentPartPr/>
                <p14:nvPr/>
              </p14:nvContentPartPr>
              <p14:xfrm>
                <a:off x="2359408" y="1231729"/>
                <a:ext cx="263880" cy="227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8165859-1696-7D31-C7EC-A3ABB10A37F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41768" y="1214089"/>
                  <a:ext cx="2995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7A82DAA-2741-D40B-93C4-5B384033AF60}"/>
                    </a:ext>
                  </a:extLst>
                </p14:cNvPr>
                <p14:cNvContentPartPr/>
                <p14:nvPr/>
              </p14:nvContentPartPr>
              <p14:xfrm>
                <a:off x="1661008" y="1152169"/>
                <a:ext cx="177840" cy="297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7A82DAA-2741-D40B-93C4-5B384033AF6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43008" y="1134529"/>
                  <a:ext cx="21348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DA969AF-ADB4-C798-AE16-687B5B5314A1}"/>
                    </a:ext>
                  </a:extLst>
                </p14:cNvPr>
                <p14:cNvContentPartPr/>
                <p14:nvPr/>
              </p14:nvContentPartPr>
              <p14:xfrm>
                <a:off x="1698448" y="1107529"/>
                <a:ext cx="119880" cy="314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DA969AF-ADB4-C798-AE16-687B5B5314A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80448" y="1089889"/>
                  <a:ext cx="1555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BC0A156-DABF-5C64-DEE2-2BF9FA73A5FF}"/>
                    </a:ext>
                  </a:extLst>
                </p14:cNvPr>
                <p14:cNvContentPartPr/>
                <p14:nvPr/>
              </p14:nvContentPartPr>
              <p14:xfrm>
                <a:off x="1850728" y="1155769"/>
                <a:ext cx="109800" cy="145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BC0A156-DABF-5C64-DEE2-2BF9FA73A5F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832728" y="1137769"/>
                  <a:ext cx="145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2824426-2FDB-A72E-FD8C-1DDFA0C76C7D}"/>
                    </a:ext>
                  </a:extLst>
                </p14:cNvPr>
                <p14:cNvContentPartPr/>
                <p14:nvPr/>
              </p14:nvContentPartPr>
              <p14:xfrm>
                <a:off x="2023888" y="1122289"/>
                <a:ext cx="51840" cy="111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2824426-2FDB-A72E-FD8C-1DDFA0C76C7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06248" y="1104289"/>
                  <a:ext cx="87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342BDD1-D1BB-B45E-ECEE-E25293B7FB93}"/>
                    </a:ext>
                  </a:extLst>
                </p14:cNvPr>
                <p14:cNvContentPartPr/>
                <p14:nvPr/>
              </p14:nvContentPartPr>
              <p14:xfrm>
                <a:off x="1988248" y="905929"/>
                <a:ext cx="33480" cy="64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342BDD1-D1BB-B45E-ECEE-E25293B7FB9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70608" y="887929"/>
                  <a:ext cx="691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0B155D-A0E6-C840-96CE-8AD53B9EA7F6}"/>
                    </a:ext>
                  </a:extLst>
                </p14:cNvPr>
                <p14:cNvContentPartPr/>
                <p14:nvPr/>
              </p14:nvContentPartPr>
              <p14:xfrm>
                <a:off x="2133328" y="948769"/>
                <a:ext cx="130320" cy="142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0B155D-A0E6-C840-96CE-8AD53B9EA7F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15688" y="931129"/>
                  <a:ext cx="1659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9A6AAEE-9D62-D8AA-6468-2F12D4B0D2B1}"/>
                    </a:ext>
                  </a:extLst>
                </p14:cNvPr>
                <p14:cNvContentPartPr/>
                <p14:nvPr/>
              </p14:nvContentPartPr>
              <p14:xfrm>
                <a:off x="2271928" y="749329"/>
                <a:ext cx="214560" cy="238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9A6AAEE-9D62-D8AA-6468-2F12D4B0D2B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54288" y="731689"/>
                  <a:ext cx="25020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5B8C210-FD59-B4D2-6704-E53F648360F2}"/>
              </a:ext>
            </a:extLst>
          </p:cNvPr>
          <p:cNvGrpSpPr/>
          <p:nvPr/>
        </p:nvGrpSpPr>
        <p:grpSpPr>
          <a:xfrm>
            <a:off x="1808608" y="775609"/>
            <a:ext cx="8649000" cy="4993920"/>
            <a:chOff x="1808608" y="775609"/>
            <a:chExt cx="8649000" cy="499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CB9AC23-7375-5CEF-8142-187A9E1B8B9A}"/>
                    </a:ext>
                  </a:extLst>
                </p14:cNvPr>
                <p14:cNvContentPartPr/>
                <p14:nvPr/>
              </p14:nvContentPartPr>
              <p14:xfrm>
                <a:off x="2753608" y="873889"/>
                <a:ext cx="68760" cy="1366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CB9AC23-7375-5CEF-8142-187A9E1B8B9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735968" y="856249"/>
                  <a:ext cx="104400" cy="14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B16A814-1F64-B41C-58FC-19D3F7101AA6}"/>
                    </a:ext>
                  </a:extLst>
                </p14:cNvPr>
                <p14:cNvContentPartPr/>
                <p14:nvPr/>
              </p14:nvContentPartPr>
              <p14:xfrm>
                <a:off x="2868448" y="775609"/>
                <a:ext cx="1341360" cy="1596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B16A814-1F64-B41C-58FC-19D3F7101AA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50448" y="757609"/>
                  <a:ext cx="1377000" cy="16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6EBAE9C-8CB4-4C90-0653-9533A3108BFD}"/>
                    </a:ext>
                  </a:extLst>
                </p14:cNvPr>
                <p14:cNvContentPartPr/>
                <p14:nvPr/>
              </p14:nvContentPartPr>
              <p14:xfrm>
                <a:off x="3935128" y="1905289"/>
                <a:ext cx="522720" cy="106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6EBAE9C-8CB4-4C90-0653-9533A3108BF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917488" y="1887649"/>
                  <a:ext cx="5583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AE32654-76A1-6668-04E6-BE2C9E15BCA9}"/>
                    </a:ext>
                  </a:extLst>
                </p14:cNvPr>
                <p14:cNvContentPartPr/>
                <p14:nvPr/>
              </p14:nvContentPartPr>
              <p14:xfrm>
                <a:off x="4354168" y="1884409"/>
                <a:ext cx="127440" cy="252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AE32654-76A1-6668-04E6-BE2C9E15BCA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336528" y="1866769"/>
                  <a:ext cx="1630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C6E0FD2-5AAD-3E21-4E8E-94887E298787}"/>
                    </a:ext>
                  </a:extLst>
                </p14:cNvPr>
                <p14:cNvContentPartPr/>
                <p14:nvPr/>
              </p14:nvContentPartPr>
              <p14:xfrm>
                <a:off x="4629568" y="2523409"/>
                <a:ext cx="141120" cy="255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C6E0FD2-5AAD-3E21-4E8E-94887E29878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611568" y="2505409"/>
                  <a:ext cx="1767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BA674FB-E089-EE76-DFFA-80A438D9AD16}"/>
                    </a:ext>
                  </a:extLst>
                </p14:cNvPr>
                <p14:cNvContentPartPr/>
                <p14:nvPr/>
              </p14:nvContentPartPr>
              <p14:xfrm>
                <a:off x="4845568" y="2660569"/>
                <a:ext cx="38520" cy="88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BA674FB-E089-EE76-DFFA-80A438D9AD1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827928" y="2642569"/>
                  <a:ext cx="741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62DFEBE-02DF-61CB-8744-090E947F4A47}"/>
                    </a:ext>
                  </a:extLst>
                </p14:cNvPr>
                <p14:cNvContentPartPr/>
                <p14:nvPr/>
              </p14:nvContentPartPr>
              <p14:xfrm>
                <a:off x="4847368" y="2554009"/>
                <a:ext cx="9360" cy="13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62DFEBE-02DF-61CB-8744-090E947F4A4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829368" y="2536369"/>
                  <a:ext cx="450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D8C029E-FAE2-84AA-DD6C-4F4F6B71D2C0}"/>
                    </a:ext>
                  </a:extLst>
                </p14:cNvPr>
                <p14:cNvContentPartPr/>
                <p14:nvPr/>
              </p14:nvContentPartPr>
              <p14:xfrm>
                <a:off x="4974088" y="2608729"/>
                <a:ext cx="130680" cy="187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D8C029E-FAE2-84AA-DD6C-4F4F6B71D2C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956448" y="2590729"/>
                  <a:ext cx="1663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6D0EFD0-26E2-F513-F0B1-90316622C3A2}"/>
                    </a:ext>
                  </a:extLst>
                </p14:cNvPr>
                <p14:cNvContentPartPr/>
                <p14:nvPr/>
              </p14:nvContentPartPr>
              <p14:xfrm>
                <a:off x="5164528" y="2592169"/>
                <a:ext cx="150840" cy="94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6D0EFD0-26E2-F513-F0B1-90316622C3A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146888" y="2574529"/>
                  <a:ext cx="1864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584AB19-4CFE-1750-686A-A7C81C78799C}"/>
                    </a:ext>
                  </a:extLst>
                </p14:cNvPr>
                <p14:cNvContentPartPr/>
                <p14:nvPr/>
              </p14:nvContentPartPr>
              <p14:xfrm>
                <a:off x="5394568" y="2443489"/>
                <a:ext cx="254520" cy="215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584AB19-4CFE-1750-686A-A7C81C78799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376568" y="2425489"/>
                  <a:ext cx="2901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4705578-00BA-FABF-7AC7-61F4201B241E}"/>
                    </a:ext>
                  </a:extLst>
                </p14:cNvPr>
                <p14:cNvContentPartPr/>
                <p14:nvPr/>
              </p14:nvContentPartPr>
              <p14:xfrm>
                <a:off x="5621008" y="2703769"/>
                <a:ext cx="84240" cy="190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4705578-00BA-FABF-7AC7-61F4201B241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03008" y="2685769"/>
                  <a:ext cx="1198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427FCE9-C021-46D2-8850-0588AEDEF584}"/>
                    </a:ext>
                  </a:extLst>
                </p14:cNvPr>
                <p14:cNvContentPartPr/>
                <p14:nvPr/>
              </p14:nvContentPartPr>
              <p14:xfrm>
                <a:off x="5634328" y="2727889"/>
                <a:ext cx="128880" cy="109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427FCE9-C021-46D2-8850-0588AEDEF58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616328" y="2710249"/>
                  <a:ext cx="1645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2E03D32-399B-ED97-C9C6-FD7EFE313FA1}"/>
                    </a:ext>
                  </a:extLst>
                </p14:cNvPr>
                <p14:cNvContentPartPr/>
                <p14:nvPr/>
              </p14:nvContentPartPr>
              <p14:xfrm>
                <a:off x="5795968" y="2704489"/>
                <a:ext cx="95040" cy="88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2E03D32-399B-ED97-C9C6-FD7EFE313FA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778328" y="2686849"/>
                  <a:ext cx="1306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066E579-EE10-7AE9-9139-7E96177787E9}"/>
                    </a:ext>
                  </a:extLst>
                </p14:cNvPr>
                <p14:cNvContentPartPr/>
                <p14:nvPr/>
              </p14:nvContentPartPr>
              <p14:xfrm>
                <a:off x="5907568" y="2631049"/>
                <a:ext cx="92880" cy="103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066E579-EE10-7AE9-9139-7E96177787E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889568" y="2613409"/>
                  <a:ext cx="1285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586BAAB-1F43-5C87-8193-E28D8E837189}"/>
                    </a:ext>
                  </a:extLst>
                </p14:cNvPr>
                <p14:cNvContentPartPr/>
                <p14:nvPr/>
              </p14:nvContentPartPr>
              <p14:xfrm>
                <a:off x="5927728" y="2884129"/>
                <a:ext cx="93960" cy="133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586BAAB-1F43-5C87-8193-E28D8E83718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910088" y="2866129"/>
                  <a:ext cx="1296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441BF5E-63A8-EE6A-79EE-3C46AD1C230F}"/>
                    </a:ext>
                  </a:extLst>
                </p14:cNvPr>
                <p14:cNvContentPartPr/>
                <p14:nvPr/>
              </p14:nvContentPartPr>
              <p14:xfrm>
                <a:off x="6096208" y="2850289"/>
                <a:ext cx="92880" cy="132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441BF5E-63A8-EE6A-79EE-3C46AD1C230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078568" y="2832289"/>
                  <a:ext cx="1285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50E857F-C1F8-A943-5B4A-CCACD7A8C183}"/>
                    </a:ext>
                  </a:extLst>
                </p14:cNvPr>
                <p14:cNvContentPartPr/>
                <p14:nvPr/>
              </p14:nvContentPartPr>
              <p14:xfrm>
                <a:off x="6251008" y="2701969"/>
                <a:ext cx="117360" cy="205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50E857F-C1F8-A943-5B4A-CCACD7A8C18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233008" y="2684329"/>
                  <a:ext cx="1530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9C7DBB1-AF06-5452-A0EF-E0A83FA4C2C3}"/>
                    </a:ext>
                  </a:extLst>
                </p14:cNvPr>
                <p14:cNvContentPartPr/>
                <p14:nvPr/>
              </p14:nvContentPartPr>
              <p14:xfrm>
                <a:off x="6039328" y="3107329"/>
                <a:ext cx="284040" cy="206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9C7DBB1-AF06-5452-A0EF-E0A83FA4C2C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021328" y="3089329"/>
                  <a:ext cx="3196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A28A8AE-66A3-84EF-7B22-F68D5FAB8927}"/>
                    </a:ext>
                  </a:extLst>
                </p14:cNvPr>
                <p14:cNvContentPartPr/>
                <p14:nvPr/>
              </p14:nvContentPartPr>
              <p14:xfrm>
                <a:off x="6364048" y="2889889"/>
                <a:ext cx="172800" cy="208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A28A8AE-66A3-84EF-7B22-F68D5FAB892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346048" y="2871889"/>
                  <a:ext cx="2084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709805E-A567-C2FB-19C6-DAC4695A9E24}"/>
                    </a:ext>
                  </a:extLst>
                </p14:cNvPr>
                <p14:cNvContentPartPr/>
                <p14:nvPr/>
              </p14:nvContentPartPr>
              <p14:xfrm>
                <a:off x="6621448" y="2847409"/>
                <a:ext cx="147960" cy="209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709805E-A567-C2FB-19C6-DAC4695A9E2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603808" y="2829409"/>
                  <a:ext cx="1836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2B978E6-DB1D-DA0A-A5CA-41C25E2B0BB3}"/>
                    </a:ext>
                  </a:extLst>
                </p14:cNvPr>
                <p14:cNvContentPartPr/>
                <p14:nvPr/>
              </p14:nvContentPartPr>
              <p14:xfrm>
                <a:off x="6774088" y="2778649"/>
                <a:ext cx="85320" cy="135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2B978E6-DB1D-DA0A-A5CA-41C25E2B0BB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756448" y="2760649"/>
                  <a:ext cx="1209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6FA6C17-9767-AE38-2F48-9024227BE84B}"/>
                    </a:ext>
                  </a:extLst>
                </p14:cNvPr>
                <p14:cNvContentPartPr/>
                <p14:nvPr/>
              </p14:nvContentPartPr>
              <p14:xfrm>
                <a:off x="6909448" y="2725369"/>
                <a:ext cx="154440" cy="131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6FA6C17-9767-AE38-2F48-9024227BE84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891448" y="2707369"/>
                  <a:ext cx="1900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A94D8DD-A270-241A-7E96-666132A103BB}"/>
                    </a:ext>
                  </a:extLst>
                </p14:cNvPr>
                <p14:cNvContentPartPr/>
                <p14:nvPr/>
              </p14:nvContentPartPr>
              <p14:xfrm>
                <a:off x="7083328" y="2660209"/>
                <a:ext cx="247680" cy="141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A94D8DD-A270-241A-7E96-666132A103B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065328" y="2642569"/>
                  <a:ext cx="2833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7373563-14EA-3F57-1EC0-01CE57A912C8}"/>
                    </a:ext>
                  </a:extLst>
                </p14:cNvPr>
                <p14:cNvContentPartPr/>
                <p14:nvPr/>
              </p14:nvContentPartPr>
              <p14:xfrm>
                <a:off x="7273768" y="2596849"/>
                <a:ext cx="167040" cy="108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7373563-14EA-3F57-1EC0-01CE57A912C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256128" y="2578849"/>
                  <a:ext cx="2026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52AFE55-4C5F-E00D-F688-ACB4CB1C047F}"/>
                    </a:ext>
                  </a:extLst>
                </p14:cNvPr>
                <p14:cNvContentPartPr/>
                <p14:nvPr/>
              </p14:nvContentPartPr>
              <p14:xfrm>
                <a:off x="6658888" y="3235849"/>
                <a:ext cx="72720" cy="115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52AFE55-4C5F-E00D-F688-ACB4CB1C047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640888" y="3217849"/>
                  <a:ext cx="1083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2BAACD1-8F2C-30BF-7399-CF4284D3A065}"/>
                    </a:ext>
                  </a:extLst>
                </p14:cNvPr>
                <p14:cNvContentPartPr/>
                <p14:nvPr/>
              </p14:nvContentPartPr>
              <p14:xfrm>
                <a:off x="6772288" y="3225049"/>
                <a:ext cx="19800" cy="23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2BAACD1-8F2C-30BF-7399-CF4284D3A06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754288" y="3207049"/>
                  <a:ext cx="554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FDFA124-5E57-E300-B555-16366164DB5D}"/>
                    </a:ext>
                  </a:extLst>
                </p14:cNvPr>
                <p14:cNvContentPartPr/>
                <p14:nvPr/>
              </p14:nvContentPartPr>
              <p14:xfrm>
                <a:off x="6728008" y="3096529"/>
                <a:ext cx="15840" cy="13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FDFA124-5E57-E300-B555-16366164DB5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710008" y="3078529"/>
                  <a:ext cx="514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ECF9A60-0524-8DC4-A9B8-58B7EF9FF5BA}"/>
                    </a:ext>
                  </a:extLst>
                </p14:cNvPr>
                <p14:cNvContentPartPr/>
                <p14:nvPr/>
              </p14:nvContentPartPr>
              <p14:xfrm>
                <a:off x="6876328" y="2995729"/>
                <a:ext cx="272160" cy="172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ECF9A60-0524-8DC4-A9B8-58B7EF9FF5B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858328" y="2978089"/>
                  <a:ext cx="3078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0D24A52-F101-612E-C256-13C09B2478FE}"/>
                    </a:ext>
                  </a:extLst>
                </p14:cNvPr>
                <p14:cNvContentPartPr/>
                <p14:nvPr/>
              </p14:nvContentPartPr>
              <p14:xfrm>
                <a:off x="7142368" y="2879449"/>
                <a:ext cx="122400" cy="115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0D24A52-F101-612E-C256-13C09B2478F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124728" y="2861449"/>
                  <a:ext cx="1580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389F718-2BC9-45FA-B560-12B4C8A1EFB6}"/>
                    </a:ext>
                  </a:extLst>
                </p14:cNvPr>
                <p14:cNvContentPartPr/>
                <p14:nvPr/>
              </p14:nvContentPartPr>
              <p14:xfrm>
                <a:off x="7152448" y="2845969"/>
                <a:ext cx="134280" cy="83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389F718-2BC9-45FA-B560-12B4C8A1EFB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134448" y="2828329"/>
                  <a:ext cx="1699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20E0871-6497-B76E-0FD8-5E8397F1D481}"/>
                    </a:ext>
                  </a:extLst>
                </p14:cNvPr>
                <p14:cNvContentPartPr/>
                <p14:nvPr/>
              </p14:nvContentPartPr>
              <p14:xfrm>
                <a:off x="7379968" y="2895649"/>
                <a:ext cx="3600" cy="5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20E0871-6497-B76E-0FD8-5E8397F1D48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361968" y="2877649"/>
                  <a:ext cx="39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F44299B-7D2A-1FEC-5B39-D44554AA5F77}"/>
                    </a:ext>
                  </a:extLst>
                </p14:cNvPr>
                <p14:cNvContentPartPr/>
                <p14:nvPr/>
              </p14:nvContentPartPr>
              <p14:xfrm>
                <a:off x="4638208" y="1842289"/>
                <a:ext cx="66600" cy="450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F44299B-7D2A-1FEC-5B39-D44554AA5F7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620568" y="1824289"/>
                  <a:ext cx="10224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DBE1A82-A7A0-44BB-678F-2D101922496F}"/>
                    </a:ext>
                  </a:extLst>
                </p14:cNvPr>
                <p14:cNvContentPartPr/>
                <p14:nvPr/>
              </p14:nvContentPartPr>
              <p14:xfrm>
                <a:off x="4638928" y="1793329"/>
                <a:ext cx="1218600" cy="729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DBE1A82-A7A0-44BB-678F-2D101922496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620928" y="1775329"/>
                  <a:ext cx="1254240" cy="76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715C806-1631-56A4-04BE-191D80A0A33D}"/>
                    </a:ext>
                  </a:extLst>
                </p14:cNvPr>
                <p14:cNvContentPartPr/>
                <p14:nvPr/>
              </p14:nvContentPartPr>
              <p14:xfrm>
                <a:off x="5703448" y="3041089"/>
                <a:ext cx="72000" cy="21103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715C806-1631-56A4-04BE-191D80A0A33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685448" y="3023089"/>
                  <a:ext cx="107640" cy="21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CCD1A5A-DD86-5F34-24D5-A9D4A5938C8A}"/>
                    </a:ext>
                  </a:extLst>
                </p14:cNvPr>
                <p14:cNvContentPartPr/>
                <p14:nvPr/>
              </p14:nvContentPartPr>
              <p14:xfrm>
                <a:off x="7604968" y="2774689"/>
                <a:ext cx="2451960" cy="191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CCD1A5A-DD86-5F34-24D5-A9D4A5938C8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586968" y="2757049"/>
                  <a:ext cx="24876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D748D48-467B-FB55-EF30-3FEC8D79289E}"/>
                    </a:ext>
                  </a:extLst>
                </p14:cNvPr>
                <p14:cNvContentPartPr/>
                <p14:nvPr/>
              </p14:nvContentPartPr>
              <p14:xfrm>
                <a:off x="5748088" y="3091129"/>
                <a:ext cx="4709520" cy="2678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D748D48-467B-FB55-EF30-3FEC8D79289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730088" y="3073489"/>
                  <a:ext cx="4745160" cy="27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D3AF2E1-3982-404F-1119-F82BF36AEB7C}"/>
                    </a:ext>
                  </a:extLst>
                </p14:cNvPr>
                <p14:cNvContentPartPr/>
                <p14:nvPr/>
              </p14:nvContentPartPr>
              <p14:xfrm>
                <a:off x="5858248" y="2126689"/>
                <a:ext cx="307800" cy="46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D3AF2E1-3982-404F-1119-F82BF36AEB7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840248" y="2108689"/>
                  <a:ext cx="3434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F25A382-0DF2-8F66-48EB-66146E75F59A}"/>
                    </a:ext>
                  </a:extLst>
                </p14:cNvPr>
                <p14:cNvContentPartPr/>
                <p14:nvPr/>
              </p14:nvContentPartPr>
              <p14:xfrm>
                <a:off x="5957968" y="2048569"/>
                <a:ext cx="191880" cy="250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F25A382-0DF2-8F66-48EB-66146E75F59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940328" y="2030569"/>
                  <a:ext cx="2275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E876524-EB63-1BDA-1DF2-97E3431472F5}"/>
                    </a:ext>
                  </a:extLst>
                </p14:cNvPr>
                <p14:cNvContentPartPr/>
                <p14:nvPr/>
              </p14:nvContentPartPr>
              <p14:xfrm>
                <a:off x="2464888" y="1752289"/>
                <a:ext cx="34560" cy="340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E876524-EB63-1BDA-1DF2-97E3431472F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446888" y="1734289"/>
                  <a:ext cx="702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AF571FD-007F-763F-0F63-7B07D03752D4}"/>
                    </a:ext>
                  </a:extLst>
                </p14:cNvPr>
                <p14:cNvContentPartPr/>
                <p14:nvPr/>
              </p14:nvContentPartPr>
              <p14:xfrm>
                <a:off x="2370928" y="2009329"/>
                <a:ext cx="220320" cy="99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AF571FD-007F-763F-0F63-7B07D03752D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353288" y="1991689"/>
                  <a:ext cx="2559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829FDCA-6C09-D8E1-4DD6-9F56B6232640}"/>
                    </a:ext>
                  </a:extLst>
                </p14:cNvPr>
                <p14:cNvContentPartPr/>
                <p14:nvPr/>
              </p14:nvContentPartPr>
              <p14:xfrm>
                <a:off x="1808608" y="2220289"/>
                <a:ext cx="122400" cy="2167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829FDCA-6C09-D8E1-4DD6-9F56B623264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790608" y="2202289"/>
                  <a:ext cx="1580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55CDBF6-1FE9-8875-2CD9-542397C1E738}"/>
                    </a:ext>
                  </a:extLst>
                </p14:cNvPr>
                <p14:cNvContentPartPr/>
                <p14:nvPr/>
              </p14:nvContentPartPr>
              <p14:xfrm>
                <a:off x="1986808" y="2239009"/>
                <a:ext cx="134280" cy="137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55CDBF6-1FE9-8875-2CD9-542397C1E73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968808" y="2221369"/>
                  <a:ext cx="1699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3C634C9-4E61-8898-A605-CE7DBEF1F02A}"/>
                    </a:ext>
                  </a:extLst>
                </p14:cNvPr>
                <p14:cNvContentPartPr/>
                <p14:nvPr/>
              </p14:nvContentPartPr>
              <p14:xfrm>
                <a:off x="2121808" y="2220289"/>
                <a:ext cx="111240" cy="110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3C634C9-4E61-8898-A605-CE7DBEF1F02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104168" y="2202289"/>
                  <a:ext cx="1468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C975D9F-A313-D406-D222-B146466D84C5}"/>
                    </a:ext>
                  </a:extLst>
                </p14:cNvPr>
                <p14:cNvContentPartPr/>
                <p14:nvPr/>
              </p14:nvContentPartPr>
              <p14:xfrm>
                <a:off x="2256448" y="2024449"/>
                <a:ext cx="163800" cy="225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C975D9F-A313-D406-D222-B146466D84C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238448" y="2006809"/>
                  <a:ext cx="1994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98A4A04-1819-655B-8954-3A26B2371AF5}"/>
                    </a:ext>
                  </a:extLst>
                </p14:cNvPr>
                <p14:cNvContentPartPr/>
                <p14:nvPr/>
              </p14:nvContentPartPr>
              <p14:xfrm>
                <a:off x="2507728" y="2138209"/>
                <a:ext cx="80280" cy="96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98A4A04-1819-655B-8954-3A26B2371AF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490088" y="2120569"/>
                  <a:ext cx="115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C097B37-C750-1AB9-8161-D63DBA4F1F64}"/>
                    </a:ext>
                  </a:extLst>
                </p14:cNvPr>
                <p14:cNvContentPartPr/>
                <p14:nvPr/>
              </p14:nvContentPartPr>
              <p14:xfrm>
                <a:off x="2624368" y="2093929"/>
                <a:ext cx="138240" cy="68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C097B37-C750-1AB9-8161-D63DBA4F1F6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606728" y="2076289"/>
                  <a:ext cx="173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79EA0E7-8B46-1EE4-5D81-0F048F61E405}"/>
                    </a:ext>
                  </a:extLst>
                </p14:cNvPr>
                <p14:cNvContentPartPr/>
                <p14:nvPr/>
              </p14:nvContentPartPr>
              <p14:xfrm>
                <a:off x="2739208" y="1939489"/>
                <a:ext cx="110880" cy="180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79EA0E7-8B46-1EE4-5D81-0F048F61E40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721208" y="1921489"/>
                  <a:ext cx="1465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9A09F4F-061F-5823-26EE-8096A41F1E4F}"/>
                    </a:ext>
                  </a:extLst>
                </p14:cNvPr>
                <p14:cNvContentPartPr/>
                <p14:nvPr/>
              </p14:nvContentPartPr>
              <p14:xfrm>
                <a:off x="2748568" y="1961809"/>
                <a:ext cx="79200" cy="698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9A09F4F-061F-5823-26EE-8096A41F1E4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730928" y="1943809"/>
                  <a:ext cx="114840" cy="105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38937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37534-804C-D040-4DE8-89C81FB79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Resistive touchscreen system breakdown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5B47C-87B8-FA41-5438-0CCA547B4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1026" name="Picture 2" descr="Resistive Touch screen - Javalab">
            <a:extLst>
              <a:ext uri="{FF2B5EF4-FFF2-40B4-BE49-F238E27FC236}">
                <a16:creationId xmlns:a16="http://schemas.microsoft.com/office/drawing/2014/main" id="{F9FAA610-A290-7EAC-6F7B-22C9EB2B8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392" y="2214163"/>
            <a:ext cx="2923595" cy="1461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diagram of a computer&#10;&#10;Description automatically generated">
            <a:extLst>
              <a:ext uri="{FF2B5EF4-FFF2-40B4-BE49-F238E27FC236}">
                <a16:creationId xmlns:a16="http://schemas.microsoft.com/office/drawing/2014/main" id="{8307AC78-E20F-226A-23DC-DCF33CCAAC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2242" y="4222044"/>
            <a:ext cx="2511116" cy="1747182"/>
          </a:xfrm>
          <a:prstGeom prst="rect">
            <a:avLst/>
          </a:prstGeom>
        </p:spPr>
      </p:pic>
      <p:pic>
        <p:nvPicPr>
          <p:cNvPr id="8" name="Picture 7" descr="A close-up of a circuit board&#10;&#10;Description automatically generated">
            <a:extLst>
              <a:ext uri="{FF2B5EF4-FFF2-40B4-BE49-F238E27FC236}">
                <a16:creationId xmlns:a16="http://schemas.microsoft.com/office/drawing/2014/main" id="{2005089F-0153-1CB9-B357-A1EDB97B9FB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6" t="15420" r="41755" b="45276"/>
          <a:stretch/>
        </p:blipFill>
        <p:spPr>
          <a:xfrm>
            <a:off x="4222147" y="1710916"/>
            <a:ext cx="2237195" cy="2291267"/>
          </a:xfrm>
          <a:prstGeom prst="rect">
            <a:avLst/>
          </a:prstGeom>
        </p:spPr>
      </p:pic>
      <p:pic>
        <p:nvPicPr>
          <p:cNvPr id="10" name="Picture 9" descr="A close up of a circuit board&#10;&#10;Description automatically generated">
            <a:extLst>
              <a:ext uri="{FF2B5EF4-FFF2-40B4-BE49-F238E27FC236}">
                <a16:creationId xmlns:a16="http://schemas.microsoft.com/office/drawing/2014/main" id="{4A3B5E6C-3C15-0CB5-FA6B-215F7F8D2C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485653" y="2443260"/>
            <a:ext cx="2999952" cy="22487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674F21-C249-8AA1-CFA9-A8A3B98FCDEC}"/>
              </a:ext>
            </a:extLst>
          </p:cNvPr>
          <p:cNvSpPr txBox="1"/>
          <p:nvPr/>
        </p:nvSpPr>
        <p:spPr>
          <a:xfrm>
            <a:off x="4222147" y="999072"/>
            <a:ext cx="2162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PT Sans" panose="020B0503020203020204" pitchFamily="34" charset="0"/>
              </a:rPr>
              <a:t>Sensors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8EC7E8-7F52-CC40-CE15-5C3E3BCBAC7A}"/>
              </a:ext>
            </a:extLst>
          </p:cNvPr>
          <p:cNvSpPr txBox="1"/>
          <p:nvPr/>
        </p:nvSpPr>
        <p:spPr>
          <a:xfrm>
            <a:off x="6904252" y="999072"/>
            <a:ext cx="2162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PT Sans" panose="020B0503020203020204" pitchFamily="34" charset="0"/>
              </a:rPr>
              <a:t>Processing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1CF229-B242-EB82-444D-3A080C7BB631}"/>
              </a:ext>
            </a:extLst>
          </p:cNvPr>
          <p:cNvSpPr/>
          <p:nvPr/>
        </p:nvSpPr>
        <p:spPr>
          <a:xfrm>
            <a:off x="9833949" y="2072980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7C46499-1500-CA0C-5338-718EB40DDABE}"/>
              </a:ext>
            </a:extLst>
          </p:cNvPr>
          <p:cNvSpPr/>
          <p:nvPr/>
        </p:nvSpPr>
        <p:spPr>
          <a:xfrm>
            <a:off x="10804781" y="2067684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CFD7C22-4BE7-A02F-B3F2-6922777D9D68}"/>
              </a:ext>
            </a:extLst>
          </p:cNvPr>
          <p:cNvSpPr/>
          <p:nvPr/>
        </p:nvSpPr>
        <p:spPr>
          <a:xfrm>
            <a:off x="11724152" y="2067683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B50D17-2FF2-8EF9-90C2-C1A261021B6E}"/>
              </a:ext>
            </a:extLst>
          </p:cNvPr>
          <p:cNvSpPr/>
          <p:nvPr/>
        </p:nvSpPr>
        <p:spPr>
          <a:xfrm>
            <a:off x="9833949" y="3030071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3209C27-2AC0-F3AC-A7B8-B0CC0CA94456}"/>
              </a:ext>
            </a:extLst>
          </p:cNvPr>
          <p:cNvSpPr/>
          <p:nvPr/>
        </p:nvSpPr>
        <p:spPr>
          <a:xfrm>
            <a:off x="10804781" y="3024775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A4EEEAC-3E74-23CD-E394-4BF2D863FFFF}"/>
              </a:ext>
            </a:extLst>
          </p:cNvPr>
          <p:cNvSpPr/>
          <p:nvPr/>
        </p:nvSpPr>
        <p:spPr>
          <a:xfrm>
            <a:off x="11724152" y="3024774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26EAC7A-A752-EA42-7055-52A5636488F8}"/>
              </a:ext>
            </a:extLst>
          </p:cNvPr>
          <p:cNvSpPr/>
          <p:nvPr/>
        </p:nvSpPr>
        <p:spPr>
          <a:xfrm>
            <a:off x="9833949" y="3980430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9E1CBE-C830-AA9F-05FD-22755F1658FD}"/>
              </a:ext>
            </a:extLst>
          </p:cNvPr>
          <p:cNvSpPr/>
          <p:nvPr/>
        </p:nvSpPr>
        <p:spPr>
          <a:xfrm>
            <a:off x="10804781" y="3975134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4D50A89-37C4-FBC6-AD7E-57F818F2161F}"/>
              </a:ext>
            </a:extLst>
          </p:cNvPr>
          <p:cNvSpPr/>
          <p:nvPr/>
        </p:nvSpPr>
        <p:spPr>
          <a:xfrm>
            <a:off x="11724152" y="3975133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274F70-65DF-B7B0-E353-565C32EBA5CB}"/>
              </a:ext>
            </a:extLst>
          </p:cNvPr>
          <p:cNvSpPr txBox="1"/>
          <p:nvPr/>
        </p:nvSpPr>
        <p:spPr>
          <a:xfrm>
            <a:off x="9833949" y="999072"/>
            <a:ext cx="2162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PT Sans" panose="020B0503020203020204" pitchFamily="34" charset="0"/>
              </a:rPr>
              <a:t>Information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5F7D37-C900-6460-4BAD-765C2C6D0BA8}"/>
              </a:ext>
            </a:extLst>
          </p:cNvPr>
          <p:cNvSpPr txBox="1"/>
          <p:nvPr/>
        </p:nvSpPr>
        <p:spPr>
          <a:xfrm>
            <a:off x="594546" y="999934"/>
            <a:ext cx="2162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PT Sans" panose="020B0503020203020204" pitchFamily="34" charset="0"/>
              </a:rPr>
              <a:t>Real world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BE3825-70AD-F0B3-6821-88D85C2AB768}"/>
              </a:ext>
            </a:extLst>
          </p:cNvPr>
          <p:cNvSpPr txBox="1"/>
          <p:nvPr/>
        </p:nvSpPr>
        <p:spPr>
          <a:xfrm>
            <a:off x="9192103" y="2011923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S1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A70115-5A3C-103D-FC9A-1F16D8F305CD}"/>
              </a:ext>
            </a:extLst>
          </p:cNvPr>
          <p:cNvSpPr txBox="1"/>
          <p:nvPr/>
        </p:nvSpPr>
        <p:spPr>
          <a:xfrm>
            <a:off x="9192103" y="2973217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S2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46D64D-BC5E-B496-E8C2-3BA97C869310}"/>
              </a:ext>
            </a:extLst>
          </p:cNvPr>
          <p:cNvSpPr txBox="1"/>
          <p:nvPr/>
        </p:nvSpPr>
        <p:spPr>
          <a:xfrm>
            <a:off x="10132321" y="2011923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S4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13CEA1-7D88-5184-8DCA-E8B97026DFC5}"/>
              </a:ext>
            </a:extLst>
          </p:cNvPr>
          <p:cNvSpPr txBox="1"/>
          <p:nvPr/>
        </p:nvSpPr>
        <p:spPr>
          <a:xfrm>
            <a:off x="10132321" y="2973217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S5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72DE80-DB8F-B6C6-C78D-ACCA8B2326DC}"/>
              </a:ext>
            </a:extLst>
          </p:cNvPr>
          <p:cNvSpPr txBox="1"/>
          <p:nvPr/>
        </p:nvSpPr>
        <p:spPr>
          <a:xfrm>
            <a:off x="11052873" y="2011923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S7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E3BEAC-C4DC-B8F0-ACF7-21BA3B4CF6F8}"/>
              </a:ext>
            </a:extLst>
          </p:cNvPr>
          <p:cNvSpPr txBox="1"/>
          <p:nvPr/>
        </p:nvSpPr>
        <p:spPr>
          <a:xfrm>
            <a:off x="11052873" y="2973217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S8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C1ACF2-93C9-AD4A-FC20-0BB8F9AA60A3}"/>
              </a:ext>
            </a:extLst>
          </p:cNvPr>
          <p:cNvSpPr txBox="1"/>
          <p:nvPr/>
        </p:nvSpPr>
        <p:spPr>
          <a:xfrm>
            <a:off x="9190922" y="3905539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S3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DEDB68-C1AD-4F1F-4E6B-84D076435C8A}"/>
              </a:ext>
            </a:extLst>
          </p:cNvPr>
          <p:cNvSpPr txBox="1"/>
          <p:nvPr/>
        </p:nvSpPr>
        <p:spPr>
          <a:xfrm>
            <a:off x="10131140" y="3905539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S6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2C2DAE-71CB-1290-9114-C97EB198F886}"/>
              </a:ext>
            </a:extLst>
          </p:cNvPr>
          <p:cNvSpPr txBox="1"/>
          <p:nvPr/>
        </p:nvSpPr>
        <p:spPr>
          <a:xfrm>
            <a:off x="11051692" y="3905539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S9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159B305-6D48-337D-03D0-D0603F9BB0A9}"/>
              </a:ext>
            </a:extLst>
          </p:cNvPr>
          <p:cNvGrpSpPr/>
          <p:nvPr/>
        </p:nvGrpSpPr>
        <p:grpSpPr>
          <a:xfrm>
            <a:off x="4268848" y="623329"/>
            <a:ext cx="1082520" cy="433440"/>
            <a:chOff x="4268848" y="623329"/>
            <a:chExt cx="1082520" cy="43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5D191C2-05F9-CA04-9234-B7A8DD1BD57E}"/>
                    </a:ext>
                  </a:extLst>
                </p14:cNvPr>
                <p14:cNvContentPartPr/>
                <p14:nvPr/>
              </p14:nvContentPartPr>
              <p14:xfrm>
                <a:off x="4268848" y="753649"/>
                <a:ext cx="89640" cy="3031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5D191C2-05F9-CA04-9234-B7A8DD1BD57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250848" y="735649"/>
                  <a:ext cx="1252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DE5BDE1-B732-99AD-657A-A88A476BB89B}"/>
                    </a:ext>
                  </a:extLst>
                </p14:cNvPr>
                <p14:cNvContentPartPr/>
                <p14:nvPr/>
              </p14:nvContentPartPr>
              <p14:xfrm>
                <a:off x="4444168" y="864889"/>
                <a:ext cx="99000" cy="101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DE5BDE1-B732-99AD-657A-A88A476BB89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26528" y="846889"/>
                  <a:ext cx="134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204BA8D-11CE-AB01-8414-E2EEB95F2244}"/>
                    </a:ext>
                  </a:extLst>
                </p14:cNvPr>
                <p14:cNvContentPartPr/>
                <p14:nvPr/>
              </p14:nvContentPartPr>
              <p14:xfrm>
                <a:off x="4570168" y="838609"/>
                <a:ext cx="118800" cy="128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204BA8D-11CE-AB01-8414-E2EEB95F224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52528" y="820969"/>
                  <a:ext cx="1544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C262B41-82C6-1494-E74D-A8B81F0677FC}"/>
                    </a:ext>
                  </a:extLst>
                </p14:cNvPr>
                <p14:cNvContentPartPr/>
                <p14:nvPr/>
              </p14:nvContentPartPr>
              <p14:xfrm>
                <a:off x="4759528" y="794689"/>
                <a:ext cx="100440" cy="147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C262B41-82C6-1494-E74D-A8B81F0677F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741888" y="776689"/>
                  <a:ext cx="1360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D16E441-9120-E0A1-9225-0DF5A284F928}"/>
                    </a:ext>
                  </a:extLst>
                </p14:cNvPr>
                <p14:cNvContentPartPr/>
                <p14:nvPr/>
              </p14:nvContentPartPr>
              <p14:xfrm>
                <a:off x="4923328" y="793609"/>
                <a:ext cx="132840" cy="131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D16E441-9120-E0A1-9225-0DF5A284F92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905688" y="775969"/>
                  <a:ext cx="1684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F712859-1A58-8438-E8C8-F31194920DE6}"/>
                    </a:ext>
                  </a:extLst>
                </p14:cNvPr>
                <p14:cNvContentPartPr/>
                <p14:nvPr/>
              </p14:nvContentPartPr>
              <p14:xfrm>
                <a:off x="5105848" y="806209"/>
                <a:ext cx="25920" cy="9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F712859-1A58-8438-E8C8-F31194920DE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87848" y="788569"/>
                  <a:ext cx="615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4D167D4-A977-076F-E9D7-38AAEA01F1C8}"/>
                    </a:ext>
                  </a:extLst>
                </p14:cNvPr>
                <p14:cNvContentPartPr/>
                <p14:nvPr/>
              </p14:nvContentPartPr>
              <p14:xfrm>
                <a:off x="5076328" y="760129"/>
                <a:ext cx="102960" cy="156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4D167D4-A977-076F-E9D7-38AAEA01F1C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058688" y="742129"/>
                  <a:ext cx="1386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F1E3338-34E6-F1ED-D8CA-1BBCFF564934}"/>
                    </a:ext>
                  </a:extLst>
                </p14:cNvPr>
                <p14:cNvContentPartPr/>
                <p14:nvPr/>
              </p14:nvContentPartPr>
              <p14:xfrm>
                <a:off x="5267488" y="623329"/>
                <a:ext cx="77040" cy="241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F1E3338-34E6-F1ED-D8CA-1BBCFF56493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49488" y="605689"/>
                  <a:ext cx="1126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F71463F-DED5-94D0-6A20-26D7AD001995}"/>
                    </a:ext>
                  </a:extLst>
                </p14:cNvPr>
                <p14:cNvContentPartPr/>
                <p14:nvPr/>
              </p14:nvContentPartPr>
              <p14:xfrm>
                <a:off x="5283328" y="725929"/>
                <a:ext cx="68040" cy="53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F71463F-DED5-94D0-6A20-26D7AD00199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65688" y="708289"/>
                  <a:ext cx="10368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B78CA5A-85A0-5A91-EE33-82BF5BBABBB5}"/>
              </a:ext>
            </a:extLst>
          </p:cNvPr>
          <p:cNvGrpSpPr/>
          <p:nvPr/>
        </p:nvGrpSpPr>
        <p:grpSpPr>
          <a:xfrm>
            <a:off x="5626768" y="577249"/>
            <a:ext cx="1737000" cy="723960"/>
            <a:chOff x="5626768" y="577249"/>
            <a:chExt cx="1737000" cy="72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690A099-6985-AC75-98A1-922BBFEDE0A1}"/>
                    </a:ext>
                  </a:extLst>
                </p14:cNvPr>
                <p14:cNvContentPartPr/>
                <p14:nvPr/>
              </p14:nvContentPartPr>
              <p14:xfrm>
                <a:off x="5636848" y="630529"/>
                <a:ext cx="99000" cy="236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690A099-6985-AC75-98A1-922BBFEDE0A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618848" y="612889"/>
                  <a:ext cx="1346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BBBC295-8427-BDD3-7403-164EC19E5C0C}"/>
                    </a:ext>
                  </a:extLst>
                </p14:cNvPr>
                <p14:cNvContentPartPr/>
                <p14:nvPr/>
              </p14:nvContentPartPr>
              <p14:xfrm>
                <a:off x="5626768" y="721969"/>
                <a:ext cx="146160" cy="72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BBBC295-8427-BDD3-7403-164EC19E5C0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09128" y="703969"/>
                  <a:ext cx="1818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6F03206-A502-7839-9986-4BD54CBD232B}"/>
                    </a:ext>
                  </a:extLst>
                </p14:cNvPr>
                <p14:cNvContentPartPr/>
                <p14:nvPr/>
              </p14:nvContentPartPr>
              <p14:xfrm>
                <a:off x="5820448" y="697489"/>
                <a:ext cx="114840" cy="145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6F03206-A502-7839-9986-4BD54CBD232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02448" y="679489"/>
                  <a:ext cx="1504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3C01670-94CE-D4CD-9155-2B3C4A2F6632}"/>
                    </a:ext>
                  </a:extLst>
                </p14:cNvPr>
                <p14:cNvContentPartPr/>
                <p14:nvPr/>
              </p14:nvContentPartPr>
              <p14:xfrm>
                <a:off x="6005128" y="719809"/>
                <a:ext cx="107640" cy="99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3C01670-94CE-D4CD-9155-2B3C4A2F663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87128" y="701809"/>
                  <a:ext cx="1432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20F3577-FA84-E9AF-B598-8F1B94809890}"/>
                    </a:ext>
                  </a:extLst>
                </p14:cNvPr>
                <p14:cNvContentPartPr/>
                <p14:nvPr/>
              </p14:nvContentPartPr>
              <p14:xfrm>
                <a:off x="6218608" y="625129"/>
                <a:ext cx="262440" cy="162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20F3577-FA84-E9AF-B598-8F1B9480989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00968" y="607489"/>
                  <a:ext cx="2980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D61A051-F01D-9FA5-8528-2DA1B7516000}"/>
                    </a:ext>
                  </a:extLst>
                </p14:cNvPr>
                <p14:cNvContentPartPr/>
                <p14:nvPr/>
              </p14:nvContentPartPr>
              <p14:xfrm>
                <a:off x="6686248" y="577249"/>
                <a:ext cx="57240" cy="169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D61A051-F01D-9FA5-8528-2DA1B751600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668608" y="559249"/>
                  <a:ext cx="928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565A0F5-918A-F660-C270-CCF0F345B94C}"/>
                    </a:ext>
                  </a:extLst>
                </p14:cNvPr>
                <p14:cNvContentPartPr/>
                <p14:nvPr/>
              </p14:nvContentPartPr>
              <p14:xfrm>
                <a:off x="6692368" y="628369"/>
                <a:ext cx="78480" cy="25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565A0F5-918A-F660-C270-CCF0F345B94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74728" y="610369"/>
                  <a:ext cx="1141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FC206A8-3631-9E69-0178-BC2E8B02C536}"/>
                    </a:ext>
                  </a:extLst>
                </p14:cNvPr>
                <p14:cNvContentPartPr/>
                <p14:nvPr/>
              </p14:nvContentPartPr>
              <p14:xfrm>
                <a:off x="6799648" y="628729"/>
                <a:ext cx="110880" cy="111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FC206A8-3631-9E69-0178-BC2E8B02C53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781648" y="611089"/>
                  <a:ext cx="1465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6A2FA24-2E3F-59D7-59EE-F3B6494BA2FF}"/>
                    </a:ext>
                  </a:extLst>
                </p14:cNvPr>
                <p14:cNvContentPartPr/>
                <p14:nvPr/>
              </p14:nvContentPartPr>
              <p14:xfrm>
                <a:off x="5979208" y="1127689"/>
                <a:ext cx="137880" cy="173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6A2FA24-2E3F-59D7-59EE-F3B6494BA2F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961208" y="1110049"/>
                  <a:ext cx="1735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5F8FF30-C485-20DC-B508-F7C8C8BA0AB4}"/>
                    </a:ext>
                  </a:extLst>
                </p14:cNvPr>
                <p14:cNvContentPartPr/>
                <p14:nvPr/>
              </p14:nvContentPartPr>
              <p14:xfrm>
                <a:off x="6210328" y="1115089"/>
                <a:ext cx="119520" cy="143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5F8FF30-C485-20DC-B508-F7C8C8BA0AB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92688" y="1097449"/>
                  <a:ext cx="1551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4A8A695-C205-2A44-C4ED-9894F40E54B8}"/>
                    </a:ext>
                  </a:extLst>
                </p14:cNvPr>
                <p14:cNvContentPartPr/>
                <p14:nvPr/>
              </p14:nvContentPartPr>
              <p14:xfrm>
                <a:off x="6569968" y="1050649"/>
                <a:ext cx="96840" cy="165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4A8A695-C205-2A44-C4ED-9894F40E54B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552328" y="1033009"/>
                  <a:ext cx="1324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9C3D8C1-BCDB-A70E-14A3-C49EBC21D6D0}"/>
                    </a:ext>
                  </a:extLst>
                </p14:cNvPr>
                <p14:cNvContentPartPr/>
                <p14:nvPr/>
              </p14:nvContentPartPr>
              <p14:xfrm>
                <a:off x="6725488" y="1084849"/>
                <a:ext cx="33480" cy="87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9C3D8C1-BCDB-A70E-14A3-C49EBC21D6D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07488" y="1067209"/>
                  <a:ext cx="691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86D26BB-B97B-7B53-959F-9AA46BAA4886}"/>
                    </a:ext>
                  </a:extLst>
                </p14:cNvPr>
                <p14:cNvContentPartPr/>
                <p14:nvPr/>
              </p14:nvContentPartPr>
              <p14:xfrm>
                <a:off x="6703168" y="971089"/>
                <a:ext cx="4680" cy="5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86D26BB-B97B-7B53-959F-9AA46BAA488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85168" y="953449"/>
                  <a:ext cx="40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5C4B17B-0D47-C725-E4BE-32E064FC60D4}"/>
                    </a:ext>
                  </a:extLst>
                </p14:cNvPr>
                <p14:cNvContentPartPr/>
                <p14:nvPr/>
              </p14:nvContentPartPr>
              <p14:xfrm>
                <a:off x="6859408" y="947689"/>
                <a:ext cx="286920" cy="184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5C4B17B-0D47-C725-E4BE-32E064FC60D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41408" y="930049"/>
                  <a:ext cx="3225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5ED5E4B-365D-18BB-F0CD-06CE0DB12148}"/>
                    </a:ext>
                  </a:extLst>
                </p14:cNvPr>
                <p14:cNvContentPartPr/>
                <p14:nvPr/>
              </p14:nvContentPartPr>
              <p14:xfrm>
                <a:off x="7139128" y="754369"/>
                <a:ext cx="224640" cy="240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5ED5E4B-365D-18BB-F0CD-06CE0DB1214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21488" y="736369"/>
                  <a:ext cx="260280" cy="275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1018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37534-804C-D040-4DE8-89C81FB79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Resistive touchscreen system approach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5B47C-87B8-FA41-5438-0CCA547B4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7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a computer&#10;&#10;Description automatically generated">
            <a:extLst>
              <a:ext uri="{FF2B5EF4-FFF2-40B4-BE49-F238E27FC236}">
                <a16:creationId xmlns:a16="http://schemas.microsoft.com/office/drawing/2014/main" id="{8307AC78-E20F-226A-23DC-DCF33CCAAC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342" y="4761391"/>
            <a:ext cx="2511116" cy="1747182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D51CF229-B242-EB82-444D-3A080C7BB631}"/>
              </a:ext>
            </a:extLst>
          </p:cNvPr>
          <p:cNvSpPr/>
          <p:nvPr/>
        </p:nvSpPr>
        <p:spPr>
          <a:xfrm>
            <a:off x="1262443" y="2327421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7C46499-1500-CA0C-5338-718EB40DDABE}"/>
              </a:ext>
            </a:extLst>
          </p:cNvPr>
          <p:cNvSpPr/>
          <p:nvPr/>
        </p:nvSpPr>
        <p:spPr>
          <a:xfrm>
            <a:off x="2233275" y="2322125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CFD7C22-4BE7-A02F-B3F2-6922777D9D68}"/>
              </a:ext>
            </a:extLst>
          </p:cNvPr>
          <p:cNvSpPr/>
          <p:nvPr/>
        </p:nvSpPr>
        <p:spPr>
          <a:xfrm>
            <a:off x="3152646" y="2322124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B50D17-2FF2-8EF9-90C2-C1A261021B6E}"/>
              </a:ext>
            </a:extLst>
          </p:cNvPr>
          <p:cNvSpPr/>
          <p:nvPr/>
        </p:nvSpPr>
        <p:spPr>
          <a:xfrm>
            <a:off x="1262443" y="3284512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3209C27-2AC0-F3AC-A7B8-B0CC0CA94456}"/>
              </a:ext>
            </a:extLst>
          </p:cNvPr>
          <p:cNvSpPr/>
          <p:nvPr/>
        </p:nvSpPr>
        <p:spPr>
          <a:xfrm>
            <a:off x="2233275" y="3279216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A4EEEAC-3E74-23CD-E394-4BF2D863FFFF}"/>
              </a:ext>
            </a:extLst>
          </p:cNvPr>
          <p:cNvSpPr/>
          <p:nvPr/>
        </p:nvSpPr>
        <p:spPr>
          <a:xfrm>
            <a:off x="3152646" y="3279215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26EAC7A-A752-EA42-7055-52A5636488F8}"/>
              </a:ext>
            </a:extLst>
          </p:cNvPr>
          <p:cNvSpPr/>
          <p:nvPr/>
        </p:nvSpPr>
        <p:spPr>
          <a:xfrm>
            <a:off x="1262443" y="4234871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9E1CBE-C830-AA9F-05FD-22755F1658FD}"/>
              </a:ext>
            </a:extLst>
          </p:cNvPr>
          <p:cNvSpPr/>
          <p:nvPr/>
        </p:nvSpPr>
        <p:spPr>
          <a:xfrm>
            <a:off x="2233275" y="4229575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4D50A89-37C4-FBC6-AD7E-57F818F2161F}"/>
              </a:ext>
            </a:extLst>
          </p:cNvPr>
          <p:cNvSpPr/>
          <p:nvPr/>
        </p:nvSpPr>
        <p:spPr>
          <a:xfrm>
            <a:off x="3152646" y="4229574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274F70-65DF-B7B0-E353-565C32EBA5CB}"/>
              </a:ext>
            </a:extLst>
          </p:cNvPr>
          <p:cNvSpPr txBox="1"/>
          <p:nvPr/>
        </p:nvSpPr>
        <p:spPr>
          <a:xfrm>
            <a:off x="1236804" y="1156074"/>
            <a:ext cx="2162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PT Sans" panose="020B0503020203020204" pitchFamily="34" charset="0"/>
              </a:rPr>
              <a:t>Goal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BE3825-70AD-F0B3-6821-88D85C2AB768}"/>
              </a:ext>
            </a:extLst>
          </p:cNvPr>
          <p:cNvSpPr txBox="1"/>
          <p:nvPr/>
        </p:nvSpPr>
        <p:spPr>
          <a:xfrm>
            <a:off x="620597" y="2266364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S1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A70115-5A3C-103D-FC9A-1F16D8F305CD}"/>
              </a:ext>
            </a:extLst>
          </p:cNvPr>
          <p:cNvSpPr txBox="1"/>
          <p:nvPr/>
        </p:nvSpPr>
        <p:spPr>
          <a:xfrm>
            <a:off x="620597" y="3227658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S2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46D64D-BC5E-B496-E8C2-3BA97C869310}"/>
              </a:ext>
            </a:extLst>
          </p:cNvPr>
          <p:cNvSpPr txBox="1"/>
          <p:nvPr/>
        </p:nvSpPr>
        <p:spPr>
          <a:xfrm>
            <a:off x="1560815" y="2266364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S4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13CEA1-7D88-5184-8DCA-E8B97026DFC5}"/>
              </a:ext>
            </a:extLst>
          </p:cNvPr>
          <p:cNvSpPr txBox="1"/>
          <p:nvPr/>
        </p:nvSpPr>
        <p:spPr>
          <a:xfrm>
            <a:off x="1560815" y="3227658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S5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72DE80-DB8F-B6C6-C78D-ACCA8B2326DC}"/>
              </a:ext>
            </a:extLst>
          </p:cNvPr>
          <p:cNvSpPr txBox="1"/>
          <p:nvPr/>
        </p:nvSpPr>
        <p:spPr>
          <a:xfrm>
            <a:off x="2481367" y="2266364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S7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E3BEAC-C4DC-B8F0-ACF7-21BA3B4CF6F8}"/>
              </a:ext>
            </a:extLst>
          </p:cNvPr>
          <p:cNvSpPr txBox="1"/>
          <p:nvPr/>
        </p:nvSpPr>
        <p:spPr>
          <a:xfrm>
            <a:off x="2481367" y="3227658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S8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C1ACF2-93C9-AD4A-FC20-0BB8F9AA60A3}"/>
              </a:ext>
            </a:extLst>
          </p:cNvPr>
          <p:cNvSpPr txBox="1"/>
          <p:nvPr/>
        </p:nvSpPr>
        <p:spPr>
          <a:xfrm>
            <a:off x="619416" y="4159980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S3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DEDB68-C1AD-4F1F-4E6B-84D076435C8A}"/>
              </a:ext>
            </a:extLst>
          </p:cNvPr>
          <p:cNvSpPr txBox="1"/>
          <p:nvPr/>
        </p:nvSpPr>
        <p:spPr>
          <a:xfrm>
            <a:off x="1559634" y="4159980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S6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2C2DAE-71CB-1290-9114-C97EB198F886}"/>
              </a:ext>
            </a:extLst>
          </p:cNvPr>
          <p:cNvSpPr txBox="1"/>
          <p:nvPr/>
        </p:nvSpPr>
        <p:spPr>
          <a:xfrm>
            <a:off x="2480186" y="4159980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S9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A301E-6803-ABF8-5C2E-6F90177EA2DE}"/>
              </a:ext>
            </a:extLst>
          </p:cNvPr>
          <p:cNvSpPr txBox="1"/>
          <p:nvPr/>
        </p:nvSpPr>
        <p:spPr>
          <a:xfrm>
            <a:off x="4327498" y="1156074"/>
            <a:ext cx="2431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PT Sans" panose="020B0503020203020204" pitchFamily="34" charset="0"/>
              </a:rPr>
              <a:t>Build a sensor that can detect touch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B65E18-D65A-B576-FC48-F25899AE4145}"/>
              </a:ext>
            </a:extLst>
          </p:cNvPr>
          <p:cNvSpPr/>
          <p:nvPr/>
        </p:nvSpPr>
        <p:spPr>
          <a:xfrm>
            <a:off x="4662554" y="2327421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DA130A5-2C44-9983-EAB2-A3486AD82B5E}"/>
              </a:ext>
            </a:extLst>
          </p:cNvPr>
          <p:cNvSpPr/>
          <p:nvPr/>
        </p:nvSpPr>
        <p:spPr>
          <a:xfrm>
            <a:off x="5633386" y="2322125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65EA8E8-5EC8-DD70-FC8A-050E14DE8D77}"/>
              </a:ext>
            </a:extLst>
          </p:cNvPr>
          <p:cNvSpPr/>
          <p:nvPr/>
        </p:nvSpPr>
        <p:spPr>
          <a:xfrm>
            <a:off x="6552757" y="2322124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4C87498-6667-90BD-1598-CD31ABC4D0EC}"/>
              </a:ext>
            </a:extLst>
          </p:cNvPr>
          <p:cNvSpPr/>
          <p:nvPr/>
        </p:nvSpPr>
        <p:spPr>
          <a:xfrm>
            <a:off x="4662554" y="3284512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1F1AD4C-4657-31ED-9877-3AAC104ED330}"/>
              </a:ext>
            </a:extLst>
          </p:cNvPr>
          <p:cNvSpPr/>
          <p:nvPr/>
        </p:nvSpPr>
        <p:spPr>
          <a:xfrm>
            <a:off x="5633386" y="3279216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C465740-88AC-4749-A446-74C9B72B1F91}"/>
              </a:ext>
            </a:extLst>
          </p:cNvPr>
          <p:cNvSpPr/>
          <p:nvPr/>
        </p:nvSpPr>
        <p:spPr>
          <a:xfrm>
            <a:off x="6552757" y="3279215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EF11608-83DC-7AE5-AD3E-EFE9AE23D1F5}"/>
              </a:ext>
            </a:extLst>
          </p:cNvPr>
          <p:cNvSpPr/>
          <p:nvPr/>
        </p:nvSpPr>
        <p:spPr>
          <a:xfrm>
            <a:off x="4662554" y="4234871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B9369EF-0628-3734-7A5C-EFD47B32DECD}"/>
              </a:ext>
            </a:extLst>
          </p:cNvPr>
          <p:cNvSpPr/>
          <p:nvPr/>
        </p:nvSpPr>
        <p:spPr>
          <a:xfrm>
            <a:off x="5633386" y="4229575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559E7AE-15A9-AA46-CB68-33278EEDD05A}"/>
              </a:ext>
            </a:extLst>
          </p:cNvPr>
          <p:cNvSpPr/>
          <p:nvPr/>
        </p:nvSpPr>
        <p:spPr>
          <a:xfrm>
            <a:off x="6552757" y="4229574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5" name="Group 1054">
            <a:extLst>
              <a:ext uri="{FF2B5EF4-FFF2-40B4-BE49-F238E27FC236}">
                <a16:creationId xmlns:a16="http://schemas.microsoft.com/office/drawing/2014/main" id="{FDF84946-C71A-5462-BC22-43684EF5CD76}"/>
              </a:ext>
            </a:extLst>
          </p:cNvPr>
          <p:cNvGrpSpPr/>
          <p:nvPr/>
        </p:nvGrpSpPr>
        <p:grpSpPr>
          <a:xfrm>
            <a:off x="4717839" y="2593785"/>
            <a:ext cx="172212" cy="668927"/>
            <a:chOff x="8211666" y="3118485"/>
            <a:chExt cx="208434" cy="809625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E4CBB81-6A17-ECF3-A46F-0E5376A98FB1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24D3282-5CBA-54C2-E9E6-B244FF0FE54E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F918C27-8C63-1CEE-8DE8-E792EF52DB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773670E-0F20-F319-739E-8121DDFFEF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7CB4BF27-F362-8C9C-AF94-6DDC83F4F9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B8F2F834-A682-F24F-C023-DE2669FBF7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40882063-7E45-D85B-A250-74DC9ED2A6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B721A753-C3EB-D3B0-DCC2-FAC5E21E5E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Straight Connector 1042">
              <a:extLst>
                <a:ext uri="{FF2B5EF4-FFF2-40B4-BE49-F238E27FC236}">
                  <a16:creationId xmlns:a16="http://schemas.microsoft.com/office/drawing/2014/main" id="{C4040F6E-8503-CF12-59A8-59B552D941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6" name="Group 1055">
            <a:extLst>
              <a:ext uri="{FF2B5EF4-FFF2-40B4-BE49-F238E27FC236}">
                <a16:creationId xmlns:a16="http://schemas.microsoft.com/office/drawing/2014/main" id="{8134561B-CB63-6548-2D45-42F7EC51D8BB}"/>
              </a:ext>
            </a:extLst>
          </p:cNvPr>
          <p:cNvGrpSpPr/>
          <p:nvPr/>
        </p:nvGrpSpPr>
        <p:grpSpPr>
          <a:xfrm>
            <a:off x="5670735" y="2587283"/>
            <a:ext cx="172212" cy="668927"/>
            <a:chOff x="8211666" y="3118485"/>
            <a:chExt cx="208434" cy="809625"/>
          </a:xfrm>
        </p:grpSpPr>
        <p:cxnSp>
          <p:nvCxnSpPr>
            <p:cNvPr id="1057" name="Straight Connector 1056">
              <a:extLst>
                <a:ext uri="{FF2B5EF4-FFF2-40B4-BE49-F238E27FC236}">
                  <a16:creationId xmlns:a16="http://schemas.microsoft.com/office/drawing/2014/main" id="{2116E7E8-9B22-173A-7E41-8BBF2233E3E6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1057">
              <a:extLst>
                <a:ext uri="{FF2B5EF4-FFF2-40B4-BE49-F238E27FC236}">
                  <a16:creationId xmlns:a16="http://schemas.microsoft.com/office/drawing/2014/main" id="{2FEFB34A-E4D2-5479-1D73-A03BB3DB909F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1058">
              <a:extLst>
                <a:ext uri="{FF2B5EF4-FFF2-40B4-BE49-F238E27FC236}">
                  <a16:creationId xmlns:a16="http://schemas.microsoft.com/office/drawing/2014/main" id="{5EEDCCA2-D8B9-70E8-727D-D47BE8EE46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339AC5FE-447C-1D9A-69C9-80F1946767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5E4150B4-031D-CF91-B4E3-EF665151CA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1061">
              <a:extLst>
                <a:ext uri="{FF2B5EF4-FFF2-40B4-BE49-F238E27FC236}">
                  <a16:creationId xmlns:a16="http://schemas.microsoft.com/office/drawing/2014/main" id="{E5540D90-9CA8-8598-08A7-4FC3760771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1062">
              <a:extLst>
                <a:ext uri="{FF2B5EF4-FFF2-40B4-BE49-F238E27FC236}">
                  <a16:creationId xmlns:a16="http://schemas.microsoft.com/office/drawing/2014/main" id="{34945F2B-6736-4669-8484-D89700F4FB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1063">
              <a:extLst>
                <a:ext uri="{FF2B5EF4-FFF2-40B4-BE49-F238E27FC236}">
                  <a16:creationId xmlns:a16="http://schemas.microsoft.com/office/drawing/2014/main" id="{3BEEF6C8-1281-2A37-2B02-04597E1CE2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1064">
              <a:extLst>
                <a:ext uri="{FF2B5EF4-FFF2-40B4-BE49-F238E27FC236}">
                  <a16:creationId xmlns:a16="http://schemas.microsoft.com/office/drawing/2014/main" id="{912D714B-73B5-27F9-60F4-6066550D5B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B956D431-A710-E5A6-BDA3-861CE00B0D2B}"/>
              </a:ext>
            </a:extLst>
          </p:cNvPr>
          <p:cNvGrpSpPr/>
          <p:nvPr/>
        </p:nvGrpSpPr>
        <p:grpSpPr>
          <a:xfrm>
            <a:off x="6601404" y="2579139"/>
            <a:ext cx="172212" cy="668927"/>
            <a:chOff x="8211666" y="3118485"/>
            <a:chExt cx="208434" cy="809625"/>
          </a:xfrm>
        </p:grpSpPr>
        <p:cxnSp>
          <p:nvCxnSpPr>
            <p:cNvPr id="1067" name="Straight Connector 1066">
              <a:extLst>
                <a:ext uri="{FF2B5EF4-FFF2-40B4-BE49-F238E27FC236}">
                  <a16:creationId xmlns:a16="http://schemas.microsoft.com/office/drawing/2014/main" id="{C4832196-A26F-301C-EF8B-5BF3BA3FFF38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1067">
              <a:extLst>
                <a:ext uri="{FF2B5EF4-FFF2-40B4-BE49-F238E27FC236}">
                  <a16:creationId xmlns:a16="http://schemas.microsoft.com/office/drawing/2014/main" id="{0A31DFEB-8C6A-E51C-0BE4-6A84DF611C07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Straight Connector 1068">
              <a:extLst>
                <a:ext uri="{FF2B5EF4-FFF2-40B4-BE49-F238E27FC236}">
                  <a16:creationId xmlns:a16="http://schemas.microsoft.com/office/drawing/2014/main" id="{12960514-7C11-8450-68B2-0261EE3A2C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1069">
              <a:extLst>
                <a:ext uri="{FF2B5EF4-FFF2-40B4-BE49-F238E27FC236}">
                  <a16:creationId xmlns:a16="http://schemas.microsoft.com/office/drawing/2014/main" id="{A4C14170-F2BA-8ACE-4585-CEE3879007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Connector 1070">
              <a:extLst>
                <a:ext uri="{FF2B5EF4-FFF2-40B4-BE49-F238E27FC236}">
                  <a16:creationId xmlns:a16="http://schemas.microsoft.com/office/drawing/2014/main" id="{44163163-C44D-92C0-08CD-9D600501E2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1E080015-B0A5-1566-B6E6-6129F75583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1072">
              <a:extLst>
                <a:ext uri="{FF2B5EF4-FFF2-40B4-BE49-F238E27FC236}">
                  <a16:creationId xmlns:a16="http://schemas.microsoft.com/office/drawing/2014/main" id="{EFF1E6B9-B2D3-767D-FD1B-89BFB73EF0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Straight Connector 1073">
              <a:extLst>
                <a:ext uri="{FF2B5EF4-FFF2-40B4-BE49-F238E27FC236}">
                  <a16:creationId xmlns:a16="http://schemas.microsoft.com/office/drawing/2014/main" id="{CF2A67F4-CBFE-ED7F-D43E-3A55A3081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1074">
              <a:extLst>
                <a:ext uri="{FF2B5EF4-FFF2-40B4-BE49-F238E27FC236}">
                  <a16:creationId xmlns:a16="http://schemas.microsoft.com/office/drawing/2014/main" id="{CE504081-E7CB-7420-835A-89D68E5587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6" name="Group 1075">
            <a:extLst>
              <a:ext uri="{FF2B5EF4-FFF2-40B4-BE49-F238E27FC236}">
                <a16:creationId xmlns:a16="http://schemas.microsoft.com/office/drawing/2014/main" id="{1A094DAF-3F60-EDB1-06B7-B16FD5E44078}"/>
              </a:ext>
            </a:extLst>
          </p:cNvPr>
          <p:cNvGrpSpPr/>
          <p:nvPr/>
        </p:nvGrpSpPr>
        <p:grpSpPr>
          <a:xfrm>
            <a:off x="4712004" y="3532493"/>
            <a:ext cx="172212" cy="668927"/>
            <a:chOff x="8211666" y="3118485"/>
            <a:chExt cx="208434" cy="809625"/>
          </a:xfrm>
        </p:grpSpPr>
        <p:cxnSp>
          <p:nvCxnSpPr>
            <p:cNvPr id="1077" name="Straight Connector 1076">
              <a:extLst>
                <a:ext uri="{FF2B5EF4-FFF2-40B4-BE49-F238E27FC236}">
                  <a16:creationId xmlns:a16="http://schemas.microsoft.com/office/drawing/2014/main" id="{D8C056FA-735B-D299-4054-CB2D2C62F9E9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1077">
              <a:extLst>
                <a:ext uri="{FF2B5EF4-FFF2-40B4-BE49-F238E27FC236}">
                  <a16:creationId xmlns:a16="http://schemas.microsoft.com/office/drawing/2014/main" id="{F979F8E7-0375-0FB5-BB47-C87B78B58E22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9" name="Straight Connector 1078">
              <a:extLst>
                <a:ext uri="{FF2B5EF4-FFF2-40B4-BE49-F238E27FC236}">
                  <a16:creationId xmlns:a16="http://schemas.microsoft.com/office/drawing/2014/main" id="{1C27F42B-B7D6-F336-8318-43C3FA17AE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1079">
              <a:extLst>
                <a:ext uri="{FF2B5EF4-FFF2-40B4-BE49-F238E27FC236}">
                  <a16:creationId xmlns:a16="http://schemas.microsoft.com/office/drawing/2014/main" id="{62526BDB-633B-FFFD-057C-C5977C2328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1" name="Straight Connector 1080">
              <a:extLst>
                <a:ext uri="{FF2B5EF4-FFF2-40B4-BE49-F238E27FC236}">
                  <a16:creationId xmlns:a16="http://schemas.microsoft.com/office/drawing/2014/main" id="{1F306C3C-F385-667C-6602-AC6151E185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Straight Connector 1081">
              <a:extLst>
                <a:ext uri="{FF2B5EF4-FFF2-40B4-BE49-F238E27FC236}">
                  <a16:creationId xmlns:a16="http://schemas.microsoft.com/office/drawing/2014/main" id="{81601107-5CD5-389E-275E-887018D94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1082">
              <a:extLst>
                <a:ext uri="{FF2B5EF4-FFF2-40B4-BE49-F238E27FC236}">
                  <a16:creationId xmlns:a16="http://schemas.microsoft.com/office/drawing/2014/main" id="{3F5A6FBB-FA11-A942-3F13-221C134A3D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Straight Connector 1083">
              <a:extLst>
                <a:ext uri="{FF2B5EF4-FFF2-40B4-BE49-F238E27FC236}">
                  <a16:creationId xmlns:a16="http://schemas.microsoft.com/office/drawing/2014/main" id="{82CFAB39-AC11-EDE7-8E92-62A11E3235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5" name="Straight Connector 1084">
              <a:extLst>
                <a:ext uri="{FF2B5EF4-FFF2-40B4-BE49-F238E27FC236}">
                  <a16:creationId xmlns:a16="http://schemas.microsoft.com/office/drawing/2014/main" id="{03F9E93F-534A-D027-E1E8-1527122E77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4D236EAB-146F-2325-44C8-961340706543}"/>
              </a:ext>
            </a:extLst>
          </p:cNvPr>
          <p:cNvGrpSpPr/>
          <p:nvPr/>
        </p:nvGrpSpPr>
        <p:grpSpPr>
          <a:xfrm>
            <a:off x="5664900" y="3525991"/>
            <a:ext cx="172212" cy="668927"/>
            <a:chOff x="8211666" y="3118485"/>
            <a:chExt cx="208434" cy="809625"/>
          </a:xfrm>
        </p:grpSpPr>
        <p:cxnSp>
          <p:nvCxnSpPr>
            <p:cNvPr id="1087" name="Straight Connector 1086">
              <a:extLst>
                <a:ext uri="{FF2B5EF4-FFF2-40B4-BE49-F238E27FC236}">
                  <a16:creationId xmlns:a16="http://schemas.microsoft.com/office/drawing/2014/main" id="{0B1353A0-1D8F-B291-55B9-AC12E4AEEC1B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Straight Connector 1087">
              <a:extLst>
                <a:ext uri="{FF2B5EF4-FFF2-40B4-BE49-F238E27FC236}">
                  <a16:creationId xmlns:a16="http://schemas.microsoft.com/office/drawing/2014/main" id="{D08A912A-4897-7942-8DDE-498583D996A9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Straight Connector 1088">
              <a:extLst>
                <a:ext uri="{FF2B5EF4-FFF2-40B4-BE49-F238E27FC236}">
                  <a16:creationId xmlns:a16="http://schemas.microsoft.com/office/drawing/2014/main" id="{126DCACF-48E8-1250-673D-C21C525FF7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Straight Connector 1089">
              <a:extLst>
                <a:ext uri="{FF2B5EF4-FFF2-40B4-BE49-F238E27FC236}">
                  <a16:creationId xmlns:a16="http://schemas.microsoft.com/office/drawing/2014/main" id="{DEFC5A15-8D1F-09E6-090D-A662791E8C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Straight Connector 1090">
              <a:extLst>
                <a:ext uri="{FF2B5EF4-FFF2-40B4-BE49-F238E27FC236}">
                  <a16:creationId xmlns:a16="http://schemas.microsoft.com/office/drawing/2014/main" id="{99DC2875-077A-0A72-0FC6-6CF5EDF3F0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Straight Connector 1091">
              <a:extLst>
                <a:ext uri="{FF2B5EF4-FFF2-40B4-BE49-F238E27FC236}">
                  <a16:creationId xmlns:a16="http://schemas.microsoft.com/office/drawing/2014/main" id="{64B4808B-864F-9201-6EC3-BF14DEE892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Straight Connector 1092">
              <a:extLst>
                <a:ext uri="{FF2B5EF4-FFF2-40B4-BE49-F238E27FC236}">
                  <a16:creationId xmlns:a16="http://schemas.microsoft.com/office/drawing/2014/main" id="{8BB7BB03-10E5-AF16-BC96-8E6DB97887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Straight Connector 1093">
              <a:extLst>
                <a:ext uri="{FF2B5EF4-FFF2-40B4-BE49-F238E27FC236}">
                  <a16:creationId xmlns:a16="http://schemas.microsoft.com/office/drawing/2014/main" id="{6F81E235-5968-02EA-9F99-F045AE4267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5" name="Straight Connector 1094">
              <a:extLst>
                <a:ext uri="{FF2B5EF4-FFF2-40B4-BE49-F238E27FC236}">
                  <a16:creationId xmlns:a16="http://schemas.microsoft.com/office/drawing/2014/main" id="{318B4AD6-DCFA-5D42-DDDF-129E71AE18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6" name="Group 1095">
            <a:extLst>
              <a:ext uri="{FF2B5EF4-FFF2-40B4-BE49-F238E27FC236}">
                <a16:creationId xmlns:a16="http://schemas.microsoft.com/office/drawing/2014/main" id="{E8BE8D5F-AFF2-C8F8-A53D-898B184854B8}"/>
              </a:ext>
            </a:extLst>
          </p:cNvPr>
          <p:cNvGrpSpPr/>
          <p:nvPr/>
        </p:nvGrpSpPr>
        <p:grpSpPr>
          <a:xfrm>
            <a:off x="6595569" y="3517847"/>
            <a:ext cx="172212" cy="668927"/>
            <a:chOff x="8211666" y="3118485"/>
            <a:chExt cx="208434" cy="809625"/>
          </a:xfrm>
        </p:grpSpPr>
        <p:cxnSp>
          <p:nvCxnSpPr>
            <p:cNvPr id="1097" name="Straight Connector 1096">
              <a:extLst>
                <a:ext uri="{FF2B5EF4-FFF2-40B4-BE49-F238E27FC236}">
                  <a16:creationId xmlns:a16="http://schemas.microsoft.com/office/drawing/2014/main" id="{F5492DF7-6899-CC26-A948-2A76D17273D4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8" name="Straight Connector 1097">
              <a:extLst>
                <a:ext uri="{FF2B5EF4-FFF2-40B4-BE49-F238E27FC236}">
                  <a16:creationId xmlns:a16="http://schemas.microsoft.com/office/drawing/2014/main" id="{8A73F6DB-C7E2-F68D-E468-CB92D019DA05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99A5FD3A-45EC-36BB-76D0-D26836BC33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Connector 1099">
              <a:extLst>
                <a:ext uri="{FF2B5EF4-FFF2-40B4-BE49-F238E27FC236}">
                  <a16:creationId xmlns:a16="http://schemas.microsoft.com/office/drawing/2014/main" id="{6AEC28EB-F47A-9510-1725-D8210E1134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Straight Connector 1100">
              <a:extLst>
                <a:ext uri="{FF2B5EF4-FFF2-40B4-BE49-F238E27FC236}">
                  <a16:creationId xmlns:a16="http://schemas.microsoft.com/office/drawing/2014/main" id="{D64771A1-6042-D227-77BA-31F507EE2F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2" name="Straight Connector 1101">
              <a:extLst>
                <a:ext uri="{FF2B5EF4-FFF2-40B4-BE49-F238E27FC236}">
                  <a16:creationId xmlns:a16="http://schemas.microsoft.com/office/drawing/2014/main" id="{9C7B5BAA-5EBE-78B5-A02A-0151441C96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Straight Connector 1102">
              <a:extLst>
                <a:ext uri="{FF2B5EF4-FFF2-40B4-BE49-F238E27FC236}">
                  <a16:creationId xmlns:a16="http://schemas.microsoft.com/office/drawing/2014/main" id="{E687A787-2276-A634-C240-DA98617779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Straight Connector 1103">
              <a:extLst>
                <a:ext uri="{FF2B5EF4-FFF2-40B4-BE49-F238E27FC236}">
                  <a16:creationId xmlns:a16="http://schemas.microsoft.com/office/drawing/2014/main" id="{25EC6E94-917F-303B-0441-7A62C390DE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5" name="Straight Connector 1104">
              <a:extLst>
                <a:ext uri="{FF2B5EF4-FFF2-40B4-BE49-F238E27FC236}">
                  <a16:creationId xmlns:a16="http://schemas.microsoft.com/office/drawing/2014/main" id="{DF953043-F803-8075-2A9C-C0EB5AF4CB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6" name="Group 1105">
            <a:extLst>
              <a:ext uri="{FF2B5EF4-FFF2-40B4-BE49-F238E27FC236}">
                <a16:creationId xmlns:a16="http://schemas.microsoft.com/office/drawing/2014/main" id="{1F10DCB7-54AB-DFA6-88CE-199CEA5A2BB6}"/>
              </a:ext>
            </a:extLst>
          </p:cNvPr>
          <p:cNvGrpSpPr/>
          <p:nvPr/>
        </p:nvGrpSpPr>
        <p:grpSpPr>
          <a:xfrm rot="5400000">
            <a:off x="5185319" y="2111115"/>
            <a:ext cx="172212" cy="668927"/>
            <a:chOff x="8211666" y="3118485"/>
            <a:chExt cx="208434" cy="809625"/>
          </a:xfrm>
        </p:grpSpPr>
        <p:cxnSp>
          <p:nvCxnSpPr>
            <p:cNvPr id="1107" name="Straight Connector 1106">
              <a:extLst>
                <a:ext uri="{FF2B5EF4-FFF2-40B4-BE49-F238E27FC236}">
                  <a16:creationId xmlns:a16="http://schemas.microsoft.com/office/drawing/2014/main" id="{DE12A7B4-820C-79BE-E301-799E7EA1A521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8" name="Straight Connector 1107">
              <a:extLst>
                <a:ext uri="{FF2B5EF4-FFF2-40B4-BE49-F238E27FC236}">
                  <a16:creationId xmlns:a16="http://schemas.microsoft.com/office/drawing/2014/main" id="{95B2C284-F7A7-FEF1-5236-F7A3AEE4A92F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9" name="Straight Connector 1108">
              <a:extLst>
                <a:ext uri="{FF2B5EF4-FFF2-40B4-BE49-F238E27FC236}">
                  <a16:creationId xmlns:a16="http://schemas.microsoft.com/office/drawing/2014/main" id="{05579514-9996-7E61-A9F8-CA441F0C21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0" name="Straight Connector 1109">
              <a:extLst>
                <a:ext uri="{FF2B5EF4-FFF2-40B4-BE49-F238E27FC236}">
                  <a16:creationId xmlns:a16="http://schemas.microsoft.com/office/drawing/2014/main" id="{9E10CAF7-CFBD-D77A-306C-A4409300BA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Straight Connector 1110">
              <a:extLst>
                <a:ext uri="{FF2B5EF4-FFF2-40B4-BE49-F238E27FC236}">
                  <a16:creationId xmlns:a16="http://schemas.microsoft.com/office/drawing/2014/main" id="{C2D70DCD-13D3-DB15-EAB3-EB0045DCA7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2" name="Straight Connector 1111">
              <a:extLst>
                <a:ext uri="{FF2B5EF4-FFF2-40B4-BE49-F238E27FC236}">
                  <a16:creationId xmlns:a16="http://schemas.microsoft.com/office/drawing/2014/main" id="{05565315-13A9-86AB-B621-13E251E96D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3" name="Straight Connector 1112">
              <a:extLst>
                <a:ext uri="{FF2B5EF4-FFF2-40B4-BE49-F238E27FC236}">
                  <a16:creationId xmlns:a16="http://schemas.microsoft.com/office/drawing/2014/main" id="{A15C51BA-8D77-19FB-6911-3E7D705645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D2A104FA-E873-3540-C2FD-76CE25CCF9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5" name="Straight Connector 1114">
              <a:extLst>
                <a:ext uri="{FF2B5EF4-FFF2-40B4-BE49-F238E27FC236}">
                  <a16:creationId xmlns:a16="http://schemas.microsoft.com/office/drawing/2014/main" id="{28A9CAC8-B0C6-9145-927F-8076739F6C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6" name="Group 1115">
            <a:extLst>
              <a:ext uri="{FF2B5EF4-FFF2-40B4-BE49-F238E27FC236}">
                <a16:creationId xmlns:a16="http://schemas.microsoft.com/office/drawing/2014/main" id="{EA0D50DF-B022-0675-EFD2-3941524EEAF6}"/>
              </a:ext>
            </a:extLst>
          </p:cNvPr>
          <p:cNvGrpSpPr/>
          <p:nvPr/>
        </p:nvGrpSpPr>
        <p:grpSpPr>
          <a:xfrm rot="5400000">
            <a:off x="6132187" y="2111116"/>
            <a:ext cx="172212" cy="668927"/>
            <a:chOff x="8211666" y="3118485"/>
            <a:chExt cx="208434" cy="809625"/>
          </a:xfrm>
        </p:grpSpPr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D71FF6AE-3F93-374A-BD8F-7A6C7CBB24BA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8" name="Straight Connector 1117">
              <a:extLst>
                <a:ext uri="{FF2B5EF4-FFF2-40B4-BE49-F238E27FC236}">
                  <a16:creationId xmlns:a16="http://schemas.microsoft.com/office/drawing/2014/main" id="{F0DA26AA-3FE9-0BFF-01E1-F8064B0116D4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9" name="Straight Connector 1118">
              <a:extLst>
                <a:ext uri="{FF2B5EF4-FFF2-40B4-BE49-F238E27FC236}">
                  <a16:creationId xmlns:a16="http://schemas.microsoft.com/office/drawing/2014/main" id="{94A7EBCD-B613-4155-1C9D-C2E3C2A300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Straight Connector 1119">
              <a:extLst>
                <a:ext uri="{FF2B5EF4-FFF2-40B4-BE49-F238E27FC236}">
                  <a16:creationId xmlns:a16="http://schemas.microsoft.com/office/drawing/2014/main" id="{2D0240CD-64BC-EECE-8B34-7C4E4F21F5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1" name="Straight Connector 1120">
              <a:extLst>
                <a:ext uri="{FF2B5EF4-FFF2-40B4-BE49-F238E27FC236}">
                  <a16:creationId xmlns:a16="http://schemas.microsoft.com/office/drawing/2014/main" id="{570B2DF8-728D-4883-F7FE-9DC7E6ED67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2" name="Straight Connector 1121">
              <a:extLst>
                <a:ext uri="{FF2B5EF4-FFF2-40B4-BE49-F238E27FC236}">
                  <a16:creationId xmlns:a16="http://schemas.microsoft.com/office/drawing/2014/main" id="{647EFFAF-0C35-EE00-524D-8305CC839A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Straight Connector 1122">
              <a:extLst>
                <a:ext uri="{FF2B5EF4-FFF2-40B4-BE49-F238E27FC236}">
                  <a16:creationId xmlns:a16="http://schemas.microsoft.com/office/drawing/2014/main" id="{5E29D639-4FAD-31B2-16D4-240A255282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4" name="Straight Connector 1123">
              <a:extLst>
                <a:ext uri="{FF2B5EF4-FFF2-40B4-BE49-F238E27FC236}">
                  <a16:creationId xmlns:a16="http://schemas.microsoft.com/office/drawing/2014/main" id="{DD5FF96E-6F28-AA86-52A6-D2471FB2B4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5" name="Straight Connector 1124">
              <a:extLst>
                <a:ext uri="{FF2B5EF4-FFF2-40B4-BE49-F238E27FC236}">
                  <a16:creationId xmlns:a16="http://schemas.microsoft.com/office/drawing/2014/main" id="{16573D60-2D52-8A5E-8927-3F4317E9B7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6" name="Group 1125">
            <a:extLst>
              <a:ext uri="{FF2B5EF4-FFF2-40B4-BE49-F238E27FC236}">
                <a16:creationId xmlns:a16="http://schemas.microsoft.com/office/drawing/2014/main" id="{9240565E-AD5C-67BC-8171-F5CF06958499}"/>
              </a:ext>
            </a:extLst>
          </p:cNvPr>
          <p:cNvGrpSpPr/>
          <p:nvPr/>
        </p:nvGrpSpPr>
        <p:grpSpPr>
          <a:xfrm rot="5400000">
            <a:off x="5171571" y="3086043"/>
            <a:ext cx="172212" cy="668927"/>
            <a:chOff x="8211666" y="3118485"/>
            <a:chExt cx="208434" cy="809625"/>
          </a:xfrm>
        </p:grpSpPr>
        <p:cxnSp>
          <p:nvCxnSpPr>
            <p:cNvPr id="1127" name="Straight Connector 1126">
              <a:extLst>
                <a:ext uri="{FF2B5EF4-FFF2-40B4-BE49-F238E27FC236}">
                  <a16:creationId xmlns:a16="http://schemas.microsoft.com/office/drawing/2014/main" id="{9D9B7A20-E613-3250-0815-A8C379CB861E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8" name="Straight Connector 1127">
              <a:extLst>
                <a:ext uri="{FF2B5EF4-FFF2-40B4-BE49-F238E27FC236}">
                  <a16:creationId xmlns:a16="http://schemas.microsoft.com/office/drawing/2014/main" id="{7243D55E-A0F4-7BFF-0F8D-7F26D8A5A202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Straight Connector 1128">
              <a:extLst>
                <a:ext uri="{FF2B5EF4-FFF2-40B4-BE49-F238E27FC236}">
                  <a16:creationId xmlns:a16="http://schemas.microsoft.com/office/drawing/2014/main" id="{8A730970-A9A0-7571-C4DA-408DCE0012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0" name="Straight Connector 1129">
              <a:extLst>
                <a:ext uri="{FF2B5EF4-FFF2-40B4-BE49-F238E27FC236}">
                  <a16:creationId xmlns:a16="http://schemas.microsoft.com/office/drawing/2014/main" id="{7E4C323D-D384-ABE9-232E-BD88D5008F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1" name="Straight Connector 1130">
              <a:extLst>
                <a:ext uri="{FF2B5EF4-FFF2-40B4-BE49-F238E27FC236}">
                  <a16:creationId xmlns:a16="http://schemas.microsoft.com/office/drawing/2014/main" id="{85AAE058-83CE-4C7B-3DE1-01587C14E0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Straight Connector 1131">
              <a:extLst>
                <a:ext uri="{FF2B5EF4-FFF2-40B4-BE49-F238E27FC236}">
                  <a16:creationId xmlns:a16="http://schemas.microsoft.com/office/drawing/2014/main" id="{94442762-FFB4-6020-A115-E50AD019B0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3" name="Straight Connector 1132">
              <a:extLst>
                <a:ext uri="{FF2B5EF4-FFF2-40B4-BE49-F238E27FC236}">
                  <a16:creationId xmlns:a16="http://schemas.microsoft.com/office/drawing/2014/main" id="{567691EC-296A-51A7-111A-1B601FD4AC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4" name="Straight Connector 1133">
              <a:extLst>
                <a:ext uri="{FF2B5EF4-FFF2-40B4-BE49-F238E27FC236}">
                  <a16:creationId xmlns:a16="http://schemas.microsoft.com/office/drawing/2014/main" id="{85A993C6-D6C0-7F8F-9197-01B9CD6356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5" name="Straight Connector 1134">
              <a:extLst>
                <a:ext uri="{FF2B5EF4-FFF2-40B4-BE49-F238E27FC236}">
                  <a16:creationId xmlns:a16="http://schemas.microsoft.com/office/drawing/2014/main" id="{302F4486-8090-BE4A-D52A-64D730AA13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6" name="Group 1135">
            <a:extLst>
              <a:ext uri="{FF2B5EF4-FFF2-40B4-BE49-F238E27FC236}">
                <a16:creationId xmlns:a16="http://schemas.microsoft.com/office/drawing/2014/main" id="{049A30C6-4D3B-DCB1-AF59-55B5CA63AA01}"/>
              </a:ext>
            </a:extLst>
          </p:cNvPr>
          <p:cNvGrpSpPr/>
          <p:nvPr/>
        </p:nvGrpSpPr>
        <p:grpSpPr>
          <a:xfrm rot="5400000">
            <a:off x="6118439" y="3086044"/>
            <a:ext cx="172212" cy="668927"/>
            <a:chOff x="8211666" y="3118485"/>
            <a:chExt cx="208434" cy="809625"/>
          </a:xfrm>
        </p:grpSpPr>
        <p:cxnSp>
          <p:nvCxnSpPr>
            <p:cNvPr id="1137" name="Straight Connector 1136">
              <a:extLst>
                <a:ext uri="{FF2B5EF4-FFF2-40B4-BE49-F238E27FC236}">
                  <a16:creationId xmlns:a16="http://schemas.microsoft.com/office/drawing/2014/main" id="{C42EBDF7-EA4C-F74F-8BFD-C1938500F234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8" name="Straight Connector 1137">
              <a:extLst>
                <a:ext uri="{FF2B5EF4-FFF2-40B4-BE49-F238E27FC236}">
                  <a16:creationId xmlns:a16="http://schemas.microsoft.com/office/drawing/2014/main" id="{87DE8A4C-C884-E9B9-F2B3-E61FEE13A18C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9" name="Straight Connector 1138">
              <a:extLst>
                <a:ext uri="{FF2B5EF4-FFF2-40B4-BE49-F238E27FC236}">
                  <a16:creationId xmlns:a16="http://schemas.microsoft.com/office/drawing/2014/main" id="{FB0A579E-6DA8-87C6-543F-DEFDB23D88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0" name="Straight Connector 1139">
              <a:extLst>
                <a:ext uri="{FF2B5EF4-FFF2-40B4-BE49-F238E27FC236}">
                  <a16:creationId xmlns:a16="http://schemas.microsoft.com/office/drawing/2014/main" id="{F4FB203A-5593-35DA-9553-99F13CF203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1" name="Straight Connector 1140">
              <a:extLst>
                <a:ext uri="{FF2B5EF4-FFF2-40B4-BE49-F238E27FC236}">
                  <a16:creationId xmlns:a16="http://schemas.microsoft.com/office/drawing/2014/main" id="{88BF56D5-9344-F24B-EC31-322E45FB10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2" name="Straight Connector 1141">
              <a:extLst>
                <a:ext uri="{FF2B5EF4-FFF2-40B4-BE49-F238E27FC236}">
                  <a16:creationId xmlns:a16="http://schemas.microsoft.com/office/drawing/2014/main" id="{A81D1599-7E7A-B1EE-03BD-9213178E7E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3" name="Straight Connector 1142">
              <a:extLst>
                <a:ext uri="{FF2B5EF4-FFF2-40B4-BE49-F238E27FC236}">
                  <a16:creationId xmlns:a16="http://schemas.microsoft.com/office/drawing/2014/main" id="{C345CF1D-FCD0-36F5-48A0-17A515E691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4" name="Straight Connector 1143">
              <a:extLst>
                <a:ext uri="{FF2B5EF4-FFF2-40B4-BE49-F238E27FC236}">
                  <a16:creationId xmlns:a16="http://schemas.microsoft.com/office/drawing/2014/main" id="{901C49E6-EC46-B416-6043-82C5EF1D2A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5" name="Straight Connector 1144">
              <a:extLst>
                <a:ext uri="{FF2B5EF4-FFF2-40B4-BE49-F238E27FC236}">
                  <a16:creationId xmlns:a16="http://schemas.microsoft.com/office/drawing/2014/main" id="{27B20932-C4F1-E2DD-DFF4-26C528D628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6" name="Group 1145">
            <a:extLst>
              <a:ext uri="{FF2B5EF4-FFF2-40B4-BE49-F238E27FC236}">
                <a16:creationId xmlns:a16="http://schemas.microsoft.com/office/drawing/2014/main" id="{1BB04FF0-5514-5038-6783-84544F2407BE}"/>
              </a:ext>
            </a:extLst>
          </p:cNvPr>
          <p:cNvGrpSpPr/>
          <p:nvPr/>
        </p:nvGrpSpPr>
        <p:grpSpPr>
          <a:xfrm rot="5400000">
            <a:off x="5161355" y="4043467"/>
            <a:ext cx="172212" cy="668927"/>
            <a:chOff x="8211666" y="3118485"/>
            <a:chExt cx="208434" cy="809625"/>
          </a:xfrm>
        </p:grpSpPr>
        <p:cxnSp>
          <p:nvCxnSpPr>
            <p:cNvPr id="1147" name="Straight Connector 1146">
              <a:extLst>
                <a:ext uri="{FF2B5EF4-FFF2-40B4-BE49-F238E27FC236}">
                  <a16:creationId xmlns:a16="http://schemas.microsoft.com/office/drawing/2014/main" id="{349B1686-7021-B77C-8A2F-02C8E61C485C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8" name="Straight Connector 1147">
              <a:extLst>
                <a:ext uri="{FF2B5EF4-FFF2-40B4-BE49-F238E27FC236}">
                  <a16:creationId xmlns:a16="http://schemas.microsoft.com/office/drawing/2014/main" id="{CB876F3D-A9FB-FFB6-AA7C-E8E1416D4831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9" name="Straight Connector 1148">
              <a:extLst>
                <a:ext uri="{FF2B5EF4-FFF2-40B4-BE49-F238E27FC236}">
                  <a16:creationId xmlns:a16="http://schemas.microsoft.com/office/drawing/2014/main" id="{A8D2EFFB-7BA4-F73D-7F30-8D48C449FC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0" name="Straight Connector 1149">
              <a:extLst>
                <a:ext uri="{FF2B5EF4-FFF2-40B4-BE49-F238E27FC236}">
                  <a16:creationId xmlns:a16="http://schemas.microsoft.com/office/drawing/2014/main" id="{74A3AF23-61C7-979D-0682-AF9C32660C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1" name="Straight Connector 1150">
              <a:extLst>
                <a:ext uri="{FF2B5EF4-FFF2-40B4-BE49-F238E27FC236}">
                  <a16:creationId xmlns:a16="http://schemas.microsoft.com/office/drawing/2014/main" id="{815B674A-11A7-E6B2-BD55-9458A65A88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2" name="Straight Connector 1151">
              <a:extLst>
                <a:ext uri="{FF2B5EF4-FFF2-40B4-BE49-F238E27FC236}">
                  <a16:creationId xmlns:a16="http://schemas.microsoft.com/office/drawing/2014/main" id="{85F1279C-C547-A9E7-A360-A0232C5686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3" name="Straight Connector 1152">
              <a:extLst>
                <a:ext uri="{FF2B5EF4-FFF2-40B4-BE49-F238E27FC236}">
                  <a16:creationId xmlns:a16="http://schemas.microsoft.com/office/drawing/2014/main" id="{5BCC9FF5-6B44-7744-1460-BDE2C47775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4" name="Straight Connector 1153">
              <a:extLst>
                <a:ext uri="{FF2B5EF4-FFF2-40B4-BE49-F238E27FC236}">
                  <a16:creationId xmlns:a16="http://schemas.microsoft.com/office/drawing/2014/main" id="{88921D72-6785-AAE9-7D80-30AA46E00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5" name="Straight Connector 1154">
              <a:extLst>
                <a:ext uri="{FF2B5EF4-FFF2-40B4-BE49-F238E27FC236}">
                  <a16:creationId xmlns:a16="http://schemas.microsoft.com/office/drawing/2014/main" id="{63BD7667-5B19-7A56-1C0A-5E53EF516E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6" name="Group 1155">
            <a:extLst>
              <a:ext uri="{FF2B5EF4-FFF2-40B4-BE49-F238E27FC236}">
                <a16:creationId xmlns:a16="http://schemas.microsoft.com/office/drawing/2014/main" id="{FCCD8EBB-417F-98D2-03E0-3ED1FDF4E484}"/>
              </a:ext>
            </a:extLst>
          </p:cNvPr>
          <p:cNvGrpSpPr/>
          <p:nvPr/>
        </p:nvGrpSpPr>
        <p:grpSpPr>
          <a:xfrm rot="5400000">
            <a:off x="6108223" y="4043468"/>
            <a:ext cx="172212" cy="668927"/>
            <a:chOff x="8211666" y="3118485"/>
            <a:chExt cx="208434" cy="809625"/>
          </a:xfrm>
        </p:grpSpPr>
        <p:cxnSp>
          <p:nvCxnSpPr>
            <p:cNvPr id="1157" name="Straight Connector 1156">
              <a:extLst>
                <a:ext uri="{FF2B5EF4-FFF2-40B4-BE49-F238E27FC236}">
                  <a16:creationId xmlns:a16="http://schemas.microsoft.com/office/drawing/2014/main" id="{2D225F2F-824B-673D-6C30-9613E08B3D20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8" name="Straight Connector 1157">
              <a:extLst>
                <a:ext uri="{FF2B5EF4-FFF2-40B4-BE49-F238E27FC236}">
                  <a16:creationId xmlns:a16="http://schemas.microsoft.com/office/drawing/2014/main" id="{FDE5F832-4FA9-ED9D-2797-EE5A681F91C3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9" name="Straight Connector 1158">
              <a:extLst>
                <a:ext uri="{FF2B5EF4-FFF2-40B4-BE49-F238E27FC236}">
                  <a16:creationId xmlns:a16="http://schemas.microsoft.com/office/drawing/2014/main" id="{5F993372-F5D2-CBFB-65A7-C7CD1AD1AE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0" name="Straight Connector 1159">
              <a:extLst>
                <a:ext uri="{FF2B5EF4-FFF2-40B4-BE49-F238E27FC236}">
                  <a16:creationId xmlns:a16="http://schemas.microsoft.com/office/drawing/2014/main" id="{68D6D16A-8635-B156-CBF5-C96D938719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1" name="Straight Connector 1160">
              <a:extLst>
                <a:ext uri="{FF2B5EF4-FFF2-40B4-BE49-F238E27FC236}">
                  <a16:creationId xmlns:a16="http://schemas.microsoft.com/office/drawing/2014/main" id="{E0918FAC-EACA-91EA-FBED-8048EF1DEB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2" name="Straight Connector 1161">
              <a:extLst>
                <a:ext uri="{FF2B5EF4-FFF2-40B4-BE49-F238E27FC236}">
                  <a16:creationId xmlns:a16="http://schemas.microsoft.com/office/drawing/2014/main" id="{C12DEFFD-93A1-49D4-B42D-F2BE4A941E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3" name="Straight Connector 1162">
              <a:extLst>
                <a:ext uri="{FF2B5EF4-FFF2-40B4-BE49-F238E27FC236}">
                  <a16:creationId xmlns:a16="http://schemas.microsoft.com/office/drawing/2014/main" id="{6C17C217-C576-9105-6E48-883729D4AE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4" name="Straight Connector 1163">
              <a:extLst>
                <a:ext uri="{FF2B5EF4-FFF2-40B4-BE49-F238E27FC236}">
                  <a16:creationId xmlns:a16="http://schemas.microsoft.com/office/drawing/2014/main" id="{DDA192E8-F02A-0CE3-625C-2B14E107C8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5" name="Straight Connector 1164">
              <a:extLst>
                <a:ext uri="{FF2B5EF4-FFF2-40B4-BE49-F238E27FC236}">
                  <a16:creationId xmlns:a16="http://schemas.microsoft.com/office/drawing/2014/main" id="{EB4BE847-7E29-B772-8BDC-5181411BF5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7" name="Straight Connector 1166">
            <a:extLst>
              <a:ext uri="{FF2B5EF4-FFF2-40B4-BE49-F238E27FC236}">
                <a16:creationId xmlns:a16="http://schemas.microsoft.com/office/drawing/2014/main" id="{57380E06-9FAE-DF56-C73C-AE7D1595FFF9}"/>
              </a:ext>
            </a:extLst>
          </p:cNvPr>
          <p:cNvCxnSpPr>
            <a:cxnSpLocks/>
          </p:cNvCxnSpPr>
          <p:nvPr/>
        </p:nvCxnSpPr>
        <p:spPr>
          <a:xfrm flipV="1">
            <a:off x="4356065" y="2022984"/>
            <a:ext cx="336579" cy="3795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9" name="Straight Connector 1168">
            <a:extLst>
              <a:ext uri="{FF2B5EF4-FFF2-40B4-BE49-F238E27FC236}">
                <a16:creationId xmlns:a16="http://schemas.microsoft.com/office/drawing/2014/main" id="{54E3927E-EB9D-F7EF-925B-973B3A2C5C43}"/>
              </a:ext>
            </a:extLst>
          </p:cNvPr>
          <p:cNvCxnSpPr>
            <a:cxnSpLocks/>
          </p:cNvCxnSpPr>
          <p:nvPr/>
        </p:nvCxnSpPr>
        <p:spPr>
          <a:xfrm flipV="1">
            <a:off x="6872674" y="4501722"/>
            <a:ext cx="123251" cy="138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0" name="Straight Connector 1169">
            <a:extLst>
              <a:ext uri="{FF2B5EF4-FFF2-40B4-BE49-F238E27FC236}">
                <a16:creationId xmlns:a16="http://schemas.microsoft.com/office/drawing/2014/main" id="{544FE7ED-262C-DBAF-5BC6-FA99E5130794}"/>
              </a:ext>
            </a:extLst>
          </p:cNvPr>
          <p:cNvCxnSpPr>
            <a:cxnSpLocks/>
          </p:cNvCxnSpPr>
          <p:nvPr/>
        </p:nvCxnSpPr>
        <p:spPr>
          <a:xfrm>
            <a:off x="6871082" y="4640705"/>
            <a:ext cx="1758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5" name="Straight Connector 1174">
            <a:extLst>
              <a:ext uri="{FF2B5EF4-FFF2-40B4-BE49-F238E27FC236}">
                <a16:creationId xmlns:a16="http://schemas.microsoft.com/office/drawing/2014/main" id="{3BC630BF-B855-BA92-95A3-00AEE3FC7F58}"/>
              </a:ext>
            </a:extLst>
          </p:cNvPr>
          <p:cNvCxnSpPr>
            <a:cxnSpLocks/>
          </p:cNvCxnSpPr>
          <p:nvPr/>
        </p:nvCxnSpPr>
        <p:spPr>
          <a:xfrm>
            <a:off x="6998653" y="4476485"/>
            <a:ext cx="48323" cy="1642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8" name="Straight Connector 1177">
            <a:extLst>
              <a:ext uri="{FF2B5EF4-FFF2-40B4-BE49-F238E27FC236}">
                <a16:creationId xmlns:a16="http://schemas.microsoft.com/office/drawing/2014/main" id="{6498E3BC-18D9-797C-3332-3007F6DE60A9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4545261" y="2207300"/>
            <a:ext cx="153452" cy="1562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1" name="Straight Connector 1180">
            <a:extLst>
              <a:ext uri="{FF2B5EF4-FFF2-40B4-BE49-F238E27FC236}">
                <a16:creationId xmlns:a16="http://schemas.microsoft.com/office/drawing/2014/main" id="{4D893DA1-F869-3920-BCBD-2C21D2222C62}"/>
              </a:ext>
            </a:extLst>
          </p:cNvPr>
          <p:cNvCxnSpPr>
            <a:cxnSpLocks/>
          </p:cNvCxnSpPr>
          <p:nvPr/>
        </p:nvCxnSpPr>
        <p:spPr>
          <a:xfrm>
            <a:off x="6771538" y="4423581"/>
            <a:ext cx="173959" cy="1350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3" name="TextBox 1182">
            <a:extLst>
              <a:ext uri="{FF2B5EF4-FFF2-40B4-BE49-F238E27FC236}">
                <a16:creationId xmlns:a16="http://schemas.microsoft.com/office/drawing/2014/main" id="{DD54E4B3-5192-E9F9-CFDA-5C0D5AFDE51C}"/>
              </a:ext>
            </a:extLst>
          </p:cNvPr>
          <p:cNvSpPr txBox="1"/>
          <p:nvPr/>
        </p:nvSpPr>
        <p:spPr>
          <a:xfrm>
            <a:off x="3827710" y="1851177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3.3V</a:t>
            </a:r>
          </a:p>
        </p:txBody>
      </p:sp>
      <p:sp>
        <p:nvSpPr>
          <p:cNvPr id="1184" name="TextBox 1183">
            <a:extLst>
              <a:ext uri="{FF2B5EF4-FFF2-40B4-BE49-F238E27FC236}">
                <a16:creationId xmlns:a16="http://schemas.microsoft.com/office/drawing/2014/main" id="{96947CD8-7969-9D3E-3423-A922B0F8D1E2}"/>
              </a:ext>
            </a:extLst>
          </p:cNvPr>
          <p:cNvSpPr txBox="1"/>
          <p:nvPr/>
        </p:nvSpPr>
        <p:spPr>
          <a:xfrm>
            <a:off x="6718497" y="4697578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GND</a:t>
            </a:r>
          </a:p>
        </p:txBody>
      </p:sp>
      <p:sp>
        <p:nvSpPr>
          <p:cNvPr id="1185" name="TextBox 1184">
            <a:extLst>
              <a:ext uri="{FF2B5EF4-FFF2-40B4-BE49-F238E27FC236}">
                <a16:creationId xmlns:a16="http://schemas.microsoft.com/office/drawing/2014/main" id="{FA926C09-CE24-7201-15BE-63F7349C82E5}"/>
              </a:ext>
            </a:extLst>
          </p:cNvPr>
          <p:cNvSpPr txBox="1"/>
          <p:nvPr/>
        </p:nvSpPr>
        <p:spPr>
          <a:xfrm>
            <a:off x="5859865" y="1956302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50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186" name="TextBox 1185">
            <a:extLst>
              <a:ext uri="{FF2B5EF4-FFF2-40B4-BE49-F238E27FC236}">
                <a16:creationId xmlns:a16="http://schemas.microsoft.com/office/drawing/2014/main" id="{16AE9D7A-E316-E589-22A1-F582C900D50E}"/>
              </a:ext>
            </a:extLst>
          </p:cNvPr>
          <p:cNvSpPr txBox="1"/>
          <p:nvPr/>
        </p:nvSpPr>
        <p:spPr>
          <a:xfrm>
            <a:off x="4950546" y="1980036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50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187" name="TextBox 1186">
            <a:extLst>
              <a:ext uri="{FF2B5EF4-FFF2-40B4-BE49-F238E27FC236}">
                <a16:creationId xmlns:a16="http://schemas.microsoft.com/office/drawing/2014/main" id="{928B5C4D-FE4A-9840-C960-C28FFA6AD43B}"/>
              </a:ext>
            </a:extLst>
          </p:cNvPr>
          <p:cNvSpPr txBox="1"/>
          <p:nvPr/>
        </p:nvSpPr>
        <p:spPr>
          <a:xfrm>
            <a:off x="5812561" y="2943733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50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188" name="TextBox 1187">
            <a:extLst>
              <a:ext uri="{FF2B5EF4-FFF2-40B4-BE49-F238E27FC236}">
                <a16:creationId xmlns:a16="http://schemas.microsoft.com/office/drawing/2014/main" id="{11982156-1889-A390-11F9-C7A9ADFC7336}"/>
              </a:ext>
            </a:extLst>
          </p:cNvPr>
          <p:cNvSpPr txBox="1"/>
          <p:nvPr/>
        </p:nvSpPr>
        <p:spPr>
          <a:xfrm>
            <a:off x="4903242" y="2967467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50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189" name="TextBox 1188">
            <a:extLst>
              <a:ext uri="{FF2B5EF4-FFF2-40B4-BE49-F238E27FC236}">
                <a16:creationId xmlns:a16="http://schemas.microsoft.com/office/drawing/2014/main" id="{F3C03394-5F0F-D68E-B0BE-7F34D2FFF1E2}"/>
              </a:ext>
            </a:extLst>
          </p:cNvPr>
          <p:cNvSpPr txBox="1"/>
          <p:nvPr/>
        </p:nvSpPr>
        <p:spPr>
          <a:xfrm>
            <a:off x="5772549" y="3874838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50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190" name="TextBox 1189">
            <a:extLst>
              <a:ext uri="{FF2B5EF4-FFF2-40B4-BE49-F238E27FC236}">
                <a16:creationId xmlns:a16="http://schemas.microsoft.com/office/drawing/2014/main" id="{5F884298-14A3-2D7D-5176-69F38DBA31A7}"/>
              </a:ext>
            </a:extLst>
          </p:cNvPr>
          <p:cNvSpPr txBox="1"/>
          <p:nvPr/>
        </p:nvSpPr>
        <p:spPr>
          <a:xfrm>
            <a:off x="4863230" y="3898572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50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191" name="TextBox 1190">
            <a:extLst>
              <a:ext uri="{FF2B5EF4-FFF2-40B4-BE49-F238E27FC236}">
                <a16:creationId xmlns:a16="http://schemas.microsoft.com/office/drawing/2014/main" id="{E5E5C404-C8E2-A74B-FF56-C82C19D63102}"/>
              </a:ext>
            </a:extLst>
          </p:cNvPr>
          <p:cNvSpPr txBox="1"/>
          <p:nvPr/>
        </p:nvSpPr>
        <p:spPr>
          <a:xfrm>
            <a:off x="3781679" y="2706153"/>
            <a:ext cx="95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100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192" name="TextBox 1191">
            <a:extLst>
              <a:ext uri="{FF2B5EF4-FFF2-40B4-BE49-F238E27FC236}">
                <a16:creationId xmlns:a16="http://schemas.microsoft.com/office/drawing/2014/main" id="{78CB52B7-62FC-F242-BBE6-6178565C09EE}"/>
              </a:ext>
            </a:extLst>
          </p:cNvPr>
          <p:cNvSpPr txBox="1"/>
          <p:nvPr/>
        </p:nvSpPr>
        <p:spPr>
          <a:xfrm>
            <a:off x="3756614" y="3717917"/>
            <a:ext cx="95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100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193" name="TextBox 1192">
            <a:extLst>
              <a:ext uri="{FF2B5EF4-FFF2-40B4-BE49-F238E27FC236}">
                <a16:creationId xmlns:a16="http://schemas.microsoft.com/office/drawing/2014/main" id="{2C1E0AC8-8417-F07F-1028-3486E2942C69}"/>
              </a:ext>
            </a:extLst>
          </p:cNvPr>
          <p:cNvSpPr txBox="1"/>
          <p:nvPr/>
        </p:nvSpPr>
        <p:spPr>
          <a:xfrm>
            <a:off x="6814478" y="2716784"/>
            <a:ext cx="95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100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194" name="TextBox 1193">
            <a:extLst>
              <a:ext uri="{FF2B5EF4-FFF2-40B4-BE49-F238E27FC236}">
                <a16:creationId xmlns:a16="http://schemas.microsoft.com/office/drawing/2014/main" id="{050F7081-B1CB-C8ED-3286-2011339835C0}"/>
              </a:ext>
            </a:extLst>
          </p:cNvPr>
          <p:cNvSpPr txBox="1"/>
          <p:nvPr/>
        </p:nvSpPr>
        <p:spPr>
          <a:xfrm>
            <a:off x="6810985" y="3694745"/>
            <a:ext cx="95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100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pic>
        <p:nvPicPr>
          <p:cNvPr id="1196" name="Picture 1195" descr="A close up of a circuit board&#10;&#10;Description automatically generated">
            <a:extLst>
              <a:ext uri="{FF2B5EF4-FFF2-40B4-BE49-F238E27FC236}">
                <a16:creationId xmlns:a16="http://schemas.microsoft.com/office/drawing/2014/main" id="{F6C11D4F-97DF-EAFD-75E4-2809B804D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298691" y="2331879"/>
            <a:ext cx="2999952" cy="2248798"/>
          </a:xfrm>
          <a:prstGeom prst="rect">
            <a:avLst/>
          </a:prstGeom>
        </p:spPr>
      </p:pic>
      <p:sp>
        <p:nvSpPr>
          <p:cNvPr id="1197" name="TextBox 1196">
            <a:extLst>
              <a:ext uri="{FF2B5EF4-FFF2-40B4-BE49-F238E27FC236}">
                <a16:creationId xmlns:a16="http://schemas.microsoft.com/office/drawing/2014/main" id="{D511BAEE-4F34-2138-EB8F-3E2368C51A65}"/>
              </a:ext>
            </a:extLst>
          </p:cNvPr>
          <p:cNvSpPr txBox="1"/>
          <p:nvPr/>
        </p:nvSpPr>
        <p:spPr>
          <a:xfrm>
            <a:off x="7583111" y="1248416"/>
            <a:ext cx="2431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PT Sans" panose="020B0503020203020204" pitchFamily="34" charset="0"/>
              </a:rPr>
              <a:t>Connect to Arduino for processing</a:t>
            </a:r>
          </a:p>
        </p:txBody>
      </p:sp>
      <p:sp>
        <p:nvSpPr>
          <p:cNvPr id="1198" name="TextBox 1197">
            <a:extLst>
              <a:ext uri="{FF2B5EF4-FFF2-40B4-BE49-F238E27FC236}">
                <a16:creationId xmlns:a16="http://schemas.microsoft.com/office/drawing/2014/main" id="{97F7D50D-C8AA-28B6-5C32-17859A7DF554}"/>
              </a:ext>
            </a:extLst>
          </p:cNvPr>
          <p:cNvSpPr txBox="1"/>
          <p:nvPr/>
        </p:nvSpPr>
        <p:spPr>
          <a:xfrm>
            <a:off x="9652782" y="2914808"/>
            <a:ext cx="24311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PT Sans" panose="020B0503020203020204" pitchFamily="34" charset="0"/>
              </a:rPr>
              <a:t>Get location from the voltage measurement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693B049-1581-B13E-4472-8E9FD251C36E}"/>
              </a:ext>
            </a:extLst>
          </p:cNvPr>
          <p:cNvGrpSpPr/>
          <p:nvPr/>
        </p:nvGrpSpPr>
        <p:grpSpPr>
          <a:xfrm>
            <a:off x="512608" y="4885009"/>
            <a:ext cx="1399680" cy="394920"/>
            <a:chOff x="512608" y="4885009"/>
            <a:chExt cx="1399680" cy="39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CE11790-57DA-A05A-CE32-7EC48465933D}"/>
                    </a:ext>
                  </a:extLst>
                </p14:cNvPr>
                <p14:cNvContentPartPr/>
                <p14:nvPr/>
              </p14:nvContentPartPr>
              <p14:xfrm>
                <a:off x="512608" y="5022169"/>
                <a:ext cx="195120" cy="257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CE11790-57DA-A05A-CE32-7EC48465933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4968" y="5004169"/>
                  <a:ext cx="230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A2B3662-77D6-700A-DCE2-1FEA9607573C}"/>
                    </a:ext>
                  </a:extLst>
                </p14:cNvPr>
                <p14:cNvContentPartPr/>
                <p14:nvPr/>
              </p14:nvContentPartPr>
              <p14:xfrm>
                <a:off x="814648" y="5084809"/>
                <a:ext cx="108720" cy="127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A2B3662-77D6-700A-DCE2-1FEA9607573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97008" y="5066809"/>
                  <a:ext cx="1443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92F11A0-D4B7-62B5-7B9E-57EEF9E9323A}"/>
                    </a:ext>
                  </a:extLst>
                </p14:cNvPr>
                <p14:cNvContentPartPr/>
                <p14:nvPr/>
              </p14:nvContentPartPr>
              <p14:xfrm>
                <a:off x="1016968" y="5052049"/>
                <a:ext cx="101160" cy="100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92F11A0-D4B7-62B5-7B9E-57EEF9E9323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99328" y="5034409"/>
                  <a:ext cx="1368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B25A5CF-8BB6-0FB5-D18E-3DF3EC9DDE8E}"/>
                    </a:ext>
                  </a:extLst>
                </p14:cNvPr>
                <p14:cNvContentPartPr/>
                <p14:nvPr/>
              </p14:nvContentPartPr>
              <p14:xfrm>
                <a:off x="1144048" y="5055289"/>
                <a:ext cx="59760" cy="120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B25A5CF-8BB6-0FB5-D18E-3DF3EC9DDE8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6048" y="5037649"/>
                  <a:ext cx="954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F3282A4-AE7A-C3E3-70D7-7C9059946B92}"/>
                    </a:ext>
                  </a:extLst>
                </p14:cNvPr>
                <p14:cNvContentPartPr/>
                <p14:nvPr/>
              </p14:nvContentPartPr>
              <p14:xfrm>
                <a:off x="1289488" y="4963489"/>
                <a:ext cx="89280" cy="168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F3282A4-AE7A-C3E3-70D7-7C9059946B9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71848" y="4945489"/>
                  <a:ext cx="1249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BF0A51C-7A08-506C-001B-814B06825D72}"/>
                    </a:ext>
                  </a:extLst>
                </p14:cNvPr>
                <p14:cNvContentPartPr/>
                <p14:nvPr/>
              </p14:nvContentPartPr>
              <p14:xfrm>
                <a:off x="1487128" y="4958809"/>
                <a:ext cx="117720" cy="143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BF0A51C-7A08-506C-001B-814B06825D7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69128" y="4940809"/>
                  <a:ext cx="1533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9166C86-A467-AA77-C8AF-48218CD8D818}"/>
                    </a:ext>
                  </a:extLst>
                </p14:cNvPr>
                <p14:cNvContentPartPr/>
                <p14:nvPr/>
              </p14:nvContentPartPr>
              <p14:xfrm>
                <a:off x="1641928" y="4972489"/>
                <a:ext cx="96840" cy="111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9166C86-A467-AA77-C8AF-48218CD8D81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23928" y="4954849"/>
                  <a:ext cx="1324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B7338BD-F4E3-9646-4E4D-559E461AEF38}"/>
                    </a:ext>
                  </a:extLst>
                </p14:cNvPr>
                <p14:cNvContentPartPr/>
                <p14:nvPr/>
              </p14:nvContentPartPr>
              <p14:xfrm>
                <a:off x="1812928" y="4885009"/>
                <a:ext cx="99360" cy="199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B7338BD-F4E3-9646-4E4D-559E461AEF3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94928" y="4867369"/>
                  <a:ext cx="135000" cy="23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6F9CCBC-5193-7796-DCB1-F0BDF13C77D6}"/>
                  </a:ext>
                </a:extLst>
              </p14:cNvPr>
              <p14:cNvContentPartPr/>
              <p14:nvPr/>
            </p14:nvContentPartPr>
            <p14:xfrm>
              <a:off x="969808" y="5507809"/>
              <a:ext cx="208440" cy="3074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66F9CCBC-5193-7796-DCB1-F0BDF13C77D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52168" y="5489809"/>
                <a:ext cx="244080" cy="34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7EEA920E-13E7-AFC4-E57E-F29A251B9D04}"/>
              </a:ext>
            </a:extLst>
          </p:cNvPr>
          <p:cNvGrpSpPr/>
          <p:nvPr/>
        </p:nvGrpSpPr>
        <p:grpSpPr>
          <a:xfrm>
            <a:off x="992488" y="6112969"/>
            <a:ext cx="133920" cy="334440"/>
            <a:chOff x="992488" y="6112969"/>
            <a:chExt cx="133920" cy="33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EEED969-194F-A94B-7205-616555C92025}"/>
                    </a:ext>
                  </a:extLst>
                </p14:cNvPr>
                <p14:cNvContentPartPr/>
                <p14:nvPr/>
              </p14:nvContentPartPr>
              <p14:xfrm>
                <a:off x="1069888" y="6112969"/>
                <a:ext cx="1800" cy="1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EEED969-194F-A94B-7205-616555C9202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51888" y="6095329"/>
                  <a:ext cx="374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6C95DE9-232D-D004-772F-2A75871CC691}"/>
                    </a:ext>
                  </a:extLst>
                </p14:cNvPr>
                <p14:cNvContentPartPr/>
                <p14:nvPr/>
              </p14:nvContentPartPr>
              <p14:xfrm>
                <a:off x="1044328" y="6150049"/>
                <a:ext cx="27360" cy="293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6C95DE9-232D-D004-772F-2A75871CC69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26688" y="6132409"/>
                  <a:ext cx="630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00251D0-78A4-74B3-2A9A-2F85484D7C80}"/>
                    </a:ext>
                  </a:extLst>
                </p14:cNvPr>
                <p14:cNvContentPartPr/>
                <p14:nvPr/>
              </p14:nvContentPartPr>
              <p14:xfrm>
                <a:off x="1003648" y="6170209"/>
                <a:ext cx="104400" cy="20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00251D0-78A4-74B3-2A9A-2F85484D7C8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85648" y="6152569"/>
                  <a:ext cx="1400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3DA68CC-6DC8-7401-83DA-27FD9076E892}"/>
                    </a:ext>
                  </a:extLst>
                </p14:cNvPr>
                <p14:cNvContentPartPr/>
                <p14:nvPr/>
              </p14:nvContentPartPr>
              <p14:xfrm>
                <a:off x="992488" y="6430489"/>
                <a:ext cx="133920" cy="16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3DA68CC-6DC8-7401-83DA-27FD9076E89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74488" y="6412489"/>
                  <a:ext cx="16956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0F50CE7-E405-CC00-BA98-84C9DC08B456}"/>
              </a:ext>
            </a:extLst>
          </p:cNvPr>
          <p:cNvGrpSpPr/>
          <p:nvPr/>
        </p:nvGrpSpPr>
        <p:grpSpPr>
          <a:xfrm>
            <a:off x="1490728" y="5299729"/>
            <a:ext cx="390600" cy="1026720"/>
            <a:chOff x="1490728" y="5299729"/>
            <a:chExt cx="390600" cy="102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539FAE3-7770-A7BC-FE9E-F2A94271A2C3}"/>
                    </a:ext>
                  </a:extLst>
                </p14:cNvPr>
                <p14:cNvContentPartPr/>
                <p14:nvPr/>
              </p14:nvContentPartPr>
              <p14:xfrm>
                <a:off x="1641568" y="5299729"/>
                <a:ext cx="18360" cy="297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539FAE3-7770-A7BC-FE9E-F2A94271A2C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23928" y="5282089"/>
                  <a:ext cx="5400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15CFB8D-DC1A-1615-2CD3-DBB5627D7ABC}"/>
                    </a:ext>
                  </a:extLst>
                </p14:cNvPr>
                <p14:cNvContentPartPr/>
                <p14:nvPr/>
              </p14:nvContentPartPr>
              <p14:xfrm>
                <a:off x="1490728" y="5528329"/>
                <a:ext cx="390600" cy="444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15CFB8D-DC1A-1615-2CD3-DBB5627D7AB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472728" y="5510329"/>
                  <a:ext cx="42624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8AF7BE3-8AEF-EF9D-0638-BCE2BC333979}"/>
                    </a:ext>
                  </a:extLst>
                </p14:cNvPr>
                <p14:cNvContentPartPr/>
                <p14:nvPr/>
              </p14:nvContentPartPr>
              <p14:xfrm>
                <a:off x="1664968" y="5974729"/>
                <a:ext cx="24840" cy="351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8AF7BE3-8AEF-EF9D-0638-BCE2BC33397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646968" y="5956729"/>
                  <a:ext cx="60480" cy="38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52FB6A1-4DA9-6D70-18C5-AC21315C6C71}"/>
              </a:ext>
            </a:extLst>
          </p:cNvPr>
          <p:cNvGrpSpPr/>
          <p:nvPr/>
        </p:nvGrpSpPr>
        <p:grpSpPr>
          <a:xfrm>
            <a:off x="2096968" y="5262649"/>
            <a:ext cx="394920" cy="393120"/>
            <a:chOff x="2096968" y="5262649"/>
            <a:chExt cx="394920" cy="39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E07D91D-43B2-1154-C636-13D295545221}"/>
                    </a:ext>
                  </a:extLst>
                </p14:cNvPr>
                <p14:cNvContentPartPr/>
                <p14:nvPr/>
              </p14:nvContentPartPr>
              <p14:xfrm>
                <a:off x="2254288" y="5262649"/>
                <a:ext cx="23040" cy="349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E07D91D-43B2-1154-C636-13D29554522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36288" y="5245009"/>
                  <a:ext cx="5868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95B2270-50C6-070E-DF23-0A6C1750C8E0}"/>
                    </a:ext>
                  </a:extLst>
                </p14:cNvPr>
                <p14:cNvContentPartPr/>
                <p14:nvPr/>
              </p14:nvContentPartPr>
              <p14:xfrm>
                <a:off x="2096968" y="5588449"/>
                <a:ext cx="394920" cy="67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95B2270-50C6-070E-DF23-0A6C1750C8E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78968" y="5570809"/>
                  <a:ext cx="43056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2EC876E-638D-CA89-F8AB-51D13EC9C421}"/>
              </a:ext>
            </a:extLst>
          </p:cNvPr>
          <p:cNvGrpSpPr/>
          <p:nvPr/>
        </p:nvGrpSpPr>
        <p:grpSpPr>
          <a:xfrm>
            <a:off x="2255728" y="5796169"/>
            <a:ext cx="114120" cy="250920"/>
            <a:chOff x="2255728" y="5796169"/>
            <a:chExt cx="114120" cy="25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19A2CB5-D5EB-58E6-6BAF-F4B4299441FC}"/>
                    </a:ext>
                  </a:extLst>
                </p14:cNvPr>
                <p14:cNvContentPartPr/>
                <p14:nvPr/>
              </p14:nvContentPartPr>
              <p14:xfrm>
                <a:off x="2255728" y="5796169"/>
                <a:ext cx="114120" cy="10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19A2CB5-D5EB-58E6-6BAF-F4B4299441F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38088" y="5778169"/>
                  <a:ext cx="1497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DBE2B76-B886-CCDC-9883-D94E4367CE90}"/>
                    </a:ext>
                  </a:extLst>
                </p14:cNvPr>
                <p14:cNvContentPartPr/>
                <p14:nvPr/>
              </p14:nvContentPartPr>
              <p14:xfrm>
                <a:off x="2309008" y="5832169"/>
                <a:ext cx="24120" cy="214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DBE2B76-B886-CCDC-9883-D94E4367CE9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91008" y="5814169"/>
                  <a:ext cx="59760" cy="25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6" name="Group 1025">
            <a:extLst>
              <a:ext uri="{FF2B5EF4-FFF2-40B4-BE49-F238E27FC236}">
                <a16:creationId xmlns:a16="http://schemas.microsoft.com/office/drawing/2014/main" id="{873D6A1B-4348-C6C4-2A62-A63DDD5A92B1}"/>
              </a:ext>
            </a:extLst>
          </p:cNvPr>
          <p:cNvGrpSpPr/>
          <p:nvPr/>
        </p:nvGrpSpPr>
        <p:grpSpPr>
          <a:xfrm>
            <a:off x="1005088" y="6145009"/>
            <a:ext cx="191160" cy="344520"/>
            <a:chOff x="1005088" y="6145009"/>
            <a:chExt cx="191160" cy="34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6C77A40-EC40-055C-A83D-3538152B0866}"/>
                    </a:ext>
                  </a:extLst>
                </p14:cNvPr>
                <p14:cNvContentPartPr/>
                <p14:nvPr/>
              </p14:nvContentPartPr>
              <p14:xfrm>
                <a:off x="1005088" y="6145009"/>
                <a:ext cx="182520" cy="30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6C77A40-EC40-055C-A83D-3538152B086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87448" y="6127009"/>
                  <a:ext cx="2181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024" name="Ink 1023">
                  <a:extLst>
                    <a:ext uri="{FF2B5EF4-FFF2-40B4-BE49-F238E27FC236}">
                      <a16:creationId xmlns:a16="http://schemas.microsoft.com/office/drawing/2014/main" id="{93BF4036-5BE8-D267-44D0-29A293D6489D}"/>
                    </a:ext>
                  </a:extLst>
                </p14:cNvPr>
                <p14:cNvContentPartPr/>
                <p14:nvPr/>
              </p14:nvContentPartPr>
              <p14:xfrm>
                <a:off x="1104088" y="6176689"/>
                <a:ext cx="37080" cy="312840"/>
              </p14:xfrm>
            </p:contentPart>
          </mc:Choice>
          <mc:Fallback xmlns="">
            <p:pic>
              <p:nvPicPr>
                <p:cNvPr id="1024" name="Ink 1023">
                  <a:extLst>
                    <a:ext uri="{FF2B5EF4-FFF2-40B4-BE49-F238E27FC236}">
                      <a16:creationId xmlns:a16="http://schemas.microsoft.com/office/drawing/2014/main" id="{93BF4036-5BE8-D267-44D0-29A293D6489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86088" y="6159049"/>
                  <a:ext cx="7272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025" name="Ink 1024">
                  <a:extLst>
                    <a:ext uri="{FF2B5EF4-FFF2-40B4-BE49-F238E27FC236}">
                      <a16:creationId xmlns:a16="http://schemas.microsoft.com/office/drawing/2014/main" id="{D6F2DC50-2B09-A280-792D-8359B57F7A8C}"/>
                    </a:ext>
                  </a:extLst>
                </p14:cNvPr>
                <p14:cNvContentPartPr/>
                <p14:nvPr/>
              </p14:nvContentPartPr>
              <p14:xfrm>
                <a:off x="1046848" y="6439849"/>
                <a:ext cx="149400" cy="29520"/>
              </p14:xfrm>
            </p:contentPart>
          </mc:Choice>
          <mc:Fallback xmlns="">
            <p:pic>
              <p:nvPicPr>
                <p:cNvPr id="1025" name="Ink 1024">
                  <a:extLst>
                    <a:ext uri="{FF2B5EF4-FFF2-40B4-BE49-F238E27FC236}">
                      <a16:creationId xmlns:a16="http://schemas.microsoft.com/office/drawing/2014/main" id="{D6F2DC50-2B09-A280-792D-8359B57F7A8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29208" y="6421849"/>
                  <a:ext cx="18504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1DA69822-2FBD-9E6B-2659-D15AC57D4FD7}"/>
              </a:ext>
            </a:extLst>
          </p:cNvPr>
          <p:cNvGrpSpPr/>
          <p:nvPr/>
        </p:nvGrpSpPr>
        <p:grpSpPr>
          <a:xfrm>
            <a:off x="1849288" y="5933329"/>
            <a:ext cx="377640" cy="883080"/>
            <a:chOff x="1849288" y="5933329"/>
            <a:chExt cx="377640" cy="88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027" name="Ink 1026">
                  <a:extLst>
                    <a:ext uri="{FF2B5EF4-FFF2-40B4-BE49-F238E27FC236}">
                      <a16:creationId xmlns:a16="http://schemas.microsoft.com/office/drawing/2014/main" id="{6289AB63-84FC-3835-1A71-0D7574516518}"/>
                    </a:ext>
                  </a:extLst>
                </p14:cNvPr>
                <p14:cNvContentPartPr/>
                <p14:nvPr/>
              </p14:nvContentPartPr>
              <p14:xfrm>
                <a:off x="1849288" y="6208369"/>
                <a:ext cx="377640" cy="303480"/>
              </p14:xfrm>
            </p:contentPart>
          </mc:Choice>
          <mc:Fallback xmlns="">
            <p:pic>
              <p:nvPicPr>
                <p:cNvPr id="1027" name="Ink 1026">
                  <a:extLst>
                    <a:ext uri="{FF2B5EF4-FFF2-40B4-BE49-F238E27FC236}">
                      <a16:creationId xmlns:a16="http://schemas.microsoft.com/office/drawing/2014/main" id="{6289AB63-84FC-3835-1A71-0D757451651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831648" y="6190729"/>
                  <a:ext cx="4132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028" name="Ink 1027">
                  <a:extLst>
                    <a:ext uri="{FF2B5EF4-FFF2-40B4-BE49-F238E27FC236}">
                      <a16:creationId xmlns:a16="http://schemas.microsoft.com/office/drawing/2014/main" id="{87CB10C1-809D-C155-DEB5-5B65A191CC86}"/>
                    </a:ext>
                  </a:extLst>
                </p14:cNvPr>
                <p14:cNvContentPartPr/>
                <p14:nvPr/>
              </p14:nvContentPartPr>
              <p14:xfrm>
                <a:off x="2049808" y="5933329"/>
                <a:ext cx="39600" cy="254880"/>
              </p14:xfrm>
            </p:contentPart>
          </mc:Choice>
          <mc:Fallback xmlns="">
            <p:pic>
              <p:nvPicPr>
                <p:cNvPr id="1028" name="Ink 1027">
                  <a:extLst>
                    <a:ext uri="{FF2B5EF4-FFF2-40B4-BE49-F238E27FC236}">
                      <a16:creationId xmlns:a16="http://schemas.microsoft.com/office/drawing/2014/main" id="{87CB10C1-809D-C155-DEB5-5B65A191CC8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032168" y="5915329"/>
                  <a:ext cx="752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29" name="Ink 1028">
                  <a:extLst>
                    <a:ext uri="{FF2B5EF4-FFF2-40B4-BE49-F238E27FC236}">
                      <a16:creationId xmlns:a16="http://schemas.microsoft.com/office/drawing/2014/main" id="{F52D6C60-C1EB-8109-515A-E4458CAC0861}"/>
                    </a:ext>
                  </a:extLst>
                </p14:cNvPr>
                <p14:cNvContentPartPr/>
                <p14:nvPr/>
              </p14:nvContentPartPr>
              <p14:xfrm>
                <a:off x="2071768" y="6490609"/>
                <a:ext cx="24120" cy="325800"/>
              </p14:xfrm>
            </p:contentPart>
          </mc:Choice>
          <mc:Fallback xmlns="">
            <p:pic>
              <p:nvPicPr>
                <p:cNvPr id="1029" name="Ink 1028">
                  <a:extLst>
                    <a:ext uri="{FF2B5EF4-FFF2-40B4-BE49-F238E27FC236}">
                      <a16:creationId xmlns:a16="http://schemas.microsoft.com/office/drawing/2014/main" id="{F52D6C60-C1EB-8109-515A-E4458CAC086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54128" y="6472969"/>
                  <a:ext cx="5976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30" name="Ink 1029">
                  <a:extLst>
                    <a:ext uri="{FF2B5EF4-FFF2-40B4-BE49-F238E27FC236}">
                      <a16:creationId xmlns:a16="http://schemas.microsoft.com/office/drawing/2014/main" id="{356E0F02-08C1-A2DA-9163-BBC0B4D02681}"/>
                    </a:ext>
                  </a:extLst>
                </p14:cNvPr>
                <p14:cNvContentPartPr/>
                <p14:nvPr/>
              </p14:nvContentPartPr>
              <p14:xfrm>
                <a:off x="1994368" y="6337249"/>
                <a:ext cx="51120" cy="108720"/>
              </p14:xfrm>
            </p:contentPart>
          </mc:Choice>
          <mc:Fallback xmlns="">
            <p:pic>
              <p:nvPicPr>
                <p:cNvPr id="1030" name="Ink 1029">
                  <a:extLst>
                    <a:ext uri="{FF2B5EF4-FFF2-40B4-BE49-F238E27FC236}">
                      <a16:creationId xmlns:a16="http://schemas.microsoft.com/office/drawing/2014/main" id="{356E0F02-08C1-A2DA-9163-BBC0B4D0268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76728" y="6319609"/>
                  <a:ext cx="867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33" name="Ink 1032">
                  <a:extLst>
                    <a:ext uri="{FF2B5EF4-FFF2-40B4-BE49-F238E27FC236}">
                      <a16:creationId xmlns:a16="http://schemas.microsoft.com/office/drawing/2014/main" id="{B5B7D56A-2847-F17C-D08D-FCFF1A1ED16E}"/>
                    </a:ext>
                  </a:extLst>
                </p14:cNvPr>
                <p14:cNvContentPartPr/>
                <p14:nvPr/>
              </p14:nvContentPartPr>
              <p14:xfrm>
                <a:off x="2056648" y="6313849"/>
                <a:ext cx="9720" cy="33480"/>
              </p14:xfrm>
            </p:contentPart>
          </mc:Choice>
          <mc:Fallback xmlns="">
            <p:pic>
              <p:nvPicPr>
                <p:cNvPr id="1033" name="Ink 1032">
                  <a:extLst>
                    <a:ext uri="{FF2B5EF4-FFF2-40B4-BE49-F238E27FC236}">
                      <a16:creationId xmlns:a16="http://schemas.microsoft.com/office/drawing/2014/main" id="{B5B7D56A-2847-F17C-D08D-FCFF1A1ED16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38648" y="6295849"/>
                  <a:ext cx="453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34" name="Ink 1033">
                  <a:extLst>
                    <a:ext uri="{FF2B5EF4-FFF2-40B4-BE49-F238E27FC236}">
                      <a16:creationId xmlns:a16="http://schemas.microsoft.com/office/drawing/2014/main" id="{DAC34BEC-7BC9-BF96-FE72-5CF0CC71D58D}"/>
                    </a:ext>
                  </a:extLst>
                </p14:cNvPr>
                <p14:cNvContentPartPr/>
                <p14:nvPr/>
              </p14:nvContentPartPr>
              <p14:xfrm>
                <a:off x="2005168" y="6254089"/>
                <a:ext cx="122760" cy="119160"/>
              </p14:xfrm>
            </p:contentPart>
          </mc:Choice>
          <mc:Fallback xmlns="">
            <p:pic>
              <p:nvPicPr>
                <p:cNvPr id="1034" name="Ink 1033">
                  <a:extLst>
                    <a:ext uri="{FF2B5EF4-FFF2-40B4-BE49-F238E27FC236}">
                      <a16:creationId xmlns:a16="http://schemas.microsoft.com/office/drawing/2014/main" id="{DAC34BEC-7BC9-BF96-FE72-5CF0CC71D58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87168" y="6236089"/>
                  <a:ext cx="1584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036" name="Ink 1035">
                  <a:extLst>
                    <a:ext uri="{FF2B5EF4-FFF2-40B4-BE49-F238E27FC236}">
                      <a16:creationId xmlns:a16="http://schemas.microsoft.com/office/drawing/2014/main" id="{90B9F736-1137-FC86-29CB-292BC3BF2085}"/>
                    </a:ext>
                  </a:extLst>
                </p14:cNvPr>
                <p14:cNvContentPartPr/>
                <p14:nvPr/>
              </p14:nvContentPartPr>
              <p14:xfrm>
                <a:off x="2036128" y="6290089"/>
                <a:ext cx="14040" cy="188280"/>
              </p14:xfrm>
            </p:contentPart>
          </mc:Choice>
          <mc:Fallback xmlns="">
            <p:pic>
              <p:nvPicPr>
                <p:cNvPr id="1036" name="Ink 1035">
                  <a:extLst>
                    <a:ext uri="{FF2B5EF4-FFF2-40B4-BE49-F238E27FC236}">
                      <a16:creationId xmlns:a16="http://schemas.microsoft.com/office/drawing/2014/main" id="{90B9F736-1137-FC86-29CB-292BC3BF208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18488" y="6272089"/>
                  <a:ext cx="496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38" name="Ink 1037">
                  <a:extLst>
                    <a:ext uri="{FF2B5EF4-FFF2-40B4-BE49-F238E27FC236}">
                      <a16:creationId xmlns:a16="http://schemas.microsoft.com/office/drawing/2014/main" id="{9E3776FA-CA9D-EEB8-44F6-878262F5A7C0}"/>
                    </a:ext>
                  </a:extLst>
                </p14:cNvPr>
                <p14:cNvContentPartPr/>
                <p14:nvPr/>
              </p14:nvContentPartPr>
              <p14:xfrm>
                <a:off x="2057368" y="6295849"/>
                <a:ext cx="4320" cy="20880"/>
              </p14:xfrm>
            </p:contentPart>
          </mc:Choice>
          <mc:Fallback xmlns="">
            <p:pic>
              <p:nvPicPr>
                <p:cNvPr id="1038" name="Ink 1037">
                  <a:extLst>
                    <a:ext uri="{FF2B5EF4-FFF2-40B4-BE49-F238E27FC236}">
                      <a16:creationId xmlns:a16="http://schemas.microsoft.com/office/drawing/2014/main" id="{9E3776FA-CA9D-EEB8-44F6-878262F5A7C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039728" y="6278209"/>
                  <a:ext cx="399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039" name="Ink 1038">
                  <a:extLst>
                    <a:ext uri="{FF2B5EF4-FFF2-40B4-BE49-F238E27FC236}">
                      <a16:creationId xmlns:a16="http://schemas.microsoft.com/office/drawing/2014/main" id="{590035CB-5091-B061-C6B2-0F88E7009390}"/>
                    </a:ext>
                  </a:extLst>
                </p14:cNvPr>
                <p14:cNvContentPartPr/>
                <p14:nvPr/>
              </p14:nvContentPartPr>
              <p14:xfrm>
                <a:off x="1971688" y="6259849"/>
                <a:ext cx="154080" cy="91080"/>
              </p14:xfrm>
            </p:contentPart>
          </mc:Choice>
          <mc:Fallback xmlns="">
            <p:pic>
              <p:nvPicPr>
                <p:cNvPr id="1039" name="Ink 1038">
                  <a:extLst>
                    <a:ext uri="{FF2B5EF4-FFF2-40B4-BE49-F238E27FC236}">
                      <a16:creationId xmlns:a16="http://schemas.microsoft.com/office/drawing/2014/main" id="{590035CB-5091-B061-C6B2-0F88E700939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954048" y="6241849"/>
                  <a:ext cx="18972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4" name="Group 1053">
            <a:extLst>
              <a:ext uri="{FF2B5EF4-FFF2-40B4-BE49-F238E27FC236}">
                <a16:creationId xmlns:a16="http://schemas.microsoft.com/office/drawing/2014/main" id="{5252D9A6-7706-D797-D82D-B57DB9B66B79}"/>
              </a:ext>
            </a:extLst>
          </p:cNvPr>
          <p:cNvGrpSpPr/>
          <p:nvPr/>
        </p:nvGrpSpPr>
        <p:grpSpPr>
          <a:xfrm>
            <a:off x="2837848" y="4738849"/>
            <a:ext cx="1594800" cy="403560"/>
            <a:chOff x="2837848" y="4738849"/>
            <a:chExt cx="159480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041" name="Ink 1040">
                  <a:extLst>
                    <a:ext uri="{FF2B5EF4-FFF2-40B4-BE49-F238E27FC236}">
                      <a16:creationId xmlns:a16="http://schemas.microsoft.com/office/drawing/2014/main" id="{8DFC5478-31BC-CD1B-1707-8BE4EE5E3292}"/>
                    </a:ext>
                  </a:extLst>
                </p14:cNvPr>
                <p14:cNvContentPartPr/>
                <p14:nvPr/>
              </p14:nvContentPartPr>
              <p14:xfrm>
                <a:off x="2838928" y="4912369"/>
                <a:ext cx="24120" cy="230040"/>
              </p14:xfrm>
            </p:contentPart>
          </mc:Choice>
          <mc:Fallback xmlns="">
            <p:pic>
              <p:nvPicPr>
                <p:cNvPr id="1041" name="Ink 1040">
                  <a:extLst>
                    <a:ext uri="{FF2B5EF4-FFF2-40B4-BE49-F238E27FC236}">
                      <a16:creationId xmlns:a16="http://schemas.microsoft.com/office/drawing/2014/main" id="{8DFC5478-31BC-CD1B-1707-8BE4EE5E329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821288" y="4894369"/>
                  <a:ext cx="597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42" name="Ink 1041">
                  <a:extLst>
                    <a:ext uri="{FF2B5EF4-FFF2-40B4-BE49-F238E27FC236}">
                      <a16:creationId xmlns:a16="http://schemas.microsoft.com/office/drawing/2014/main" id="{163B0847-64AE-4553-5950-0F083FBB81AB}"/>
                    </a:ext>
                  </a:extLst>
                </p14:cNvPr>
                <p14:cNvContentPartPr/>
                <p14:nvPr/>
              </p14:nvContentPartPr>
              <p14:xfrm>
                <a:off x="2837848" y="4858729"/>
                <a:ext cx="137520" cy="150120"/>
              </p14:xfrm>
            </p:contentPart>
          </mc:Choice>
          <mc:Fallback xmlns="">
            <p:pic>
              <p:nvPicPr>
                <p:cNvPr id="1042" name="Ink 1041">
                  <a:extLst>
                    <a:ext uri="{FF2B5EF4-FFF2-40B4-BE49-F238E27FC236}">
                      <a16:creationId xmlns:a16="http://schemas.microsoft.com/office/drawing/2014/main" id="{163B0847-64AE-4553-5950-0F083FBB81A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20208" y="4840729"/>
                  <a:ext cx="1731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044" name="Ink 1043">
                  <a:extLst>
                    <a:ext uri="{FF2B5EF4-FFF2-40B4-BE49-F238E27FC236}">
                      <a16:creationId xmlns:a16="http://schemas.microsoft.com/office/drawing/2014/main" id="{C5B5FA5A-F107-8B29-5862-5D860F4646EC}"/>
                    </a:ext>
                  </a:extLst>
                </p14:cNvPr>
                <p14:cNvContentPartPr/>
                <p14:nvPr/>
              </p14:nvContentPartPr>
              <p14:xfrm>
                <a:off x="3062848" y="4879969"/>
                <a:ext cx="104400" cy="123480"/>
              </p14:xfrm>
            </p:contentPart>
          </mc:Choice>
          <mc:Fallback xmlns="">
            <p:pic>
              <p:nvPicPr>
                <p:cNvPr id="1044" name="Ink 1043">
                  <a:extLst>
                    <a:ext uri="{FF2B5EF4-FFF2-40B4-BE49-F238E27FC236}">
                      <a16:creationId xmlns:a16="http://schemas.microsoft.com/office/drawing/2014/main" id="{C5B5FA5A-F107-8B29-5862-5D860F4646E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45208" y="4862329"/>
                  <a:ext cx="1400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45" name="Ink 1044">
                  <a:extLst>
                    <a:ext uri="{FF2B5EF4-FFF2-40B4-BE49-F238E27FC236}">
                      <a16:creationId xmlns:a16="http://schemas.microsoft.com/office/drawing/2014/main" id="{ACF48C22-BEA8-E822-6933-D19806F45CBE}"/>
                    </a:ext>
                  </a:extLst>
                </p14:cNvPr>
                <p14:cNvContentPartPr/>
                <p14:nvPr/>
              </p14:nvContentPartPr>
              <p14:xfrm>
                <a:off x="3246808" y="4905529"/>
                <a:ext cx="79200" cy="170280"/>
              </p14:xfrm>
            </p:contentPart>
          </mc:Choice>
          <mc:Fallback xmlns="">
            <p:pic>
              <p:nvPicPr>
                <p:cNvPr id="1045" name="Ink 1044">
                  <a:extLst>
                    <a:ext uri="{FF2B5EF4-FFF2-40B4-BE49-F238E27FC236}">
                      <a16:creationId xmlns:a16="http://schemas.microsoft.com/office/drawing/2014/main" id="{ACF48C22-BEA8-E822-6933-D19806F45CB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229168" y="4887529"/>
                  <a:ext cx="1148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46" name="Ink 1045">
                  <a:extLst>
                    <a:ext uri="{FF2B5EF4-FFF2-40B4-BE49-F238E27FC236}">
                      <a16:creationId xmlns:a16="http://schemas.microsoft.com/office/drawing/2014/main" id="{5C680D09-EB6C-9944-A013-66DCA9659EE0}"/>
                    </a:ext>
                  </a:extLst>
                </p14:cNvPr>
                <p14:cNvContentPartPr/>
                <p14:nvPr/>
              </p14:nvContentPartPr>
              <p14:xfrm>
                <a:off x="3417808" y="4882129"/>
                <a:ext cx="85680" cy="162000"/>
              </p14:xfrm>
            </p:contentPart>
          </mc:Choice>
          <mc:Fallback xmlns=""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5C680D09-EB6C-9944-A013-66DCA9659EE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400168" y="4864129"/>
                  <a:ext cx="1213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47" name="Ink 1046">
                  <a:extLst>
                    <a:ext uri="{FF2B5EF4-FFF2-40B4-BE49-F238E27FC236}">
                      <a16:creationId xmlns:a16="http://schemas.microsoft.com/office/drawing/2014/main" id="{DEB79C4D-00AC-BD1D-9B71-CB7B7E034D6C}"/>
                    </a:ext>
                  </a:extLst>
                </p14:cNvPr>
                <p14:cNvContentPartPr/>
                <p14:nvPr/>
              </p14:nvContentPartPr>
              <p14:xfrm>
                <a:off x="3448408" y="4930369"/>
                <a:ext cx="128520" cy="66240"/>
              </p14:xfrm>
            </p:contentPart>
          </mc:Choice>
          <mc:Fallback xmlns=""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DEB79C4D-00AC-BD1D-9B71-CB7B7E034D6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430408" y="4912369"/>
                  <a:ext cx="1641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048" name="Ink 1047">
                  <a:extLst>
                    <a:ext uri="{FF2B5EF4-FFF2-40B4-BE49-F238E27FC236}">
                      <a16:creationId xmlns:a16="http://schemas.microsoft.com/office/drawing/2014/main" id="{1981A582-E342-905E-97B2-1F3BD745BC0C}"/>
                    </a:ext>
                  </a:extLst>
                </p14:cNvPr>
                <p14:cNvContentPartPr/>
                <p14:nvPr/>
              </p14:nvContentPartPr>
              <p14:xfrm>
                <a:off x="3625888" y="4922449"/>
                <a:ext cx="29880" cy="100080"/>
              </p14:xfrm>
            </p:contentPart>
          </mc:Choice>
          <mc:Fallback xmlns="">
            <p:pic>
              <p:nvPicPr>
                <p:cNvPr id="1048" name="Ink 1047">
                  <a:extLst>
                    <a:ext uri="{FF2B5EF4-FFF2-40B4-BE49-F238E27FC236}">
                      <a16:creationId xmlns:a16="http://schemas.microsoft.com/office/drawing/2014/main" id="{1981A582-E342-905E-97B2-1F3BD745BC0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608248" y="4904449"/>
                  <a:ext cx="655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49" name="Ink 1048">
                  <a:extLst>
                    <a:ext uri="{FF2B5EF4-FFF2-40B4-BE49-F238E27FC236}">
                      <a16:creationId xmlns:a16="http://schemas.microsoft.com/office/drawing/2014/main" id="{36D52586-2C85-254F-44BD-1A63C2012F9B}"/>
                    </a:ext>
                  </a:extLst>
                </p14:cNvPr>
                <p14:cNvContentPartPr/>
                <p14:nvPr/>
              </p14:nvContentPartPr>
              <p14:xfrm>
                <a:off x="3618688" y="4825969"/>
                <a:ext cx="13680" cy="5040"/>
              </p14:xfrm>
            </p:contentPart>
          </mc:Choice>
          <mc:Fallback xmlns=""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36D52586-2C85-254F-44BD-1A63C2012F9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00688" y="4808329"/>
                  <a:ext cx="49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50" name="Ink 1049">
                  <a:extLst>
                    <a:ext uri="{FF2B5EF4-FFF2-40B4-BE49-F238E27FC236}">
                      <a16:creationId xmlns:a16="http://schemas.microsoft.com/office/drawing/2014/main" id="{C28DBBBF-1F7B-E6D5-DBE9-3792B22EAB02}"/>
                    </a:ext>
                  </a:extLst>
                </p14:cNvPr>
                <p14:cNvContentPartPr/>
                <p14:nvPr/>
              </p14:nvContentPartPr>
              <p14:xfrm>
                <a:off x="3784288" y="4823809"/>
                <a:ext cx="41040" cy="186120"/>
              </p14:xfrm>
            </p:contentPart>
          </mc:Choice>
          <mc:Fallback xmlns=""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C28DBBBF-1F7B-E6D5-DBE9-3792B22EAB0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766648" y="4805809"/>
                  <a:ext cx="766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051" name="Ink 1050">
                  <a:extLst>
                    <a:ext uri="{FF2B5EF4-FFF2-40B4-BE49-F238E27FC236}">
                      <a16:creationId xmlns:a16="http://schemas.microsoft.com/office/drawing/2014/main" id="{0A92B7BA-5562-087E-F331-3AD8CC44DC98}"/>
                    </a:ext>
                  </a:extLst>
                </p14:cNvPr>
                <p14:cNvContentPartPr/>
                <p14:nvPr/>
              </p14:nvContentPartPr>
              <p14:xfrm>
                <a:off x="3771688" y="4833529"/>
                <a:ext cx="393120" cy="158760"/>
              </p14:xfrm>
            </p:contentPart>
          </mc:Choice>
          <mc:Fallback xmlns=""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0A92B7BA-5562-087E-F331-3AD8CC44DC9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53688" y="4815529"/>
                  <a:ext cx="4287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052" name="Ink 1051">
                  <a:extLst>
                    <a:ext uri="{FF2B5EF4-FFF2-40B4-BE49-F238E27FC236}">
                      <a16:creationId xmlns:a16="http://schemas.microsoft.com/office/drawing/2014/main" id="{B34BD713-374B-0D47-B7E5-64B8A5E26862}"/>
                    </a:ext>
                  </a:extLst>
                </p14:cNvPr>
                <p14:cNvContentPartPr/>
                <p14:nvPr/>
              </p14:nvContentPartPr>
              <p14:xfrm>
                <a:off x="4190368" y="4772329"/>
                <a:ext cx="60480" cy="116640"/>
              </p14:xfrm>
            </p:contentPart>
          </mc:Choice>
          <mc:Fallback xmlns="">
            <p:pic>
              <p:nvPicPr>
                <p:cNvPr id="1052" name="Ink 1051">
                  <a:extLst>
                    <a:ext uri="{FF2B5EF4-FFF2-40B4-BE49-F238E27FC236}">
                      <a16:creationId xmlns:a16="http://schemas.microsoft.com/office/drawing/2014/main" id="{B34BD713-374B-0D47-B7E5-64B8A5E2686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172728" y="4754329"/>
                  <a:ext cx="961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53" name="Ink 1052">
                  <a:extLst>
                    <a:ext uri="{FF2B5EF4-FFF2-40B4-BE49-F238E27FC236}">
                      <a16:creationId xmlns:a16="http://schemas.microsoft.com/office/drawing/2014/main" id="{ABD537EC-76C2-7051-46D8-78B020A1C33B}"/>
                    </a:ext>
                  </a:extLst>
                </p14:cNvPr>
                <p14:cNvContentPartPr/>
                <p14:nvPr/>
              </p14:nvContentPartPr>
              <p14:xfrm>
                <a:off x="4325008" y="4738849"/>
                <a:ext cx="107640" cy="141840"/>
              </p14:xfrm>
            </p:contentPart>
          </mc:Choice>
          <mc:Fallback xmlns="">
            <p:pic>
              <p:nvPicPr>
                <p:cNvPr id="1053" name="Ink 1052">
                  <a:extLst>
                    <a:ext uri="{FF2B5EF4-FFF2-40B4-BE49-F238E27FC236}">
                      <a16:creationId xmlns:a16="http://schemas.microsoft.com/office/drawing/2014/main" id="{ABD537EC-76C2-7051-46D8-78B020A1C33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07368" y="4721209"/>
                  <a:ext cx="14328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4" name="Group 1173">
            <a:extLst>
              <a:ext uri="{FF2B5EF4-FFF2-40B4-BE49-F238E27FC236}">
                <a16:creationId xmlns:a16="http://schemas.microsoft.com/office/drawing/2014/main" id="{80E74786-0ABA-B689-CCC9-9F471575ED47}"/>
              </a:ext>
            </a:extLst>
          </p:cNvPr>
          <p:cNvGrpSpPr/>
          <p:nvPr/>
        </p:nvGrpSpPr>
        <p:grpSpPr>
          <a:xfrm>
            <a:off x="2909128" y="5304049"/>
            <a:ext cx="1343880" cy="353520"/>
            <a:chOff x="2909128" y="5304049"/>
            <a:chExt cx="1343880" cy="35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166" name="Ink 1165">
                  <a:extLst>
                    <a:ext uri="{FF2B5EF4-FFF2-40B4-BE49-F238E27FC236}">
                      <a16:creationId xmlns:a16="http://schemas.microsoft.com/office/drawing/2014/main" id="{852ACE9E-7866-D844-B9D8-7C1AA5A96A16}"/>
                    </a:ext>
                  </a:extLst>
                </p14:cNvPr>
                <p14:cNvContentPartPr/>
                <p14:nvPr/>
              </p14:nvContentPartPr>
              <p14:xfrm>
                <a:off x="2980408" y="5629489"/>
                <a:ext cx="354960" cy="28080"/>
              </p14:xfrm>
            </p:contentPart>
          </mc:Choice>
          <mc:Fallback xmlns="">
            <p:pic>
              <p:nvPicPr>
                <p:cNvPr id="1166" name="Ink 1165">
                  <a:extLst>
                    <a:ext uri="{FF2B5EF4-FFF2-40B4-BE49-F238E27FC236}">
                      <a16:creationId xmlns:a16="http://schemas.microsoft.com/office/drawing/2014/main" id="{852ACE9E-7866-D844-B9D8-7C1AA5A96A1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62408" y="5611849"/>
                  <a:ext cx="3906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168" name="Ink 1167">
                  <a:extLst>
                    <a:ext uri="{FF2B5EF4-FFF2-40B4-BE49-F238E27FC236}">
                      <a16:creationId xmlns:a16="http://schemas.microsoft.com/office/drawing/2014/main" id="{90D2A1BE-EFE7-C3DA-7F77-3638D98383BF}"/>
                    </a:ext>
                  </a:extLst>
                </p14:cNvPr>
                <p14:cNvContentPartPr/>
                <p14:nvPr/>
              </p14:nvContentPartPr>
              <p14:xfrm>
                <a:off x="3359128" y="5432929"/>
                <a:ext cx="489600" cy="189000"/>
              </p14:xfrm>
            </p:contentPart>
          </mc:Choice>
          <mc:Fallback xmlns="">
            <p:pic>
              <p:nvPicPr>
                <p:cNvPr id="1168" name="Ink 1167">
                  <a:extLst>
                    <a:ext uri="{FF2B5EF4-FFF2-40B4-BE49-F238E27FC236}">
                      <a16:creationId xmlns:a16="http://schemas.microsoft.com/office/drawing/2014/main" id="{90D2A1BE-EFE7-C3DA-7F77-3638D98383B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41128" y="5414929"/>
                  <a:ext cx="5252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171" name="Ink 1170">
                  <a:extLst>
                    <a:ext uri="{FF2B5EF4-FFF2-40B4-BE49-F238E27FC236}">
                      <a16:creationId xmlns:a16="http://schemas.microsoft.com/office/drawing/2014/main" id="{9914583E-4D31-04B2-6565-77BDF2A26052}"/>
                    </a:ext>
                  </a:extLst>
                </p14:cNvPr>
                <p14:cNvContentPartPr/>
                <p14:nvPr/>
              </p14:nvContentPartPr>
              <p14:xfrm>
                <a:off x="3856288" y="5485489"/>
                <a:ext cx="396720" cy="75240"/>
              </p14:xfrm>
            </p:contentPart>
          </mc:Choice>
          <mc:Fallback xmlns="">
            <p:pic>
              <p:nvPicPr>
                <p:cNvPr id="1171" name="Ink 1170">
                  <a:extLst>
                    <a:ext uri="{FF2B5EF4-FFF2-40B4-BE49-F238E27FC236}">
                      <a16:creationId xmlns:a16="http://schemas.microsoft.com/office/drawing/2014/main" id="{9914583E-4D31-04B2-6565-77BDF2A2605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838648" y="5467489"/>
                  <a:ext cx="4323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172" name="Ink 1171">
                  <a:extLst>
                    <a:ext uri="{FF2B5EF4-FFF2-40B4-BE49-F238E27FC236}">
                      <a16:creationId xmlns:a16="http://schemas.microsoft.com/office/drawing/2014/main" id="{7E0288F3-3B00-39E5-695A-C8FB1176FF03}"/>
                    </a:ext>
                  </a:extLst>
                </p14:cNvPr>
                <p14:cNvContentPartPr/>
                <p14:nvPr/>
              </p14:nvContentPartPr>
              <p14:xfrm>
                <a:off x="2909128" y="5369209"/>
                <a:ext cx="62640" cy="240840"/>
              </p14:xfrm>
            </p:contentPart>
          </mc:Choice>
          <mc:Fallback xmlns="">
            <p:pic>
              <p:nvPicPr>
                <p:cNvPr id="1172" name="Ink 1171">
                  <a:extLst>
                    <a:ext uri="{FF2B5EF4-FFF2-40B4-BE49-F238E27FC236}">
                      <a16:creationId xmlns:a16="http://schemas.microsoft.com/office/drawing/2014/main" id="{7E0288F3-3B00-39E5-695A-C8FB1176FF0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891128" y="5351569"/>
                  <a:ext cx="982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173" name="Ink 1172">
                  <a:extLst>
                    <a:ext uri="{FF2B5EF4-FFF2-40B4-BE49-F238E27FC236}">
                      <a16:creationId xmlns:a16="http://schemas.microsoft.com/office/drawing/2014/main" id="{F5EFEAF7-9503-3055-7235-8FC6744B42E8}"/>
                    </a:ext>
                  </a:extLst>
                </p14:cNvPr>
                <p14:cNvContentPartPr/>
                <p14:nvPr/>
              </p14:nvContentPartPr>
              <p14:xfrm>
                <a:off x="2921368" y="5304049"/>
                <a:ext cx="221040" cy="150120"/>
              </p14:xfrm>
            </p:contentPart>
          </mc:Choice>
          <mc:Fallback xmlns="">
            <p:pic>
              <p:nvPicPr>
                <p:cNvPr id="1173" name="Ink 1172">
                  <a:extLst>
                    <a:ext uri="{FF2B5EF4-FFF2-40B4-BE49-F238E27FC236}">
                      <a16:creationId xmlns:a16="http://schemas.microsoft.com/office/drawing/2014/main" id="{F5EFEAF7-9503-3055-7235-8FC6744B42E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903368" y="5286049"/>
                  <a:ext cx="25668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4" name="Group 1203">
            <a:extLst>
              <a:ext uri="{FF2B5EF4-FFF2-40B4-BE49-F238E27FC236}">
                <a16:creationId xmlns:a16="http://schemas.microsoft.com/office/drawing/2014/main" id="{1B50DC36-5FC4-A7F1-31F5-5BFE34D9F1F6}"/>
              </a:ext>
            </a:extLst>
          </p:cNvPr>
          <p:cNvGrpSpPr/>
          <p:nvPr/>
        </p:nvGrpSpPr>
        <p:grpSpPr>
          <a:xfrm>
            <a:off x="8721688" y="5539849"/>
            <a:ext cx="336240" cy="1011960"/>
            <a:chOff x="8721688" y="5539849"/>
            <a:chExt cx="336240" cy="101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176" name="Ink 1175">
                  <a:extLst>
                    <a:ext uri="{FF2B5EF4-FFF2-40B4-BE49-F238E27FC236}">
                      <a16:creationId xmlns:a16="http://schemas.microsoft.com/office/drawing/2014/main" id="{660DCAA2-5EEF-7CD9-28CC-EB19D2315A1D}"/>
                    </a:ext>
                  </a:extLst>
                </p14:cNvPr>
                <p14:cNvContentPartPr/>
                <p14:nvPr/>
              </p14:nvContentPartPr>
              <p14:xfrm>
                <a:off x="8752288" y="5666929"/>
                <a:ext cx="28440" cy="705240"/>
              </p14:xfrm>
            </p:contentPart>
          </mc:Choice>
          <mc:Fallback xmlns="">
            <p:pic>
              <p:nvPicPr>
                <p:cNvPr id="1176" name="Ink 1175">
                  <a:extLst>
                    <a:ext uri="{FF2B5EF4-FFF2-40B4-BE49-F238E27FC236}">
                      <a16:creationId xmlns:a16="http://schemas.microsoft.com/office/drawing/2014/main" id="{660DCAA2-5EEF-7CD9-28CC-EB19D2315A1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34288" y="5648929"/>
                  <a:ext cx="64080" cy="74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177" name="Ink 1176">
                  <a:extLst>
                    <a:ext uri="{FF2B5EF4-FFF2-40B4-BE49-F238E27FC236}">
                      <a16:creationId xmlns:a16="http://schemas.microsoft.com/office/drawing/2014/main" id="{2AE18B7C-72B0-058D-698F-AFCD97CE3254}"/>
                    </a:ext>
                  </a:extLst>
                </p14:cNvPr>
                <p14:cNvContentPartPr/>
                <p14:nvPr/>
              </p14:nvContentPartPr>
              <p14:xfrm>
                <a:off x="8745448" y="5673049"/>
                <a:ext cx="277920" cy="103680"/>
              </p14:xfrm>
            </p:contentPart>
          </mc:Choice>
          <mc:Fallback xmlns="">
            <p:pic>
              <p:nvPicPr>
                <p:cNvPr id="1177" name="Ink 1176">
                  <a:extLst>
                    <a:ext uri="{FF2B5EF4-FFF2-40B4-BE49-F238E27FC236}">
                      <a16:creationId xmlns:a16="http://schemas.microsoft.com/office/drawing/2014/main" id="{2AE18B7C-72B0-058D-698F-AFCD97CE325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27448" y="5655409"/>
                  <a:ext cx="313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179" name="Ink 1178">
                  <a:extLst>
                    <a:ext uri="{FF2B5EF4-FFF2-40B4-BE49-F238E27FC236}">
                      <a16:creationId xmlns:a16="http://schemas.microsoft.com/office/drawing/2014/main" id="{AD3B583A-B2B1-A1C0-8003-4D8F2E2F3E5B}"/>
                    </a:ext>
                  </a:extLst>
                </p14:cNvPr>
                <p14:cNvContentPartPr/>
                <p14:nvPr/>
              </p14:nvContentPartPr>
              <p14:xfrm>
                <a:off x="9027328" y="5659369"/>
                <a:ext cx="30600" cy="892440"/>
              </p14:xfrm>
            </p:contentPart>
          </mc:Choice>
          <mc:Fallback xmlns="">
            <p:pic>
              <p:nvPicPr>
                <p:cNvPr id="1179" name="Ink 1178">
                  <a:extLst>
                    <a:ext uri="{FF2B5EF4-FFF2-40B4-BE49-F238E27FC236}">
                      <a16:creationId xmlns:a16="http://schemas.microsoft.com/office/drawing/2014/main" id="{AD3B583A-B2B1-A1C0-8003-4D8F2E2F3E5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09328" y="5641369"/>
                  <a:ext cx="66240" cy="9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180" name="Ink 1179">
                  <a:extLst>
                    <a:ext uri="{FF2B5EF4-FFF2-40B4-BE49-F238E27FC236}">
                      <a16:creationId xmlns:a16="http://schemas.microsoft.com/office/drawing/2014/main" id="{7D92D894-2397-468E-B878-1C4D169CCCDE}"/>
                    </a:ext>
                  </a:extLst>
                </p14:cNvPr>
                <p14:cNvContentPartPr/>
                <p14:nvPr/>
              </p14:nvContentPartPr>
              <p14:xfrm>
                <a:off x="8721688" y="6507529"/>
                <a:ext cx="306000" cy="15840"/>
              </p14:xfrm>
            </p:contentPart>
          </mc:Choice>
          <mc:Fallback xmlns="">
            <p:pic>
              <p:nvPicPr>
                <p:cNvPr id="1180" name="Ink 1179">
                  <a:extLst>
                    <a:ext uri="{FF2B5EF4-FFF2-40B4-BE49-F238E27FC236}">
                      <a16:creationId xmlns:a16="http://schemas.microsoft.com/office/drawing/2014/main" id="{7D92D894-2397-468E-B878-1C4D169CCCD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703688" y="6489889"/>
                  <a:ext cx="3416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182" name="Ink 1181">
                  <a:extLst>
                    <a:ext uri="{FF2B5EF4-FFF2-40B4-BE49-F238E27FC236}">
                      <a16:creationId xmlns:a16="http://schemas.microsoft.com/office/drawing/2014/main" id="{7525C69B-4653-98E8-C0DE-9AC5C6E91537}"/>
                    </a:ext>
                  </a:extLst>
                </p14:cNvPr>
                <p14:cNvContentPartPr/>
                <p14:nvPr/>
              </p14:nvContentPartPr>
              <p14:xfrm>
                <a:off x="8743648" y="6394129"/>
                <a:ext cx="38160" cy="100440"/>
              </p14:xfrm>
            </p:contentPart>
          </mc:Choice>
          <mc:Fallback xmlns="">
            <p:pic>
              <p:nvPicPr>
                <p:cNvPr id="1182" name="Ink 1181">
                  <a:extLst>
                    <a:ext uri="{FF2B5EF4-FFF2-40B4-BE49-F238E27FC236}">
                      <a16:creationId xmlns:a16="http://schemas.microsoft.com/office/drawing/2014/main" id="{7525C69B-4653-98E8-C0DE-9AC5C6E9153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26008" y="6376489"/>
                  <a:ext cx="738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195" name="Ink 1194">
                  <a:extLst>
                    <a:ext uri="{FF2B5EF4-FFF2-40B4-BE49-F238E27FC236}">
                      <a16:creationId xmlns:a16="http://schemas.microsoft.com/office/drawing/2014/main" id="{346A0AD6-976D-3B14-17C3-33B4AF48C6A1}"/>
                    </a:ext>
                  </a:extLst>
                </p14:cNvPr>
                <p14:cNvContentPartPr/>
                <p14:nvPr/>
              </p14:nvContentPartPr>
              <p14:xfrm>
                <a:off x="8854168" y="5617969"/>
                <a:ext cx="36360" cy="145800"/>
              </p14:xfrm>
            </p:contentPart>
          </mc:Choice>
          <mc:Fallback xmlns="">
            <p:pic>
              <p:nvPicPr>
                <p:cNvPr id="1195" name="Ink 1194">
                  <a:extLst>
                    <a:ext uri="{FF2B5EF4-FFF2-40B4-BE49-F238E27FC236}">
                      <a16:creationId xmlns:a16="http://schemas.microsoft.com/office/drawing/2014/main" id="{346A0AD6-976D-3B14-17C3-33B4AF48C6A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836528" y="5600329"/>
                  <a:ext cx="720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199" name="Ink 1198">
                  <a:extLst>
                    <a:ext uri="{FF2B5EF4-FFF2-40B4-BE49-F238E27FC236}">
                      <a16:creationId xmlns:a16="http://schemas.microsoft.com/office/drawing/2014/main" id="{645B0FBF-3070-59FE-F602-FBBD58D8A119}"/>
                    </a:ext>
                  </a:extLst>
                </p14:cNvPr>
                <p14:cNvContentPartPr/>
                <p14:nvPr/>
              </p14:nvContentPartPr>
              <p14:xfrm>
                <a:off x="8834368" y="5599249"/>
                <a:ext cx="145800" cy="32400"/>
              </p14:xfrm>
            </p:contentPart>
          </mc:Choice>
          <mc:Fallback xmlns="">
            <p:pic>
              <p:nvPicPr>
                <p:cNvPr id="1199" name="Ink 1198">
                  <a:extLst>
                    <a:ext uri="{FF2B5EF4-FFF2-40B4-BE49-F238E27FC236}">
                      <a16:creationId xmlns:a16="http://schemas.microsoft.com/office/drawing/2014/main" id="{645B0FBF-3070-59FE-F602-FBBD58D8A11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816728" y="5581609"/>
                  <a:ext cx="1814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200" name="Ink 1199">
                  <a:extLst>
                    <a:ext uri="{FF2B5EF4-FFF2-40B4-BE49-F238E27FC236}">
                      <a16:creationId xmlns:a16="http://schemas.microsoft.com/office/drawing/2014/main" id="{522CA335-FAE7-4DB3-49BD-2EAFBF156C12}"/>
                    </a:ext>
                  </a:extLst>
                </p14:cNvPr>
                <p14:cNvContentPartPr/>
                <p14:nvPr/>
              </p14:nvContentPartPr>
              <p14:xfrm>
                <a:off x="8966128" y="5598169"/>
                <a:ext cx="6480" cy="96840"/>
              </p14:xfrm>
            </p:contentPart>
          </mc:Choice>
          <mc:Fallback xmlns="">
            <p:pic>
              <p:nvPicPr>
                <p:cNvPr id="1200" name="Ink 1199">
                  <a:extLst>
                    <a:ext uri="{FF2B5EF4-FFF2-40B4-BE49-F238E27FC236}">
                      <a16:creationId xmlns:a16="http://schemas.microsoft.com/office/drawing/2014/main" id="{522CA335-FAE7-4DB3-49BD-2EAFBF156C1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948488" y="5580169"/>
                  <a:ext cx="421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201" name="Ink 1200">
                  <a:extLst>
                    <a:ext uri="{FF2B5EF4-FFF2-40B4-BE49-F238E27FC236}">
                      <a16:creationId xmlns:a16="http://schemas.microsoft.com/office/drawing/2014/main" id="{F9B9F785-5E11-1543-2B4F-AE0C89B66024}"/>
                    </a:ext>
                  </a:extLst>
                </p14:cNvPr>
                <p14:cNvContentPartPr/>
                <p14:nvPr/>
              </p14:nvContentPartPr>
              <p14:xfrm>
                <a:off x="8907088" y="5687449"/>
                <a:ext cx="81000" cy="45720"/>
              </p14:xfrm>
            </p:contentPart>
          </mc:Choice>
          <mc:Fallback xmlns="">
            <p:pic>
              <p:nvPicPr>
                <p:cNvPr id="1201" name="Ink 1200">
                  <a:extLst>
                    <a:ext uri="{FF2B5EF4-FFF2-40B4-BE49-F238E27FC236}">
                      <a16:creationId xmlns:a16="http://schemas.microsoft.com/office/drawing/2014/main" id="{F9B9F785-5E11-1543-2B4F-AE0C89B6602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889088" y="5669809"/>
                  <a:ext cx="1166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203" name="Ink 1202">
                  <a:extLst>
                    <a:ext uri="{FF2B5EF4-FFF2-40B4-BE49-F238E27FC236}">
                      <a16:creationId xmlns:a16="http://schemas.microsoft.com/office/drawing/2014/main" id="{0B4D817C-6B29-3064-301E-D148C394E7CE}"/>
                    </a:ext>
                  </a:extLst>
                </p14:cNvPr>
                <p14:cNvContentPartPr/>
                <p14:nvPr/>
              </p14:nvContentPartPr>
              <p14:xfrm>
                <a:off x="8877568" y="5539849"/>
                <a:ext cx="58680" cy="48600"/>
              </p14:xfrm>
            </p:contentPart>
          </mc:Choice>
          <mc:Fallback xmlns="">
            <p:pic>
              <p:nvPicPr>
                <p:cNvPr id="1203" name="Ink 1202">
                  <a:extLst>
                    <a:ext uri="{FF2B5EF4-FFF2-40B4-BE49-F238E27FC236}">
                      <a16:creationId xmlns:a16="http://schemas.microsoft.com/office/drawing/2014/main" id="{0B4D817C-6B29-3064-301E-D148C394E7C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59928" y="5521849"/>
                  <a:ext cx="94320" cy="8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205" name="Ink 1204">
                <a:extLst>
                  <a:ext uri="{FF2B5EF4-FFF2-40B4-BE49-F238E27FC236}">
                    <a16:creationId xmlns:a16="http://schemas.microsoft.com/office/drawing/2014/main" id="{76FEAA54-ADC3-9547-AF53-29DA85FF26C8}"/>
                  </a:ext>
                </a:extLst>
              </p14:cNvPr>
              <p14:cNvContentPartPr/>
              <p14:nvPr/>
            </p14:nvContentPartPr>
            <p14:xfrm>
              <a:off x="8911048" y="5276329"/>
              <a:ext cx="713880" cy="579600"/>
            </p14:xfrm>
          </p:contentPart>
        </mc:Choice>
        <mc:Fallback xmlns="">
          <p:pic>
            <p:nvPicPr>
              <p:cNvPr id="1205" name="Ink 1204">
                <a:extLst>
                  <a:ext uri="{FF2B5EF4-FFF2-40B4-BE49-F238E27FC236}">
                    <a16:creationId xmlns:a16="http://schemas.microsoft.com/office/drawing/2014/main" id="{76FEAA54-ADC3-9547-AF53-29DA85FF26C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893048" y="5258329"/>
                <a:ext cx="749520" cy="61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8" name="Group 1207">
            <a:extLst>
              <a:ext uri="{FF2B5EF4-FFF2-40B4-BE49-F238E27FC236}">
                <a16:creationId xmlns:a16="http://schemas.microsoft.com/office/drawing/2014/main" id="{A037F814-5CB3-2CAE-D25B-9E5B6E74DADC}"/>
              </a:ext>
            </a:extLst>
          </p:cNvPr>
          <p:cNvGrpSpPr/>
          <p:nvPr/>
        </p:nvGrpSpPr>
        <p:grpSpPr>
          <a:xfrm>
            <a:off x="8898088" y="6138169"/>
            <a:ext cx="741600" cy="580320"/>
            <a:chOff x="8898088" y="6138169"/>
            <a:chExt cx="741600" cy="58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206" name="Ink 1205">
                  <a:extLst>
                    <a:ext uri="{FF2B5EF4-FFF2-40B4-BE49-F238E27FC236}">
                      <a16:creationId xmlns:a16="http://schemas.microsoft.com/office/drawing/2014/main" id="{D591BD1D-DA3A-A65D-738E-7951B9399AED}"/>
                    </a:ext>
                  </a:extLst>
                </p14:cNvPr>
                <p14:cNvContentPartPr/>
                <p14:nvPr/>
              </p14:nvContentPartPr>
              <p14:xfrm>
                <a:off x="8950648" y="6618409"/>
                <a:ext cx="360" cy="360"/>
              </p14:xfrm>
            </p:contentPart>
          </mc:Choice>
          <mc:Fallback xmlns="">
            <p:pic>
              <p:nvPicPr>
                <p:cNvPr id="1206" name="Ink 1205">
                  <a:extLst>
                    <a:ext uri="{FF2B5EF4-FFF2-40B4-BE49-F238E27FC236}">
                      <a16:creationId xmlns:a16="http://schemas.microsoft.com/office/drawing/2014/main" id="{D591BD1D-DA3A-A65D-738E-7951B9399AE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932648" y="660076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207" name="Ink 1206">
                  <a:extLst>
                    <a:ext uri="{FF2B5EF4-FFF2-40B4-BE49-F238E27FC236}">
                      <a16:creationId xmlns:a16="http://schemas.microsoft.com/office/drawing/2014/main" id="{C8A5FB91-7279-D02B-839A-0C9863DBEC20}"/>
                    </a:ext>
                  </a:extLst>
                </p14:cNvPr>
                <p14:cNvContentPartPr/>
                <p14:nvPr/>
              </p14:nvContentPartPr>
              <p14:xfrm>
                <a:off x="8898088" y="6138169"/>
                <a:ext cx="741600" cy="580320"/>
              </p14:xfrm>
            </p:contentPart>
          </mc:Choice>
          <mc:Fallback xmlns="">
            <p:pic>
              <p:nvPicPr>
                <p:cNvPr id="1207" name="Ink 1206">
                  <a:extLst>
                    <a:ext uri="{FF2B5EF4-FFF2-40B4-BE49-F238E27FC236}">
                      <a16:creationId xmlns:a16="http://schemas.microsoft.com/office/drawing/2014/main" id="{C8A5FB91-7279-D02B-839A-0C9863DBEC2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880088" y="6120169"/>
                  <a:ext cx="777240" cy="61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4" name="Group 1213">
            <a:extLst>
              <a:ext uri="{FF2B5EF4-FFF2-40B4-BE49-F238E27FC236}">
                <a16:creationId xmlns:a16="http://schemas.microsoft.com/office/drawing/2014/main" id="{49855308-1928-5A3F-16FB-458CDBE03FCE}"/>
              </a:ext>
            </a:extLst>
          </p:cNvPr>
          <p:cNvGrpSpPr/>
          <p:nvPr/>
        </p:nvGrpSpPr>
        <p:grpSpPr>
          <a:xfrm>
            <a:off x="9478048" y="5717689"/>
            <a:ext cx="851400" cy="333720"/>
            <a:chOff x="9478048" y="5717689"/>
            <a:chExt cx="851400" cy="3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209" name="Ink 1208">
                  <a:extLst>
                    <a:ext uri="{FF2B5EF4-FFF2-40B4-BE49-F238E27FC236}">
                      <a16:creationId xmlns:a16="http://schemas.microsoft.com/office/drawing/2014/main" id="{C9440886-6EE9-33C2-256F-E00862566E35}"/>
                    </a:ext>
                  </a:extLst>
                </p14:cNvPr>
                <p14:cNvContentPartPr/>
                <p14:nvPr/>
              </p14:nvContentPartPr>
              <p14:xfrm>
                <a:off x="9478048" y="5804449"/>
                <a:ext cx="537120" cy="82440"/>
              </p14:xfrm>
            </p:contentPart>
          </mc:Choice>
          <mc:Fallback xmlns="">
            <p:pic>
              <p:nvPicPr>
                <p:cNvPr id="1209" name="Ink 1208">
                  <a:extLst>
                    <a:ext uri="{FF2B5EF4-FFF2-40B4-BE49-F238E27FC236}">
                      <a16:creationId xmlns:a16="http://schemas.microsoft.com/office/drawing/2014/main" id="{C9440886-6EE9-33C2-256F-E00862566E3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460048" y="5786809"/>
                  <a:ext cx="5727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10" name="Ink 1209">
                  <a:extLst>
                    <a:ext uri="{FF2B5EF4-FFF2-40B4-BE49-F238E27FC236}">
                      <a16:creationId xmlns:a16="http://schemas.microsoft.com/office/drawing/2014/main" id="{85BB6603-33E4-3448-CDD4-7258E186C578}"/>
                    </a:ext>
                  </a:extLst>
                </p14:cNvPr>
                <p14:cNvContentPartPr/>
                <p14:nvPr/>
              </p14:nvContentPartPr>
              <p14:xfrm>
                <a:off x="9530608" y="5951689"/>
                <a:ext cx="513000" cy="98280"/>
              </p14:xfrm>
            </p:contentPart>
          </mc:Choice>
          <mc:Fallback xmlns="">
            <p:pic>
              <p:nvPicPr>
                <p:cNvPr id="1210" name="Ink 1209">
                  <a:extLst>
                    <a:ext uri="{FF2B5EF4-FFF2-40B4-BE49-F238E27FC236}">
                      <a16:creationId xmlns:a16="http://schemas.microsoft.com/office/drawing/2014/main" id="{85BB6603-33E4-3448-CDD4-7258E186C57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512968" y="5934049"/>
                  <a:ext cx="5486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211" name="Ink 1210">
                  <a:extLst>
                    <a:ext uri="{FF2B5EF4-FFF2-40B4-BE49-F238E27FC236}">
                      <a16:creationId xmlns:a16="http://schemas.microsoft.com/office/drawing/2014/main" id="{56886D02-1C24-3D00-503E-E57E860BADE5}"/>
                    </a:ext>
                  </a:extLst>
                </p14:cNvPr>
                <p14:cNvContentPartPr/>
                <p14:nvPr/>
              </p14:nvContentPartPr>
              <p14:xfrm>
                <a:off x="9950728" y="5717689"/>
                <a:ext cx="76680" cy="318960"/>
              </p14:xfrm>
            </p:contentPart>
          </mc:Choice>
          <mc:Fallback xmlns="">
            <p:pic>
              <p:nvPicPr>
                <p:cNvPr id="1211" name="Ink 1210">
                  <a:extLst>
                    <a:ext uri="{FF2B5EF4-FFF2-40B4-BE49-F238E27FC236}">
                      <a16:creationId xmlns:a16="http://schemas.microsoft.com/office/drawing/2014/main" id="{56886D02-1C24-3D00-503E-E57E860BADE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933088" y="5699689"/>
                  <a:ext cx="11232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212" name="Ink 1211">
                  <a:extLst>
                    <a:ext uri="{FF2B5EF4-FFF2-40B4-BE49-F238E27FC236}">
                      <a16:creationId xmlns:a16="http://schemas.microsoft.com/office/drawing/2014/main" id="{17CDFD61-43DF-5746-1056-9AC7CECB0C11}"/>
                    </a:ext>
                  </a:extLst>
                </p14:cNvPr>
                <p14:cNvContentPartPr/>
                <p14:nvPr/>
              </p14:nvContentPartPr>
              <p14:xfrm>
                <a:off x="9931648" y="5728489"/>
                <a:ext cx="56160" cy="20160"/>
              </p14:xfrm>
            </p:contentPart>
          </mc:Choice>
          <mc:Fallback xmlns="">
            <p:pic>
              <p:nvPicPr>
                <p:cNvPr id="1212" name="Ink 1211">
                  <a:extLst>
                    <a:ext uri="{FF2B5EF4-FFF2-40B4-BE49-F238E27FC236}">
                      <a16:creationId xmlns:a16="http://schemas.microsoft.com/office/drawing/2014/main" id="{17CDFD61-43DF-5746-1056-9AC7CECB0C1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914008" y="5710489"/>
                  <a:ext cx="91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213" name="Ink 1212">
                  <a:extLst>
                    <a:ext uri="{FF2B5EF4-FFF2-40B4-BE49-F238E27FC236}">
                      <a16:creationId xmlns:a16="http://schemas.microsoft.com/office/drawing/2014/main" id="{39489BB4-50B2-9CF1-44E5-791C7B69AC3B}"/>
                    </a:ext>
                  </a:extLst>
                </p14:cNvPr>
                <p14:cNvContentPartPr/>
                <p14:nvPr/>
              </p14:nvContentPartPr>
              <p14:xfrm>
                <a:off x="9947488" y="5744329"/>
                <a:ext cx="381960" cy="307080"/>
              </p14:xfrm>
            </p:contentPart>
          </mc:Choice>
          <mc:Fallback xmlns="">
            <p:pic>
              <p:nvPicPr>
                <p:cNvPr id="1213" name="Ink 1212">
                  <a:extLst>
                    <a:ext uri="{FF2B5EF4-FFF2-40B4-BE49-F238E27FC236}">
                      <a16:creationId xmlns:a16="http://schemas.microsoft.com/office/drawing/2014/main" id="{39489BB4-50B2-9CF1-44E5-791C7B69AC3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929848" y="5726689"/>
                  <a:ext cx="417600" cy="34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1" name="Group 1220">
            <a:extLst>
              <a:ext uri="{FF2B5EF4-FFF2-40B4-BE49-F238E27FC236}">
                <a16:creationId xmlns:a16="http://schemas.microsoft.com/office/drawing/2014/main" id="{42B95BE5-399E-3297-351D-488A21AE425C}"/>
              </a:ext>
            </a:extLst>
          </p:cNvPr>
          <p:cNvGrpSpPr/>
          <p:nvPr/>
        </p:nvGrpSpPr>
        <p:grpSpPr>
          <a:xfrm>
            <a:off x="10501528" y="5279209"/>
            <a:ext cx="389880" cy="1393920"/>
            <a:chOff x="10501528" y="5279209"/>
            <a:chExt cx="389880" cy="139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215" name="Ink 1214">
                  <a:extLst>
                    <a:ext uri="{FF2B5EF4-FFF2-40B4-BE49-F238E27FC236}">
                      <a16:creationId xmlns:a16="http://schemas.microsoft.com/office/drawing/2014/main" id="{479E9742-1911-60AD-1EA0-E16F2E1D396B}"/>
                    </a:ext>
                  </a:extLst>
                </p14:cNvPr>
                <p14:cNvContentPartPr/>
                <p14:nvPr/>
              </p14:nvContentPartPr>
              <p14:xfrm>
                <a:off x="10692688" y="5279209"/>
                <a:ext cx="25560" cy="639720"/>
              </p14:xfrm>
            </p:contentPart>
          </mc:Choice>
          <mc:Fallback xmlns="">
            <p:pic>
              <p:nvPicPr>
                <p:cNvPr id="1215" name="Ink 1214">
                  <a:extLst>
                    <a:ext uri="{FF2B5EF4-FFF2-40B4-BE49-F238E27FC236}">
                      <a16:creationId xmlns:a16="http://schemas.microsoft.com/office/drawing/2014/main" id="{479E9742-1911-60AD-1EA0-E16F2E1D396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675048" y="5261569"/>
                  <a:ext cx="61200" cy="67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216" name="Ink 1215">
                  <a:extLst>
                    <a:ext uri="{FF2B5EF4-FFF2-40B4-BE49-F238E27FC236}">
                      <a16:creationId xmlns:a16="http://schemas.microsoft.com/office/drawing/2014/main" id="{EF19F980-B153-D99A-797F-7BEB457F0C5A}"/>
                    </a:ext>
                  </a:extLst>
                </p14:cNvPr>
                <p14:cNvContentPartPr/>
                <p14:nvPr/>
              </p14:nvContentPartPr>
              <p14:xfrm>
                <a:off x="10510528" y="5893369"/>
                <a:ext cx="380880" cy="45000"/>
              </p14:xfrm>
            </p:contentPart>
          </mc:Choice>
          <mc:Fallback xmlns="">
            <p:pic>
              <p:nvPicPr>
                <p:cNvPr id="1216" name="Ink 1215">
                  <a:extLst>
                    <a:ext uri="{FF2B5EF4-FFF2-40B4-BE49-F238E27FC236}">
                      <a16:creationId xmlns:a16="http://schemas.microsoft.com/office/drawing/2014/main" id="{EF19F980-B153-D99A-797F-7BEB457F0C5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92888" y="5875369"/>
                  <a:ext cx="4165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217" name="Ink 1216">
                  <a:extLst>
                    <a:ext uri="{FF2B5EF4-FFF2-40B4-BE49-F238E27FC236}">
                      <a16:creationId xmlns:a16="http://schemas.microsoft.com/office/drawing/2014/main" id="{9BBD5BCF-15A0-B69D-3728-D3F9A61F3E33}"/>
                    </a:ext>
                  </a:extLst>
                </p14:cNvPr>
                <p14:cNvContentPartPr/>
                <p14:nvPr/>
              </p14:nvContentPartPr>
              <p14:xfrm>
                <a:off x="10694488" y="6048889"/>
                <a:ext cx="39240" cy="15120"/>
              </p14:xfrm>
            </p:contentPart>
          </mc:Choice>
          <mc:Fallback xmlns="">
            <p:pic>
              <p:nvPicPr>
                <p:cNvPr id="1217" name="Ink 1216">
                  <a:extLst>
                    <a:ext uri="{FF2B5EF4-FFF2-40B4-BE49-F238E27FC236}">
                      <a16:creationId xmlns:a16="http://schemas.microsoft.com/office/drawing/2014/main" id="{9BBD5BCF-15A0-B69D-3728-D3F9A61F3E3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676848" y="6030889"/>
                  <a:ext cx="748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218" name="Ink 1217">
                  <a:extLst>
                    <a:ext uri="{FF2B5EF4-FFF2-40B4-BE49-F238E27FC236}">
                      <a16:creationId xmlns:a16="http://schemas.microsoft.com/office/drawing/2014/main" id="{ADB8EA15-67A9-4D33-860B-FF5F5CC1CED9}"/>
                    </a:ext>
                  </a:extLst>
                </p14:cNvPr>
                <p14:cNvContentPartPr/>
                <p14:nvPr/>
              </p14:nvContentPartPr>
              <p14:xfrm>
                <a:off x="10678648" y="6040609"/>
                <a:ext cx="74520" cy="24840"/>
              </p14:xfrm>
            </p:contentPart>
          </mc:Choice>
          <mc:Fallback xmlns="">
            <p:pic>
              <p:nvPicPr>
                <p:cNvPr id="1218" name="Ink 1217">
                  <a:extLst>
                    <a:ext uri="{FF2B5EF4-FFF2-40B4-BE49-F238E27FC236}">
                      <a16:creationId xmlns:a16="http://schemas.microsoft.com/office/drawing/2014/main" id="{ADB8EA15-67A9-4D33-860B-FF5F5CC1CED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661008" y="6022609"/>
                  <a:ext cx="1101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219" name="Ink 1218">
                  <a:extLst>
                    <a:ext uri="{FF2B5EF4-FFF2-40B4-BE49-F238E27FC236}">
                      <a16:creationId xmlns:a16="http://schemas.microsoft.com/office/drawing/2014/main" id="{6D3B5B02-A5BC-1245-EFF0-831D9F623CDE}"/>
                    </a:ext>
                  </a:extLst>
                </p14:cNvPr>
                <p14:cNvContentPartPr/>
                <p14:nvPr/>
              </p14:nvContentPartPr>
              <p14:xfrm>
                <a:off x="10716808" y="6053929"/>
                <a:ext cx="83520" cy="619200"/>
              </p14:xfrm>
            </p:contentPart>
          </mc:Choice>
          <mc:Fallback xmlns="">
            <p:pic>
              <p:nvPicPr>
                <p:cNvPr id="1219" name="Ink 1218">
                  <a:extLst>
                    <a:ext uri="{FF2B5EF4-FFF2-40B4-BE49-F238E27FC236}">
                      <a16:creationId xmlns:a16="http://schemas.microsoft.com/office/drawing/2014/main" id="{6D3B5B02-A5BC-1245-EFF0-831D9F623CD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698808" y="6035929"/>
                  <a:ext cx="11916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220" name="Ink 1219">
                  <a:extLst>
                    <a:ext uri="{FF2B5EF4-FFF2-40B4-BE49-F238E27FC236}">
                      <a16:creationId xmlns:a16="http://schemas.microsoft.com/office/drawing/2014/main" id="{B5585F6B-F1A6-2539-8EF2-BC89D489AD1F}"/>
                    </a:ext>
                  </a:extLst>
                </p14:cNvPr>
                <p14:cNvContentPartPr/>
                <p14:nvPr/>
              </p14:nvContentPartPr>
              <p14:xfrm>
                <a:off x="10501528" y="5932249"/>
                <a:ext cx="39600" cy="7200"/>
              </p14:xfrm>
            </p:contentPart>
          </mc:Choice>
          <mc:Fallback xmlns="">
            <p:pic>
              <p:nvPicPr>
                <p:cNvPr id="1220" name="Ink 1219">
                  <a:extLst>
                    <a:ext uri="{FF2B5EF4-FFF2-40B4-BE49-F238E27FC236}">
                      <a16:creationId xmlns:a16="http://schemas.microsoft.com/office/drawing/2014/main" id="{B5585F6B-F1A6-2539-8EF2-BC89D489AD1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483888" y="5914249"/>
                  <a:ext cx="7524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4" name="Group 1223">
            <a:extLst>
              <a:ext uri="{FF2B5EF4-FFF2-40B4-BE49-F238E27FC236}">
                <a16:creationId xmlns:a16="http://schemas.microsoft.com/office/drawing/2014/main" id="{70C299F8-886C-3393-831D-30201B836EFF}"/>
              </a:ext>
            </a:extLst>
          </p:cNvPr>
          <p:cNvGrpSpPr/>
          <p:nvPr/>
        </p:nvGrpSpPr>
        <p:grpSpPr>
          <a:xfrm>
            <a:off x="10689448" y="5220889"/>
            <a:ext cx="785160" cy="530280"/>
            <a:chOff x="10689448" y="5220889"/>
            <a:chExt cx="785160" cy="53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22" name="Ink 1221">
                  <a:extLst>
                    <a:ext uri="{FF2B5EF4-FFF2-40B4-BE49-F238E27FC236}">
                      <a16:creationId xmlns:a16="http://schemas.microsoft.com/office/drawing/2014/main" id="{09D141C7-CF10-9324-BCEB-E76B7D4E384B}"/>
                    </a:ext>
                  </a:extLst>
                </p14:cNvPr>
                <p14:cNvContentPartPr/>
                <p14:nvPr/>
              </p14:nvContentPartPr>
              <p14:xfrm>
                <a:off x="10689448" y="5229529"/>
                <a:ext cx="719280" cy="76320"/>
              </p14:xfrm>
            </p:contentPart>
          </mc:Choice>
          <mc:Fallback xmlns="">
            <p:pic>
              <p:nvPicPr>
                <p:cNvPr id="1222" name="Ink 1221">
                  <a:extLst>
                    <a:ext uri="{FF2B5EF4-FFF2-40B4-BE49-F238E27FC236}">
                      <a16:creationId xmlns:a16="http://schemas.microsoft.com/office/drawing/2014/main" id="{09D141C7-CF10-9324-BCEB-E76B7D4E384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671448" y="5211529"/>
                  <a:ext cx="7549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23" name="Ink 1222">
                  <a:extLst>
                    <a:ext uri="{FF2B5EF4-FFF2-40B4-BE49-F238E27FC236}">
                      <a16:creationId xmlns:a16="http://schemas.microsoft.com/office/drawing/2014/main" id="{26D9FC24-1781-FBFF-FFA4-56031AADDFA7}"/>
                    </a:ext>
                  </a:extLst>
                </p14:cNvPr>
                <p14:cNvContentPartPr/>
                <p14:nvPr/>
              </p14:nvContentPartPr>
              <p14:xfrm>
                <a:off x="11400808" y="5220889"/>
                <a:ext cx="73800" cy="530280"/>
              </p14:xfrm>
            </p:contentPart>
          </mc:Choice>
          <mc:Fallback xmlns="">
            <p:pic>
              <p:nvPicPr>
                <p:cNvPr id="1223" name="Ink 1222">
                  <a:extLst>
                    <a:ext uri="{FF2B5EF4-FFF2-40B4-BE49-F238E27FC236}">
                      <a16:creationId xmlns:a16="http://schemas.microsoft.com/office/drawing/2014/main" id="{26D9FC24-1781-FBFF-FFA4-56031AADDFA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382808" y="5203249"/>
                  <a:ext cx="109440" cy="56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225" name="Ink 1224">
                <a:extLst>
                  <a:ext uri="{FF2B5EF4-FFF2-40B4-BE49-F238E27FC236}">
                    <a16:creationId xmlns:a16="http://schemas.microsoft.com/office/drawing/2014/main" id="{4D63A004-9078-7CAA-45D0-279A3CB573A4}"/>
                  </a:ext>
                </a:extLst>
              </p14:cNvPr>
              <p14:cNvContentPartPr/>
              <p14:nvPr/>
            </p14:nvContentPartPr>
            <p14:xfrm>
              <a:off x="10780168" y="6193969"/>
              <a:ext cx="789840" cy="493560"/>
            </p14:xfrm>
          </p:contentPart>
        </mc:Choice>
        <mc:Fallback xmlns="">
          <p:pic>
            <p:nvPicPr>
              <p:cNvPr id="1225" name="Ink 1224">
                <a:extLst>
                  <a:ext uri="{FF2B5EF4-FFF2-40B4-BE49-F238E27FC236}">
                    <a16:creationId xmlns:a16="http://schemas.microsoft.com/office/drawing/2014/main" id="{4D63A004-9078-7CAA-45D0-279A3CB573A4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0762528" y="6176329"/>
                <a:ext cx="825480" cy="52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4" name="Group 1233">
            <a:extLst>
              <a:ext uri="{FF2B5EF4-FFF2-40B4-BE49-F238E27FC236}">
                <a16:creationId xmlns:a16="http://schemas.microsoft.com/office/drawing/2014/main" id="{29AF947C-950B-F550-AD2A-FE415DA7EBF6}"/>
              </a:ext>
            </a:extLst>
          </p:cNvPr>
          <p:cNvGrpSpPr/>
          <p:nvPr/>
        </p:nvGrpSpPr>
        <p:grpSpPr>
          <a:xfrm>
            <a:off x="11344648" y="5660809"/>
            <a:ext cx="528120" cy="570600"/>
            <a:chOff x="11344648" y="5660809"/>
            <a:chExt cx="528120" cy="57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26" name="Ink 1225">
                  <a:extLst>
                    <a:ext uri="{FF2B5EF4-FFF2-40B4-BE49-F238E27FC236}">
                      <a16:creationId xmlns:a16="http://schemas.microsoft.com/office/drawing/2014/main" id="{8CAD1CF3-F2CB-68E1-AF88-93D9BF523047}"/>
                    </a:ext>
                  </a:extLst>
                </p14:cNvPr>
                <p14:cNvContentPartPr/>
                <p14:nvPr/>
              </p14:nvContentPartPr>
              <p14:xfrm>
                <a:off x="11355088" y="5789329"/>
                <a:ext cx="256320" cy="11880"/>
              </p14:xfrm>
            </p:contentPart>
          </mc:Choice>
          <mc:Fallback xmlns="">
            <p:pic>
              <p:nvPicPr>
                <p:cNvPr id="1226" name="Ink 1225">
                  <a:extLst>
                    <a:ext uri="{FF2B5EF4-FFF2-40B4-BE49-F238E27FC236}">
                      <a16:creationId xmlns:a16="http://schemas.microsoft.com/office/drawing/2014/main" id="{8CAD1CF3-F2CB-68E1-AF88-93D9BF52304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337088" y="5771329"/>
                  <a:ext cx="2919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27" name="Ink 1226">
                  <a:extLst>
                    <a:ext uri="{FF2B5EF4-FFF2-40B4-BE49-F238E27FC236}">
                      <a16:creationId xmlns:a16="http://schemas.microsoft.com/office/drawing/2014/main" id="{BECD5ED7-1115-10B3-6511-FA996DE81F86}"/>
                    </a:ext>
                  </a:extLst>
                </p14:cNvPr>
                <p14:cNvContentPartPr/>
                <p14:nvPr/>
              </p14:nvContentPartPr>
              <p14:xfrm>
                <a:off x="11363008" y="5839369"/>
                <a:ext cx="166680" cy="130320"/>
              </p14:xfrm>
            </p:contentPart>
          </mc:Choice>
          <mc:Fallback xmlns="">
            <p:pic>
              <p:nvPicPr>
                <p:cNvPr id="1227" name="Ink 1226">
                  <a:extLst>
                    <a:ext uri="{FF2B5EF4-FFF2-40B4-BE49-F238E27FC236}">
                      <a16:creationId xmlns:a16="http://schemas.microsoft.com/office/drawing/2014/main" id="{BECD5ED7-1115-10B3-6511-FA996DE81F8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345008" y="5821369"/>
                  <a:ext cx="202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28" name="Ink 1227">
                  <a:extLst>
                    <a:ext uri="{FF2B5EF4-FFF2-40B4-BE49-F238E27FC236}">
                      <a16:creationId xmlns:a16="http://schemas.microsoft.com/office/drawing/2014/main" id="{7C7F1014-B017-718D-D60A-2B014A266958}"/>
                    </a:ext>
                  </a:extLst>
                </p14:cNvPr>
                <p14:cNvContentPartPr/>
                <p14:nvPr/>
              </p14:nvContentPartPr>
              <p14:xfrm>
                <a:off x="11535808" y="5797609"/>
                <a:ext cx="116640" cy="119880"/>
              </p14:xfrm>
            </p:contentPart>
          </mc:Choice>
          <mc:Fallback xmlns="">
            <p:pic>
              <p:nvPicPr>
                <p:cNvPr id="1228" name="Ink 1227">
                  <a:extLst>
                    <a:ext uri="{FF2B5EF4-FFF2-40B4-BE49-F238E27FC236}">
                      <a16:creationId xmlns:a16="http://schemas.microsoft.com/office/drawing/2014/main" id="{7C7F1014-B017-718D-D60A-2B014A26695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517808" y="5779609"/>
                  <a:ext cx="1522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29" name="Ink 1228">
                  <a:extLst>
                    <a:ext uri="{FF2B5EF4-FFF2-40B4-BE49-F238E27FC236}">
                      <a16:creationId xmlns:a16="http://schemas.microsoft.com/office/drawing/2014/main" id="{7B8D3E60-D964-EE04-1235-3EC309696A22}"/>
                    </a:ext>
                  </a:extLst>
                </p14:cNvPr>
                <p14:cNvContentPartPr/>
                <p14:nvPr/>
              </p14:nvContentPartPr>
              <p14:xfrm>
                <a:off x="11344648" y="5980129"/>
                <a:ext cx="427320" cy="34920"/>
              </p14:xfrm>
            </p:contentPart>
          </mc:Choice>
          <mc:Fallback xmlns="">
            <p:pic>
              <p:nvPicPr>
                <p:cNvPr id="1229" name="Ink 1228">
                  <a:extLst>
                    <a:ext uri="{FF2B5EF4-FFF2-40B4-BE49-F238E27FC236}">
                      <a16:creationId xmlns:a16="http://schemas.microsoft.com/office/drawing/2014/main" id="{7B8D3E60-D964-EE04-1235-3EC309696A2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326648" y="5962129"/>
                  <a:ext cx="462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30" name="Ink 1229">
                  <a:extLst>
                    <a:ext uri="{FF2B5EF4-FFF2-40B4-BE49-F238E27FC236}">
                      <a16:creationId xmlns:a16="http://schemas.microsoft.com/office/drawing/2014/main" id="{DA75BF8D-7A9F-0D98-DEE8-3B92CF7E582E}"/>
                    </a:ext>
                  </a:extLst>
                </p14:cNvPr>
                <p14:cNvContentPartPr/>
                <p14:nvPr/>
              </p14:nvContentPartPr>
              <p14:xfrm>
                <a:off x="11548048" y="6000649"/>
                <a:ext cx="24480" cy="230760"/>
              </p14:xfrm>
            </p:contentPart>
          </mc:Choice>
          <mc:Fallback xmlns="">
            <p:pic>
              <p:nvPicPr>
                <p:cNvPr id="1230" name="Ink 1229">
                  <a:extLst>
                    <a:ext uri="{FF2B5EF4-FFF2-40B4-BE49-F238E27FC236}">
                      <a16:creationId xmlns:a16="http://schemas.microsoft.com/office/drawing/2014/main" id="{DA75BF8D-7A9F-0D98-DEE8-3B92CF7E582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530048" y="5983009"/>
                  <a:ext cx="601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32" name="Ink 1231">
                  <a:extLst>
                    <a:ext uri="{FF2B5EF4-FFF2-40B4-BE49-F238E27FC236}">
                      <a16:creationId xmlns:a16="http://schemas.microsoft.com/office/drawing/2014/main" id="{0E590227-CBFE-34B5-8C84-588AA8DCD949}"/>
                    </a:ext>
                  </a:extLst>
                </p14:cNvPr>
                <p14:cNvContentPartPr/>
                <p14:nvPr/>
              </p14:nvContentPartPr>
              <p14:xfrm>
                <a:off x="11720128" y="5684929"/>
                <a:ext cx="119880" cy="119520"/>
              </p14:xfrm>
            </p:contentPart>
          </mc:Choice>
          <mc:Fallback xmlns="">
            <p:pic>
              <p:nvPicPr>
                <p:cNvPr id="1232" name="Ink 1231">
                  <a:extLst>
                    <a:ext uri="{FF2B5EF4-FFF2-40B4-BE49-F238E27FC236}">
                      <a16:creationId xmlns:a16="http://schemas.microsoft.com/office/drawing/2014/main" id="{0E590227-CBFE-34B5-8C84-588AA8DCD94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702488" y="5666929"/>
                  <a:ext cx="1555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33" name="Ink 1232">
                  <a:extLst>
                    <a:ext uri="{FF2B5EF4-FFF2-40B4-BE49-F238E27FC236}">
                      <a16:creationId xmlns:a16="http://schemas.microsoft.com/office/drawing/2014/main" id="{420D798E-2574-A164-C7B2-4C8DB452E6BE}"/>
                    </a:ext>
                  </a:extLst>
                </p14:cNvPr>
                <p14:cNvContentPartPr/>
                <p14:nvPr/>
              </p14:nvContentPartPr>
              <p14:xfrm>
                <a:off x="11739568" y="5660809"/>
                <a:ext cx="133200" cy="98640"/>
              </p14:xfrm>
            </p:contentPart>
          </mc:Choice>
          <mc:Fallback xmlns="">
            <p:pic>
              <p:nvPicPr>
                <p:cNvPr id="1233" name="Ink 1232">
                  <a:extLst>
                    <a:ext uri="{FF2B5EF4-FFF2-40B4-BE49-F238E27FC236}">
                      <a16:creationId xmlns:a16="http://schemas.microsoft.com/office/drawing/2014/main" id="{420D798E-2574-A164-C7B2-4C8DB452E6B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721568" y="5642809"/>
                  <a:ext cx="168840" cy="134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58991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7A87C-B68E-4272-B929-8E02A732D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7AE5D-4658-A6D2-C12E-EE965AA61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8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14" name="Picture 13" descr="A diagram of a circuit&#10;&#10;Description automatically generated">
            <a:extLst>
              <a:ext uri="{FF2B5EF4-FFF2-40B4-BE49-F238E27FC236}">
                <a16:creationId xmlns:a16="http://schemas.microsoft.com/office/drawing/2014/main" id="{D9E00B39-6267-A32F-8C99-33EB8B236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7704" y="965517"/>
            <a:ext cx="1682112" cy="5709920"/>
          </a:xfrm>
          <a:prstGeom prst="rect">
            <a:avLst/>
          </a:prstGeom>
        </p:spPr>
      </p:pic>
      <p:pic>
        <p:nvPicPr>
          <p:cNvPr id="16" name="Picture 15" descr="Diagram of a pressure gauge&#10;&#10;Description automatically generated">
            <a:extLst>
              <a:ext uri="{FF2B5EF4-FFF2-40B4-BE49-F238E27FC236}">
                <a16:creationId xmlns:a16="http://schemas.microsoft.com/office/drawing/2014/main" id="{A6704354-9A62-CFFF-A95C-E05F5D508C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02" y="3429000"/>
            <a:ext cx="8221222" cy="255305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C177F29-D233-94C9-E8EA-471EE14B4FE9}"/>
              </a:ext>
            </a:extLst>
          </p:cNvPr>
          <p:cNvSpPr txBox="1"/>
          <p:nvPr/>
        </p:nvSpPr>
        <p:spPr>
          <a:xfrm>
            <a:off x="319602" y="834132"/>
            <a:ext cx="788967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PT Sans" panose="020B0503020203020204" pitchFamily="34" charset="0"/>
              </a:rPr>
              <a:t>Voltage is the pressure from an electrical circuit's power source that pushes charged electrons (current) through a conducting loop, enabling them to do work such as illuminating a light. In brief, </a:t>
            </a:r>
            <a:r>
              <a:rPr lang="en-US" sz="2000" b="1" dirty="0">
                <a:latin typeface="PT Sans" panose="020B0503020203020204" pitchFamily="34" charset="0"/>
              </a:rPr>
              <a:t>voltage = pressure, and it is measured in volts (V)</a:t>
            </a:r>
            <a:r>
              <a:rPr lang="en-US" sz="2000" dirty="0">
                <a:latin typeface="PT Sans" panose="020B0503020203020204" pitchFamily="34" charset="0"/>
              </a:rPr>
              <a:t>. The term recognizes Italian physicist Alessandro Volta (1745-1827), inventor of the voltaic pile—the forerunner of today's household battery. In electricity's early days, voltage was known as electromotive force (emf).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36B01C0-0C63-2F18-21B3-44530DF3FA2D}"/>
              </a:ext>
            </a:extLst>
          </p:cNvPr>
          <p:cNvGrpSpPr/>
          <p:nvPr/>
        </p:nvGrpSpPr>
        <p:grpSpPr>
          <a:xfrm>
            <a:off x="2039008" y="5954209"/>
            <a:ext cx="969120" cy="867240"/>
            <a:chOff x="2039008" y="5954209"/>
            <a:chExt cx="969120" cy="86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129E5FF-9682-E486-FBF4-64574DB0E2E0}"/>
                    </a:ext>
                  </a:extLst>
                </p14:cNvPr>
                <p14:cNvContentPartPr/>
                <p14:nvPr/>
              </p14:nvContentPartPr>
              <p14:xfrm>
                <a:off x="2216488" y="5999209"/>
                <a:ext cx="5040" cy="344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129E5FF-9682-E486-FBF4-64574DB0E2E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98488" y="5981569"/>
                  <a:ext cx="4068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A8B251F-4D97-21ED-3D60-8687F972D0C2}"/>
                    </a:ext>
                  </a:extLst>
                </p14:cNvPr>
                <p14:cNvContentPartPr/>
                <p14:nvPr/>
              </p14:nvContentPartPr>
              <p14:xfrm>
                <a:off x="2039008" y="6326089"/>
                <a:ext cx="390960" cy="79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A8B251F-4D97-21ED-3D60-8687F972D0C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21008" y="6308089"/>
                  <a:ext cx="4266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35438ED-E541-D941-A78D-1C374748C787}"/>
                    </a:ext>
                  </a:extLst>
                </p14:cNvPr>
                <p14:cNvContentPartPr/>
                <p14:nvPr/>
              </p14:nvContentPartPr>
              <p14:xfrm>
                <a:off x="2142328" y="6488089"/>
                <a:ext cx="103680" cy="11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35438ED-E541-D941-A78D-1C374748C78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24688" y="6470089"/>
                  <a:ext cx="1393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3876AA2-BF1F-5BB4-18D4-7E129356B9C1}"/>
                    </a:ext>
                  </a:extLst>
                </p14:cNvPr>
                <p14:cNvContentPartPr/>
                <p14:nvPr/>
              </p14:nvContentPartPr>
              <p14:xfrm>
                <a:off x="2216848" y="6515809"/>
                <a:ext cx="24120" cy="275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3876AA2-BF1F-5BB4-18D4-7E129356B9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99208" y="6498169"/>
                  <a:ext cx="597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B36F556-AE3E-DAC1-0B74-02194CA0F7F2}"/>
                    </a:ext>
                  </a:extLst>
                </p14:cNvPr>
                <p14:cNvContentPartPr/>
                <p14:nvPr/>
              </p14:nvContentPartPr>
              <p14:xfrm>
                <a:off x="2206408" y="5990209"/>
                <a:ext cx="652680" cy="49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B36F556-AE3E-DAC1-0B74-02194CA0F7F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8408" y="5972209"/>
                  <a:ext cx="6883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BDC01EE-DCE6-95D4-E28E-6B04667B09EB}"/>
                    </a:ext>
                  </a:extLst>
                </p14:cNvPr>
                <p14:cNvContentPartPr/>
                <p14:nvPr/>
              </p14:nvContentPartPr>
              <p14:xfrm>
                <a:off x="2871688" y="5954209"/>
                <a:ext cx="14400" cy="324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BDC01EE-DCE6-95D4-E28E-6B04667B09E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54048" y="5936569"/>
                  <a:ext cx="5004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C40D3C9-696C-0A24-DDC0-A5E90789F5F7}"/>
                    </a:ext>
                  </a:extLst>
                </p14:cNvPr>
                <p14:cNvContentPartPr/>
                <p14:nvPr/>
              </p14:nvContentPartPr>
              <p14:xfrm>
                <a:off x="2941888" y="6620569"/>
                <a:ext cx="15480" cy="152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C40D3C9-696C-0A24-DDC0-A5E90789F5F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24248" y="6602929"/>
                  <a:ext cx="511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9D5D6ED-7DC0-A205-48F3-E5509D3CC22A}"/>
                    </a:ext>
                  </a:extLst>
                </p14:cNvPr>
                <p14:cNvContentPartPr/>
                <p14:nvPr/>
              </p14:nvContentPartPr>
              <p14:xfrm>
                <a:off x="2139448" y="6745489"/>
                <a:ext cx="822600" cy="75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9D5D6ED-7DC0-A205-48F3-E5509D3CC22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21808" y="6727489"/>
                  <a:ext cx="8582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DF47DF0-D67B-CB15-6377-276D8A1CAF18}"/>
                    </a:ext>
                  </a:extLst>
                </p14:cNvPr>
                <p14:cNvContentPartPr/>
                <p14:nvPr/>
              </p14:nvContentPartPr>
              <p14:xfrm>
                <a:off x="2895088" y="6288289"/>
                <a:ext cx="11520" cy="63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DF47DF0-D67B-CB15-6377-276D8A1CAF1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77088" y="6270649"/>
                  <a:ext cx="471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554B44-FB0E-3399-0502-22D058756589}"/>
                    </a:ext>
                  </a:extLst>
                </p14:cNvPr>
                <p14:cNvContentPartPr/>
                <p14:nvPr/>
              </p14:nvContentPartPr>
              <p14:xfrm>
                <a:off x="2863408" y="6370009"/>
                <a:ext cx="144720" cy="284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554B44-FB0E-3399-0502-22D05875658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45768" y="6352009"/>
                  <a:ext cx="180360" cy="32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E8C9EC4-2E91-1E69-281C-095F57B55364}"/>
                  </a:ext>
                </a:extLst>
              </p14:cNvPr>
              <p14:cNvContentPartPr/>
              <p14:nvPr/>
            </p14:nvContentPartPr>
            <p14:xfrm>
              <a:off x="9978088" y="1230649"/>
              <a:ext cx="726480" cy="10364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E8C9EC4-2E91-1E69-281C-095F57B5536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960448" y="1212649"/>
                <a:ext cx="762120" cy="107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CDC63B05-240F-9FF8-2BF8-05FA07470594}"/>
              </a:ext>
            </a:extLst>
          </p:cNvPr>
          <p:cNvGrpSpPr/>
          <p:nvPr/>
        </p:nvGrpSpPr>
        <p:grpSpPr>
          <a:xfrm>
            <a:off x="11044048" y="1178089"/>
            <a:ext cx="1040040" cy="1149840"/>
            <a:chOff x="11044048" y="1178089"/>
            <a:chExt cx="1040040" cy="114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4B70E54-89F7-7EE5-0E59-70261419A111}"/>
                    </a:ext>
                  </a:extLst>
                </p14:cNvPr>
                <p14:cNvContentPartPr/>
                <p14:nvPr/>
              </p14:nvContentPartPr>
              <p14:xfrm>
                <a:off x="11158528" y="1178089"/>
                <a:ext cx="61200" cy="463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4B70E54-89F7-7EE5-0E59-70261419A11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140888" y="1160449"/>
                  <a:ext cx="9684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4A401A6-FDAA-2E39-67FB-D660F90E3E5C}"/>
                    </a:ext>
                  </a:extLst>
                </p14:cNvPr>
                <p14:cNvContentPartPr/>
                <p14:nvPr/>
              </p14:nvContentPartPr>
              <p14:xfrm>
                <a:off x="11044048" y="1598569"/>
                <a:ext cx="398520" cy="51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4A401A6-FDAA-2E39-67FB-D660F90E3E5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026408" y="1580929"/>
                  <a:ext cx="4341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20D743C-114B-26D0-AF44-337685127CA9}"/>
                    </a:ext>
                  </a:extLst>
                </p14:cNvPr>
                <p14:cNvContentPartPr/>
                <p14:nvPr/>
              </p14:nvContentPartPr>
              <p14:xfrm>
                <a:off x="11133688" y="1751929"/>
                <a:ext cx="144360" cy="32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20D743C-114B-26D0-AF44-337685127CA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116048" y="1733929"/>
                  <a:ext cx="1800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D7C5A89-DCB6-4016-61EB-16AAB813E631}"/>
                    </a:ext>
                  </a:extLst>
                </p14:cNvPr>
                <p14:cNvContentPartPr/>
                <p14:nvPr/>
              </p14:nvContentPartPr>
              <p14:xfrm>
                <a:off x="11261128" y="1755889"/>
                <a:ext cx="97920" cy="572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D7C5A89-DCB6-4016-61EB-16AAB813E63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243128" y="1738249"/>
                  <a:ext cx="133560" cy="60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EC2C6C9-F377-8421-5E07-6C47F79101A3}"/>
                    </a:ext>
                  </a:extLst>
                </p14:cNvPr>
                <p14:cNvContentPartPr/>
                <p14:nvPr/>
              </p14:nvContentPartPr>
              <p14:xfrm>
                <a:off x="11099488" y="1191409"/>
                <a:ext cx="271800" cy="29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EC2C6C9-F377-8421-5E07-6C47F79101A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081488" y="1173409"/>
                  <a:ext cx="3074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DAA3AAB-E72F-E4C2-753E-E37BE1E034F8}"/>
                    </a:ext>
                  </a:extLst>
                </p14:cNvPr>
                <p14:cNvContentPartPr/>
                <p14:nvPr/>
              </p14:nvContentPartPr>
              <p14:xfrm>
                <a:off x="11417728" y="2268169"/>
                <a:ext cx="227880" cy="11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DAA3AAB-E72F-E4C2-753E-E37BE1E034F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399728" y="2250169"/>
                  <a:ext cx="2635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DD4FF76-4DA2-27A6-3913-7FE1B0DD5869}"/>
                    </a:ext>
                  </a:extLst>
                </p14:cNvPr>
                <p14:cNvContentPartPr/>
                <p14:nvPr/>
              </p14:nvContentPartPr>
              <p14:xfrm>
                <a:off x="11312248" y="2245129"/>
                <a:ext cx="185040" cy="44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DD4FF76-4DA2-27A6-3913-7FE1B0DD586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294608" y="2227489"/>
                  <a:ext cx="2206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CE4E27C-3A98-D4DB-3236-D7DC4C4812A4}"/>
                    </a:ext>
                  </a:extLst>
                </p14:cNvPr>
                <p14:cNvContentPartPr/>
                <p14:nvPr/>
              </p14:nvContentPartPr>
              <p14:xfrm>
                <a:off x="11239528" y="1178089"/>
                <a:ext cx="227160" cy="22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CE4E27C-3A98-D4DB-3236-D7DC4C4812A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221888" y="1160089"/>
                  <a:ext cx="2628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1AC35F4-5268-EC38-9400-3BB2AA44CE41}"/>
                    </a:ext>
                  </a:extLst>
                </p14:cNvPr>
                <p14:cNvContentPartPr/>
                <p14:nvPr/>
              </p14:nvContentPartPr>
              <p14:xfrm>
                <a:off x="11591968" y="1493089"/>
                <a:ext cx="58680" cy="270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1AC35F4-5268-EC38-9400-3BB2AA44CE4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574328" y="1475089"/>
                  <a:ext cx="943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839978D-A1A9-C635-7D4F-1829E0E64AAB}"/>
                    </a:ext>
                  </a:extLst>
                </p14:cNvPr>
                <p14:cNvContentPartPr/>
                <p14:nvPr/>
              </p14:nvContentPartPr>
              <p14:xfrm>
                <a:off x="11735248" y="1591369"/>
                <a:ext cx="4320" cy="27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839978D-A1A9-C635-7D4F-1829E0E64AA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717248" y="1573369"/>
                  <a:ext cx="399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7B810CB-3B76-151B-2D36-C94657F223F7}"/>
                    </a:ext>
                  </a:extLst>
                </p14:cNvPr>
                <p14:cNvContentPartPr/>
                <p14:nvPr/>
              </p14:nvContentPartPr>
              <p14:xfrm>
                <a:off x="11841088" y="1541689"/>
                <a:ext cx="95400" cy="20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7B810CB-3B76-151B-2D36-C94657F223F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823088" y="1524049"/>
                  <a:ext cx="1310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FE88025-A23C-55EF-986B-F8B88C6A7239}"/>
                    </a:ext>
                  </a:extLst>
                </p14:cNvPr>
                <p14:cNvContentPartPr/>
                <p14:nvPr/>
              </p14:nvContentPartPr>
              <p14:xfrm>
                <a:off x="11852608" y="1546369"/>
                <a:ext cx="41760" cy="175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FE88025-A23C-55EF-986B-F8B88C6A723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834608" y="1528729"/>
                  <a:ext cx="774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078076C-0CC4-0FA7-EFFA-40D86D519D79}"/>
                    </a:ext>
                  </a:extLst>
                </p14:cNvPr>
                <p14:cNvContentPartPr/>
                <p14:nvPr/>
              </p14:nvContentPartPr>
              <p14:xfrm>
                <a:off x="11963128" y="1548529"/>
                <a:ext cx="120960" cy="143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078076C-0CC4-0FA7-EFFA-40D86D519D7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945488" y="1530889"/>
                  <a:ext cx="15660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9303789-6BF9-C634-08D7-985E9A9B6230}"/>
              </a:ext>
            </a:extLst>
          </p:cNvPr>
          <p:cNvGrpSpPr/>
          <p:nvPr/>
        </p:nvGrpSpPr>
        <p:grpSpPr>
          <a:xfrm>
            <a:off x="11024968" y="2674969"/>
            <a:ext cx="840960" cy="1832760"/>
            <a:chOff x="11024968" y="2674969"/>
            <a:chExt cx="840960" cy="183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4755C1F-6447-7773-AF57-019C714604B6}"/>
                    </a:ext>
                  </a:extLst>
                </p14:cNvPr>
                <p14:cNvContentPartPr/>
                <p14:nvPr/>
              </p14:nvContentPartPr>
              <p14:xfrm>
                <a:off x="11116768" y="2692609"/>
                <a:ext cx="50760" cy="436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4755C1F-6447-7773-AF57-019C714604B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098768" y="2674969"/>
                  <a:ext cx="8640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0954D09-56F7-22A7-107F-60EE86C73C32}"/>
                    </a:ext>
                  </a:extLst>
                </p14:cNvPr>
                <p14:cNvContentPartPr/>
                <p14:nvPr/>
              </p14:nvContentPartPr>
              <p14:xfrm>
                <a:off x="11024968" y="3079609"/>
                <a:ext cx="278280" cy="24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0954D09-56F7-22A7-107F-60EE86C73C3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006968" y="3061609"/>
                  <a:ext cx="313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76D7FDE-7598-4ACC-1FF2-57248162BB9B}"/>
                    </a:ext>
                  </a:extLst>
                </p14:cNvPr>
                <p14:cNvContentPartPr/>
                <p14:nvPr/>
              </p14:nvContentPartPr>
              <p14:xfrm>
                <a:off x="11177248" y="3176449"/>
                <a:ext cx="75600" cy="24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76D7FDE-7598-4ACC-1FF2-57248162BB9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159248" y="3158809"/>
                  <a:ext cx="1112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D653F89-AFF6-B281-75F0-6A7400233B7A}"/>
                    </a:ext>
                  </a:extLst>
                </p14:cNvPr>
                <p14:cNvContentPartPr/>
                <p14:nvPr/>
              </p14:nvContentPartPr>
              <p14:xfrm>
                <a:off x="11216128" y="3186169"/>
                <a:ext cx="95760" cy="532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D653F89-AFF6-B281-75F0-6A7400233B7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198488" y="3168529"/>
                  <a:ext cx="13140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818773E-30CC-0567-2ACD-A1D4C2B30F31}"/>
                    </a:ext>
                  </a:extLst>
                </p14:cNvPr>
                <p14:cNvContentPartPr/>
                <p14:nvPr/>
              </p14:nvContentPartPr>
              <p14:xfrm>
                <a:off x="11087608" y="3691969"/>
                <a:ext cx="336600" cy="37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818773E-30CC-0567-2ACD-A1D4C2B30F3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069968" y="3673969"/>
                  <a:ext cx="3722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4660013-FBDF-769E-E392-7B94773B1C09}"/>
                    </a:ext>
                  </a:extLst>
                </p14:cNvPr>
                <p14:cNvContentPartPr/>
                <p14:nvPr/>
              </p14:nvContentPartPr>
              <p14:xfrm>
                <a:off x="11243848" y="3818689"/>
                <a:ext cx="83880" cy="11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4660013-FBDF-769E-E392-7B94773B1C0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225848" y="3800689"/>
                  <a:ext cx="1195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D6D4C58-EEEC-B6FF-607A-8A34E2A942A9}"/>
                    </a:ext>
                  </a:extLst>
                </p14:cNvPr>
                <p14:cNvContentPartPr/>
                <p14:nvPr/>
              </p14:nvContentPartPr>
              <p14:xfrm>
                <a:off x="11305048" y="3830929"/>
                <a:ext cx="92520" cy="655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D6D4C58-EEEC-B6FF-607A-8A34E2A942A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287048" y="3812929"/>
                  <a:ext cx="128160" cy="69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E53033B-FC16-2019-689D-0585B8277A20}"/>
                    </a:ext>
                  </a:extLst>
                </p14:cNvPr>
                <p14:cNvContentPartPr/>
                <p14:nvPr/>
              </p14:nvContentPartPr>
              <p14:xfrm>
                <a:off x="11078968" y="2693329"/>
                <a:ext cx="547920" cy="66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E53033B-FC16-2019-689D-0585B8277A2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60968" y="2675689"/>
                  <a:ext cx="5835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EEC4990-BABA-8949-CB6A-4B79C5E78673}"/>
                    </a:ext>
                  </a:extLst>
                </p14:cNvPr>
                <p14:cNvContentPartPr/>
                <p14:nvPr/>
              </p14:nvContentPartPr>
              <p14:xfrm>
                <a:off x="11578288" y="2674969"/>
                <a:ext cx="81360" cy="62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EEC4990-BABA-8949-CB6A-4B79C5E7867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560288" y="2656969"/>
                  <a:ext cx="1170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19DB9E8-2F4D-7131-BDCA-795525010DF3}"/>
                    </a:ext>
                  </a:extLst>
                </p14:cNvPr>
                <p14:cNvContentPartPr/>
                <p14:nvPr/>
              </p14:nvContentPartPr>
              <p14:xfrm>
                <a:off x="11358328" y="4454089"/>
                <a:ext cx="507600" cy="43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19DB9E8-2F4D-7131-BDCA-795525010DF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340328" y="4436449"/>
                  <a:ext cx="5432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3BAD9C7-F557-D52C-A052-91D634285FFE}"/>
                    </a:ext>
                  </a:extLst>
                </p14:cNvPr>
                <p14:cNvContentPartPr/>
                <p14:nvPr/>
              </p14:nvContentPartPr>
              <p14:xfrm>
                <a:off x="11780248" y="4427809"/>
                <a:ext cx="60480" cy="79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3BAD9C7-F557-D52C-A052-91D634285FF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762248" y="4409809"/>
                  <a:ext cx="9612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7A9A2A9-B492-FDEC-57C2-F5EB4EC69A0D}"/>
              </a:ext>
            </a:extLst>
          </p:cNvPr>
          <p:cNvGrpSpPr/>
          <p:nvPr/>
        </p:nvGrpSpPr>
        <p:grpSpPr>
          <a:xfrm>
            <a:off x="11751088" y="3720409"/>
            <a:ext cx="328320" cy="783360"/>
            <a:chOff x="11751088" y="3720409"/>
            <a:chExt cx="328320" cy="78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D76CED9-E4E3-3FD5-19C9-0C9431186948}"/>
                    </a:ext>
                  </a:extLst>
                </p14:cNvPr>
                <p14:cNvContentPartPr/>
                <p14:nvPr/>
              </p14:nvContentPartPr>
              <p14:xfrm>
                <a:off x="11751088" y="3720409"/>
                <a:ext cx="230760" cy="252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D76CED9-E4E3-3FD5-19C9-0C943118694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733448" y="3702769"/>
                  <a:ext cx="2664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9DA129C-730F-8C36-25DF-B1423C4A26E2}"/>
                    </a:ext>
                  </a:extLst>
                </p14:cNvPr>
                <p14:cNvContentPartPr/>
                <p14:nvPr/>
              </p14:nvContentPartPr>
              <p14:xfrm>
                <a:off x="11979688" y="4250329"/>
                <a:ext cx="99720" cy="253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9DA129C-730F-8C36-25DF-B1423C4A26E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962048" y="4232689"/>
                  <a:ext cx="1353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D3BE6C6-1FB3-E05C-437E-EC55D82D69D7}"/>
                    </a:ext>
                  </a:extLst>
                </p14:cNvPr>
                <p14:cNvContentPartPr/>
                <p14:nvPr/>
              </p14:nvContentPartPr>
              <p14:xfrm>
                <a:off x="11779168" y="4080769"/>
                <a:ext cx="19800" cy="150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D3BE6C6-1FB3-E05C-437E-EC55D82D69D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761528" y="4062769"/>
                  <a:ext cx="554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E9C7286-05B5-62CA-B723-E0ACAB96DAB2}"/>
                    </a:ext>
                  </a:extLst>
                </p14:cNvPr>
                <p14:cNvContentPartPr/>
                <p14:nvPr/>
              </p14:nvContentPartPr>
              <p14:xfrm>
                <a:off x="11882848" y="4144849"/>
                <a:ext cx="4320" cy="7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E9C7286-05B5-62CA-B723-E0ACAB96DAB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864848" y="4127209"/>
                  <a:ext cx="399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DCE904F-B7BB-2A82-EF9C-1E267CE1B3F6}"/>
                    </a:ext>
                  </a:extLst>
                </p14:cNvPr>
                <p14:cNvContentPartPr/>
                <p14:nvPr/>
              </p14:nvContentPartPr>
              <p14:xfrm>
                <a:off x="11954848" y="4079329"/>
                <a:ext cx="64080" cy="18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DCE904F-B7BB-2A82-EF9C-1E267CE1B3F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936848" y="4061329"/>
                  <a:ext cx="997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6A7611F-23DC-5063-6BE7-B42B25D360DA}"/>
                    </a:ext>
                  </a:extLst>
                </p14:cNvPr>
                <p14:cNvContentPartPr/>
                <p14:nvPr/>
              </p14:nvContentPartPr>
              <p14:xfrm>
                <a:off x="11957368" y="4078609"/>
                <a:ext cx="36360" cy="136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6A7611F-23DC-5063-6BE7-B42B25D360D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939368" y="4060609"/>
                  <a:ext cx="72000" cy="17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AEC9D943-6E51-04AE-9CA3-2EFD3FDF4D8C}"/>
                  </a:ext>
                </a:extLst>
              </p14:cNvPr>
              <p14:cNvContentPartPr/>
              <p14:nvPr/>
            </p14:nvContentPartPr>
            <p14:xfrm>
              <a:off x="11736688" y="3704569"/>
              <a:ext cx="46080" cy="536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AEC9D943-6E51-04AE-9CA3-2EFD3FDF4D8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1719048" y="3686929"/>
                <a:ext cx="81720" cy="8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7B320C27-1F57-8A31-85B4-0D184397F9BE}"/>
              </a:ext>
            </a:extLst>
          </p:cNvPr>
          <p:cNvGrpSpPr/>
          <p:nvPr/>
        </p:nvGrpSpPr>
        <p:grpSpPr>
          <a:xfrm>
            <a:off x="10653448" y="2735449"/>
            <a:ext cx="359640" cy="1847880"/>
            <a:chOff x="10653448" y="2735449"/>
            <a:chExt cx="359640" cy="184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46EE8B4-F680-6014-86AB-2BDF0C2404C3}"/>
                    </a:ext>
                  </a:extLst>
                </p14:cNvPr>
                <p14:cNvContentPartPr/>
                <p14:nvPr/>
              </p14:nvContentPartPr>
              <p14:xfrm>
                <a:off x="10843528" y="2735449"/>
                <a:ext cx="50400" cy="50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46EE8B4-F680-6014-86AB-2BDF0C2404C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825888" y="2717449"/>
                  <a:ext cx="860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1167F9C-9CE6-63FE-EB9E-A3DD1AAEEA53}"/>
                    </a:ext>
                  </a:extLst>
                </p14:cNvPr>
                <p14:cNvContentPartPr/>
                <p14:nvPr/>
              </p14:nvContentPartPr>
              <p14:xfrm>
                <a:off x="10653448" y="2743009"/>
                <a:ext cx="206280" cy="641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1167F9C-9CE6-63FE-EB9E-A3DD1AAEEA5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635808" y="2725009"/>
                  <a:ext cx="241920" cy="67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F7DAA83-94C4-19D5-5508-E7ADD861493D}"/>
                    </a:ext>
                  </a:extLst>
                </p14:cNvPr>
                <p14:cNvContentPartPr/>
                <p14:nvPr/>
              </p14:nvContentPartPr>
              <p14:xfrm>
                <a:off x="10744888" y="3609529"/>
                <a:ext cx="220680" cy="973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F7DAA83-94C4-19D5-5508-E7ADD861493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727248" y="3591529"/>
                  <a:ext cx="256320" cy="10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DE9A0AF-E115-01A7-D55C-676EF0FB65BC}"/>
                    </a:ext>
                  </a:extLst>
                </p14:cNvPr>
                <p14:cNvContentPartPr/>
                <p14:nvPr/>
              </p14:nvContentPartPr>
              <p14:xfrm>
                <a:off x="10995088" y="4491529"/>
                <a:ext cx="18000" cy="3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DE9A0AF-E115-01A7-D55C-676EF0FB65B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977088" y="4473889"/>
                  <a:ext cx="53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2BDF0A7-79BE-67BE-7FFA-4FA2D3C68301}"/>
                    </a:ext>
                  </a:extLst>
                </p14:cNvPr>
                <p14:cNvContentPartPr/>
                <p14:nvPr/>
              </p14:nvContentPartPr>
              <p14:xfrm>
                <a:off x="10995448" y="4502689"/>
                <a:ext cx="12960" cy="23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2BDF0A7-79BE-67BE-7FFA-4FA2D3C6830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977448" y="4485049"/>
                  <a:ext cx="486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5D141EA-7D7B-E3F5-82E6-AEB9D25BCA74}"/>
                    </a:ext>
                  </a:extLst>
                </p14:cNvPr>
                <p14:cNvContentPartPr/>
                <p14:nvPr/>
              </p14:nvContentPartPr>
              <p14:xfrm>
                <a:off x="10661728" y="3471649"/>
                <a:ext cx="168120" cy="1447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5D141EA-7D7B-E3F5-82E6-AEB9D25BCA7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644088" y="3453649"/>
                  <a:ext cx="2037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15B66F3-891F-D468-13B2-DC7A718CBA28}"/>
                    </a:ext>
                  </a:extLst>
                </p14:cNvPr>
                <p14:cNvContentPartPr/>
                <p14:nvPr/>
              </p14:nvContentPartPr>
              <p14:xfrm>
                <a:off x="10875928" y="3396409"/>
                <a:ext cx="103680" cy="123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15B66F3-891F-D468-13B2-DC7A718CBA2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857928" y="3378769"/>
                  <a:ext cx="139320" cy="159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18337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B333-B4BD-2105-45BC-429BCD7AD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FCB20-FB10-384F-E79A-BE104A827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9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a light switch&#10;&#10;Description automatically generated">
            <a:extLst>
              <a:ext uri="{FF2B5EF4-FFF2-40B4-BE49-F238E27FC236}">
                <a16:creationId xmlns:a16="http://schemas.microsoft.com/office/drawing/2014/main" id="{F857C0CB-9B90-920C-1D53-AEA3BB966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534278"/>
            <a:ext cx="8782516" cy="2753437"/>
          </a:xfrm>
          <a:prstGeom prst="rect">
            <a:avLst/>
          </a:prstGeom>
        </p:spPr>
      </p:pic>
      <p:pic>
        <p:nvPicPr>
          <p:cNvPr id="8" name="Picture 7" descr="Diagram of a diagram of an electrical current&#10;&#10;Description automatically generated">
            <a:extLst>
              <a:ext uri="{FF2B5EF4-FFF2-40B4-BE49-F238E27FC236}">
                <a16:creationId xmlns:a16="http://schemas.microsoft.com/office/drawing/2014/main" id="{48D0CBE0-8412-9A1B-4D71-FB4AD3908D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81" y="3821992"/>
            <a:ext cx="5803633" cy="2805400"/>
          </a:xfrm>
          <a:prstGeom prst="rect">
            <a:avLst/>
          </a:prstGeom>
        </p:spPr>
      </p:pic>
      <p:pic>
        <p:nvPicPr>
          <p:cNvPr id="10" name="Picture 9" descr="Diagram of a diagram of a wire&#10;&#10;Description automatically generated">
            <a:extLst>
              <a:ext uri="{FF2B5EF4-FFF2-40B4-BE49-F238E27FC236}">
                <a16:creationId xmlns:a16="http://schemas.microsoft.com/office/drawing/2014/main" id="{A2EAFE34-28E9-CEE3-D44A-EB072BF934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230" y="3377771"/>
            <a:ext cx="5561369" cy="3297666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05A54CB2-1DE8-E987-DCC1-E8F2C30DE9C8}"/>
              </a:ext>
            </a:extLst>
          </p:cNvPr>
          <p:cNvGrpSpPr/>
          <p:nvPr/>
        </p:nvGrpSpPr>
        <p:grpSpPr>
          <a:xfrm>
            <a:off x="3818128" y="2121289"/>
            <a:ext cx="1929960" cy="1650240"/>
            <a:chOff x="3818128" y="2121289"/>
            <a:chExt cx="1929960" cy="165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D10B0E9-7B4F-B682-63B9-4FD180BD1F10}"/>
                    </a:ext>
                  </a:extLst>
                </p14:cNvPr>
                <p14:cNvContentPartPr/>
                <p14:nvPr/>
              </p14:nvContentPartPr>
              <p14:xfrm>
                <a:off x="4403488" y="2671729"/>
                <a:ext cx="37440" cy="429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D10B0E9-7B4F-B682-63B9-4FD180BD1F1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385488" y="2653729"/>
                  <a:ext cx="7308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697C656-6631-02E4-FB30-FC820859F1E6}"/>
                    </a:ext>
                  </a:extLst>
                </p14:cNvPr>
                <p14:cNvContentPartPr/>
                <p14:nvPr/>
              </p14:nvContentPartPr>
              <p14:xfrm>
                <a:off x="4173808" y="3116689"/>
                <a:ext cx="412560" cy="61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697C656-6631-02E4-FB30-FC820859F1E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155808" y="3098689"/>
                  <a:ext cx="4482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4E889C3-0A1B-4002-01A4-25C341F4D40D}"/>
                    </a:ext>
                  </a:extLst>
                </p14:cNvPr>
                <p14:cNvContentPartPr/>
                <p14:nvPr/>
              </p14:nvContentPartPr>
              <p14:xfrm>
                <a:off x="4402408" y="3267169"/>
                <a:ext cx="79200" cy="9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4E889C3-0A1B-4002-01A4-25C341F4D40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384768" y="3249169"/>
                  <a:ext cx="1148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7DB6C7C-5277-987D-F4F3-F8787A99FFCA}"/>
                    </a:ext>
                  </a:extLst>
                </p14:cNvPr>
                <p14:cNvContentPartPr/>
                <p14:nvPr/>
              </p14:nvContentPartPr>
              <p14:xfrm>
                <a:off x="4496008" y="3268609"/>
                <a:ext cx="42120" cy="388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7DB6C7C-5277-987D-F4F3-F8787A99FFC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478008" y="3250969"/>
                  <a:ext cx="7776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1F51C53-0DEA-EE19-7952-D4592FF15AEA}"/>
                    </a:ext>
                  </a:extLst>
                </p14:cNvPr>
                <p14:cNvContentPartPr/>
                <p14:nvPr/>
              </p14:nvContentPartPr>
              <p14:xfrm>
                <a:off x="4420768" y="2693329"/>
                <a:ext cx="617040" cy="14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1F51C53-0DEA-EE19-7952-D4592FF15AE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403128" y="2675689"/>
                  <a:ext cx="6526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C7D71DB-4DDF-E934-3363-D18F6FEDEA3B}"/>
                    </a:ext>
                  </a:extLst>
                </p14:cNvPr>
                <p14:cNvContentPartPr/>
                <p14:nvPr/>
              </p14:nvContentPartPr>
              <p14:xfrm>
                <a:off x="5118088" y="2663809"/>
                <a:ext cx="61920" cy="350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C7D71DB-4DDF-E934-3363-D18F6FEDEA3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100088" y="2645809"/>
                  <a:ext cx="9756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DC0D0DA-D9D2-4E1D-FBBC-E6B0CE2AA883}"/>
                    </a:ext>
                  </a:extLst>
                </p14:cNvPr>
                <p14:cNvContentPartPr/>
                <p14:nvPr/>
              </p14:nvContentPartPr>
              <p14:xfrm>
                <a:off x="5118088" y="3029569"/>
                <a:ext cx="191160" cy="296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DC0D0DA-D9D2-4E1D-FBBC-E6B0CE2AA88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100448" y="3011569"/>
                  <a:ext cx="2268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54DC34E-E3DE-8EEA-EBE3-8790E5F54663}"/>
                    </a:ext>
                  </a:extLst>
                </p14:cNvPr>
                <p14:cNvContentPartPr/>
                <p14:nvPr/>
              </p14:nvContentPartPr>
              <p14:xfrm>
                <a:off x="5279728" y="3315049"/>
                <a:ext cx="56160" cy="456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54DC34E-E3DE-8EEA-EBE3-8790E5F5466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261728" y="3297049"/>
                  <a:ext cx="9180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A773D35-69A3-413B-A407-86FDF448F124}"/>
                    </a:ext>
                  </a:extLst>
                </p14:cNvPr>
                <p14:cNvContentPartPr/>
                <p14:nvPr/>
              </p14:nvContentPartPr>
              <p14:xfrm>
                <a:off x="4523728" y="3708529"/>
                <a:ext cx="786960" cy="55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A773D35-69A3-413B-A407-86FDF448F12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505728" y="3690889"/>
                  <a:ext cx="8226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7F34B3F-116F-7753-037D-30AAADC5B182}"/>
                    </a:ext>
                  </a:extLst>
                </p14:cNvPr>
                <p14:cNvContentPartPr/>
                <p14:nvPr/>
              </p14:nvContentPartPr>
              <p14:xfrm>
                <a:off x="4189288" y="2574889"/>
                <a:ext cx="44280" cy="424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7F34B3F-116F-7753-037D-30AAADC5B18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171288" y="2557249"/>
                  <a:ext cx="7992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61B0ED8-5687-D69A-27B8-7F78ABC01F0E}"/>
                    </a:ext>
                  </a:extLst>
                </p14:cNvPr>
                <p14:cNvContentPartPr/>
                <p14:nvPr/>
              </p14:nvContentPartPr>
              <p14:xfrm>
                <a:off x="4241128" y="2495329"/>
                <a:ext cx="1219320" cy="397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61B0ED8-5687-D69A-27B8-7F78ABC01F0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223488" y="2477329"/>
                  <a:ext cx="125496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3BDF9A7-A3A1-90EB-DDD8-0E0B6699DB74}"/>
                    </a:ext>
                  </a:extLst>
                </p14:cNvPr>
                <p14:cNvContentPartPr/>
                <p14:nvPr/>
              </p14:nvContentPartPr>
              <p14:xfrm>
                <a:off x="5389168" y="2781169"/>
                <a:ext cx="141840" cy="105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3BDF9A7-A3A1-90EB-DDD8-0E0B6699DB7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371168" y="2763169"/>
                  <a:ext cx="1774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E056487-D093-2C8A-F833-58EDF31E628D}"/>
                    </a:ext>
                  </a:extLst>
                </p14:cNvPr>
                <p14:cNvContentPartPr/>
                <p14:nvPr/>
              </p14:nvContentPartPr>
              <p14:xfrm>
                <a:off x="4449928" y="3253489"/>
                <a:ext cx="157320" cy="36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E056487-D093-2C8A-F833-58EDF31E628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431928" y="3235489"/>
                  <a:ext cx="1929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A902AB6-537C-9787-3D0D-2466F967707B}"/>
                    </a:ext>
                  </a:extLst>
                </p14:cNvPr>
                <p14:cNvContentPartPr/>
                <p14:nvPr/>
              </p14:nvContentPartPr>
              <p14:xfrm>
                <a:off x="3818128" y="3178609"/>
                <a:ext cx="158400" cy="286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A902AB6-537C-9787-3D0D-2466F967707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800128" y="3160969"/>
                  <a:ext cx="19404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6D468E1-483D-7BAD-6BD0-6DDB16484E50}"/>
                    </a:ext>
                  </a:extLst>
                </p14:cNvPr>
                <p14:cNvContentPartPr/>
                <p14:nvPr/>
              </p14:nvContentPartPr>
              <p14:xfrm>
                <a:off x="5355328" y="2136049"/>
                <a:ext cx="86760" cy="225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6D468E1-483D-7BAD-6BD0-6DDB16484E5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337688" y="2118049"/>
                  <a:ext cx="1224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11249F8-B044-22A8-66CA-B7F4028FC2B3}"/>
                    </a:ext>
                  </a:extLst>
                </p14:cNvPr>
                <p14:cNvContentPartPr/>
                <p14:nvPr/>
              </p14:nvContentPartPr>
              <p14:xfrm>
                <a:off x="5252368" y="2121289"/>
                <a:ext cx="213480" cy="87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11249F8-B044-22A8-66CA-B7F4028FC2B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234728" y="2103289"/>
                  <a:ext cx="2491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AC0F6FE-3941-6843-75CA-D8A37CFE190D}"/>
                    </a:ext>
                  </a:extLst>
                </p14:cNvPr>
                <p14:cNvContentPartPr/>
                <p14:nvPr/>
              </p14:nvContentPartPr>
              <p14:xfrm>
                <a:off x="5376208" y="2315329"/>
                <a:ext cx="105840" cy="35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AC0F6FE-3941-6843-75CA-D8A37CFE190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358568" y="2297689"/>
                  <a:ext cx="1414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39EFBFE-7508-9F1D-9E1C-D3F191E1EDFC}"/>
                    </a:ext>
                  </a:extLst>
                </p14:cNvPr>
                <p14:cNvContentPartPr/>
                <p14:nvPr/>
              </p14:nvContentPartPr>
              <p14:xfrm>
                <a:off x="5499688" y="3140449"/>
                <a:ext cx="84240" cy="250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39EFBFE-7508-9F1D-9E1C-D3F191E1EDF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482048" y="3122809"/>
                  <a:ext cx="1198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5490F4A-C07F-8F6D-0511-5BB65C652208}"/>
                    </a:ext>
                  </a:extLst>
                </p14:cNvPr>
                <p14:cNvContentPartPr/>
                <p14:nvPr/>
              </p14:nvContentPartPr>
              <p14:xfrm>
                <a:off x="5493568" y="3115969"/>
                <a:ext cx="254520" cy="143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5490F4A-C07F-8F6D-0511-5BB65C65220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475568" y="3098329"/>
                  <a:ext cx="29016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F46CA60-84CD-3601-2566-40B99949AB1B}"/>
              </a:ext>
            </a:extLst>
          </p:cNvPr>
          <p:cNvGrpSpPr/>
          <p:nvPr/>
        </p:nvGrpSpPr>
        <p:grpSpPr>
          <a:xfrm>
            <a:off x="4665568" y="2837689"/>
            <a:ext cx="288360" cy="698400"/>
            <a:chOff x="4665568" y="2837689"/>
            <a:chExt cx="288360" cy="69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5759D40-1380-C5F3-67EF-D5F21C8B2830}"/>
                    </a:ext>
                  </a:extLst>
                </p14:cNvPr>
                <p14:cNvContentPartPr/>
                <p14:nvPr/>
              </p14:nvContentPartPr>
              <p14:xfrm>
                <a:off x="4814968" y="2975209"/>
                <a:ext cx="2520" cy="6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5759D40-1380-C5F3-67EF-D5F21C8B283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796968" y="2957569"/>
                  <a:ext cx="38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34DE64D-6ED3-6170-4E1F-58F450F1473C}"/>
                    </a:ext>
                  </a:extLst>
                </p14:cNvPr>
                <p14:cNvContentPartPr/>
                <p14:nvPr/>
              </p14:nvContentPartPr>
              <p14:xfrm>
                <a:off x="4813168" y="2939569"/>
                <a:ext cx="140760" cy="104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34DE64D-6ED3-6170-4E1F-58F450F1473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795528" y="2921569"/>
                  <a:ext cx="1764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9FE8C00-B1A7-4703-AD6F-8E9A983AE21F}"/>
                    </a:ext>
                  </a:extLst>
                </p14:cNvPr>
                <p14:cNvContentPartPr/>
                <p14:nvPr/>
              </p14:nvContentPartPr>
              <p14:xfrm>
                <a:off x="4726048" y="2890249"/>
                <a:ext cx="2520" cy="7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9FE8C00-B1A7-4703-AD6F-8E9A983AE21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708408" y="2872249"/>
                  <a:ext cx="38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9C17674-6663-3E90-C952-8253C709DD69}"/>
                    </a:ext>
                  </a:extLst>
                </p14:cNvPr>
                <p14:cNvContentPartPr/>
                <p14:nvPr/>
              </p14:nvContentPartPr>
              <p14:xfrm>
                <a:off x="4667728" y="2889889"/>
                <a:ext cx="98640" cy="629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9C17674-6663-3E90-C952-8253C709DD6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650088" y="2871889"/>
                  <a:ext cx="134280" cy="6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17A8669-DC89-8D04-83F4-6AAD04FB6472}"/>
                    </a:ext>
                  </a:extLst>
                </p14:cNvPr>
                <p14:cNvContentPartPr/>
                <p14:nvPr/>
              </p14:nvContentPartPr>
              <p14:xfrm>
                <a:off x="4712368" y="3471649"/>
                <a:ext cx="122760" cy="39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17A8669-DC89-8D04-83F4-6AAD04FB647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694368" y="3453649"/>
                  <a:ext cx="1584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B8A2D08-322B-F3BF-E85B-19AF6221C360}"/>
                    </a:ext>
                  </a:extLst>
                </p14:cNvPr>
                <p14:cNvContentPartPr/>
                <p14:nvPr/>
              </p14:nvContentPartPr>
              <p14:xfrm>
                <a:off x="4682128" y="2837689"/>
                <a:ext cx="237600" cy="111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B8A2D08-322B-F3BF-E85B-19AF6221C36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664128" y="2819689"/>
                  <a:ext cx="2732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273DF31-0EBA-D3E6-A5CC-F8071474E2F5}"/>
                    </a:ext>
                  </a:extLst>
                </p14:cNvPr>
                <p14:cNvContentPartPr/>
                <p14:nvPr/>
              </p14:nvContentPartPr>
              <p14:xfrm>
                <a:off x="4665568" y="3374809"/>
                <a:ext cx="167040" cy="161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273DF31-0EBA-D3E6-A5CC-F8071474E2F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647928" y="3356809"/>
                  <a:ext cx="202680" cy="19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8CAC1B1-F0A9-0155-C849-DBFCFB5F095B}"/>
                  </a:ext>
                </a:extLst>
              </p14:cNvPr>
              <p14:cNvContentPartPr/>
              <p14:nvPr/>
            </p14:nvContentPartPr>
            <p14:xfrm>
              <a:off x="7882888" y="342889"/>
              <a:ext cx="1033200" cy="13870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8CAC1B1-F0A9-0155-C849-DBFCFB5F095B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865248" y="325249"/>
                <a:ext cx="1068840" cy="142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04CD366D-A6D4-E3DA-E3F6-E189C4D2DFE9}"/>
              </a:ext>
            </a:extLst>
          </p:cNvPr>
          <p:cNvGrpSpPr/>
          <p:nvPr/>
        </p:nvGrpSpPr>
        <p:grpSpPr>
          <a:xfrm>
            <a:off x="10991128" y="5628049"/>
            <a:ext cx="837720" cy="1151640"/>
            <a:chOff x="10991128" y="5628049"/>
            <a:chExt cx="837720" cy="115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2C3B0EF-FA17-8D18-F6BD-1C05D7E0CFD6}"/>
                    </a:ext>
                  </a:extLst>
                </p14:cNvPr>
                <p14:cNvContentPartPr/>
                <p14:nvPr/>
              </p14:nvContentPartPr>
              <p14:xfrm>
                <a:off x="11279128" y="5628049"/>
                <a:ext cx="23760" cy="443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2C3B0EF-FA17-8D18-F6BD-1C05D7E0CFD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261128" y="5610049"/>
                  <a:ext cx="5940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40891BE-166A-5950-98EF-70496A7BEC47}"/>
                    </a:ext>
                  </a:extLst>
                </p14:cNvPr>
                <p14:cNvContentPartPr/>
                <p14:nvPr/>
              </p14:nvContentPartPr>
              <p14:xfrm>
                <a:off x="10991128" y="5991649"/>
                <a:ext cx="554040" cy="58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40891BE-166A-5950-98EF-70496A7BEC4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973488" y="5974009"/>
                  <a:ext cx="5896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3E70F8D-461C-22E4-CD0E-1125325CE4E6}"/>
                    </a:ext>
                  </a:extLst>
                </p14:cNvPr>
                <p14:cNvContentPartPr/>
                <p14:nvPr/>
              </p14:nvContentPartPr>
              <p14:xfrm>
                <a:off x="11050168" y="6130969"/>
                <a:ext cx="245520" cy="243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3E70F8D-461C-22E4-CD0E-1125325CE4E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032528" y="6113329"/>
                  <a:ext cx="2811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1E4459E-1326-AC47-5822-1E2229C060AD}"/>
                    </a:ext>
                  </a:extLst>
                </p14:cNvPr>
                <p14:cNvContentPartPr/>
                <p14:nvPr/>
              </p14:nvContentPartPr>
              <p14:xfrm>
                <a:off x="11301808" y="6079129"/>
                <a:ext cx="185760" cy="277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1E4459E-1326-AC47-5822-1E2229C060A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283808" y="6061129"/>
                  <a:ext cx="2214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1EA3448-6724-EB23-3AB4-ADB6A4A3CF96}"/>
                    </a:ext>
                  </a:extLst>
                </p14:cNvPr>
                <p14:cNvContentPartPr/>
                <p14:nvPr/>
              </p14:nvContentPartPr>
              <p14:xfrm>
                <a:off x="11288488" y="6375409"/>
                <a:ext cx="76320" cy="404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1EA3448-6724-EB23-3AB4-ADB6A4A3CF9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270848" y="6357409"/>
                  <a:ext cx="11196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1B4A79D-C3A3-A88A-A63C-FC1A59CF50AF}"/>
                    </a:ext>
                  </a:extLst>
                </p14:cNvPr>
                <p14:cNvContentPartPr/>
                <p14:nvPr/>
              </p14:nvContentPartPr>
              <p14:xfrm>
                <a:off x="11058808" y="6360649"/>
                <a:ext cx="409320" cy="55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1B4A79D-C3A3-A88A-A63C-FC1A59CF50A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041168" y="6343009"/>
                  <a:ext cx="4449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7EAFB8C-DBC2-B2D3-8224-B5340B8F857B}"/>
                    </a:ext>
                  </a:extLst>
                </p14:cNvPr>
                <p14:cNvContentPartPr/>
                <p14:nvPr/>
              </p14:nvContentPartPr>
              <p14:xfrm>
                <a:off x="11579008" y="5668009"/>
                <a:ext cx="220320" cy="238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7EAFB8C-DBC2-B2D3-8224-B5340B8F857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561008" y="5650009"/>
                  <a:ext cx="2559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117D55E-5562-1CD8-FE59-BAB7481D7E09}"/>
                    </a:ext>
                  </a:extLst>
                </p14:cNvPr>
                <p14:cNvContentPartPr/>
                <p14:nvPr/>
              </p14:nvContentPartPr>
              <p14:xfrm>
                <a:off x="11609248" y="5635609"/>
                <a:ext cx="177120" cy="131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117D55E-5562-1CD8-FE59-BAB7481D7E0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591608" y="5617969"/>
                  <a:ext cx="2127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843F40A-53CE-7D90-531F-FD4ACE6B2E35}"/>
                    </a:ext>
                  </a:extLst>
                </p14:cNvPr>
                <p14:cNvContentPartPr/>
                <p14:nvPr/>
              </p14:nvContentPartPr>
              <p14:xfrm>
                <a:off x="11658208" y="5669449"/>
                <a:ext cx="170640" cy="290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843F40A-53CE-7D90-531F-FD4ACE6B2E3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640208" y="5651449"/>
                  <a:ext cx="206280" cy="32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65BC022-96C1-CC83-1039-C3F3846F6E7B}"/>
              </a:ext>
            </a:extLst>
          </p:cNvPr>
          <p:cNvGrpSpPr/>
          <p:nvPr/>
        </p:nvGrpSpPr>
        <p:grpSpPr>
          <a:xfrm>
            <a:off x="11360128" y="5121529"/>
            <a:ext cx="556200" cy="291240"/>
            <a:chOff x="11360128" y="5121529"/>
            <a:chExt cx="556200" cy="29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392B37D-19C9-A253-8546-3EBEA3AA3BE0}"/>
                    </a:ext>
                  </a:extLst>
                </p14:cNvPr>
                <p14:cNvContentPartPr/>
                <p14:nvPr/>
              </p14:nvContentPartPr>
              <p14:xfrm>
                <a:off x="11360128" y="5150689"/>
                <a:ext cx="208080" cy="262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392B37D-19C9-A253-8546-3EBEA3AA3BE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342488" y="5133049"/>
                  <a:ext cx="2437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E194C1B-6297-C109-402D-99E44E874885}"/>
                    </a:ext>
                  </a:extLst>
                </p14:cNvPr>
                <p14:cNvContentPartPr/>
                <p14:nvPr/>
              </p14:nvContentPartPr>
              <p14:xfrm>
                <a:off x="11622208" y="5156449"/>
                <a:ext cx="20880" cy="224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E194C1B-6297-C109-402D-99E44E87488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604208" y="5138809"/>
                  <a:ext cx="565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6FCFD76-7A5E-C677-B76A-339F60DC29B1}"/>
                    </a:ext>
                  </a:extLst>
                </p14:cNvPr>
                <p14:cNvContentPartPr/>
                <p14:nvPr/>
              </p14:nvContentPartPr>
              <p14:xfrm>
                <a:off x="11595208" y="5121529"/>
                <a:ext cx="113760" cy="97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6FCFD76-7A5E-C677-B76A-339F60DC29B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577568" y="5103889"/>
                  <a:ext cx="1494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EA63B48-8C30-B73A-9497-BEBB72D96821}"/>
                    </a:ext>
                  </a:extLst>
                </p14:cNvPr>
                <p14:cNvContentPartPr/>
                <p14:nvPr/>
              </p14:nvContentPartPr>
              <p14:xfrm>
                <a:off x="11603128" y="5252209"/>
                <a:ext cx="119880" cy="43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EA63B48-8C30-B73A-9497-BEBB72D9682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585488" y="5234209"/>
                  <a:ext cx="1555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62C9005-034C-0B90-8F71-6ECEB2319A5C}"/>
                    </a:ext>
                  </a:extLst>
                </p14:cNvPr>
                <p14:cNvContentPartPr/>
                <p14:nvPr/>
              </p14:nvContentPartPr>
              <p14:xfrm>
                <a:off x="11700688" y="5301529"/>
                <a:ext cx="68760" cy="57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62C9005-034C-0B90-8F71-6ECEB2319A5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682688" y="5283529"/>
                  <a:ext cx="104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12ED868-F2DA-3BDE-0D79-22160394EA3B}"/>
                    </a:ext>
                  </a:extLst>
                </p14:cNvPr>
                <p14:cNvContentPartPr/>
                <p14:nvPr/>
              </p14:nvContentPartPr>
              <p14:xfrm>
                <a:off x="11812288" y="5178769"/>
                <a:ext cx="45000" cy="1918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12ED868-F2DA-3BDE-0D79-22160394EA3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794648" y="5160769"/>
                  <a:ext cx="80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67727B8-10C9-7B26-414F-49D615CA3066}"/>
                    </a:ext>
                  </a:extLst>
                </p14:cNvPr>
                <p14:cNvContentPartPr/>
                <p14:nvPr/>
              </p14:nvContentPartPr>
              <p14:xfrm>
                <a:off x="11791408" y="5163289"/>
                <a:ext cx="124920" cy="246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67727B8-10C9-7B26-414F-49D615CA306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773768" y="5145649"/>
                  <a:ext cx="160560" cy="28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3B58C63-5D5D-D90C-04C2-A2DE24F9469A}"/>
              </a:ext>
            </a:extLst>
          </p:cNvPr>
          <p:cNvGrpSpPr/>
          <p:nvPr/>
        </p:nvGrpSpPr>
        <p:grpSpPr>
          <a:xfrm>
            <a:off x="11386408" y="3707449"/>
            <a:ext cx="668160" cy="1128600"/>
            <a:chOff x="11386408" y="3707449"/>
            <a:chExt cx="668160" cy="112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94212CB-5ECE-FC62-A13A-23B914C2DCD2}"/>
                    </a:ext>
                  </a:extLst>
                </p14:cNvPr>
                <p14:cNvContentPartPr/>
                <p14:nvPr/>
              </p14:nvContentPartPr>
              <p14:xfrm>
                <a:off x="11766568" y="3707449"/>
                <a:ext cx="41760" cy="618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94212CB-5ECE-FC62-A13A-23B914C2DCD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748568" y="3689449"/>
                  <a:ext cx="77400" cy="6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86D20EA-5331-ED44-3DBD-97981F5183E2}"/>
                    </a:ext>
                  </a:extLst>
                </p14:cNvPr>
                <p14:cNvContentPartPr/>
                <p14:nvPr/>
              </p14:nvContentPartPr>
              <p14:xfrm>
                <a:off x="11557768" y="4281649"/>
                <a:ext cx="423000" cy="46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86D20EA-5331-ED44-3DBD-97981F5183E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539768" y="4264009"/>
                  <a:ext cx="4586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B98FFB4-4891-8AD1-119E-D6AC5903B56C}"/>
                    </a:ext>
                  </a:extLst>
                </p14:cNvPr>
                <p14:cNvContentPartPr/>
                <p14:nvPr/>
              </p14:nvContentPartPr>
              <p14:xfrm>
                <a:off x="11610328" y="4354369"/>
                <a:ext cx="179280" cy="168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B98FFB4-4891-8AD1-119E-D6AC5903B56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592688" y="4336729"/>
                  <a:ext cx="2149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B299347-DE17-D356-DFFD-3D3194D6FBF9}"/>
                    </a:ext>
                  </a:extLst>
                </p14:cNvPr>
                <p14:cNvContentPartPr/>
                <p14:nvPr/>
              </p14:nvContentPartPr>
              <p14:xfrm>
                <a:off x="11734168" y="4288849"/>
                <a:ext cx="182160" cy="2448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B299347-DE17-D356-DFFD-3D3194D6FBF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716168" y="4270849"/>
                  <a:ext cx="2178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9232937-60D4-81F0-85A1-3CBC68EB7E2E}"/>
                    </a:ext>
                  </a:extLst>
                </p14:cNvPr>
                <p14:cNvContentPartPr/>
                <p14:nvPr/>
              </p14:nvContentPartPr>
              <p14:xfrm>
                <a:off x="11758288" y="4508089"/>
                <a:ext cx="29880" cy="226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9232937-60D4-81F0-85A1-3CBC68EB7E2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740288" y="4490449"/>
                  <a:ext cx="655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66AF758-AF47-F89E-9523-EDBE512BF198}"/>
                    </a:ext>
                  </a:extLst>
                </p14:cNvPr>
                <p14:cNvContentPartPr/>
                <p14:nvPr/>
              </p14:nvContentPartPr>
              <p14:xfrm>
                <a:off x="11558848" y="4763329"/>
                <a:ext cx="495720" cy="727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66AF758-AF47-F89E-9523-EDBE512BF19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541208" y="4745689"/>
                  <a:ext cx="5313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9F3CF0A-3243-19FF-A291-AF0B084A3DFD}"/>
                    </a:ext>
                  </a:extLst>
                </p14:cNvPr>
                <p14:cNvContentPartPr/>
                <p14:nvPr/>
              </p14:nvContentPartPr>
              <p14:xfrm>
                <a:off x="11386408" y="4492249"/>
                <a:ext cx="261360" cy="262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9F3CF0A-3243-19FF-A291-AF0B084A3DF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368408" y="4474249"/>
                  <a:ext cx="2970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8DB5F64-0782-5B2D-79D3-7A13BA60C4E4}"/>
                    </a:ext>
                  </a:extLst>
                </p14:cNvPr>
                <p14:cNvContentPartPr/>
                <p14:nvPr/>
              </p14:nvContentPartPr>
              <p14:xfrm>
                <a:off x="11503048" y="4494409"/>
                <a:ext cx="116640" cy="820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8DB5F64-0782-5B2D-79D3-7A13BA60C4E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485048" y="4476769"/>
                  <a:ext cx="15228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ECEDD0E-7429-D5E4-35CE-D9D921705AC7}"/>
              </a:ext>
            </a:extLst>
          </p:cNvPr>
          <p:cNvGrpSpPr/>
          <p:nvPr/>
        </p:nvGrpSpPr>
        <p:grpSpPr>
          <a:xfrm>
            <a:off x="11635168" y="3214249"/>
            <a:ext cx="313560" cy="271800"/>
            <a:chOff x="11635168" y="3214249"/>
            <a:chExt cx="313560" cy="2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D44EA65-B50F-9F0F-398F-0F0684A1D4C4}"/>
                    </a:ext>
                  </a:extLst>
                </p14:cNvPr>
                <p14:cNvContentPartPr/>
                <p14:nvPr/>
              </p14:nvContentPartPr>
              <p14:xfrm>
                <a:off x="11648488" y="3214249"/>
                <a:ext cx="70560" cy="271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D44EA65-B50F-9F0F-398F-0F0684A1D4C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630488" y="3196609"/>
                  <a:ext cx="1062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345D085-4B0F-C870-C1AA-75B21F1412E0}"/>
                    </a:ext>
                  </a:extLst>
                </p14:cNvPr>
                <p14:cNvContentPartPr/>
                <p14:nvPr/>
              </p14:nvContentPartPr>
              <p14:xfrm>
                <a:off x="11635168" y="3216769"/>
                <a:ext cx="185040" cy="88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345D085-4B0F-C870-C1AA-75B21F1412E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617528" y="3198769"/>
                  <a:ext cx="2206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B5B0838-6D09-D1A5-D6B3-E91896A20921}"/>
                    </a:ext>
                  </a:extLst>
                </p14:cNvPr>
                <p14:cNvContentPartPr/>
                <p14:nvPr/>
              </p14:nvContentPartPr>
              <p14:xfrm>
                <a:off x="11808688" y="3256369"/>
                <a:ext cx="51480" cy="1332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B5B0838-6D09-D1A5-D6B3-E91896A2092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790688" y="3238729"/>
                  <a:ext cx="871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61FCDE1-ADED-8BB2-1753-565529002E1F}"/>
                    </a:ext>
                  </a:extLst>
                </p14:cNvPr>
                <p14:cNvContentPartPr/>
                <p14:nvPr/>
              </p14:nvContentPartPr>
              <p14:xfrm>
                <a:off x="11825608" y="3247369"/>
                <a:ext cx="123120" cy="1630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61FCDE1-ADED-8BB2-1753-565529002E1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807608" y="3229729"/>
                  <a:ext cx="15876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0CD2D9E-1B4B-900A-2F2B-7C89B2C29956}"/>
              </a:ext>
            </a:extLst>
          </p:cNvPr>
          <p:cNvGrpSpPr/>
          <p:nvPr/>
        </p:nvGrpSpPr>
        <p:grpSpPr>
          <a:xfrm>
            <a:off x="10484968" y="933649"/>
            <a:ext cx="1617480" cy="1481040"/>
            <a:chOff x="10484968" y="933649"/>
            <a:chExt cx="1617480" cy="148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FB9F309-D4F6-DB31-C53E-E1D6AB995914}"/>
                    </a:ext>
                  </a:extLst>
                </p14:cNvPr>
                <p14:cNvContentPartPr/>
                <p14:nvPr/>
              </p14:nvContentPartPr>
              <p14:xfrm>
                <a:off x="10842808" y="1159009"/>
                <a:ext cx="80280" cy="572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FB9F309-D4F6-DB31-C53E-E1D6AB99591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825168" y="1141369"/>
                  <a:ext cx="11592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C8C3270-8196-6DD2-2778-700781229DBA}"/>
                    </a:ext>
                  </a:extLst>
                </p14:cNvPr>
                <p14:cNvContentPartPr/>
                <p14:nvPr/>
              </p14:nvContentPartPr>
              <p14:xfrm>
                <a:off x="10642288" y="1719529"/>
                <a:ext cx="456840" cy="85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C8C3270-8196-6DD2-2778-700781229DB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624648" y="1701529"/>
                  <a:ext cx="4924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16A5667-1E4C-3E14-2845-04109B88D761}"/>
                    </a:ext>
                  </a:extLst>
                </p14:cNvPr>
                <p14:cNvContentPartPr/>
                <p14:nvPr/>
              </p14:nvContentPartPr>
              <p14:xfrm>
                <a:off x="10918048" y="1856329"/>
                <a:ext cx="22680" cy="31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16A5667-1E4C-3E14-2845-04109B88D76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900048" y="1838689"/>
                  <a:ext cx="583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2348B9F-9D50-49CC-7456-7DCF1447B42F}"/>
                    </a:ext>
                  </a:extLst>
                </p14:cNvPr>
                <p14:cNvContentPartPr/>
                <p14:nvPr/>
              </p14:nvContentPartPr>
              <p14:xfrm>
                <a:off x="10883128" y="1849129"/>
                <a:ext cx="113400" cy="20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2348B9F-9D50-49CC-7456-7DCF1447B42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865128" y="1831129"/>
                  <a:ext cx="1490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C476004-A2B5-4539-479A-0788DF60545B}"/>
                    </a:ext>
                  </a:extLst>
                </p14:cNvPr>
                <p14:cNvContentPartPr/>
                <p14:nvPr/>
              </p14:nvContentPartPr>
              <p14:xfrm>
                <a:off x="10952248" y="1848409"/>
                <a:ext cx="26280" cy="508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C476004-A2B5-4539-479A-0788DF60545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934248" y="1830769"/>
                  <a:ext cx="6192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EC4EA61-7FD2-129A-0FB9-BE95FE302FE1}"/>
                    </a:ext>
                  </a:extLst>
                </p14:cNvPr>
                <p14:cNvContentPartPr/>
                <p14:nvPr/>
              </p14:nvContentPartPr>
              <p14:xfrm>
                <a:off x="10865128" y="1199329"/>
                <a:ext cx="404640" cy="36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EC4EA61-7FD2-129A-0FB9-BE95FE302FE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847128" y="1181329"/>
                  <a:ext cx="4402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77FBE15-C3B7-212B-7747-1829C6FD09A1}"/>
                    </a:ext>
                  </a:extLst>
                </p14:cNvPr>
                <p14:cNvContentPartPr/>
                <p14:nvPr/>
              </p14:nvContentPartPr>
              <p14:xfrm>
                <a:off x="11209648" y="1130929"/>
                <a:ext cx="60480" cy="78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77FBE15-C3B7-212B-7747-1829C6FD09A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191648" y="1112929"/>
                  <a:ext cx="961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80F1D06-7BC7-C1D4-09A8-2618F0786AE2}"/>
                    </a:ext>
                  </a:extLst>
                </p14:cNvPr>
                <p14:cNvContentPartPr/>
                <p14:nvPr/>
              </p14:nvContentPartPr>
              <p14:xfrm>
                <a:off x="11459488" y="1150729"/>
                <a:ext cx="72000" cy="58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80F1D06-7BC7-C1D4-09A8-2618F0786AE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441488" y="1132729"/>
                  <a:ext cx="1076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AEE8B3C-1238-C733-9FFB-7BA152068EB2}"/>
                    </a:ext>
                  </a:extLst>
                </p14:cNvPr>
                <p14:cNvContentPartPr/>
                <p14:nvPr/>
              </p14:nvContentPartPr>
              <p14:xfrm>
                <a:off x="11232688" y="933649"/>
                <a:ext cx="157320" cy="213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AEE8B3C-1238-C733-9FFB-7BA152068EB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214688" y="915649"/>
                  <a:ext cx="1929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490B5EF-633C-9BBA-00C1-F94E02BA2E06}"/>
                    </a:ext>
                  </a:extLst>
                </p14:cNvPr>
                <p14:cNvContentPartPr/>
                <p14:nvPr/>
              </p14:nvContentPartPr>
              <p14:xfrm>
                <a:off x="11502328" y="1161529"/>
                <a:ext cx="220320" cy="62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490B5EF-633C-9BBA-00C1-F94E02BA2E0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484688" y="1143529"/>
                  <a:ext cx="2559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A26674D-5B98-E15F-1E17-B81D3106F7D8}"/>
                    </a:ext>
                  </a:extLst>
                </p14:cNvPr>
                <p14:cNvContentPartPr/>
                <p14:nvPr/>
              </p14:nvContentPartPr>
              <p14:xfrm>
                <a:off x="11716528" y="1156849"/>
                <a:ext cx="48240" cy="533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A26674D-5B98-E15F-1E17-B81D3106F7D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698888" y="1139209"/>
                  <a:ext cx="8388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103FCA6-8330-D676-3145-4A32032950A2}"/>
                    </a:ext>
                  </a:extLst>
                </p14:cNvPr>
                <p14:cNvContentPartPr/>
                <p14:nvPr/>
              </p14:nvContentPartPr>
              <p14:xfrm>
                <a:off x="11640208" y="1707289"/>
                <a:ext cx="267480" cy="36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103FCA6-8330-D676-3145-4A32032950A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622208" y="1689289"/>
                  <a:ext cx="3031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DF93BCB-FEF2-493E-94F4-C2336CE9A994}"/>
                    </a:ext>
                  </a:extLst>
                </p14:cNvPr>
                <p14:cNvContentPartPr/>
                <p14:nvPr/>
              </p14:nvContentPartPr>
              <p14:xfrm>
                <a:off x="11670448" y="1713769"/>
                <a:ext cx="125280" cy="149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DF93BCB-FEF2-493E-94F4-C2336CE9A99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652448" y="1696129"/>
                  <a:ext cx="1609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6A497C3-1C1A-3474-0C9A-FEB3FBC33036}"/>
                    </a:ext>
                  </a:extLst>
                </p14:cNvPr>
                <p14:cNvContentPartPr/>
                <p14:nvPr/>
              </p14:nvContentPartPr>
              <p14:xfrm>
                <a:off x="11833528" y="1719169"/>
                <a:ext cx="79200" cy="106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6A497C3-1C1A-3474-0C9A-FEB3FBC3303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1815528" y="1701529"/>
                  <a:ext cx="1148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C115BB8-723A-4BF4-7F37-EEE5948458DD}"/>
                    </a:ext>
                  </a:extLst>
                </p14:cNvPr>
                <p14:cNvContentPartPr/>
                <p14:nvPr/>
              </p14:nvContentPartPr>
              <p14:xfrm>
                <a:off x="10963768" y="1862809"/>
                <a:ext cx="885600" cy="551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C115BB8-723A-4BF4-7F37-EEE5948458D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946128" y="1845169"/>
                  <a:ext cx="92124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8F1A142-6881-79D0-D697-CE430A21CD6C}"/>
                    </a:ext>
                  </a:extLst>
                </p14:cNvPr>
                <p14:cNvContentPartPr/>
                <p14:nvPr/>
              </p14:nvContentPartPr>
              <p14:xfrm>
                <a:off x="11683768" y="1855609"/>
                <a:ext cx="264960" cy="22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8F1A142-6881-79D0-D697-CE430A21CD6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1666128" y="1837609"/>
                  <a:ext cx="3006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3EBE616-DB80-9163-96D4-911AC012CF4D}"/>
                    </a:ext>
                  </a:extLst>
                </p14:cNvPr>
                <p14:cNvContentPartPr/>
                <p14:nvPr/>
              </p14:nvContentPartPr>
              <p14:xfrm>
                <a:off x="11958088" y="1498129"/>
                <a:ext cx="126360" cy="166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3EBE616-DB80-9163-96D4-911AC012CF4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1940088" y="1480489"/>
                  <a:ext cx="1620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0E40DAB-321C-42F3-8976-2CC8C2D53E69}"/>
                    </a:ext>
                  </a:extLst>
                </p14:cNvPr>
                <p14:cNvContentPartPr/>
                <p14:nvPr/>
              </p14:nvContentPartPr>
              <p14:xfrm>
                <a:off x="11975368" y="1513969"/>
                <a:ext cx="91440" cy="123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0E40DAB-321C-42F3-8976-2CC8C2D53E6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1957728" y="1496329"/>
                  <a:ext cx="1270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BB53C24-74A8-8F25-9F08-828B5FEA8AFC}"/>
                    </a:ext>
                  </a:extLst>
                </p14:cNvPr>
                <p14:cNvContentPartPr/>
                <p14:nvPr/>
              </p14:nvContentPartPr>
              <p14:xfrm>
                <a:off x="11969248" y="1506769"/>
                <a:ext cx="133200" cy="1155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BB53C24-74A8-8F25-9F08-828B5FEA8AF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1951248" y="1488769"/>
                  <a:ext cx="1688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06BDB3C-4AB3-A50F-3C6A-BA0B3629A01A}"/>
                    </a:ext>
                  </a:extLst>
                </p14:cNvPr>
                <p14:cNvContentPartPr/>
                <p14:nvPr/>
              </p14:nvContentPartPr>
              <p14:xfrm>
                <a:off x="11278408" y="2046769"/>
                <a:ext cx="155160" cy="172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06BDB3C-4AB3-A50F-3C6A-BA0B3629A01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1260768" y="2029129"/>
                  <a:ext cx="1908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8A197F7-CEF3-6B5A-9CE0-EB62A9A36DD6}"/>
                    </a:ext>
                  </a:extLst>
                </p14:cNvPr>
                <p14:cNvContentPartPr/>
                <p14:nvPr/>
              </p14:nvContentPartPr>
              <p14:xfrm>
                <a:off x="11433928" y="2078809"/>
                <a:ext cx="15480" cy="102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8A197F7-CEF3-6B5A-9CE0-EB62A9A36DD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1416288" y="2060809"/>
                  <a:ext cx="511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580D1F4-905B-0031-8FFE-B5C6586EF95D}"/>
                    </a:ext>
                  </a:extLst>
                </p14:cNvPr>
                <p14:cNvContentPartPr/>
                <p14:nvPr/>
              </p14:nvContentPartPr>
              <p14:xfrm>
                <a:off x="11420248" y="2056489"/>
                <a:ext cx="56160" cy="58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580D1F4-905B-0031-8FFE-B5C6586EF95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1402608" y="2038849"/>
                  <a:ext cx="91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D448389-4C7F-3997-4117-B1244D691D9D}"/>
                    </a:ext>
                  </a:extLst>
                </p14:cNvPr>
                <p14:cNvContentPartPr/>
                <p14:nvPr/>
              </p14:nvContentPartPr>
              <p14:xfrm>
                <a:off x="11502328" y="2111209"/>
                <a:ext cx="2880" cy="5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D448389-4C7F-3997-4117-B1244D691D9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484328" y="2093569"/>
                  <a:ext cx="38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C09EDB6-BD98-6951-3097-A5AFC2469829}"/>
                    </a:ext>
                  </a:extLst>
                </p14:cNvPr>
                <p14:cNvContentPartPr/>
                <p14:nvPr/>
              </p14:nvContentPartPr>
              <p14:xfrm>
                <a:off x="11456968" y="2157649"/>
                <a:ext cx="53280" cy="316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C09EDB6-BD98-6951-3097-A5AFC246982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439328" y="2139649"/>
                  <a:ext cx="889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EEC9780-1126-EEE5-50FB-6231746CA174}"/>
                    </a:ext>
                  </a:extLst>
                </p14:cNvPr>
                <p14:cNvContentPartPr/>
                <p14:nvPr/>
              </p14:nvContentPartPr>
              <p14:xfrm>
                <a:off x="11537968" y="2089249"/>
                <a:ext cx="29520" cy="110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EEC9780-1126-EEE5-50FB-6231746CA17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520328" y="2071609"/>
                  <a:ext cx="651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2D02A23-2036-B8C0-0B2F-409FB834E410}"/>
                    </a:ext>
                  </a:extLst>
                </p14:cNvPr>
                <p14:cNvContentPartPr/>
                <p14:nvPr/>
              </p14:nvContentPartPr>
              <p14:xfrm>
                <a:off x="11553088" y="2031649"/>
                <a:ext cx="93960" cy="105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2D02A23-2036-B8C0-0B2F-409FB834E41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1535088" y="2014009"/>
                  <a:ext cx="1296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C79B78D-9C9D-E1A7-4175-0EB811ED5DF9}"/>
                    </a:ext>
                  </a:extLst>
                </p14:cNvPr>
                <p14:cNvContentPartPr/>
                <p14:nvPr/>
              </p14:nvContentPartPr>
              <p14:xfrm>
                <a:off x="11456608" y="2075569"/>
                <a:ext cx="41760" cy="16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C79B78D-9C9D-E1A7-4175-0EB811ED5DF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438608" y="2057929"/>
                  <a:ext cx="774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EA09950-B123-DA74-9099-D68CDA3A3CCA}"/>
                    </a:ext>
                  </a:extLst>
                </p14:cNvPr>
                <p14:cNvContentPartPr/>
                <p14:nvPr/>
              </p14:nvContentPartPr>
              <p14:xfrm>
                <a:off x="11453368" y="2101489"/>
                <a:ext cx="25200" cy="15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EA09950-B123-DA74-9099-D68CDA3A3CC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1435368" y="2083849"/>
                  <a:ext cx="608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9773F92-EDE2-58EA-F0CB-90B6440BE8CC}"/>
                    </a:ext>
                  </a:extLst>
                </p14:cNvPr>
                <p14:cNvContentPartPr/>
                <p14:nvPr/>
              </p14:nvContentPartPr>
              <p14:xfrm>
                <a:off x="11464528" y="2110849"/>
                <a:ext cx="43560" cy="23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9773F92-EDE2-58EA-F0CB-90B6440BE8C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1446528" y="2092849"/>
                  <a:ext cx="792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F54B400-F57E-6BF6-2F40-A267CD15B649}"/>
                    </a:ext>
                  </a:extLst>
                </p14:cNvPr>
                <p14:cNvContentPartPr/>
                <p14:nvPr/>
              </p14:nvContentPartPr>
              <p14:xfrm>
                <a:off x="10484968" y="1408849"/>
                <a:ext cx="82440" cy="239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F54B400-F57E-6BF6-2F40-A267CD15B64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467328" y="1390849"/>
                  <a:ext cx="1180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AA1AF33-0C19-81B9-5FCC-2330DC54A15C}"/>
                    </a:ext>
                  </a:extLst>
                </p14:cNvPr>
                <p14:cNvContentPartPr/>
                <p14:nvPr/>
              </p14:nvContentPartPr>
              <p14:xfrm>
                <a:off x="10621408" y="1466089"/>
                <a:ext cx="21960" cy="30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AA1AF33-0C19-81B9-5FCC-2330DC54A15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603408" y="1448449"/>
                  <a:ext cx="576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5154C83-1601-FF92-B65B-3191146A2392}"/>
                    </a:ext>
                  </a:extLst>
                </p14:cNvPr>
                <p14:cNvContentPartPr/>
                <p14:nvPr/>
              </p14:nvContentPartPr>
              <p14:xfrm>
                <a:off x="10720768" y="1385449"/>
                <a:ext cx="63000" cy="38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5154C83-1601-FF92-B65B-3191146A239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702768" y="1367449"/>
                  <a:ext cx="986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AA773BB-E2D3-2ED9-3383-FF5262E3E2A6}"/>
                    </a:ext>
                  </a:extLst>
                </p14:cNvPr>
                <p14:cNvContentPartPr/>
                <p14:nvPr/>
              </p14:nvContentPartPr>
              <p14:xfrm>
                <a:off x="10707808" y="1423249"/>
                <a:ext cx="96120" cy="1389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AA773BB-E2D3-2ED9-3383-FF5262E3E2A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689808" y="1405249"/>
                  <a:ext cx="13176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6538491-E5CC-67A1-433C-E8E961A314FF}"/>
              </a:ext>
            </a:extLst>
          </p:cNvPr>
          <p:cNvGrpSpPr/>
          <p:nvPr/>
        </p:nvGrpSpPr>
        <p:grpSpPr>
          <a:xfrm>
            <a:off x="9492448" y="133729"/>
            <a:ext cx="497160" cy="459000"/>
            <a:chOff x="9492448" y="133729"/>
            <a:chExt cx="497160" cy="45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A64C91D-6F04-74B6-AFA2-0A97EE45700F}"/>
                    </a:ext>
                  </a:extLst>
                </p14:cNvPr>
                <p14:cNvContentPartPr/>
                <p14:nvPr/>
              </p14:nvContentPartPr>
              <p14:xfrm>
                <a:off x="9614128" y="308689"/>
                <a:ext cx="77760" cy="1886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A64C91D-6F04-74B6-AFA2-0A97EE45700F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596128" y="290689"/>
                  <a:ext cx="1134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684C0DB-AD56-EF41-EF7E-485D7E1C2ADE}"/>
                    </a:ext>
                  </a:extLst>
                </p14:cNvPr>
                <p14:cNvContentPartPr/>
                <p14:nvPr/>
              </p14:nvContentPartPr>
              <p14:xfrm>
                <a:off x="9492448" y="133729"/>
                <a:ext cx="497160" cy="459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684C0DB-AD56-EF41-EF7E-485D7E1C2AD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474808" y="115729"/>
                  <a:ext cx="532800" cy="49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E8DC05A-6EE3-88DA-11C9-04F99FFCBB46}"/>
              </a:ext>
            </a:extLst>
          </p:cNvPr>
          <p:cNvGrpSpPr/>
          <p:nvPr/>
        </p:nvGrpSpPr>
        <p:grpSpPr>
          <a:xfrm>
            <a:off x="10179328" y="189529"/>
            <a:ext cx="1146240" cy="233640"/>
            <a:chOff x="10179328" y="189529"/>
            <a:chExt cx="114624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EC18BB0-8A99-96A0-0DE2-9AD202B1CA52}"/>
                    </a:ext>
                  </a:extLst>
                </p14:cNvPr>
                <p14:cNvContentPartPr/>
                <p14:nvPr/>
              </p14:nvContentPartPr>
              <p14:xfrm>
                <a:off x="10179328" y="219409"/>
                <a:ext cx="79200" cy="2037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EC18BB0-8A99-96A0-0DE2-9AD202B1CA5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161688" y="201769"/>
                  <a:ext cx="1148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4D3DE0D-7027-C5CF-5838-A3DFD85DC808}"/>
                    </a:ext>
                  </a:extLst>
                </p14:cNvPr>
                <p14:cNvContentPartPr/>
                <p14:nvPr/>
              </p14:nvContentPartPr>
              <p14:xfrm>
                <a:off x="10361848" y="310489"/>
                <a:ext cx="176400" cy="89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4D3DE0D-7027-C5CF-5838-A3DFD85DC80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343848" y="292849"/>
                  <a:ext cx="2120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79F5E8D-F037-2B5E-15E1-875C57DE2105}"/>
                    </a:ext>
                  </a:extLst>
                </p14:cNvPr>
                <p14:cNvContentPartPr/>
                <p14:nvPr/>
              </p14:nvContentPartPr>
              <p14:xfrm>
                <a:off x="10602688" y="280969"/>
                <a:ext cx="14040" cy="997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79F5E8D-F037-2B5E-15E1-875C57DE210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584688" y="263329"/>
                  <a:ext cx="496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A3A2AE5-9241-A2BC-AE7A-7FE583926C14}"/>
                    </a:ext>
                  </a:extLst>
                </p14:cNvPr>
                <p14:cNvContentPartPr/>
                <p14:nvPr/>
              </p14:nvContentPartPr>
              <p14:xfrm>
                <a:off x="10590448" y="189529"/>
                <a:ext cx="20520" cy="118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A3A2AE5-9241-A2BC-AE7A-7FE583926C1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572448" y="171889"/>
                  <a:ext cx="561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A0B79A1-11AF-5600-949F-7A4207E91E96}"/>
                    </a:ext>
                  </a:extLst>
                </p14:cNvPr>
                <p14:cNvContentPartPr/>
                <p14:nvPr/>
              </p14:nvContentPartPr>
              <p14:xfrm>
                <a:off x="10662808" y="203569"/>
                <a:ext cx="82080" cy="1735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A0B79A1-11AF-5600-949F-7A4207E91E96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644808" y="185569"/>
                  <a:ext cx="1177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D513D39-3954-AA40-8ABF-B6A4702E3C5A}"/>
                    </a:ext>
                  </a:extLst>
                </p14:cNvPr>
                <p14:cNvContentPartPr/>
                <p14:nvPr/>
              </p14:nvContentPartPr>
              <p14:xfrm>
                <a:off x="10695928" y="256129"/>
                <a:ext cx="100440" cy="69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D513D39-3954-AA40-8ABF-B6A4702E3C5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678288" y="238129"/>
                  <a:ext cx="1360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A73A78F-D13C-66E3-0130-B580B56D1588}"/>
                    </a:ext>
                  </a:extLst>
                </p14:cNvPr>
                <p14:cNvContentPartPr/>
                <p14:nvPr/>
              </p14:nvContentPartPr>
              <p14:xfrm>
                <a:off x="10804288" y="196369"/>
                <a:ext cx="259920" cy="1605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A73A78F-D13C-66E3-0130-B580B56D158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786288" y="178729"/>
                  <a:ext cx="2955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2CBF7DC-C4D7-5266-0A04-EDADA995125D}"/>
                    </a:ext>
                  </a:extLst>
                </p14:cNvPr>
                <p14:cNvContentPartPr/>
                <p14:nvPr/>
              </p14:nvContentPartPr>
              <p14:xfrm>
                <a:off x="11211088" y="262969"/>
                <a:ext cx="114480" cy="1213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2CBF7DC-C4D7-5266-0A04-EDADA995125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1193088" y="245329"/>
                  <a:ext cx="15012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16374838-D0BA-A50F-11F2-41973E1577E8}"/>
              </a:ext>
            </a:extLst>
          </p:cNvPr>
          <p:cNvGrpSpPr/>
          <p:nvPr/>
        </p:nvGrpSpPr>
        <p:grpSpPr>
          <a:xfrm>
            <a:off x="10207768" y="522889"/>
            <a:ext cx="558000" cy="246600"/>
            <a:chOff x="10207768" y="522889"/>
            <a:chExt cx="558000" cy="24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348ACE7-6CC4-0F87-EA6F-3F3F5D8736E2}"/>
                    </a:ext>
                  </a:extLst>
                </p14:cNvPr>
                <p14:cNvContentPartPr/>
                <p14:nvPr/>
              </p14:nvContentPartPr>
              <p14:xfrm>
                <a:off x="10207768" y="578689"/>
                <a:ext cx="133920" cy="126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348ACE7-6CC4-0F87-EA6F-3F3F5D8736E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190128" y="561049"/>
                  <a:ext cx="169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D3A85E5-4739-7276-1522-77DDD672083F}"/>
                    </a:ext>
                  </a:extLst>
                </p14:cNvPr>
                <p14:cNvContentPartPr/>
                <p14:nvPr/>
              </p14:nvContentPartPr>
              <p14:xfrm>
                <a:off x="10392448" y="602089"/>
                <a:ext cx="57600" cy="1674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D3A85E5-4739-7276-1522-77DDD672083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374808" y="584449"/>
                  <a:ext cx="932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32A2AF8-5683-37E0-264D-0E16360B48E9}"/>
                    </a:ext>
                  </a:extLst>
                </p14:cNvPr>
                <p14:cNvContentPartPr/>
                <p14:nvPr/>
              </p14:nvContentPartPr>
              <p14:xfrm>
                <a:off x="10444648" y="554929"/>
                <a:ext cx="39600" cy="842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32A2AF8-5683-37E0-264D-0E16360B48E9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427008" y="536929"/>
                  <a:ext cx="752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7605BB6-063D-E143-CB4B-D66E15669DF4}"/>
                    </a:ext>
                  </a:extLst>
                </p14:cNvPr>
                <p14:cNvContentPartPr/>
                <p14:nvPr/>
              </p14:nvContentPartPr>
              <p14:xfrm>
                <a:off x="10467688" y="522889"/>
                <a:ext cx="298080" cy="1144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7605BB6-063D-E143-CB4B-D66E15669DF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449688" y="504889"/>
                  <a:ext cx="333720" cy="15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6660C177-E5B1-D405-C1CB-1A70110F62B0}"/>
                  </a:ext>
                </a:extLst>
              </p14:cNvPr>
              <p14:cNvContentPartPr/>
              <p14:nvPr/>
            </p14:nvContentPartPr>
            <p14:xfrm>
              <a:off x="11226928" y="1132729"/>
              <a:ext cx="54360" cy="7416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6660C177-E5B1-D405-C1CB-1A70110F62B0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11209288" y="1114729"/>
                <a:ext cx="90000" cy="10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DFC953C-2A2E-23A2-16F6-95199CAD83A1}"/>
              </a:ext>
            </a:extLst>
          </p:cNvPr>
          <p:cNvGrpSpPr/>
          <p:nvPr/>
        </p:nvGrpSpPr>
        <p:grpSpPr>
          <a:xfrm>
            <a:off x="9942808" y="890809"/>
            <a:ext cx="658440" cy="289800"/>
            <a:chOff x="9942808" y="890809"/>
            <a:chExt cx="658440" cy="28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EC36AF8-F1F4-0C4F-B647-4ABD569B87DD}"/>
                    </a:ext>
                  </a:extLst>
                </p14:cNvPr>
                <p14:cNvContentPartPr/>
                <p14:nvPr/>
              </p14:nvContentPartPr>
              <p14:xfrm>
                <a:off x="9942808" y="966049"/>
                <a:ext cx="181800" cy="1724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EC36AF8-F1F4-0C4F-B647-4ABD569B87D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925168" y="948049"/>
                  <a:ext cx="2174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B970076-299A-3BB3-EBF5-3FEA71F8FBE9}"/>
                    </a:ext>
                  </a:extLst>
                </p14:cNvPr>
                <p14:cNvContentPartPr/>
                <p14:nvPr/>
              </p14:nvContentPartPr>
              <p14:xfrm>
                <a:off x="10227208" y="1051729"/>
                <a:ext cx="178920" cy="918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B970076-299A-3BB3-EBF5-3FEA71F8FBE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209568" y="1033729"/>
                  <a:ext cx="2145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47381BD-EDC1-8BFB-65DD-49910515E59A}"/>
                    </a:ext>
                  </a:extLst>
                </p14:cNvPr>
                <p14:cNvContentPartPr/>
                <p14:nvPr/>
              </p14:nvContentPartPr>
              <p14:xfrm>
                <a:off x="10247008" y="1002049"/>
                <a:ext cx="82800" cy="178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47381BD-EDC1-8BFB-65DD-49910515E59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229368" y="984409"/>
                  <a:ext cx="1184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8D4872A-CF67-3D33-8B7F-F066160549CA}"/>
                    </a:ext>
                  </a:extLst>
                </p14:cNvPr>
                <p14:cNvContentPartPr/>
                <p14:nvPr/>
              </p14:nvContentPartPr>
              <p14:xfrm>
                <a:off x="10484968" y="959929"/>
                <a:ext cx="76320" cy="270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8D4872A-CF67-3D33-8B7F-F066160549C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467328" y="942289"/>
                  <a:ext cx="1119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D6BEE11-A02F-C4A5-B97B-1180D7093C15}"/>
                    </a:ext>
                  </a:extLst>
                </p14:cNvPr>
                <p14:cNvContentPartPr/>
                <p14:nvPr/>
              </p14:nvContentPartPr>
              <p14:xfrm>
                <a:off x="10501528" y="1020049"/>
                <a:ext cx="99720" cy="39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D6BEE11-A02F-C4A5-B97B-1180D7093C1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483888" y="1002409"/>
                  <a:ext cx="135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7973AE9-3096-E9EF-50FC-D731F7EADF39}"/>
                    </a:ext>
                  </a:extLst>
                </p14:cNvPr>
                <p14:cNvContentPartPr/>
                <p14:nvPr/>
              </p14:nvContentPartPr>
              <p14:xfrm>
                <a:off x="10122088" y="890809"/>
                <a:ext cx="23760" cy="720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7973AE9-3096-E9EF-50FC-D731F7EADF39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104088" y="873169"/>
                  <a:ext cx="59400" cy="107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59701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A600-8CD7-983D-5808-CE1A04CF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of charge – current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0B4B7-5113-7841-3FC4-900062031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10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Diagram of a diagram of a charge and discharge&#10;&#10;Description automatically generated with medium confidence">
            <a:extLst>
              <a:ext uri="{FF2B5EF4-FFF2-40B4-BE49-F238E27FC236}">
                <a16:creationId xmlns:a16="http://schemas.microsoft.com/office/drawing/2014/main" id="{0291F610-812B-8D0A-E6C8-0CF53324E6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253" y="292101"/>
            <a:ext cx="3932603" cy="1648547"/>
          </a:xfrm>
          <a:prstGeom prst="rect">
            <a:avLst/>
          </a:prstGeom>
        </p:spPr>
      </p:pic>
      <p:pic>
        <p:nvPicPr>
          <p:cNvPr id="8" name="Picture 7" descr="A diagram of a battery&#10;&#10;Description automatically generated">
            <a:extLst>
              <a:ext uri="{FF2B5EF4-FFF2-40B4-BE49-F238E27FC236}">
                <a16:creationId xmlns:a16="http://schemas.microsoft.com/office/drawing/2014/main" id="{CCD3400C-B332-2E64-85E9-2D5796722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582" y="2544919"/>
            <a:ext cx="6510947" cy="31789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494FC4-7C55-0CC3-FB9F-9692B195FAC4}"/>
              </a:ext>
            </a:extLst>
          </p:cNvPr>
          <p:cNvSpPr txBox="1"/>
          <p:nvPr/>
        </p:nvSpPr>
        <p:spPr>
          <a:xfrm>
            <a:off x="187960" y="1116374"/>
            <a:ext cx="4749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PT Sans" panose="020B0503020203020204" pitchFamily="34" charset="0"/>
              </a:rPr>
              <a:t>Current is the rate at which electrons flow past a point in a complete electrical circuit. At its most basic, </a:t>
            </a:r>
            <a:r>
              <a:rPr lang="en-US" sz="20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PT Sans" panose="020B0503020203020204" pitchFamily="34" charset="0"/>
              </a:rPr>
              <a:t>current = flow.</a:t>
            </a:r>
            <a:endParaRPr lang="en-US" sz="2000" b="0" i="0" dirty="0">
              <a:solidFill>
                <a:srgbClr val="212121"/>
              </a:solidFill>
              <a:effectLst/>
              <a:highlight>
                <a:srgbClr val="FFFFFF"/>
              </a:highlight>
              <a:latin typeface="PT Sans" panose="020B0503020203020204" pitchFamily="34" charset="0"/>
            </a:endParaRPr>
          </a:p>
          <a:p>
            <a:pPr algn="l"/>
            <a:r>
              <a:rPr lang="en-US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PT Sans" panose="020B0503020203020204" pitchFamily="34" charset="0"/>
              </a:rPr>
              <a:t>An </a:t>
            </a:r>
            <a:r>
              <a:rPr lang="en-US" sz="20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PT Sans" panose="020B0503020203020204" pitchFamily="34" charset="0"/>
              </a:rPr>
              <a:t>ampere</a:t>
            </a:r>
            <a:r>
              <a:rPr lang="en-US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PT Sans" panose="020B0503020203020204" pitchFamily="34" charset="0"/>
              </a:rPr>
              <a:t> (AM-pir), or </a:t>
            </a:r>
            <a:r>
              <a:rPr lang="en-US" sz="20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PT Sans" panose="020B0503020203020204" pitchFamily="34" charset="0"/>
              </a:rPr>
              <a:t>amp</a:t>
            </a:r>
            <a:r>
              <a:rPr lang="en-US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PT Sans" panose="020B0503020203020204" pitchFamily="34" charset="0"/>
              </a:rPr>
              <a:t>, is the international unit used for measuring current. It expresses the quantity of electrons (sometimes called "electrical charge") flowing past a point in a circuit over a given time.</a:t>
            </a:r>
          </a:p>
          <a:p>
            <a:pPr algn="l"/>
            <a:r>
              <a:rPr lang="en-US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PT Sans" panose="020B0503020203020204" pitchFamily="34" charset="0"/>
              </a:rPr>
              <a:t>A current of 1 ampere means that 1 </a:t>
            </a:r>
            <a:r>
              <a:rPr lang="en-US" sz="20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PT Sans" panose="020B0503020203020204" pitchFamily="34" charset="0"/>
              </a:rPr>
              <a:t>coulomb</a:t>
            </a:r>
            <a:r>
              <a:rPr lang="en-US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PT Sans" panose="020B0503020203020204" pitchFamily="34" charset="0"/>
              </a:rPr>
              <a:t> of electrons—that's 6.24 billion </a:t>
            </a:r>
            <a:r>
              <a:rPr lang="en-US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PT Sans" panose="020B0503020203020204" pitchFamily="34" charset="0"/>
              </a:rPr>
              <a:t>billion</a:t>
            </a:r>
            <a:r>
              <a:rPr lang="en-US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PT Sans" panose="020B0503020203020204" pitchFamily="34" charset="0"/>
              </a:rPr>
              <a:t> (6.24 x 10</a:t>
            </a:r>
            <a:r>
              <a:rPr lang="en-US" sz="2000" b="0" i="0" baseline="3000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PT Sans" panose="020B0503020203020204" pitchFamily="34" charset="0"/>
              </a:rPr>
              <a:t>18</a:t>
            </a:r>
            <a:r>
              <a:rPr lang="en-US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PT Sans" panose="020B0503020203020204" pitchFamily="34" charset="0"/>
              </a:rPr>
              <a:t>) electrons—is moving past a single point in a circuit in 1 second. </a:t>
            </a:r>
          </a:p>
        </p:txBody>
      </p:sp>
    </p:spTree>
    <p:extLst>
      <p:ext uri="{BB962C8B-B14F-4D97-AF65-F5344CB8AC3E}">
        <p14:creationId xmlns:p14="http://schemas.microsoft.com/office/powerpoint/2010/main" val="1339692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5F35A-06FB-DD17-8C55-30F1F6759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Increasing voltage / increasing water pressure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0CDD5-E77E-6C66-908D-24A4A55D8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11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Diagram of a diagram of a water system&#10;&#10;Description automatically generated">
            <a:extLst>
              <a:ext uri="{FF2B5EF4-FFF2-40B4-BE49-F238E27FC236}">
                <a16:creationId xmlns:a16="http://schemas.microsoft.com/office/drawing/2014/main" id="{4EFD816E-E138-774F-9C6C-A6F7F865C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886" y="982881"/>
            <a:ext cx="9470227" cy="525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405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3F46-044E-6AD7-8AA5-7E16AF48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difference</a:t>
            </a:r>
          </a:p>
        </p:txBody>
      </p:sp>
      <p:pic>
        <p:nvPicPr>
          <p:cNvPr id="6" name="Content Placeholder 5" descr="A collage of diagrams with numbers and symbols&#10;&#10;Description automatically generated">
            <a:extLst>
              <a:ext uri="{FF2B5EF4-FFF2-40B4-BE49-F238E27FC236}">
                <a16:creationId xmlns:a16="http://schemas.microsoft.com/office/drawing/2014/main" id="{F944294D-03C9-56ED-1CC7-1B3E39D327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338" b="49862"/>
          <a:stretch/>
        </p:blipFill>
        <p:spPr>
          <a:xfrm>
            <a:off x="391023" y="1350044"/>
            <a:ext cx="4698529" cy="437511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7976B-AB00-4871-3E4C-C9DFD9EF7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12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17B468-CAEC-BED5-326B-4F4B2E9CF6C5}"/>
              </a:ext>
            </a:extLst>
          </p:cNvPr>
          <p:cNvGrpSpPr/>
          <p:nvPr/>
        </p:nvGrpSpPr>
        <p:grpSpPr>
          <a:xfrm>
            <a:off x="6055168" y="581569"/>
            <a:ext cx="1713960" cy="654840"/>
            <a:chOff x="6055168" y="581569"/>
            <a:chExt cx="1713960" cy="65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3BA69CB-A888-D2E2-0018-39F76033A42E}"/>
                    </a:ext>
                  </a:extLst>
                </p14:cNvPr>
                <p14:cNvContentPartPr/>
                <p14:nvPr/>
              </p14:nvContentPartPr>
              <p14:xfrm>
                <a:off x="6055168" y="601729"/>
                <a:ext cx="314280" cy="430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3BA69CB-A888-D2E2-0018-39F76033A42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037528" y="584089"/>
                  <a:ext cx="34992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08E620C-D01E-2B20-8E0A-B214A4B9C290}"/>
                    </a:ext>
                  </a:extLst>
                </p14:cNvPr>
                <p14:cNvContentPartPr/>
                <p14:nvPr/>
              </p14:nvContentPartPr>
              <p14:xfrm>
                <a:off x="6515968" y="955249"/>
                <a:ext cx="14040" cy="281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08E620C-D01E-2B20-8E0A-B214A4B9C29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97968" y="937609"/>
                  <a:ext cx="496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B61E7F6-C6BE-E7DC-03CF-1FD5192FCF10}"/>
                    </a:ext>
                  </a:extLst>
                </p14:cNvPr>
                <p14:cNvContentPartPr/>
                <p14:nvPr/>
              </p14:nvContentPartPr>
              <p14:xfrm>
                <a:off x="6509488" y="946609"/>
                <a:ext cx="120960" cy="183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B61E7F6-C6BE-E7DC-03CF-1FD5192FCF1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91848" y="928969"/>
                  <a:ext cx="1566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2BE2814-3BFE-E6AC-84DC-5BE803051C3E}"/>
                    </a:ext>
                  </a:extLst>
                </p14:cNvPr>
                <p14:cNvContentPartPr/>
                <p14:nvPr/>
              </p14:nvContentPartPr>
              <p14:xfrm>
                <a:off x="6500488" y="1081249"/>
                <a:ext cx="96120" cy="37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2BE2814-3BFE-E6AC-84DC-5BE803051C3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82488" y="1063609"/>
                  <a:ext cx="1317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789104D-B5B4-62FA-ED89-8A3D7D6168F4}"/>
                    </a:ext>
                  </a:extLst>
                </p14:cNvPr>
                <p14:cNvContentPartPr/>
                <p14:nvPr/>
              </p14:nvContentPartPr>
              <p14:xfrm>
                <a:off x="6737728" y="1000969"/>
                <a:ext cx="52920" cy="192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789104D-B5B4-62FA-ED89-8A3D7D6168F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19728" y="982969"/>
                  <a:ext cx="885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3A8D0AC-9C1E-07C2-077F-15DD98EB0988}"/>
                    </a:ext>
                  </a:extLst>
                </p14:cNvPr>
                <p14:cNvContentPartPr/>
                <p14:nvPr/>
              </p14:nvContentPartPr>
              <p14:xfrm>
                <a:off x="6766528" y="990889"/>
                <a:ext cx="178200" cy="213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3A8D0AC-9C1E-07C2-077F-15DD98EB098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48528" y="973249"/>
                  <a:ext cx="2138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6128CDD-AAFA-D531-7BC0-60015F423726}"/>
                    </a:ext>
                  </a:extLst>
                </p14:cNvPr>
                <p14:cNvContentPartPr/>
                <p14:nvPr/>
              </p14:nvContentPartPr>
              <p14:xfrm>
                <a:off x="7101328" y="884689"/>
                <a:ext cx="41400" cy="58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6128CDD-AAFA-D531-7BC0-60015F42372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083328" y="866689"/>
                  <a:ext cx="770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8711EE5-241C-3F12-AFB8-E8605229F0B1}"/>
                    </a:ext>
                  </a:extLst>
                </p14:cNvPr>
                <p14:cNvContentPartPr/>
                <p14:nvPr/>
              </p14:nvContentPartPr>
              <p14:xfrm>
                <a:off x="7131208" y="981889"/>
                <a:ext cx="79200" cy="38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8711EE5-241C-3F12-AFB8-E8605229F0B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113208" y="963889"/>
                  <a:ext cx="1148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9E93BD0-12A9-D728-8D45-362CC4D2DE5C}"/>
                    </a:ext>
                  </a:extLst>
                </p14:cNvPr>
                <p14:cNvContentPartPr/>
                <p14:nvPr/>
              </p14:nvContentPartPr>
              <p14:xfrm>
                <a:off x="7328128" y="581569"/>
                <a:ext cx="208800" cy="385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9E93BD0-12A9-D728-8D45-362CC4D2DE5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310488" y="563569"/>
                  <a:ext cx="24444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0ED789C-C374-7CF4-528F-538302E5BB58}"/>
                    </a:ext>
                  </a:extLst>
                </p14:cNvPr>
                <p14:cNvContentPartPr/>
                <p14:nvPr/>
              </p14:nvContentPartPr>
              <p14:xfrm>
                <a:off x="7662928" y="913849"/>
                <a:ext cx="14400" cy="145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0ED789C-C374-7CF4-528F-538302E5BB5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644928" y="895849"/>
                  <a:ext cx="500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8D50757-C04E-FA76-EBB9-29E84DCF398A}"/>
                    </a:ext>
                  </a:extLst>
                </p14:cNvPr>
                <p14:cNvContentPartPr/>
                <p14:nvPr/>
              </p14:nvContentPartPr>
              <p14:xfrm>
                <a:off x="7663648" y="890449"/>
                <a:ext cx="105480" cy="165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8D50757-C04E-FA76-EBB9-29E84DCF398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646008" y="872809"/>
                  <a:ext cx="1411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9983471-1B71-78A7-41E2-19D8CFF2700E}"/>
                    </a:ext>
                  </a:extLst>
                </p14:cNvPr>
                <p14:cNvContentPartPr/>
                <p14:nvPr/>
              </p14:nvContentPartPr>
              <p14:xfrm>
                <a:off x="7694608" y="969649"/>
                <a:ext cx="69480" cy="55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9983471-1B71-78A7-41E2-19D8CFF2700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76968" y="951649"/>
                  <a:ext cx="10512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0661D4E-6620-7DD5-506C-D4852F5EC33C}"/>
              </a:ext>
            </a:extLst>
          </p:cNvPr>
          <p:cNvGrpSpPr/>
          <p:nvPr/>
        </p:nvGrpSpPr>
        <p:grpSpPr>
          <a:xfrm>
            <a:off x="7948768" y="655369"/>
            <a:ext cx="700920" cy="525240"/>
            <a:chOff x="7948768" y="655369"/>
            <a:chExt cx="700920" cy="52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2E6D6AD-E9D9-E679-C997-6CFAE0CE1FA5}"/>
                    </a:ext>
                  </a:extLst>
                </p14:cNvPr>
                <p14:cNvContentPartPr/>
                <p14:nvPr/>
              </p14:nvContentPartPr>
              <p14:xfrm>
                <a:off x="7948768" y="907369"/>
                <a:ext cx="149760" cy="31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2E6D6AD-E9D9-E679-C997-6CFAE0CE1FA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931128" y="889729"/>
                  <a:ext cx="1854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9848945-5EF9-FB76-177C-83897D672F3D}"/>
                    </a:ext>
                  </a:extLst>
                </p14:cNvPr>
                <p14:cNvContentPartPr/>
                <p14:nvPr/>
              </p14:nvContentPartPr>
              <p14:xfrm>
                <a:off x="8157208" y="655369"/>
                <a:ext cx="176400" cy="338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9848945-5EF9-FB76-177C-83897D672F3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39568" y="637729"/>
                  <a:ext cx="21204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059861E-866B-EC57-5E23-FF2B526127B2}"/>
                    </a:ext>
                  </a:extLst>
                </p14:cNvPr>
                <p14:cNvContentPartPr/>
                <p14:nvPr/>
              </p14:nvContentPartPr>
              <p14:xfrm>
                <a:off x="8462848" y="984049"/>
                <a:ext cx="36360" cy="141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059861E-866B-EC57-5E23-FF2B526127B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445208" y="966049"/>
                  <a:ext cx="72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1F58B68-0991-D89B-0C3B-2B6168A31B33}"/>
                    </a:ext>
                  </a:extLst>
                </p14:cNvPr>
                <p14:cNvContentPartPr/>
                <p14:nvPr/>
              </p14:nvContentPartPr>
              <p14:xfrm>
                <a:off x="8491288" y="959569"/>
                <a:ext cx="158400" cy="221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1F58B68-0991-D89B-0C3B-2B6168A31B3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473288" y="941569"/>
                  <a:ext cx="19404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16BA20A-D821-044E-DC8D-302123525DB1}"/>
              </a:ext>
            </a:extLst>
          </p:cNvPr>
          <p:cNvGrpSpPr/>
          <p:nvPr/>
        </p:nvGrpSpPr>
        <p:grpSpPr>
          <a:xfrm>
            <a:off x="1400008" y="1080889"/>
            <a:ext cx="1306800" cy="824040"/>
            <a:chOff x="1400008" y="1080889"/>
            <a:chExt cx="1306800" cy="82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8B0A1B1-2ABD-9FE5-1018-7637F4280E87}"/>
                    </a:ext>
                  </a:extLst>
                </p14:cNvPr>
                <p14:cNvContentPartPr/>
                <p14:nvPr/>
              </p14:nvContentPartPr>
              <p14:xfrm>
                <a:off x="1400008" y="1579129"/>
                <a:ext cx="258120" cy="268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8B0A1B1-2ABD-9FE5-1018-7637F4280E8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382008" y="1561129"/>
                  <a:ext cx="2937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9330790-0271-CD56-EE6E-9B2B42C38CAB}"/>
                    </a:ext>
                  </a:extLst>
                </p14:cNvPr>
                <p14:cNvContentPartPr/>
                <p14:nvPr/>
              </p14:nvContentPartPr>
              <p14:xfrm>
                <a:off x="1796008" y="1695409"/>
                <a:ext cx="54360" cy="209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9330790-0271-CD56-EE6E-9B2B42C38CA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778368" y="1677769"/>
                  <a:ext cx="900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7E0E975-BE95-7665-7930-FB63BF235E33}"/>
                    </a:ext>
                  </a:extLst>
                </p14:cNvPr>
                <p14:cNvContentPartPr/>
                <p14:nvPr/>
              </p14:nvContentPartPr>
              <p14:xfrm>
                <a:off x="1817248" y="1654009"/>
                <a:ext cx="133920" cy="83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7E0E975-BE95-7665-7930-FB63BF235E3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799248" y="1636369"/>
                  <a:ext cx="1695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4EC1DB4-64DF-EFB8-1BBC-A45E53B96712}"/>
                    </a:ext>
                  </a:extLst>
                </p14:cNvPr>
                <p14:cNvContentPartPr/>
                <p14:nvPr/>
              </p14:nvContentPartPr>
              <p14:xfrm>
                <a:off x="1867648" y="1710169"/>
                <a:ext cx="74880" cy="90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4EC1DB4-64DF-EFB8-1BBC-A45E53B9671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849648" y="1692529"/>
                  <a:ext cx="1105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1D00794-F508-1BB2-30A8-CAFF7BCAABCD}"/>
                    </a:ext>
                  </a:extLst>
                </p14:cNvPr>
                <p14:cNvContentPartPr/>
                <p14:nvPr/>
              </p14:nvContentPartPr>
              <p14:xfrm>
                <a:off x="2078608" y="1553569"/>
                <a:ext cx="58320" cy="55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1D00794-F508-1BB2-30A8-CAFF7BCAABC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060968" y="1535929"/>
                  <a:ext cx="939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EA03D5C-0057-95C6-485D-AFFF5D406710}"/>
                    </a:ext>
                  </a:extLst>
                </p14:cNvPr>
                <p14:cNvContentPartPr/>
                <p14:nvPr/>
              </p14:nvContentPartPr>
              <p14:xfrm>
                <a:off x="2123248" y="1612609"/>
                <a:ext cx="77040" cy="72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EA03D5C-0057-95C6-485D-AFFF5D40671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105608" y="1594609"/>
                  <a:ext cx="1126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29DEFB3-69FA-A8EC-80A7-FC3C3410E1CE}"/>
                    </a:ext>
                  </a:extLst>
                </p14:cNvPr>
                <p14:cNvContentPartPr/>
                <p14:nvPr/>
              </p14:nvContentPartPr>
              <p14:xfrm>
                <a:off x="2205688" y="1413889"/>
                <a:ext cx="119520" cy="216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29DEFB3-69FA-A8EC-80A7-FC3C3410E1C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188048" y="1395889"/>
                  <a:ext cx="1551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AFB510C-2658-E8BF-85DC-52797AAF630A}"/>
                    </a:ext>
                  </a:extLst>
                </p14:cNvPr>
                <p14:cNvContentPartPr/>
                <p14:nvPr/>
              </p14:nvContentPartPr>
              <p14:xfrm>
                <a:off x="2306128" y="1308409"/>
                <a:ext cx="207720" cy="199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AFB510C-2658-E8BF-85DC-52797AAF630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288488" y="1290409"/>
                  <a:ext cx="2433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04F3D8B-40A2-6507-8075-0E74922FCA68}"/>
                    </a:ext>
                  </a:extLst>
                </p14:cNvPr>
                <p14:cNvContentPartPr/>
                <p14:nvPr/>
              </p14:nvContentPartPr>
              <p14:xfrm>
                <a:off x="2555968" y="1080889"/>
                <a:ext cx="150840" cy="261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04F3D8B-40A2-6507-8075-0E74922FCA6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537968" y="1062889"/>
                  <a:ext cx="186480" cy="29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9FF0C82-B115-DF5A-F465-A50E2707179C}"/>
              </a:ext>
            </a:extLst>
          </p:cNvPr>
          <p:cNvGrpSpPr/>
          <p:nvPr/>
        </p:nvGrpSpPr>
        <p:grpSpPr>
          <a:xfrm>
            <a:off x="2049088" y="3231169"/>
            <a:ext cx="1138680" cy="743400"/>
            <a:chOff x="2049088" y="3231169"/>
            <a:chExt cx="1138680" cy="74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AA6A6B9-27DB-266F-E943-4FAA701B314A}"/>
                    </a:ext>
                  </a:extLst>
                </p14:cNvPr>
                <p14:cNvContentPartPr/>
                <p14:nvPr/>
              </p14:nvContentPartPr>
              <p14:xfrm>
                <a:off x="2049088" y="3622489"/>
                <a:ext cx="291600" cy="306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AA6A6B9-27DB-266F-E943-4FAA701B314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031088" y="3604489"/>
                  <a:ext cx="3272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B73F3CF-96EC-8729-5248-FBE23027FC9E}"/>
                    </a:ext>
                  </a:extLst>
                </p14:cNvPr>
                <p14:cNvContentPartPr/>
                <p14:nvPr/>
              </p14:nvContentPartPr>
              <p14:xfrm>
                <a:off x="2471728" y="3864409"/>
                <a:ext cx="78120" cy="95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B73F3CF-96EC-8729-5248-FBE23027FC9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453728" y="3846769"/>
                  <a:ext cx="1137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AF9ED00-482D-6FEE-55F3-E3BFB0E161FF}"/>
                    </a:ext>
                  </a:extLst>
                </p14:cNvPr>
                <p14:cNvContentPartPr/>
                <p14:nvPr/>
              </p14:nvContentPartPr>
              <p14:xfrm>
                <a:off x="2475328" y="3784849"/>
                <a:ext cx="179280" cy="189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AF9ED00-482D-6FEE-55F3-E3BFB0E161F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457688" y="3767209"/>
                  <a:ext cx="2149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AD33A8E-7A96-8B1E-FBCB-64BCC8116C88}"/>
                    </a:ext>
                  </a:extLst>
                </p14:cNvPr>
                <p14:cNvContentPartPr/>
                <p14:nvPr/>
              </p14:nvContentPartPr>
              <p14:xfrm>
                <a:off x="2719048" y="3702769"/>
                <a:ext cx="31680" cy="47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AD33A8E-7A96-8B1E-FBCB-64BCC8116C8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701048" y="3684769"/>
                  <a:ext cx="673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44263BB-5F81-1388-B1CC-86D4D74A8CC5}"/>
                    </a:ext>
                  </a:extLst>
                </p14:cNvPr>
                <p14:cNvContentPartPr/>
                <p14:nvPr/>
              </p14:nvContentPartPr>
              <p14:xfrm>
                <a:off x="2799328" y="3740929"/>
                <a:ext cx="61560" cy="83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44263BB-5F81-1388-B1CC-86D4D74A8CC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781328" y="3722929"/>
                  <a:ext cx="972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E3A4206-E7B3-C573-275B-A91B06EF795E}"/>
                    </a:ext>
                  </a:extLst>
                </p14:cNvPr>
                <p14:cNvContentPartPr/>
                <p14:nvPr/>
              </p14:nvContentPartPr>
              <p14:xfrm>
                <a:off x="2874208" y="3415489"/>
                <a:ext cx="170280" cy="216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E3A4206-E7B3-C573-275B-A91B06EF795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856568" y="3397849"/>
                  <a:ext cx="2059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8EF3496-B594-2337-ECF0-9D2085F60DC0}"/>
                    </a:ext>
                  </a:extLst>
                </p14:cNvPr>
                <p14:cNvContentPartPr/>
                <p14:nvPr/>
              </p14:nvContentPartPr>
              <p14:xfrm>
                <a:off x="3059248" y="3231169"/>
                <a:ext cx="128520" cy="223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8EF3496-B594-2337-ECF0-9D2085F60DC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041608" y="3213169"/>
                  <a:ext cx="164160" cy="2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F4BC438-4ADA-9D22-54CF-DAD22BADE214}"/>
              </a:ext>
            </a:extLst>
          </p:cNvPr>
          <p:cNvGrpSpPr/>
          <p:nvPr/>
        </p:nvGrpSpPr>
        <p:grpSpPr>
          <a:xfrm>
            <a:off x="4038088" y="1248289"/>
            <a:ext cx="1162440" cy="666000"/>
            <a:chOff x="4038088" y="1248289"/>
            <a:chExt cx="1162440" cy="66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FF6108B-B5B5-7677-5496-A8568EBCE68C}"/>
                    </a:ext>
                  </a:extLst>
                </p14:cNvPr>
                <p14:cNvContentPartPr/>
                <p14:nvPr/>
              </p14:nvContentPartPr>
              <p14:xfrm>
                <a:off x="4038088" y="1578049"/>
                <a:ext cx="224280" cy="336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FF6108B-B5B5-7677-5496-A8568EBCE68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020088" y="1560049"/>
                  <a:ext cx="2599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B9E2975-9329-C094-A08E-70CF3A41DB48}"/>
                    </a:ext>
                  </a:extLst>
                </p14:cNvPr>
                <p14:cNvContentPartPr/>
                <p14:nvPr/>
              </p14:nvContentPartPr>
              <p14:xfrm>
                <a:off x="4406728" y="1730329"/>
                <a:ext cx="145440" cy="181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B9E2975-9329-C094-A08E-70CF3A41DB4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389088" y="1712689"/>
                  <a:ext cx="1810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017D76B-B4AE-0AA0-518A-D15F429196DC}"/>
                    </a:ext>
                  </a:extLst>
                </p14:cNvPr>
                <p14:cNvContentPartPr/>
                <p14:nvPr/>
              </p14:nvContentPartPr>
              <p14:xfrm>
                <a:off x="4561528" y="1562929"/>
                <a:ext cx="26280" cy="41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017D76B-B4AE-0AA0-518A-D15F429196D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543888" y="1545289"/>
                  <a:ext cx="619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7E46449-6B2E-837F-8619-4B3F5DA96024}"/>
                    </a:ext>
                  </a:extLst>
                </p14:cNvPr>
                <p14:cNvContentPartPr/>
                <p14:nvPr/>
              </p14:nvContentPartPr>
              <p14:xfrm>
                <a:off x="4665928" y="1566889"/>
                <a:ext cx="102960" cy="83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7E46449-6B2E-837F-8619-4B3F5DA9602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648288" y="1548889"/>
                  <a:ext cx="1386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6E44FF4-5E00-70E0-7B7F-59B735F6A49B}"/>
                    </a:ext>
                  </a:extLst>
                </p14:cNvPr>
                <p14:cNvContentPartPr/>
                <p14:nvPr/>
              </p14:nvContentPartPr>
              <p14:xfrm>
                <a:off x="4832608" y="1328929"/>
                <a:ext cx="168480" cy="370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6E44FF4-5E00-70E0-7B7F-59B735F6A49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814608" y="1310929"/>
                  <a:ext cx="20412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CAB7CA7-EDBC-E303-4EDF-D157A5292F2B}"/>
                    </a:ext>
                  </a:extLst>
                </p14:cNvPr>
                <p14:cNvContentPartPr/>
                <p14:nvPr/>
              </p14:nvContentPartPr>
              <p14:xfrm>
                <a:off x="5040328" y="1248289"/>
                <a:ext cx="160200" cy="194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CAB7CA7-EDBC-E303-4EDF-D157A5292F2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022688" y="1230289"/>
                  <a:ext cx="19584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F931A6E-6C72-3849-DB56-09D6E7E123A0}"/>
              </a:ext>
            </a:extLst>
          </p:cNvPr>
          <p:cNvGrpSpPr/>
          <p:nvPr/>
        </p:nvGrpSpPr>
        <p:grpSpPr>
          <a:xfrm>
            <a:off x="3110368" y="292489"/>
            <a:ext cx="992880" cy="1362240"/>
            <a:chOff x="3110368" y="292489"/>
            <a:chExt cx="992880" cy="136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1AE8EF6-B991-A14B-F632-4FE222FC90A1}"/>
                    </a:ext>
                  </a:extLst>
                </p14:cNvPr>
                <p14:cNvContentPartPr/>
                <p14:nvPr/>
              </p14:nvContentPartPr>
              <p14:xfrm>
                <a:off x="3110368" y="679849"/>
                <a:ext cx="57600" cy="824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1AE8EF6-B991-A14B-F632-4FE222FC90A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092368" y="662209"/>
                  <a:ext cx="93240" cy="86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6320A15-2170-9D71-BF10-C187614231F8}"/>
                    </a:ext>
                  </a:extLst>
                </p14:cNvPr>
                <p14:cNvContentPartPr/>
                <p14:nvPr/>
              </p14:nvContentPartPr>
              <p14:xfrm>
                <a:off x="3120088" y="616849"/>
                <a:ext cx="983160" cy="1037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6320A15-2170-9D71-BF10-C187614231F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102088" y="598849"/>
                  <a:ext cx="1018800" cy="10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63F5D6D-E02C-CEEF-B997-582D02576772}"/>
                    </a:ext>
                  </a:extLst>
                </p14:cNvPr>
                <p14:cNvContentPartPr/>
                <p14:nvPr/>
              </p14:nvContentPartPr>
              <p14:xfrm>
                <a:off x="3419608" y="312289"/>
                <a:ext cx="254160" cy="263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63F5D6D-E02C-CEEF-B997-582D0257677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401968" y="294289"/>
                  <a:ext cx="2898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0B9D7E7-081F-E13A-A10D-D5DFD5A0182C}"/>
                    </a:ext>
                  </a:extLst>
                </p14:cNvPr>
                <p14:cNvContentPartPr/>
                <p14:nvPr/>
              </p14:nvContentPartPr>
              <p14:xfrm>
                <a:off x="3754048" y="292489"/>
                <a:ext cx="212040" cy="2149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0B9D7E7-081F-E13A-A10D-D5DFD5A0182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736408" y="274849"/>
                  <a:ext cx="247680" cy="25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9A1BB88-DA9E-271F-1362-7C332E2F075E}"/>
              </a:ext>
            </a:extLst>
          </p:cNvPr>
          <p:cNvGrpSpPr/>
          <p:nvPr/>
        </p:nvGrpSpPr>
        <p:grpSpPr>
          <a:xfrm>
            <a:off x="2018848" y="1466809"/>
            <a:ext cx="1301760" cy="715320"/>
            <a:chOff x="2018848" y="1466809"/>
            <a:chExt cx="1301760" cy="71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BAC6C9C-4FF1-2487-DED1-55CE1ACADB14}"/>
                    </a:ext>
                  </a:extLst>
                </p14:cNvPr>
                <p14:cNvContentPartPr/>
                <p14:nvPr/>
              </p14:nvContentPartPr>
              <p14:xfrm>
                <a:off x="3276688" y="1466809"/>
                <a:ext cx="24120" cy="637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BAC6C9C-4FF1-2487-DED1-55CE1ACADB1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258688" y="1448809"/>
                  <a:ext cx="59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93BD87E-1015-627A-114F-EDD4FC082D96}"/>
                    </a:ext>
                  </a:extLst>
                </p14:cNvPr>
                <p14:cNvContentPartPr/>
                <p14:nvPr/>
              </p14:nvContentPartPr>
              <p14:xfrm>
                <a:off x="2018848" y="1472929"/>
                <a:ext cx="1301760" cy="7092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93BD87E-1015-627A-114F-EDD4FC082D9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001208" y="1455289"/>
                  <a:ext cx="1337400" cy="74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74307B6-D23C-4897-C9E0-09BF1150A2EF}"/>
              </a:ext>
            </a:extLst>
          </p:cNvPr>
          <p:cNvGrpSpPr/>
          <p:nvPr/>
        </p:nvGrpSpPr>
        <p:grpSpPr>
          <a:xfrm>
            <a:off x="3770608" y="1436209"/>
            <a:ext cx="120600" cy="617760"/>
            <a:chOff x="3770608" y="1436209"/>
            <a:chExt cx="120600" cy="61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4A42D20-9AF2-8DF6-AB46-75469EA5614D}"/>
                    </a:ext>
                  </a:extLst>
                </p14:cNvPr>
                <p14:cNvContentPartPr/>
                <p14:nvPr/>
              </p14:nvContentPartPr>
              <p14:xfrm>
                <a:off x="3773848" y="1437289"/>
                <a:ext cx="31680" cy="72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4A42D20-9AF2-8DF6-AB46-75469EA5614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756208" y="1419649"/>
                  <a:ext cx="673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8406611-A3E6-D3E6-37B0-585C61685AA8}"/>
                    </a:ext>
                  </a:extLst>
                </p14:cNvPr>
                <p14:cNvContentPartPr/>
                <p14:nvPr/>
              </p14:nvContentPartPr>
              <p14:xfrm>
                <a:off x="3770608" y="1436209"/>
                <a:ext cx="101880" cy="573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8406611-A3E6-D3E6-37B0-585C61685AA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752608" y="1418569"/>
                  <a:ext cx="137520" cy="6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D5D9481-648C-84EF-53CA-EB801579FC8C}"/>
                    </a:ext>
                  </a:extLst>
                </p14:cNvPr>
                <p14:cNvContentPartPr/>
                <p14:nvPr/>
              </p14:nvContentPartPr>
              <p14:xfrm>
                <a:off x="3810568" y="1951729"/>
                <a:ext cx="80640" cy="102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D5D9481-648C-84EF-53CA-EB801579FC8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792928" y="1934089"/>
                  <a:ext cx="11628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391710C-46CC-AE4C-F7A8-78C27A26B8CA}"/>
              </a:ext>
            </a:extLst>
          </p:cNvPr>
          <p:cNvGrpSpPr/>
          <p:nvPr/>
        </p:nvGrpSpPr>
        <p:grpSpPr>
          <a:xfrm>
            <a:off x="6581488" y="1689649"/>
            <a:ext cx="4192920" cy="2135160"/>
            <a:chOff x="6581488" y="1689649"/>
            <a:chExt cx="4192920" cy="213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9F6414B-FFF0-4657-DAC1-0C9D604F3C3D}"/>
                    </a:ext>
                  </a:extLst>
                </p14:cNvPr>
                <p14:cNvContentPartPr/>
                <p14:nvPr/>
              </p14:nvContentPartPr>
              <p14:xfrm>
                <a:off x="6581488" y="1747249"/>
                <a:ext cx="242280" cy="337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9F6414B-FFF0-4657-DAC1-0C9D604F3C3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563488" y="1729609"/>
                  <a:ext cx="2779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5B0EBD2-B3FD-BA01-9A15-895AD86D333B}"/>
                    </a:ext>
                  </a:extLst>
                </p14:cNvPr>
                <p14:cNvContentPartPr/>
                <p14:nvPr/>
              </p14:nvContentPartPr>
              <p14:xfrm>
                <a:off x="6940408" y="2033089"/>
                <a:ext cx="20880" cy="200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5B0EBD2-B3FD-BA01-9A15-895AD86D333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922768" y="2015449"/>
                  <a:ext cx="565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504A3D7-8E28-5BFE-BFBD-EA8C704B026D}"/>
                    </a:ext>
                  </a:extLst>
                </p14:cNvPr>
                <p14:cNvContentPartPr/>
                <p14:nvPr/>
              </p14:nvContentPartPr>
              <p14:xfrm>
                <a:off x="6958768" y="2006809"/>
                <a:ext cx="97560" cy="132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504A3D7-8E28-5BFE-BFBD-EA8C704B026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940768" y="1988809"/>
                  <a:ext cx="1332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EF00FB9-941B-BFD6-269C-6568246D3931}"/>
                    </a:ext>
                  </a:extLst>
                </p14:cNvPr>
                <p14:cNvContentPartPr/>
                <p14:nvPr/>
              </p14:nvContentPartPr>
              <p14:xfrm>
                <a:off x="6945448" y="2088889"/>
                <a:ext cx="171720" cy="100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EF00FB9-941B-BFD6-269C-6568246D393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927448" y="2070889"/>
                  <a:ext cx="2073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8D5A39A-38CC-7BF5-1CD7-CF7B39EDB4FE}"/>
                    </a:ext>
                  </a:extLst>
                </p14:cNvPr>
                <p14:cNvContentPartPr/>
                <p14:nvPr/>
              </p14:nvContentPartPr>
              <p14:xfrm>
                <a:off x="7251448" y="2019769"/>
                <a:ext cx="57960" cy="159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8D5A39A-38CC-7BF5-1CD7-CF7B39EDB4F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233808" y="2002129"/>
                  <a:ext cx="936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5AD2E07-CDE2-2BC7-0A69-15EC6F10343B}"/>
                    </a:ext>
                  </a:extLst>
                </p14:cNvPr>
                <p14:cNvContentPartPr/>
                <p14:nvPr/>
              </p14:nvContentPartPr>
              <p14:xfrm>
                <a:off x="7492648" y="1944889"/>
                <a:ext cx="41760" cy="29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5AD2E07-CDE2-2BC7-0A69-15EC6F10343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474648" y="1926889"/>
                  <a:ext cx="77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31CEF4F-9D1F-02E3-6520-9208D9346955}"/>
                    </a:ext>
                  </a:extLst>
                </p14:cNvPr>
                <p14:cNvContentPartPr/>
                <p14:nvPr/>
              </p14:nvContentPartPr>
              <p14:xfrm>
                <a:off x="7488328" y="2025529"/>
                <a:ext cx="69840" cy="49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31CEF4F-9D1F-02E3-6520-9208D934695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470688" y="2007889"/>
                  <a:ext cx="105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EA78852-820D-3239-F74A-592F18A00D97}"/>
                    </a:ext>
                  </a:extLst>
                </p14:cNvPr>
                <p14:cNvContentPartPr/>
                <p14:nvPr/>
              </p14:nvContentPartPr>
              <p14:xfrm>
                <a:off x="7732408" y="1727809"/>
                <a:ext cx="232560" cy="295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EA78852-820D-3239-F74A-592F18A00D9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714768" y="1710169"/>
                  <a:ext cx="2682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EACF0E9-BEDD-E74C-DCBE-A8DBCA178425}"/>
                    </a:ext>
                  </a:extLst>
                </p14:cNvPr>
                <p14:cNvContentPartPr/>
                <p14:nvPr/>
              </p14:nvContentPartPr>
              <p14:xfrm>
                <a:off x="8079088" y="2031289"/>
                <a:ext cx="12240" cy="181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EACF0E9-BEDD-E74C-DCBE-A8DBCA17842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061448" y="2013649"/>
                  <a:ext cx="478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A829475-069E-BBE8-1E73-127D30EA6A36}"/>
                    </a:ext>
                  </a:extLst>
                </p14:cNvPr>
                <p14:cNvContentPartPr/>
                <p14:nvPr/>
              </p14:nvContentPartPr>
              <p14:xfrm>
                <a:off x="8078008" y="1989889"/>
                <a:ext cx="125280" cy="108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A829475-069E-BBE8-1E73-127D30EA6A3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060368" y="1971889"/>
                  <a:ext cx="1609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AD1512D-60A0-2533-8572-0BA49334A0EA}"/>
                    </a:ext>
                  </a:extLst>
                </p14:cNvPr>
                <p14:cNvContentPartPr/>
                <p14:nvPr/>
              </p14:nvContentPartPr>
              <p14:xfrm>
                <a:off x="8157928" y="2025169"/>
                <a:ext cx="61560" cy="89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AD1512D-60A0-2533-8572-0BA49334A0E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139928" y="2007169"/>
                  <a:ext cx="972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EAFDE2E-3DC7-7763-6AC9-444B9372CF3E}"/>
                    </a:ext>
                  </a:extLst>
                </p14:cNvPr>
                <p14:cNvContentPartPr/>
                <p14:nvPr/>
              </p14:nvContentPartPr>
              <p14:xfrm>
                <a:off x="8372488" y="1976569"/>
                <a:ext cx="67320" cy="16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EAFDE2E-3DC7-7763-6AC9-444B9372CF3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354848" y="1958929"/>
                  <a:ext cx="1029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B07A9F4-8D98-B816-B1BA-C4D85C0299C1}"/>
                    </a:ext>
                  </a:extLst>
                </p14:cNvPr>
                <p14:cNvContentPartPr/>
                <p14:nvPr/>
              </p14:nvContentPartPr>
              <p14:xfrm>
                <a:off x="8642128" y="1689649"/>
                <a:ext cx="180720" cy="231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B07A9F4-8D98-B816-B1BA-C4D85C0299C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624488" y="1671649"/>
                  <a:ext cx="2163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71B474F-8E67-0699-5D78-0B66214C9EFB}"/>
                    </a:ext>
                  </a:extLst>
                </p14:cNvPr>
                <p14:cNvContentPartPr/>
                <p14:nvPr/>
              </p14:nvContentPartPr>
              <p14:xfrm>
                <a:off x="8974048" y="1861729"/>
                <a:ext cx="135360" cy="122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71B474F-8E67-0699-5D78-0B66214C9EF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956048" y="1844089"/>
                  <a:ext cx="1710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4C5F95B-9FEA-A398-D19D-295117DDCE1F}"/>
                    </a:ext>
                  </a:extLst>
                </p14:cNvPr>
                <p14:cNvContentPartPr/>
                <p14:nvPr/>
              </p14:nvContentPartPr>
              <p14:xfrm>
                <a:off x="7390408" y="2758849"/>
                <a:ext cx="65880" cy="446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4C5F95B-9FEA-A398-D19D-295117DDCE1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372768" y="2740849"/>
                  <a:ext cx="1015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291FAF7-D730-5A73-BB70-3F8F967B939E}"/>
                    </a:ext>
                  </a:extLst>
                </p14:cNvPr>
                <p14:cNvContentPartPr/>
                <p14:nvPr/>
              </p14:nvContentPartPr>
              <p14:xfrm>
                <a:off x="7409128" y="2836609"/>
                <a:ext cx="110520" cy="69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291FAF7-D730-5A73-BB70-3F8F967B939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391128" y="2818609"/>
                  <a:ext cx="1461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64722F4-FB9D-3CB9-2B10-6B6D074D59D5}"/>
                    </a:ext>
                  </a:extLst>
                </p14:cNvPr>
                <p14:cNvContentPartPr/>
                <p14:nvPr/>
              </p14:nvContentPartPr>
              <p14:xfrm>
                <a:off x="7921768" y="2590369"/>
                <a:ext cx="51840" cy="272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64722F4-FB9D-3CB9-2B10-6B6D074D59D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903768" y="2572369"/>
                  <a:ext cx="874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4A38B63-5145-E410-8F0A-A0E6CF9A1111}"/>
                    </a:ext>
                  </a:extLst>
                </p14:cNvPr>
                <p14:cNvContentPartPr/>
                <p14:nvPr/>
              </p14:nvContentPartPr>
              <p14:xfrm>
                <a:off x="8073688" y="2601889"/>
                <a:ext cx="127080" cy="216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4A38B63-5145-E410-8F0A-A0E6CF9A111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056048" y="2583889"/>
                  <a:ext cx="1627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02FEAF2-A0CB-2F1E-B194-B0BEB44EC9A4}"/>
                    </a:ext>
                  </a:extLst>
                </p14:cNvPr>
                <p14:cNvContentPartPr/>
                <p14:nvPr/>
              </p14:nvContentPartPr>
              <p14:xfrm>
                <a:off x="8363488" y="2652649"/>
                <a:ext cx="175680" cy="29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02FEAF2-A0CB-2F1E-B194-B0BEB44EC9A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345848" y="2634649"/>
                  <a:ext cx="2113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5A81CB2-AB79-D9B5-8FB3-F0164D7B7878}"/>
                    </a:ext>
                  </a:extLst>
                </p14:cNvPr>
                <p14:cNvContentPartPr/>
                <p14:nvPr/>
              </p14:nvContentPartPr>
              <p14:xfrm>
                <a:off x="8712328" y="2525929"/>
                <a:ext cx="194760" cy="271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5A81CB2-AB79-D9B5-8FB3-F0164D7B787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694688" y="2508289"/>
                  <a:ext cx="2304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17C589C-C2C7-863C-E751-1007A69A4D51}"/>
                    </a:ext>
                  </a:extLst>
                </p14:cNvPr>
                <p14:cNvContentPartPr/>
                <p14:nvPr/>
              </p14:nvContentPartPr>
              <p14:xfrm>
                <a:off x="9044248" y="2556889"/>
                <a:ext cx="129960" cy="87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17C589C-C2C7-863C-E751-1007A69A4D5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026248" y="2538889"/>
                  <a:ext cx="1656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B6A3F75-B78E-0697-E659-CA8F9F11441D}"/>
                    </a:ext>
                  </a:extLst>
                </p14:cNvPr>
                <p14:cNvContentPartPr/>
                <p14:nvPr/>
              </p14:nvContentPartPr>
              <p14:xfrm>
                <a:off x="9097168" y="2651929"/>
                <a:ext cx="73080" cy="47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B6A3F75-B78E-0697-E659-CA8F9F11441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079528" y="2634289"/>
                  <a:ext cx="108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828002F-F88F-25BE-9C64-6CFD2615B9F5}"/>
                    </a:ext>
                  </a:extLst>
                </p14:cNvPr>
                <p14:cNvContentPartPr/>
                <p14:nvPr/>
              </p14:nvContentPartPr>
              <p14:xfrm>
                <a:off x="9398488" y="2506849"/>
                <a:ext cx="140400" cy="199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828002F-F88F-25BE-9C64-6CFD2615B9F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380848" y="2488849"/>
                  <a:ext cx="1760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07ED53B-07F3-64CE-26E0-EDC5843D2214}"/>
                    </a:ext>
                  </a:extLst>
                </p14:cNvPr>
                <p14:cNvContentPartPr/>
                <p14:nvPr/>
              </p14:nvContentPartPr>
              <p14:xfrm>
                <a:off x="9424408" y="2694409"/>
                <a:ext cx="124200" cy="1227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07ED53B-07F3-64CE-26E0-EDC5843D221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406408" y="2676769"/>
                  <a:ext cx="159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106AE36-2F73-2FA0-61A9-465F39FCF0B1}"/>
                    </a:ext>
                  </a:extLst>
                </p14:cNvPr>
                <p14:cNvContentPartPr/>
                <p14:nvPr/>
              </p14:nvContentPartPr>
              <p14:xfrm>
                <a:off x="9670648" y="2463649"/>
                <a:ext cx="213480" cy="2664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106AE36-2F73-2FA0-61A9-465F39FCF0B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652648" y="2446009"/>
                  <a:ext cx="2491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7B504A6-93B0-DA64-A971-4502273F5DEE}"/>
                    </a:ext>
                  </a:extLst>
                </p14:cNvPr>
                <p14:cNvContentPartPr/>
                <p14:nvPr/>
              </p14:nvContentPartPr>
              <p14:xfrm>
                <a:off x="7144528" y="2136049"/>
                <a:ext cx="3629880" cy="1271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7B504A6-93B0-DA64-A971-4502273F5DE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126888" y="2118409"/>
                  <a:ext cx="3665520" cy="13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86E7C69-AB6C-60E6-EB2A-A0EABE3BFAAD}"/>
                    </a:ext>
                  </a:extLst>
                </p14:cNvPr>
                <p14:cNvContentPartPr/>
                <p14:nvPr/>
              </p14:nvContentPartPr>
              <p14:xfrm>
                <a:off x="7028248" y="2556169"/>
                <a:ext cx="186120" cy="12686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86E7C69-AB6C-60E6-EB2A-A0EABE3BFAA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010248" y="2538169"/>
                  <a:ext cx="221760" cy="130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4D089E3-5591-FEB3-4D73-F12E9D4B8968}"/>
              </a:ext>
            </a:extLst>
          </p:cNvPr>
          <p:cNvGrpSpPr/>
          <p:nvPr/>
        </p:nvGrpSpPr>
        <p:grpSpPr>
          <a:xfrm>
            <a:off x="6929248" y="4280209"/>
            <a:ext cx="1236600" cy="706320"/>
            <a:chOff x="6929248" y="4280209"/>
            <a:chExt cx="1236600" cy="70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92BD99D-9AF1-461B-50DE-1D08A3CCAC4A}"/>
                    </a:ext>
                  </a:extLst>
                </p14:cNvPr>
                <p14:cNvContentPartPr/>
                <p14:nvPr/>
              </p14:nvContentPartPr>
              <p14:xfrm>
                <a:off x="6929248" y="4280209"/>
                <a:ext cx="317160" cy="460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92BD99D-9AF1-461B-50DE-1D08A3CCAC4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911248" y="4262209"/>
                  <a:ext cx="35280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0AB3FAF-B5EC-3E97-CBBB-4F68DECB81A2}"/>
                    </a:ext>
                  </a:extLst>
                </p14:cNvPr>
                <p14:cNvContentPartPr/>
                <p14:nvPr/>
              </p14:nvContentPartPr>
              <p14:xfrm>
                <a:off x="7334248" y="4671529"/>
                <a:ext cx="78120" cy="315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0AB3FAF-B5EC-3E97-CBBB-4F68DECB81A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316248" y="4653529"/>
                  <a:ext cx="1137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F34E0B3-45DE-7022-F701-BBF5AAE48098}"/>
                    </a:ext>
                  </a:extLst>
                </p14:cNvPr>
                <p14:cNvContentPartPr/>
                <p14:nvPr/>
              </p14:nvContentPartPr>
              <p14:xfrm>
                <a:off x="7352248" y="4658209"/>
                <a:ext cx="229680" cy="204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F34E0B3-45DE-7022-F701-BBF5AAE4809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334608" y="4640209"/>
                  <a:ext cx="2653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61CBBED-4943-0588-28C2-5129ACC81941}"/>
                    </a:ext>
                  </a:extLst>
                </p14:cNvPr>
                <p14:cNvContentPartPr/>
                <p14:nvPr/>
              </p14:nvContentPartPr>
              <p14:xfrm>
                <a:off x="7715848" y="4621849"/>
                <a:ext cx="89280" cy="2667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61CBBED-4943-0588-28C2-5129ACC8194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697848" y="4603849"/>
                  <a:ext cx="12492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E87D511-FD04-F483-F36E-CBC7210C50C2}"/>
                    </a:ext>
                  </a:extLst>
                </p14:cNvPr>
                <p14:cNvContentPartPr/>
                <p14:nvPr/>
              </p14:nvContentPartPr>
              <p14:xfrm>
                <a:off x="7744648" y="4629049"/>
                <a:ext cx="161280" cy="217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E87D511-FD04-F483-F36E-CBC7210C50C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727008" y="4611409"/>
                  <a:ext cx="1969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D1C4657-D40E-DC97-4A41-0D0F42F04FBE}"/>
                    </a:ext>
                  </a:extLst>
                </p14:cNvPr>
                <p14:cNvContentPartPr/>
                <p14:nvPr/>
              </p14:nvContentPartPr>
              <p14:xfrm>
                <a:off x="8058928" y="4487929"/>
                <a:ext cx="69480" cy="33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D1C4657-D40E-DC97-4A41-0D0F42F04FB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040928" y="4470289"/>
                  <a:ext cx="1051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D76D5ED-17D2-6D3A-D767-991141EE922D}"/>
                    </a:ext>
                  </a:extLst>
                </p14:cNvPr>
                <p14:cNvContentPartPr/>
                <p14:nvPr/>
              </p14:nvContentPartPr>
              <p14:xfrm>
                <a:off x="8103928" y="4557049"/>
                <a:ext cx="61920" cy="345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D76D5ED-17D2-6D3A-D767-991141EE922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086288" y="4539409"/>
                  <a:ext cx="97560" cy="7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A170CCAE-CBE1-2344-1B57-31EF8C27F23D}"/>
                  </a:ext>
                </a:extLst>
              </p14:cNvPr>
              <p14:cNvContentPartPr/>
              <p14:nvPr/>
            </p14:nvContentPartPr>
            <p14:xfrm>
              <a:off x="8477968" y="4226929"/>
              <a:ext cx="132840" cy="27828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A170CCAE-CBE1-2344-1B57-31EF8C27F23D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8459968" y="4209289"/>
                <a:ext cx="16848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370FB369-1FF9-219C-5345-AA253BA36ADC}"/>
                  </a:ext>
                </a:extLst>
              </p14:cNvPr>
              <p14:cNvContentPartPr/>
              <p14:nvPr/>
            </p14:nvContentPartPr>
            <p14:xfrm>
              <a:off x="8657608" y="4710409"/>
              <a:ext cx="11160" cy="284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370FB369-1FF9-219C-5345-AA253BA36ADC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8639608" y="4692409"/>
                <a:ext cx="46800" cy="6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4279C47-21AC-6DFE-3C10-D66C956140ED}"/>
              </a:ext>
            </a:extLst>
          </p:cNvPr>
          <p:cNvGrpSpPr/>
          <p:nvPr/>
        </p:nvGrpSpPr>
        <p:grpSpPr>
          <a:xfrm>
            <a:off x="4162648" y="3844969"/>
            <a:ext cx="1243800" cy="611640"/>
            <a:chOff x="4162648" y="3844969"/>
            <a:chExt cx="1243800" cy="61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B137ECE-9B07-387D-30D9-EDEE67BE8CCC}"/>
                    </a:ext>
                  </a:extLst>
                </p14:cNvPr>
                <p14:cNvContentPartPr/>
                <p14:nvPr/>
              </p14:nvContentPartPr>
              <p14:xfrm>
                <a:off x="4162648" y="4076809"/>
                <a:ext cx="208800" cy="339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B137ECE-9B07-387D-30D9-EDEE67BE8CC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144648" y="4059169"/>
                  <a:ext cx="24444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041EA1D-05A4-F21C-A89C-21884A478CD0}"/>
                    </a:ext>
                  </a:extLst>
                </p14:cNvPr>
                <p14:cNvContentPartPr/>
                <p14:nvPr/>
              </p14:nvContentPartPr>
              <p14:xfrm>
                <a:off x="4510408" y="4240609"/>
                <a:ext cx="128160" cy="216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041EA1D-05A4-F21C-A89C-21884A478CD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492768" y="4222609"/>
                  <a:ext cx="1638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96EBBBE-F1DE-4947-F1A3-8754154080CB}"/>
                    </a:ext>
                  </a:extLst>
                </p14:cNvPr>
                <p14:cNvContentPartPr/>
                <p14:nvPr/>
              </p14:nvContentPartPr>
              <p14:xfrm>
                <a:off x="4530928" y="4208929"/>
                <a:ext cx="113040" cy="178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96EBBBE-F1DE-4947-F1A3-8754154080C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513288" y="4190929"/>
                  <a:ext cx="1486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F6AA6ED-3579-716D-F90F-A5A3735F9E5A}"/>
                    </a:ext>
                  </a:extLst>
                </p14:cNvPr>
                <p14:cNvContentPartPr/>
                <p14:nvPr/>
              </p14:nvContentPartPr>
              <p14:xfrm>
                <a:off x="4748008" y="4135489"/>
                <a:ext cx="48600" cy="34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F6AA6ED-3579-716D-F90F-A5A3735F9E5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730008" y="4117489"/>
                  <a:ext cx="842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457F6C2-E38A-7743-4B9C-B2BF973FE199}"/>
                    </a:ext>
                  </a:extLst>
                </p14:cNvPr>
                <p14:cNvContentPartPr/>
                <p14:nvPr/>
              </p14:nvContentPartPr>
              <p14:xfrm>
                <a:off x="4784728" y="4144489"/>
                <a:ext cx="45720" cy="64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457F6C2-E38A-7743-4B9C-B2BF973FE19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766728" y="4126489"/>
                  <a:ext cx="813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DF501F3-2F2E-CFE7-E5DD-896C92F96218}"/>
                    </a:ext>
                  </a:extLst>
                </p14:cNvPr>
                <p14:cNvContentPartPr/>
                <p14:nvPr/>
              </p14:nvContentPartPr>
              <p14:xfrm>
                <a:off x="4987048" y="3978169"/>
                <a:ext cx="206640" cy="290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DF501F3-2F2E-CFE7-E5DD-896C92F9621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969048" y="3960169"/>
                  <a:ext cx="2422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FCE1570-30AD-09A3-6861-645CFD6B4E3F}"/>
                    </a:ext>
                  </a:extLst>
                </p14:cNvPr>
                <p14:cNvContentPartPr/>
                <p14:nvPr/>
              </p14:nvContentPartPr>
              <p14:xfrm>
                <a:off x="5272528" y="3844969"/>
                <a:ext cx="133920" cy="214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FCE1570-30AD-09A3-6861-645CFD6B4E3F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254888" y="3827329"/>
                  <a:ext cx="169560" cy="25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77D5CC7-8968-5A4F-F4C2-F62110173030}"/>
              </a:ext>
            </a:extLst>
          </p:cNvPr>
          <p:cNvGrpSpPr/>
          <p:nvPr/>
        </p:nvGrpSpPr>
        <p:grpSpPr>
          <a:xfrm>
            <a:off x="9012928" y="4146649"/>
            <a:ext cx="464760" cy="278640"/>
            <a:chOff x="9012928" y="4146649"/>
            <a:chExt cx="46476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2DC9B48-D49F-3C66-40EB-906D8C8BF37F}"/>
                    </a:ext>
                  </a:extLst>
                </p14:cNvPr>
                <p14:cNvContentPartPr/>
                <p14:nvPr/>
              </p14:nvContentPartPr>
              <p14:xfrm>
                <a:off x="9012928" y="4193449"/>
                <a:ext cx="120240" cy="231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2DC9B48-D49F-3C66-40EB-906D8C8BF37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995288" y="4175449"/>
                  <a:ext cx="1558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DDFF416-944F-6278-B210-116AEDC04933}"/>
                    </a:ext>
                  </a:extLst>
                </p14:cNvPr>
                <p14:cNvContentPartPr/>
                <p14:nvPr/>
              </p14:nvContentPartPr>
              <p14:xfrm>
                <a:off x="9353128" y="4146649"/>
                <a:ext cx="124560" cy="164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DDFF416-944F-6278-B210-116AEDC0493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335488" y="4128649"/>
                  <a:ext cx="160200" cy="200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94775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5034-9177-032D-3785-E2C0CB313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FBA56-7EE0-C26E-D170-77B03EE73A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cylinder and a diagram of electrical components&#10;&#10;Description automatically generated">
            <a:extLst>
              <a:ext uri="{FF2B5EF4-FFF2-40B4-BE49-F238E27FC236}">
                <a16:creationId xmlns:a16="http://schemas.microsoft.com/office/drawing/2014/main" id="{2D8F120C-1D96-907F-BE68-D327E9204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386" b="49722"/>
          <a:stretch>
            <a:fillRect/>
          </a:stretch>
        </p:blipFill>
        <p:spPr>
          <a:xfrm>
            <a:off x="906448" y="1216069"/>
            <a:ext cx="3079290" cy="2621036"/>
          </a:xfrm>
          <a:prstGeom prst="rect">
            <a:avLst/>
          </a:prstGeom>
        </p:spPr>
      </p:pic>
      <p:pic>
        <p:nvPicPr>
          <p:cNvPr id="10" name="Picture 9" descr="A diagram of a wire&#10;&#10;Description automatically generated">
            <a:extLst>
              <a:ext uri="{FF2B5EF4-FFF2-40B4-BE49-F238E27FC236}">
                <a16:creationId xmlns:a16="http://schemas.microsoft.com/office/drawing/2014/main" id="{388F3BAC-AC9C-FFCF-94CA-B93613E75F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421"/>
          <a:stretch/>
        </p:blipFill>
        <p:spPr>
          <a:xfrm>
            <a:off x="4517688" y="3075136"/>
            <a:ext cx="6933396" cy="31427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94CE96-42B2-0924-3852-412522912704}"/>
              </a:ext>
            </a:extLst>
          </p:cNvPr>
          <p:cNvSpPr txBox="1"/>
          <p:nvPr/>
        </p:nvSpPr>
        <p:spPr>
          <a:xfrm>
            <a:off x="4890666" y="1139429"/>
            <a:ext cx="61874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PT Sans" panose="020B0503020203020204" pitchFamily="34" charset="0"/>
              </a:rPr>
              <a:t>Resistance is a measure of the opposition to the flow of current in an electrical circuit. It is influenced by the material's properties, length, cross-sectional area, and temperature.</a:t>
            </a:r>
            <a:endParaRPr lang="en-US" sz="2400" dirty="0">
              <a:latin typeface="PT Sans" panose="020B0503020203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640B654-0933-CA35-57B2-4B3A6A65F2E9}"/>
              </a:ext>
            </a:extLst>
          </p:cNvPr>
          <p:cNvGrpSpPr/>
          <p:nvPr/>
        </p:nvGrpSpPr>
        <p:grpSpPr>
          <a:xfrm>
            <a:off x="4753048" y="197809"/>
            <a:ext cx="956160" cy="740160"/>
            <a:chOff x="4753048" y="197809"/>
            <a:chExt cx="956160" cy="74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09F3C02-81DA-39C4-2CCC-A24729FA22E6}"/>
                    </a:ext>
                  </a:extLst>
                </p14:cNvPr>
                <p14:cNvContentPartPr/>
                <p14:nvPr/>
              </p14:nvContentPartPr>
              <p14:xfrm>
                <a:off x="4926568" y="197809"/>
                <a:ext cx="30240" cy="327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09F3C02-81DA-39C4-2CCC-A24729FA22E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08568" y="179809"/>
                  <a:ext cx="6588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4CA56BB-5A66-CD5C-CAD0-959104D2CE13}"/>
                    </a:ext>
                  </a:extLst>
                </p14:cNvPr>
                <p14:cNvContentPartPr/>
                <p14:nvPr/>
              </p14:nvContentPartPr>
              <p14:xfrm>
                <a:off x="4952488" y="225529"/>
                <a:ext cx="253080" cy="211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4CA56BB-5A66-CD5C-CAD0-959104D2CE1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34848" y="207529"/>
                  <a:ext cx="2887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697839A-0F4A-6DCC-3714-ED5520F74E8B}"/>
                    </a:ext>
                  </a:extLst>
                </p14:cNvPr>
                <p14:cNvContentPartPr/>
                <p14:nvPr/>
              </p14:nvContentPartPr>
              <p14:xfrm>
                <a:off x="5373328" y="256489"/>
                <a:ext cx="335880" cy="203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697839A-0F4A-6DCC-3714-ED5520F74E8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55328" y="238489"/>
                  <a:ext cx="3715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F2C1C90-0E6E-1EC3-966D-F24B5AB112B3}"/>
                    </a:ext>
                  </a:extLst>
                </p14:cNvPr>
                <p14:cNvContentPartPr/>
                <p14:nvPr/>
              </p14:nvContentPartPr>
              <p14:xfrm>
                <a:off x="4753048" y="711169"/>
                <a:ext cx="11160" cy="216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F2C1C90-0E6E-1EC3-966D-F24B5AB112B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735408" y="693529"/>
                  <a:ext cx="468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6DA79C0-965E-0C67-AE63-3A73B1943CD1}"/>
                    </a:ext>
                  </a:extLst>
                </p14:cNvPr>
                <p14:cNvContentPartPr/>
                <p14:nvPr/>
              </p14:nvContentPartPr>
              <p14:xfrm>
                <a:off x="4864288" y="743209"/>
                <a:ext cx="140040" cy="194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6DA79C0-965E-0C67-AE63-3A73B1943CD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846288" y="725569"/>
                  <a:ext cx="1756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8D0B454-151C-4F2D-ABD8-AE475AB73D74}"/>
                    </a:ext>
                  </a:extLst>
                </p14:cNvPr>
                <p14:cNvContentPartPr/>
                <p14:nvPr/>
              </p14:nvContentPartPr>
              <p14:xfrm>
                <a:off x="5084248" y="538009"/>
                <a:ext cx="97560" cy="203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8D0B454-151C-4F2D-ABD8-AE475AB73D7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66248" y="520369"/>
                  <a:ext cx="133200" cy="23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E7A04E8-E08C-C955-6AAD-0E9ADC987551}"/>
              </a:ext>
            </a:extLst>
          </p:cNvPr>
          <p:cNvGrpSpPr/>
          <p:nvPr/>
        </p:nvGrpSpPr>
        <p:grpSpPr>
          <a:xfrm>
            <a:off x="6536848" y="180529"/>
            <a:ext cx="674280" cy="250920"/>
            <a:chOff x="6536848" y="180529"/>
            <a:chExt cx="674280" cy="25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8229B97-7BC0-6A21-A1CE-96B8FB502B7A}"/>
                    </a:ext>
                  </a:extLst>
                </p14:cNvPr>
                <p14:cNvContentPartPr/>
                <p14:nvPr/>
              </p14:nvContentPartPr>
              <p14:xfrm>
                <a:off x="6536848" y="180529"/>
                <a:ext cx="177480" cy="215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8229B97-7BC0-6A21-A1CE-96B8FB502B7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19208" y="162529"/>
                  <a:ext cx="2131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151D667-7AE0-B16A-FFE0-9DD44BDF9BBC}"/>
                    </a:ext>
                  </a:extLst>
                </p14:cNvPr>
                <p14:cNvContentPartPr/>
                <p14:nvPr/>
              </p14:nvContentPartPr>
              <p14:xfrm>
                <a:off x="6830248" y="195649"/>
                <a:ext cx="380880" cy="235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151D667-7AE0-B16A-FFE0-9DD44BDF9BB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12248" y="178009"/>
                  <a:ext cx="41652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688E21C-3162-D9FC-3FC9-6CA8DD4B445C}"/>
              </a:ext>
            </a:extLst>
          </p:cNvPr>
          <p:cNvGrpSpPr/>
          <p:nvPr/>
        </p:nvGrpSpPr>
        <p:grpSpPr>
          <a:xfrm>
            <a:off x="6450808" y="594889"/>
            <a:ext cx="470880" cy="379440"/>
            <a:chOff x="6450808" y="594889"/>
            <a:chExt cx="47088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A1FBF8C-F002-19CE-1EF7-81070695E683}"/>
                    </a:ext>
                  </a:extLst>
                </p14:cNvPr>
                <p14:cNvContentPartPr/>
                <p14:nvPr/>
              </p14:nvContentPartPr>
              <p14:xfrm>
                <a:off x="6450808" y="767329"/>
                <a:ext cx="52920" cy="207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A1FBF8C-F002-19CE-1EF7-81070695E68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33168" y="749329"/>
                  <a:ext cx="885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6A40B6A-68E8-D12D-7F30-CE1ED7962F42}"/>
                    </a:ext>
                  </a:extLst>
                </p14:cNvPr>
                <p14:cNvContentPartPr/>
                <p14:nvPr/>
              </p14:nvContentPartPr>
              <p14:xfrm>
                <a:off x="6602008" y="759409"/>
                <a:ext cx="85320" cy="167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6A40B6A-68E8-D12D-7F30-CE1ED7962F4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84008" y="741769"/>
                  <a:ext cx="1209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406B6E3-BAB8-E878-51E7-3123B86CEFB5}"/>
                    </a:ext>
                  </a:extLst>
                </p14:cNvPr>
                <p14:cNvContentPartPr/>
                <p14:nvPr/>
              </p14:nvContentPartPr>
              <p14:xfrm>
                <a:off x="6791008" y="594889"/>
                <a:ext cx="130680" cy="181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406B6E3-BAB8-E878-51E7-3123B86CEFB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73008" y="576889"/>
                  <a:ext cx="166320" cy="21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EA755B4-08BA-8A74-3DE4-C85900AEB41F}"/>
                  </a:ext>
                </a:extLst>
              </p14:cNvPr>
              <p14:cNvContentPartPr/>
              <p14:nvPr/>
            </p14:nvContentPartPr>
            <p14:xfrm>
              <a:off x="7729888" y="201409"/>
              <a:ext cx="180720" cy="1461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EA755B4-08BA-8A74-3DE4-C85900AEB41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711888" y="183769"/>
                <a:ext cx="216360" cy="18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E5C6345C-A179-26C6-41DA-C0FA9049D303}"/>
              </a:ext>
            </a:extLst>
          </p:cNvPr>
          <p:cNvGrpSpPr/>
          <p:nvPr/>
        </p:nvGrpSpPr>
        <p:grpSpPr>
          <a:xfrm>
            <a:off x="7706848" y="486889"/>
            <a:ext cx="556560" cy="374400"/>
            <a:chOff x="7706848" y="486889"/>
            <a:chExt cx="556560" cy="37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9160BBA-AC94-19D8-7E6A-81DF1A9683FC}"/>
                    </a:ext>
                  </a:extLst>
                </p14:cNvPr>
                <p14:cNvContentPartPr/>
                <p14:nvPr/>
              </p14:nvContentPartPr>
              <p14:xfrm>
                <a:off x="7706848" y="700369"/>
                <a:ext cx="21600" cy="160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9160BBA-AC94-19D8-7E6A-81DF1A9683F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89208" y="682729"/>
                  <a:ext cx="572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61D592C-ABB2-EDFD-98E1-F250F3140F0C}"/>
                    </a:ext>
                  </a:extLst>
                </p14:cNvPr>
                <p14:cNvContentPartPr/>
                <p14:nvPr/>
              </p14:nvContentPartPr>
              <p14:xfrm>
                <a:off x="7819528" y="712609"/>
                <a:ext cx="108360" cy="131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61D592C-ABB2-EDFD-98E1-F250F3140F0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01888" y="694609"/>
                  <a:ext cx="1440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9FE2ECF-5735-B1ED-72BD-18074C11DB3D}"/>
                    </a:ext>
                  </a:extLst>
                </p14:cNvPr>
                <p14:cNvContentPartPr/>
                <p14:nvPr/>
              </p14:nvContentPartPr>
              <p14:xfrm>
                <a:off x="7996288" y="595969"/>
                <a:ext cx="95040" cy="43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9FE2ECF-5735-B1ED-72BD-18074C11DB3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978288" y="577969"/>
                  <a:ext cx="1306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A9744F5-547A-9DEC-91AB-804F7B90FF0D}"/>
                    </a:ext>
                  </a:extLst>
                </p14:cNvPr>
                <p14:cNvContentPartPr/>
                <p14:nvPr/>
              </p14:nvContentPartPr>
              <p14:xfrm>
                <a:off x="8145328" y="486889"/>
                <a:ext cx="118080" cy="171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A9744F5-547A-9DEC-91AB-804F7B90FF0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27688" y="468889"/>
                  <a:ext cx="153720" cy="20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6C7693E-BB22-D71E-301E-3E6DE79D19FD}"/>
                  </a:ext>
                </a:extLst>
              </p14:cNvPr>
              <p14:cNvContentPartPr/>
              <p14:nvPr/>
            </p14:nvContentPartPr>
            <p14:xfrm>
              <a:off x="8017888" y="204649"/>
              <a:ext cx="243720" cy="1717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6C7693E-BB22-D71E-301E-3E6DE79D19F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000248" y="186649"/>
                <a:ext cx="279360" cy="20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C3D7C622-CBA3-2F8C-2267-503B87E481A1}"/>
              </a:ext>
            </a:extLst>
          </p:cNvPr>
          <p:cNvGrpSpPr/>
          <p:nvPr/>
        </p:nvGrpSpPr>
        <p:grpSpPr>
          <a:xfrm>
            <a:off x="8801608" y="116089"/>
            <a:ext cx="616680" cy="789480"/>
            <a:chOff x="8801608" y="116089"/>
            <a:chExt cx="616680" cy="78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00158C0-0A83-A7E3-1E7E-9EB0F8333817}"/>
                    </a:ext>
                  </a:extLst>
                </p14:cNvPr>
                <p14:cNvContentPartPr/>
                <p14:nvPr/>
              </p14:nvContentPartPr>
              <p14:xfrm>
                <a:off x="8801608" y="131209"/>
                <a:ext cx="61920" cy="270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00158C0-0A83-A7E3-1E7E-9EB0F833381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783968" y="113209"/>
                  <a:ext cx="975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2A34BFF-2E6A-5C7A-DF5A-4F0D58889AFF}"/>
                    </a:ext>
                  </a:extLst>
                </p14:cNvPr>
                <p14:cNvContentPartPr/>
                <p14:nvPr/>
              </p14:nvContentPartPr>
              <p14:xfrm>
                <a:off x="8813848" y="116089"/>
                <a:ext cx="243360" cy="1598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2A34BFF-2E6A-5C7A-DF5A-4F0D58889AF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96208" y="98089"/>
                  <a:ext cx="2790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9826E5F-AB66-9D74-0B11-A4136E87E911}"/>
                    </a:ext>
                  </a:extLst>
                </p14:cNvPr>
                <p14:cNvContentPartPr/>
                <p14:nvPr/>
              </p14:nvContentPartPr>
              <p14:xfrm>
                <a:off x="9138928" y="128689"/>
                <a:ext cx="279360" cy="174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9826E5F-AB66-9D74-0B11-A4136E87E91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120928" y="111049"/>
                  <a:ext cx="3150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F4C86C1-3857-94EA-FC18-34D93B16A7B6}"/>
                    </a:ext>
                  </a:extLst>
                </p14:cNvPr>
                <p14:cNvContentPartPr/>
                <p14:nvPr/>
              </p14:nvContentPartPr>
              <p14:xfrm>
                <a:off x="8834728" y="683449"/>
                <a:ext cx="6840" cy="222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F4C86C1-3857-94EA-FC18-34D93B16A7B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816728" y="665809"/>
                  <a:ext cx="424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91B2900-558A-CED5-CE0F-94CEC7DEC306}"/>
                    </a:ext>
                  </a:extLst>
                </p14:cNvPr>
                <p14:cNvContentPartPr/>
                <p14:nvPr/>
              </p14:nvContentPartPr>
              <p14:xfrm>
                <a:off x="8972248" y="719809"/>
                <a:ext cx="110520" cy="116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91B2900-558A-CED5-CE0F-94CEC7DEC30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954608" y="701809"/>
                  <a:ext cx="1461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53CAED7-C2DC-0A49-82AF-6C3A58BD742B}"/>
                    </a:ext>
                  </a:extLst>
                </p14:cNvPr>
                <p14:cNvContentPartPr/>
                <p14:nvPr/>
              </p14:nvContentPartPr>
              <p14:xfrm>
                <a:off x="9096088" y="585169"/>
                <a:ext cx="105480" cy="46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53CAED7-C2DC-0A49-82AF-6C3A58BD742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078448" y="567529"/>
                  <a:ext cx="1411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B992DF3-6C96-81AE-898B-1DD20A3E9AD4}"/>
                    </a:ext>
                  </a:extLst>
                </p14:cNvPr>
                <p14:cNvContentPartPr/>
                <p14:nvPr/>
              </p14:nvContentPartPr>
              <p14:xfrm>
                <a:off x="9284368" y="442969"/>
                <a:ext cx="101160" cy="168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B992DF3-6C96-81AE-898B-1DD20A3E9AD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266728" y="425329"/>
                  <a:ext cx="13680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D49A99C-3F23-9F79-7343-0CAF28A64855}"/>
              </a:ext>
            </a:extLst>
          </p:cNvPr>
          <p:cNvGrpSpPr/>
          <p:nvPr/>
        </p:nvGrpSpPr>
        <p:grpSpPr>
          <a:xfrm>
            <a:off x="9860368" y="219049"/>
            <a:ext cx="645840" cy="672840"/>
            <a:chOff x="9860368" y="219049"/>
            <a:chExt cx="645840" cy="67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75DA728-E96E-2BDB-FB30-684FA936C0E2}"/>
                    </a:ext>
                  </a:extLst>
                </p14:cNvPr>
                <p14:cNvContentPartPr/>
                <p14:nvPr/>
              </p14:nvContentPartPr>
              <p14:xfrm>
                <a:off x="9860368" y="653929"/>
                <a:ext cx="7200" cy="237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75DA728-E96E-2BDB-FB30-684FA936C0E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842368" y="635929"/>
                  <a:ext cx="428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FA5E6E8-46C1-6515-7730-BFE6B8254742}"/>
                    </a:ext>
                  </a:extLst>
                </p14:cNvPr>
                <p14:cNvContentPartPr/>
                <p14:nvPr/>
              </p14:nvContentPartPr>
              <p14:xfrm>
                <a:off x="10014088" y="664729"/>
                <a:ext cx="179280" cy="203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FA5E6E8-46C1-6515-7730-BFE6B825474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996088" y="646729"/>
                  <a:ext cx="2149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6621845-D01A-B5CF-805E-600172494466}"/>
                    </a:ext>
                  </a:extLst>
                </p14:cNvPr>
                <p14:cNvContentPartPr/>
                <p14:nvPr/>
              </p14:nvContentPartPr>
              <p14:xfrm>
                <a:off x="10207408" y="557449"/>
                <a:ext cx="111960" cy="20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6621845-D01A-B5CF-805E-60017249446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189768" y="539809"/>
                  <a:ext cx="1476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2E1D3C8-05A6-48B3-0EBE-A08D48DC76FE}"/>
                    </a:ext>
                  </a:extLst>
                </p14:cNvPr>
                <p14:cNvContentPartPr/>
                <p14:nvPr/>
              </p14:nvContentPartPr>
              <p14:xfrm>
                <a:off x="10385248" y="444769"/>
                <a:ext cx="120960" cy="156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2E1D3C8-05A6-48B3-0EBE-A08D48DC76F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367248" y="426769"/>
                  <a:ext cx="1566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F47737F-BC54-FFBB-62F0-3407E5468758}"/>
                    </a:ext>
                  </a:extLst>
                </p14:cNvPr>
                <p14:cNvContentPartPr/>
                <p14:nvPr/>
              </p14:nvContentPartPr>
              <p14:xfrm>
                <a:off x="9866128" y="219049"/>
                <a:ext cx="329400" cy="137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F47737F-BC54-FFBB-62F0-3407E546875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848488" y="201049"/>
                  <a:ext cx="365040" cy="17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62E3C1C-3589-ADC2-FF26-312BEF0DD70E}"/>
                  </a:ext>
                </a:extLst>
              </p14:cNvPr>
              <p14:cNvContentPartPr/>
              <p14:nvPr/>
            </p14:nvContentPartPr>
            <p14:xfrm>
              <a:off x="307048" y="1049569"/>
              <a:ext cx="29520" cy="3060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62E3C1C-3589-ADC2-FF26-312BEF0DD70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89048" y="1031569"/>
                <a:ext cx="6516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A74720C-251B-935C-91C3-712DA62FFDF0}"/>
                  </a:ext>
                </a:extLst>
              </p14:cNvPr>
              <p14:cNvContentPartPr/>
              <p14:nvPr/>
            </p14:nvContentPartPr>
            <p14:xfrm>
              <a:off x="311368" y="1018249"/>
              <a:ext cx="133560" cy="2145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A74720C-251B-935C-91C3-712DA62FFDF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93728" y="1000249"/>
                <a:ext cx="16920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864D18C-BFAB-732D-933C-F1105D6F66CE}"/>
                  </a:ext>
                </a:extLst>
              </p14:cNvPr>
              <p14:cNvContentPartPr/>
              <p14:nvPr/>
            </p14:nvContentPartPr>
            <p14:xfrm>
              <a:off x="490288" y="1158289"/>
              <a:ext cx="97200" cy="1155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864D18C-BFAB-732D-933C-F1105D6F66C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72648" y="1140289"/>
                <a:ext cx="13284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168F799-AFB7-9136-0F54-F7271D332E6E}"/>
                  </a:ext>
                </a:extLst>
              </p14:cNvPr>
              <p14:cNvContentPartPr/>
              <p14:nvPr/>
            </p14:nvContentPartPr>
            <p14:xfrm>
              <a:off x="636088" y="1122289"/>
              <a:ext cx="65160" cy="1720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168F799-AFB7-9136-0F54-F7271D332E6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18448" y="1104649"/>
                <a:ext cx="10080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966BA06-E753-DC76-BEF6-F3228775B2F5}"/>
                  </a:ext>
                </a:extLst>
              </p14:cNvPr>
              <p14:cNvContentPartPr/>
              <p14:nvPr/>
            </p14:nvContentPartPr>
            <p14:xfrm>
              <a:off x="784408" y="1164769"/>
              <a:ext cx="30600" cy="1080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966BA06-E753-DC76-BEF6-F3228775B2F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66768" y="1147129"/>
                <a:ext cx="6624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1EFDFBF-E460-D33D-CA1B-37C470434041}"/>
                  </a:ext>
                </a:extLst>
              </p14:cNvPr>
              <p14:cNvContentPartPr/>
              <p14:nvPr/>
            </p14:nvContentPartPr>
            <p14:xfrm>
              <a:off x="775048" y="1033009"/>
              <a:ext cx="11520" cy="223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1EFDFBF-E460-D33D-CA1B-37C47043404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57048" y="1015009"/>
                <a:ext cx="4716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E4BB1DD-D7FC-972A-DB76-ADC36E2C67F0}"/>
                  </a:ext>
                </a:extLst>
              </p14:cNvPr>
              <p14:cNvContentPartPr/>
              <p14:nvPr/>
            </p14:nvContentPartPr>
            <p14:xfrm>
              <a:off x="860008" y="1076929"/>
              <a:ext cx="92880" cy="1940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E4BB1DD-D7FC-972A-DB76-ADC36E2C67F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42008" y="1058929"/>
                <a:ext cx="12852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299CB48-13B8-5C89-5C97-B8E2C175F6B1}"/>
                  </a:ext>
                </a:extLst>
              </p14:cNvPr>
              <p14:cNvContentPartPr/>
              <p14:nvPr/>
            </p14:nvContentPartPr>
            <p14:xfrm>
              <a:off x="976288" y="1009609"/>
              <a:ext cx="59760" cy="217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299CB48-13B8-5C89-5C97-B8E2C175F6B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58648" y="991969"/>
                <a:ext cx="9540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12A783E-250D-EF83-EB59-BA06A6DDAE9A}"/>
                  </a:ext>
                </a:extLst>
              </p14:cNvPr>
              <p14:cNvContentPartPr/>
              <p14:nvPr/>
            </p14:nvContentPartPr>
            <p14:xfrm>
              <a:off x="953608" y="1132369"/>
              <a:ext cx="115920" cy="36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12A783E-250D-EF83-EB59-BA06A6DDAE9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35608" y="1114729"/>
                <a:ext cx="1515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D7F9A1A-75DB-96B6-CD59-A6725B1C071C}"/>
                  </a:ext>
                </a:extLst>
              </p14:cNvPr>
              <p14:cNvContentPartPr/>
              <p14:nvPr/>
            </p14:nvContentPartPr>
            <p14:xfrm>
              <a:off x="1086088" y="1097089"/>
              <a:ext cx="222840" cy="1022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D7F9A1A-75DB-96B6-CD59-A6725B1C071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68448" y="1079449"/>
                <a:ext cx="25848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DB47ACF2-1B08-B741-D6BF-89514A45353A}"/>
                  </a:ext>
                </a:extLst>
              </p14:cNvPr>
              <p14:cNvContentPartPr/>
              <p14:nvPr/>
            </p14:nvContentPartPr>
            <p14:xfrm>
              <a:off x="1473088" y="1025449"/>
              <a:ext cx="5040" cy="79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DB47ACF2-1B08-B741-D6BF-89514A45353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455088" y="1007449"/>
                <a:ext cx="406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65525EC8-71F1-153D-99F9-E940A7C3BA0F}"/>
                  </a:ext>
                </a:extLst>
              </p14:cNvPr>
              <p14:cNvContentPartPr/>
              <p14:nvPr/>
            </p14:nvContentPartPr>
            <p14:xfrm>
              <a:off x="1441768" y="1075849"/>
              <a:ext cx="1800" cy="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65525EC8-71F1-153D-99F9-E940A7C3BA0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423768" y="1058209"/>
                <a:ext cx="374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380C953-E22F-412C-7D1E-551365951653}"/>
                  </a:ext>
                </a:extLst>
              </p14:cNvPr>
              <p14:cNvContentPartPr/>
              <p14:nvPr/>
            </p14:nvContentPartPr>
            <p14:xfrm>
              <a:off x="1430968" y="1076929"/>
              <a:ext cx="4680" cy="36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380C953-E22F-412C-7D1E-55136595165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413328" y="1059289"/>
                <a:ext cx="403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5B98432-F505-379E-93A6-F3FCB7F4FDED}"/>
                  </a:ext>
                </a:extLst>
              </p14:cNvPr>
              <p14:cNvContentPartPr/>
              <p14:nvPr/>
            </p14:nvContentPartPr>
            <p14:xfrm>
              <a:off x="1355728" y="1048489"/>
              <a:ext cx="70560" cy="1317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5B98432-F505-379E-93A6-F3FCB7F4FDE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338088" y="1030489"/>
                <a:ext cx="10620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69B9097-5ED4-DCCA-7FF3-9DE8B568E09D}"/>
                  </a:ext>
                </a:extLst>
              </p14:cNvPr>
              <p14:cNvContentPartPr/>
              <p14:nvPr/>
            </p14:nvContentPartPr>
            <p14:xfrm>
              <a:off x="1478488" y="1016089"/>
              <a:ext cx="47880" cy="1314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69B9097-5ED4-DCCA-7FF3-9DE8B568E09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460848" y="998449"/>
                <a:ext cx="83520" cy="16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64F3071C-D10B-A738-048B-FFEDCF3E9BAC}"/>
              </a:ext>
            </a:extLst>
          </p:cNvPr>
          <p:cNvGrpSpPr/>
          <p:nvPr/>
        </p:nvGrpSpPr>
        <p:grpSpPr>
          <a:xfrm>
            <a:off x="1670728" y="594169"/>
            <a:ext cx="1321560" cy="522720"/>
            <a:chOff x="1670728" y="594169"/>
            <a:chExt cx="1321560" cy="52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1ED7D4A-ACB7-D4D5-9960-AAE77DC814D7}"/>
                    </a:ext>
                  </a:extLst>
                </p14:cNvPr>
                <p14:cNvContentPartPr/>
                <p14:nvPr/>
              </p14:nvContentPartPr>
              <p14:xfrm>
                <a:off x="1678648" y="1011409"/>
                <a:ext cx="33840" cy="25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1ED7D4A-ACB7-D4D5-9960-AAE77DC814D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661008" y="993769"/>
                  <a:ext cx="694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F59D110-5AB1-7CD3-2006-37FD17680049}"/>
                    </a:ext>
                  </a:extLst>
                </p14:cNvPr>
                <p14:cNvContentPartPr/>
                <p14:nvPr/>
              </p14:nvContentPartPr>
              <p14:xfrm>
                <a:off x="1670728" y="1062169"/>
                <a:ext cx="69840" cy="54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F59D110-5AB1-7CD3-2006-37FD1768004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653088" y="1044169"/>
                  <a:ext cx="1054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6C775FA-E9CB-2C88-25AB-F7EEF579D14E}"/>
                    </a:ext>
                  </a:extLst>
                </p14:cNvPr>
                <p14:cNvContentPartPr/>
                <p14:nvPr/>
              </p14:nvContentPartPr>
              <p14:xfrm>
                <a:off x="1862248" y="885769"/>
                <a:ext cx="18360" cy="209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6C775FA-E9CB-2C88-25AB-F7EEF579D14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844608" y="867769"/>
                  <a:ext cx="540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B3EA622-9DDF-3696-6655-8B9E6D00CEAB}"/>
                    </a:ext>
                  </a:extLst>
                </p14:cNvPr>
                <p14:cNvContentPartPr/>
                <p14:nvPr/>
              </p14:nvContentPartPr>
              <p14:xfrm>
                <a:off x="1838488" y="835369"/>
                <a:ext cx="122400" cy="166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B3EA622-9DDF-3696-6655-8B9E6D00CEA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820848" y="817369"/>
                  <a:ext cx="1580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288A69E-F687-376A-ECFE-D63C799C0FE5}"/>
                    </a:ext>
                  </a:extLst>
                </p14:cNvPr>
                <p14:cNvContentPartPr/>
                <p14:nvPr/>
              </p14:nvContentPartPr>
              <p14:xfrm>
                <a:off x="1971328" y="906289"/>
                <a:ext cx="82440" cy="117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288A69E-F687-376A-ECFE-D63C799C0FE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953328" y="888289"/>
                  <a:ext cx="1180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1A43989-5060-5E45-258F-C36A569E089A}"/>
                    </a:ext>
                  </a:extLst>
                </p14:cNvPr>
                <p14:cNvContentPartPr/>
                <p14:nvPr/>
              </p14:nvContentPartPr>
              <p14:xfrm>
                <a:off x="2103808" y="896209"/>
                <a:ext cx="74160" cy="133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1A43989-5060-5E45-258F-C36A569E089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085808" y="878209"/>
                  <a:ext cx="1098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DB976F7-6623-7B75-3C74-27996D8D7908}"/>
                    </a:ext>
                  </a:extLst>
                </p14:cNvPr>
                <p14:cNvContentPartPr/>
                <p14:nvPr/>
              </p14:nvContentPartPr>
              <p14:xfrm>
                <a:off x="2227648" y="916369"/>
                <a:ext cx="17280" cy="99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DB976F7-6623-7B75-3C74-27996D8D790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209648" y="898369"/>
                  <a:ext cx="529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E27739F-9A2C-7C97-953A-6DF82E10EA00}"/>
                    </a:ext>
                  </a:extLst>
                </p14:cNvPr>
                <p14:cNvContentPartPr/>
                <p14:nvPr/>
              </p14:nvContentPartPr>
              <p14:xfrm>
                <a:off x="2211448" y="814849"/>
                <a:ext cx="14040" cy="162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E27739F-9A2C-7C97-953A-6DF82E10EA0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193808" y="797209"/>
                  <a:ext cx="49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4E8E6E8-B3A7-4968-6E30-766C63C2160E}"/>
                    </a:ext>
                  </a:extLst>
                </p14:cNvPr>
                <p14:cNvContentPartPr/>
                <p14:nvPr/>
              </p14:nvContentPartPr>
              <p14:xfrm>
                <a:off x="2288848" y="842929"/>
                <a:ext cx="53640" cy="147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4E8E6E8-B3A7-4968-6E30-766C63C2160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271208" y="825289"/>
                  <a:ext cx="892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105ECBB-C900-FF95-982F-3F68F9A059AB}"/>
                    </a:ext>
                  </a:extLst>
                </p14:cNvPr>
                <p14:cNvContentPartPr/>
                <p14:nvPr/>
              </p14:nvContentPartPr>
              <p14:xfrm>
                <a:off x="2406208" y="766609"/>
                <a:ext cx="45720" cy="173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105ECBB-C900-FF95-982F-3F68F9A059A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388208" y="748609"/>
                  <a:ext cx="813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51305ED-FBDA-7B2A-B509-FA1CCF43F7BD}"/>
                    </a:ext>
                  </a:extLst>
                </p14:cNvPr>
                <p14:cNvContentPartPr/>
                <p14:nvPr/>
              </p14:nvContentPartPr>
              <p14:xfrm>
                <a:off x="2381728" y="847969"/>
                <a:ext cx="96840" cy="81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51305ED-FBDA-7B2A-B509-FA1CCF43F7B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363728" y="829969"/>
                  <a:ext cx="1324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93A5BD6-BA51-94D8-4953-540FC66861D2}"/>
                    </a:ext>
                  </a:extLst>
                </p14:cNvPr>
                <p14:cNvContentPartPr/>
                <p14:nvPr/>
              </p14:nvContentPartPr>
              <p14:xfrm>
                <a:off x="2509888" y="840769"/>
                <a:ext cx="14760" cy="73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93A5BD6-BA51-94D8-4953-540FC66861D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491888" y="823129"/>
                  <a:ext cx="504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0A99BEC-4B7A-1B59-DE80-30EB6EEED2C2}"/>
                    </a:ext>
                  </a:extLst>
                </p14:cNvPr>
                <p14:cNvContentPartPr/>
                <p14:nvPr/>
              </p14:nvContentPartPr>
              <p14:xfrm>
                <a:off x="2499448" y="742129"/>
                <a:ext cx="9000" cy="36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0A99BEC-4B7A-1B59-DE80-30EB6EEED2C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481448" y="724129"/>
                  <a:ext cx="446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F03F64C-D983-41E1-CA20-A0679209D536}"/>
                    </a:ext>
                  </a:extLst>
                </p14:cNvPr>
                <p14:cNvContentPartPr/>
                <p14:nvPr/>
              </p14:nvContentPartPr>
              <p14:xfrm>
                <a:off x="2576488" y="802249"/>
                <a:ext cx="79560" cy="75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F03F64C-D983-41E1-CA20-A0679209D53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558488" y="784249"/>
                  <a:ext cx="1152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B457520-31D4-0FF0-F106-029EFE77255E}"/>
                    </a:ext>
                  </a:extLst>
                </p14:cNvPr>
                <p14:cNvContentPartPr/>
                <p14:nvPr/>
              </p14:nvContentPartPr>
              <p14:xfrm>
                <a:off x="2723008" y="777049"/>
                <a:ext cx="7200" cy="120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B457520-31D4-0FF0-F106-029EFE77255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705368" y="759409"/>
                  <a:ext cx="428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6EF6E6E-A3D1-6C88-027C-A644CE7360E8}"/>
                    </a:ext>
                  </a:extLst>
                </p14:cNvPr>
                <p14:cNvContentPartPr/>
                <p14:nvPr/>
              </p14:nvContentPartPr>
              <p14:xfrm>
                <a:off x="2698888" y="594169"/>
                <a:ext cx="19800" cy="85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6EF6E6E-A3D1-6C88-027C-A644CE7360E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680888" y="576169"/>
                  <a:ext cx="554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003ADC7-8CCE-5D60-2D00-E6A544ACB132}"/>
                    </a:ext>
                  </a:extLst>
                </p14:cNvPr>
                <p14:cNvContentPartPr/>
                <p14:nvPr/>
              </p14:nvContentPartPr>
              <p14:xfrm>
                <a:off x="2831008" y="618289"/>
                <a:ext cx="25920" cy="193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003ADC7-8CCE-5D60-2D00-E6A544ACB13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13368" y="600289"/>
                  <a:ext cx="615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5365571-0D41-A39D-0323-6A6F97C20B30}"/>
                    </a:ext>
                  </a:extLst>
                </p14:cNvPr>
                <p14:cNvContentPartPr/>
                <p14:nvPr/>
              </p14:nvContentPartPr>
              <p14:xfrm>
                <a:off x="2788168" y="709729"/>
                <a:ext cx="204120" cy="241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5365571-0D41-A39D-0323-6A6F97C20B3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770168" y="691729"/>
                  <a:ext cx="239760" cy="27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A620111-6656-FA2B-C2A5-1DD349173C13}"/>
              </a:ext>
            </a:extLst>
          </p:cNvPr>
          <p:cNvGrpSpPr/>
          <p:nvPr/>
        </p:nvGrpSpPr>
        <p:grpSpPr>
          <a:xfrm>
            <a:off x="3107128" y="216889"/>
            <a:ext cx="1243800" cy="878040"/>
            <a:chOff x="3107128" y="216889"/>
            <a:chExt cx="1243800" cy="87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F36C030-98F0-8F80-9445-3B5662E4516E}"/>
                    </a:ext>
                  </a:extLst>
                </p14:cNvPr>
                <p14:cNvContentPartPr/>
                <p14:nvPr/>
              </p14:nvContentPartPr>
              <p14:xfrm>
                <a:off x="3107128" y="700729"/>
                <a:ext cx="127080" cy="939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F36C030-98F0-8F80-9445-3B5662E4516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089128" y="682729"/>
                  <a:ext cx="1627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04C24DC-8773-E61B-56B1-F17CB0C93989}"/>
                    </a:ext>
                  </a:extLst>
                </p14:cNvPr>
                <p14:cNvContentPartPr/>
                <p14:nvPr/>
              </p14:nvContentPartPr>
              <p14:xfrm>
                <a:off x="3124408" y="654649"/>
                <a:ext cx="70920" cy="1760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04C24DC-8773-E61B-56B1-F17CB0C9398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106768" y="636649"/>
                  <a:ext cx="1065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054D332-DDD0-F0D0-9301-8ED60E9FF796}"/>
                    </a:ext>
                  </a:extLst>
                </p14:cNvPr>
                <p14:cNvContentPartPr/>
                <p14:nvPr/>
              </p14:nvContentPartPr>
              <p14:xfrm>
                <a:off x="3257968" y="297529"/>
                <a:ext cx="175320" cy="251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054D332-DDD0-F0D0-9301-8ED60E9FF79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240328" y="279889"/>
                  <a:ext cx="2109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81B8C94-9FB9-B475-78C8-008082FADF0A}"/>
                    </a:ext>
                  </a:extLst>
                </p14:cNvPr>
                <p14:cNvContentPartPr/>
                <p14:nvPr/>
              </p14:nvContentPartPr>
              <p14:xfrm>
                <a:off x="3432568" y="378529"/>
                <a:ext cx="309600" cy="145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81B8C94-9FB9-B475-78C8-008082FADF0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414928" y="360889"/>
                  <a:ext cx="345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ECF68C5-9A30-13A9-19B8-0B01BFA5131F}"/>
                    </a:ext>
                  </a:extLst>
                </p14:cNvPr>
                <p14:cNvContentPartPr/>
                <p14:nvPr/>
              </p14:nvContentPartPr>
              <p14:xfrm>
                <a:off x="3759448" y="342889"/>
                <a:ext cx="122400" cy="155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ECF68C5-9A30-13A9-19B8-0B01BFA5131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741448" y="324889"/>
                  <a:ext cx="1580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6D2F70F-202F-96F2-9A4F-DCD183C9C708}"/>
                    </a:ext>
                  </a:extLst>
                </p14:cNvPr>
                <p14:cNvContentPartPr/>
                <p14:nvPr/>
              </p14:nvContentPartPr>
              <p14:xfrm>
                <a:off x="3909928" y="216889"/>
                <a:ext cx="71280" cy="259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6D2F70F-202F-96F2-9A4F-DCD183C9C70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891928" y="199249"/>
                  <a:ext cx="1069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F7B4A24-A778-5617-9BFB-3C422A840CB8}"/>
                    </a:ext>
                  </a:extLst>
                </p14:cNvPr>
                <p14:cNvContentPartPr/>
                <p14:nvPr/>
              </p14:nvContentPartPr>
              <p14:xfrm>
                <a:off x="3888328" y="216889"/>
                <a:ext cx="345240" cy="154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F7B4A24-A778-5617-9BFB-3C422A840CB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70688" y="198889"/>
                  <a:ext cx="3808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52135DB-F707-B010-F0AA-3D7425441FE6}"/>
                    </a:ext>
                  </a:extLst>
                </p14:cNvPr>
                <p14:cNvContentPartPr/>
                <p14:nvPr/>
              </p14:nvContentPartPr>
              <p14:xfrm>
                <a:off x="3408808" y="442249"/>
                <a:ext cx="938160" cy="2970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52135DB-F707-B010-F0AA-3D7425441FE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390808" y="424249"/>
                  <a:ext cx="97380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E3DF537-1948-5639-092D-9B1C383A8C21}"/>
                    </a:ext>
                  </a:extLst>
                </p14:cNvPr>
                <p14:cNvContentPartPr/>
                <p14:nvPr/>
              </p14:nvContentPartPr>
              <p14:xfrm>
                <a:off x="3691768" y="806929"/>
                <a:ext cx="38160" cy="2880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E3DF537-1948-5639-092D-9B1C383A8C2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674128" y="789289"/>
                  <a:ext cx="738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052FF2A-AF50-74C1-B9CA-B4823F734F8A}"/>
                    </a:ext>
                  </a:extLst>
                </p14:cNvPr>
                <p14:cNvContentPartPr/>
                <p14:nvPr/>
              </p14:nvContentPartPr>
              <p14:xfrm>
                <a:off x="3672328" y="814129"/>
                <a:ext cx="199080" cy="1692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052FF2A-AF50-74C1-B9CA-B4823F734F8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654328" y="796129"/>
                  <a:ext cx="2347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2CCBB50-2C2C-1100-53AE-2FBC737CC3CB}"/>
                    </a:ext>
                  </a:extLst>
                </p14:cNvPr>
                <p14:cNvContentPartPr/>
                <p14:nvPr/>
              </p14:nvContentPartPr>
              <p14:xfrm>
                <a:off x="3735328" y="932929"/>
                <a:ext cx="79200" cy="30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2CCBB50-2C2C-1100-53AE-2FBC737CC3C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717688" y="915289"/>
                  <a:ext cx="1148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B88BCCE-69C7-1DFF-FCD0-597C0C1A4A36}"/>
                    </a:ext>
                  </a:extLst>
                </p14:cNvPr>
                <p14:cNvContentPartPr/>
                <p14:nvPr/>
              </p14:nvContentPartPr>
              <p14:xfrm>
                <a:off x="3885448" y="783529"/>
                <a:ext cx="120960" cy="149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B88BCCE-69C7-1DFF-FCD0-597C0C1A4A3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867808" y="765529"/>
                  <a:ext cx="1566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94C0FF5-FE2F-163E-B677-0A7F86C38DDC}"/>
                    </a:ext>
                  </a:extLst>
                </p14:cNvPr>
                <p14:cNvContentPartPr/>
                <p14:nvPr/>
              </p14:nvContentPartPr>
              <p14:xfrm>
                <a:off x="4083448" y="767329"/>
                <a:ext cx="86400" cy="1144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94C0FF5-FE2F-163E-B677-0A7F86C38DD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065808" y="749689"/>
                  <a:ext cx="1220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8D84CF5-39F7-FAFA-4FD4-FAE66CEA1EE7}"/>
                    </a:ext>
                  </a:extLst>
                </p14:cNvPr>
                <p14:cNvContentPartPr/>
                <p14:nvPr/>
              </p14:nvContentPartPr>
              <p14:xfrm>
                <a:off x="4223128" y="778849"/>
                <a:ext cx="127800" cy="997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8D84CF5-39F7-FAFA-4FD4-FAE66CEA1EE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205488" y="761209"/>
                  <a:ext cx="163440" cy="1353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4AC8CE8-BDDD-BC6E-4024-D3DE1B5F657D}"/>
              </a:ext>
            </a:extLst>
          </p:cNvPr>
          <p:cNvPicPr>
            <a:picLocks noChangeAspect="1"/>
          </p:cNvPicPr>
          <p:nvPr/>
        </p:nvPicPr>
        <p:blipFill>
          <a:blip r:embed="rId156"/>
          <a:stretch>
            <a:fillRect/>
          </a:stretch>
        </p:blipFill>
        <p:spPr>
          <a:xfrm>
            <a:off x="701248" y="3853845"/>
            <a:ext cx="3577599" cy="283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27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A4D8B-137A-5D8C-4B86-157BC5A38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Ohm’s law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4E4AB-946A-1AD3-CE5F-7FDFC59AA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14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a circuit&#10;&#10;Description automatically generated">
            <a:extLst>
              <a:ext uri="{FF2B5EF4-FFF2-40B4-BE49-F238E27FC236}">
                <a16:creationId xmlns:a16="http://schemas.microsoft.com/office/drawing/2014/main" id="{0060A4F9-A910-EF55-C755-F462404548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410"/>
          <a:stretch/>
        </p:blipFill>
        <p:spPr>
          <a:xfrm>
            <a:off x="572201" y="1603914"/>
            <a:ext cx="3258119" cy="3150965"/>
          </a:xfrm>
          <a:prstGeom prst="rect">
            <a:avLst/>
          </a:prstGeom>
        </p:spPr>
      </p:pic>
      <p:pic>
        <p:nvPicPr>
          <p:cNvPr id="8" name="Picture 7" descr="Cartoon of people pulling a rope&#10;&#10;Description automatically generated with medium confidence">
            <a:extLst>
              <a:ext uri="{FF2B5EF4-FFF2-40B4-BE49-F238E27FC236}">
                <a16:creationId xmlns:a16="http://schemas.microsoft.com/office/drawing/2014/main" id="{C23972F4-F9DC-1DB0-C0D7-08C097550D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240" y="1064181"/>
            <a:ext cx="6854548" cy="472963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DE42756-DCD9-7B9D-6546-4D7A10A13079}"/>
              </a:ext>
            </a:extLst>
          </p:cNvPr>
          <p:cNvGrpSpPr/>
          <p:nvPr/>
        </p:nvGrpSpPr>
        <p:grpSpPr>
          <a:xfrm>
            <a:off x="3031528" y="566449"/>
            <a:ext cx="1138320" cy="398880"/>
            <a:chOff x="3031528" y="566449"/>
            <a:chExt cx="1138320" cy="39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23A9971-DAC2-13FD-2D28-F784132E23FB}"/>
                    </a:ext>
                  </a:extLst>
                </p14:cNvPr>
                <p14:cNvContentPartPr/>
                <p14:nvPr/>
              </p14:nvContentPartPr>
              <p14:xfrm>
                <a:off x="3031528" y="631609"/>
                <a:ext cx="186480" cy="325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23A9971-DAC2-13FD-2D28-F784132E23F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13528" y="613969"/>
                  <a:ext cx="22212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63EC8DE-1DBA-E427-592A-0F4BC2031528}"/>
                    </a:ext>
                  </a:extLst>
                </p14:cNvPr>
                <p14:cNvContentPartPr/>
                <p14:nvPr/>
              </p14:nvContentPartPr>
              <p14:xfrm>
                <a:off x="3361288" y="804049"/>
                <a:ext cx="54000" cy="48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63EC8DE-1DBA-E427-592A-0F4BC203152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43288" y="786409"/>
                  <a:ext cx="896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E83F148-6A27-FBD6-03E7-7978AF58470C}"/>
                    </a:ext>
                  </a:extLst>
                </p14:cNvPr>
                <p14:cNvContentPartPr/>
                <p14:nvPr/>
              </p14:nvContentPartPr>
              <p14:xfrm>
                <a:off x="3399088" y="841489"/>
                <a:ext cx="99720" cy="96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E83F148-6A27-FBD6-03E7-7978AF58470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81088" y="823489"/>
                  <a:ext cx="1353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FF94980-B3A2-51FF-1DFC-6A9F3EF6D9D3}"/>
                    </a:ext>
                  </a:extLst>
                </p14:cNvPr>
                <p14:cNvContentPartPr/>
                <p14:nvPr/>
              </p14:nvContentPartPr>
              <p14:xfrm>
                <a:off x="3626608" y="621889"/>
                <a:ext cx="63000" cy="343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FF94980-B3A2-51FF-1DFC-6A9F3EF6D9D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08608" y="603889"/>
                  <a:ext cx="9864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311656E-E168-EAD0-1123-0A11088266BE}"/>
                    </a:ext>
                  </a:extLst>
                </p14:cNvPr>
                <p14:cNvContentPartPr/>
                <p14:nvPr/>
              </p14:nvContentPartPr>
              <p14:xfrm>
                <a:off x="3627328" y="644569"/>
                <a:ext cx="77760" cy="56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311656E-E168-EAD0-1123-0A11088266B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09328" y="626569"/>
                  <a:ext cx="1134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65580B5-5BC6-C707-FF73-DF4BBEC1866F}"/>
                    </a:ext>
                  </a:extLst>
                </p14:cNvPr>
                <p14:cNvContentPartPr/>
                <p14:nvPr/>
              </p14:nvContentPartPr>
              <p14:xfrm>
                <a:off x="3704008" y="863809"/>
                <a:ext cx="81360" cy="80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65580B5-5BC6-C707-FF73-DF4BBEC1866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86008" y="845809"/>
                  <a:ext cx="1170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FC2B6C1-DF01-8D0D-DA42-F377FFA53DD0}"/>
                    </a:ext>
                  </a:extLst>
                </p14:cNvPr>
                <p14:cNvContentPartPr/>
                <p14:nvPr/>
              </p14:nvContentPartPr>
              <p14:xfrm>
                <a:off x="3921448" y="631609"/>
                <a:ext cx="56520" cy="262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FC2B6C1-DF01-8D0D-DA42-F377FFA53DD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03448" y="613969"/>
                  <a:ext cx="921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0EDD846-87BF-B7A9-165E-DFB088185B79}"/>
                    </a:ext>
                  </a:extLst>
                </p14:cNvPr>
                <p14:cNvContentPartPr/>
                <p14:nvPr/>
              </p14:nvContentPartPr>
              <p14:xfrm>
                <a:off x="3927568" y="566449"/>
                <a:ext cx="242280" cy="182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0EDD846-87BF-B7A9-165E-DFB088185B7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09568" y="548809"/>
                  <a:ext cx="277920" cy="218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23343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07CE7-3137-D7AE-ABB7-34951DFF6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Ohm’s law</a:t>
            </a:r>
          </a:p>
        </p:txBody>
      </p:sp>
      <p:pic>
        <p:nvPicPr>
          <p:cNvPr id="6" name="Content Placeholder 5" descr="A black arrow pointing to a white background&#10;&#10;Description automatically generated">
            <a:extLst>
              <a:ext uri="{FF2B5EF4-FFF2-40B4-BE49-F238E27FC236}">
                <a16:creationId xmlns:a16="http://schemas.microsoft.com/office/drawing/2014/main" id="{D06A7300-19D2-5282-2AF8-06A2377E75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11" y="1334243"/>
            <a:ext cx="9490250" cy="418951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38E3F-5B4A-98C3-99FE-A2580FF0E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15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93C679-AE59-CF74-DB79-2CDEFCB8CC3A}"/>
              </a:ext>
            </a:extLst>
          </p:cNvPr>
          <p:cNvGrpSpPr/>
          <p:nvPr/>
        </p:nvGrpSpPr>
        <p:grpSpPr>
          <a:xfrm>
            <a:off x="3934408" y="1275289"/>
            <a:ext cx="1280160" cy="572040"/>
            <a:chOff x="3934408" y="1275289"/>
            <a:chExt cx="1280160" cy="57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0CA9345-9993-C31E-F7C3-6F76FF8B0819}"/>
                    </a:ext>
                  </a:extLst>
                </p14:cNvPr>
                <p14:cNvContentPartPr/>
                <p14:nvPr/>
              </p14:nvContentPartPr>
              <p14:xfrm>
                <a:off x="3934408" y="1353049"/>
                <a:ext cx="298800" cy="494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0CA9345-9993-C31E-F7C3-6F76FF8B081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16408" y="1335049"/>
                  <a:ext cx="33444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C4E8937-32B7-3F47-668D-933E156A0783}"/>
                    </a:ext>
                  </a:extLst>
                </p14:cNvPr>
                <p14:cNvContentPartPr/>
                <p14:nvPr/>
              </p14:nvContentPartPr>
              <p14:xfrm>
                <a:off x="4365688" y="1592089"/>
                <a:ext cx="55800" cy="90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C4E8937-32B7-3F47-668D-933E156A078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348048" y="1574449"/>
                  <a:ext cx="91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980EE65-484C-D2FC-D3EF-BBA246392BEC}"/>
                    </a:ext>
                  </a:extLst>
                </p14:cNvPr>
                <p14:cNvContentPartPr/>
                <p14:nvPr/>
              </p14:nvContentPartPr>
              <p14:xfrm>
                <a:off x="4429408" y="1683169"/>
                <a:ext cx="69120" cy="56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980EE65-484C-D2FC-D3EF-BBA246392BE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411408" y="1665529"/>
                  <a:ext cx="1047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A7624FE-D7C0-92B1-025A-4D1AA8223F44}"/>
                    </a:ext>
                  </a:extLst>
                </p14:cNvPr>
                <p14:cNvContentPartPr/>
                <p14:nvPr/>
              </p14:nvContentPartPr>
              <p14:xfrm>
                <a:off x="4729288" y="1394809"/>
                <a:ext cx="60480" cy="360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A7624FE-D7C0-92B1-025A-4D1AA8223F4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711648" y="1376809"/>
                  <a:ext cx="9612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141EA52-10B0-94AD-8A2D-5E35C75FAF2F}"/>
                    </a:ext>
                  </a:extLst>
                </p14:cNvPr>
                <p14:cNvContentPartPr/>
                <p14:nvPr/>
              </p14:nvContentPartPr>
              <p14:xfrm>
                <a:off x="4688968" y="1400929"/>
                <a:ext cx="69840" cy="55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141EA52-10B0-94AD-8A2D-5E35C75FAF2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671328" y="1382929"/>
                  <a:ext cx="1054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7F9600D-447A-98DB-0ABA-682781685DFA}"/>
                    </a:ext>
                  </a:extLst>
                </p14:cNvPr>
                <p14:cNvContentPartPr/>
                <p14:nvPr/>
              </p14:nvContentPartPr>
              <p14:xfrm>
                <a:off x="4714888" y="1694329"/>
                <a:ext cx="163440" cy="91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7F9600D-447A-98DB-0ABA-682781685DF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697248" y="1676689"/>
                  <a:ext cx="1990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1473D3A-CC8B-0EC2-E7FA-967C13BCB27D}"/>
                    </a:ext>
                  </a:extLst>
                </p14:cNvPr>
                <p14:cNvContentPartPr/>
                <p14:nvPr/>
              </p14:nvContentPartPr>
              <p14:xfrm>
                <a:off x="4978408" y="1341889"/>
                <a:ext cx="50040" cy="339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1473D3A-CC8B-0EC2-E7FA-967C13BCB27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960408" y="1323889"/>
                  <a:ext cx="8568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0151289-F2A5-767D-63C2-6B5F1D56ED67}"/>
                    </a:ext>
                  </a:extLst>
                </p14:cNvPr>
                <p14:cNvContentPartPr/>
                <p14:nvPr/>
              </p14:nvContentPartPr>
              <p14:xfrm>
                <a:off x="4994248" y="1275289"/>
                <a:ext cx="220320" cy="216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0151289-F2A5-767D-63C2-6B5F1D56ED6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976248" y="1257289"/>
                  <a:ext cx="255960" cy="251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38121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4CEB1-64B0-2711-C33C-41A41B25A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problems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E1D46-C1F3-AF6E-E4D2-DF461A063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16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A741353-8B51-AB2E-C55F-202C22A71292}"/>
              </a:ext>
            </a:extLst>
          </p:cNvPr>
          <p:cNvGrpSpPr/>
          <p:nvPr/>
        </p:nvGrpSpPr>
        <p:grpSpPr>
          <a:xfrm>
            <a:off x="1447528" y="1976209"/>
            <a:ext cx="4005720" cy="3235320"/>
            <a:chOff x="1447528" y="1976209"/>
            <a:chExt cx="4005720" cy="323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BF1592D-BC56-2BD8-691F-56A4FCEE7D54}"/>
                    </a:ext>
                  </a:extLst>
                </p14:cNvPr>
                <p14:cNvContentPartPr/>
                <p14:nvPr/>
              </p14:nvContentPartPr>
              <p14:xfrm>
                <a:off x="3772048" y="4156009"/>
                <a:ext cx="564480" cy="838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BF1592D-BC56-2BD8-691F-56A4FCEE7D5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54048" y="4138009"/>
                  <a:ext cx="600120" cy="87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EAD291F-7028-4B22-97B7-9819305A04E4}"/>
                    </a:ext>
                  </a:extLst>
                </p14:cNvPr>
                <p14:cNvContentPartPr/>
                <p14:nvPr/>
              </p14:nvContentPartPr>
              <p14:xfrm>
                <a:off x="3832528" y="4078609"/>
                <a:ext cx="136800" cy="153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EAD291F-7028-4B22-97B7-9819305A04E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14888" y="4060609"/>
                  <a:ext cx="1724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07713A7-7E0A-FBAF-ACB2-0EE25A757D5F}"/>
                    </a:ext>
                  </a:extLst>
                </p14:cNvPr>
                <p14:cNvContentPartPr/>
                <p14:nvPr/>
              </p14:nvContentPartPr>
              <p14:xfrm>
                <a:off x="4122328" y="3923809"/>
                <a:ext cx="619200" cy="850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07713A7-7E0A-FBAF-ACB2-0EE25A757D5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04688" y="3905809"/>
                  <a:ext cx="654840" cy="88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08379B8-683B-66BA-943C-F2083977CF19}"/>
                    </a:ext>
                  </a:extLst>
                </p14:cNvPr>
                <p14:cNvContentPartPr/>
                <p14:nvPr/>
              </p14:nvContentPartPr>
              <p14:xfrm>
                <a:off x="4400248" y="4764049"/>
                <a:ext cx="182160" cy="166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08379B8-683B-66BA-943C-F2083977CF1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82248" y="4746049"/>
                  <a:ext cx="2178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387EF34-7044-D2DA-2D37-78564A61CF57}"/>
                    </a:ext>
                  </a:extLst>
                </p14:cNvPr>
                <p14:cNvContentPartPr/>
                <p14:nvPr/>
              </p14:nvContentPartPr>
              <p14:xfrm>
                <a:off x="3784648" y="4014889"/>
                <a:ext cx="96480" cy="128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387EF34-7044-D2DA-2D37-78564A61CF5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66648" y="3996889"/>
                  <a:ext cx="1321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7AC88F3-C3B2-98BD-4BF6-3FC5306896E9}"/>
                    </a:ext>
                  </a:extLst>
                </p14:cNvPr>
                <p14:cNvContentPartPr/>
                <p14:nvPr/>
              </p14:nvContentPartPr>
              <p14:xfrm>
                <a:off x="3827488" y="4015969"/>
                <a:ext cx="79200" cy="69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7AC88F3-C3B2-98BD-4BF6-3FC5306896E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809488" y="3997969"/>
                  <a:ext cx="1148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311F5B8-D29C-1B9F-11FF-BB0CCBEBBC53}"/>
                    </a:ext>
                  </a:extLst>
                </p14:cNvPr>
                <p14:cNvContentPartPr/>
                <p14:nvPr/>
              </p14:nvContentPartPr>
              <p14:xfrm>
                <a:off x="3929008" y="4004089"/>
                <a:ext cx="44280" cy="85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311F5B8-D29C-1B9F-11FF-BB0CCBEBBC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11008" y="3986449"/>
                  <a:ext cx="799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F3AD59E-9F55-86A3-84AE-959E6A521915}"/>
                    </a:ext>
                  </a:extLst>
                </p14:cNvPr>
                <p14:cNvContentPartPr/>
                <p14:nvPr/>
              </p14:nvContentPartPr>
              <p14:xfrm>
                <a:off x="4582408" y="4148089"/>
                <a:ext cx="87120" cy="171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F3AD59E-9F55-86A3-84AE-959E6A52191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564768" y="4130449"/>
                  <a:ext cx="1227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C658227-5CD2-263B-DED2-DB59DC960AE5}"/>
                    </a:ext>
                  </a:extLst>
                </p14:cNvPr>
                <p14:cNvContentPartPr/>
                <p14:nvPr/>
              </p14:nvContentPartPr>
              <p14:xfrm>
                <a:off x="4754848" y="4152049"/>
                <a:ext cx="4680" cy="30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C658227-5CD2-263B-DED2-DB59DC960AE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37208" y="4134049"/>
                  <a:ext cx="403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61504B0-8CF7-0691-F701-DDCCDD896144}"/>
                    </a:ext>
                  </a:extLst>
                </p14:cNvPr>
                <p14:cNvContentPartPr/>
                <p14:nvPr/>
              </p14:nvContentPartPr>
              <p14:xfrm>
                <a:off x="4858168" y="4012009"/>
                <a:ext cx="50400" cy="59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61504B0-8CF7-0691-F701-DDCCDD8961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40528" y="3994369"/>
                  <a:ext cx="860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52CBEDD-7E24-00B1-6374-A6A5B8EADBB8}"/>
                    </a:ext>
                  </a:extLst>
                </p14:cNvPr>
                <p14:cNvContentPartPr/>
                <p14:nvPr/>
              </p14:nvContentPartPr>
              <p14:xfrm>
                <a:off x="4859608" y="4075729"/>
                <a:ext cx="94320" cy="106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52CBEDD-7E24-00B1-6374-A6A5B8EADBB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41608" y="4058089"/>
                  <a:ext cx="1299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5508C63-5D85-975F-BC18-601FBC5CDEAC}"/>
                    </a:ext>
                  </a:extLst>
                </p14:cNvPr>
                <p14:cNvContentPartPr/>
                <p14:nvPr/>
              </p14:nvContentPartPr>
              <p14:xfrm>
                <a:off x="3961768" y="3333409"/>
                <a:ext cx="299520" cy="277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5508C63-5D85-975F-BC18-601FBC5CDEA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43768" y="3315769"/>
                  <a:ext cx="3351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19886AE-98D7-155B-707D-5AC01FF825BE}"/>
                    </a:ext>
                  </a:extLst>
                </p14:cNvPr>
                <p14:cNvContentPartPr/>
                <p14:nvPr/>
              </p14:nvContentPartPr>
              <p14:xfrm>
                <a:off x="3970048" y="2460049"/>
                <a:ext cx="709200" cy="868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19886AE-98D7-155B-707D-5AC01FF825B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52408" y="2442049"/>
                  <a:ext cx="744840" cy="90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E949F63-5377-DF16-7FAC-B6C32923C301}"/>
                    </a:ext>
                  </a:extLst>
                </p14:cNvPr>
                <p14:cNvContentPartPr/>
                <p14:nvPr/>
              </p14:nvContentPartPr>
              <p14:xfrm>
                <a:off x="4239688" y="2957569"/>
                <a:ext cx="608400" cy="646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E949F63-5377-DF16-7FAC-B6C32923C30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21688" y="2939929"/>
                  <a:ext cx="644040" cy="68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5E14F26-3652-BA2C-F106-7C460460B684}"/>
                    </a:ext>
                  </a:extLst>
                </p14:cNvPr>
                <p14:cNvContentPartPr/>
                <p14:nvPr/>
              </p14:nvContentPartPr>
              <p14:xfrm>
                <a:off x="4604008" y="2530609"/>
                <a:ext cx="329760" cy="297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5E14F26-3652-BA2C-F106-7C460460B68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86368" y="2512969"/>
                  <a:ext cx="3654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1F4D009-418E-B540-A2B5-FF07A5F6F030}"/>
                    </a:ext>
                  </a:extLst>
                </p14:cNvPr>
                <p14:cNvContentPartPr/>
                <p14:nvPr/>
              </p14:nvContentPartPr>
              <p14:xfrm>
                <a:off x="4016128" y="3415129"/>
                <a:ext cx="65160" cy="69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1F4D009-418E-B540-A2B5-FF07A5F6F03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98488" y="3397129"/>
                  <a:ext cx="1008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D2F373A-1D35-C188-F009-24363D5AF80E}"/>
                    </a:ext>
                  </a:extLst>
                </p14:cNvPr>
                <p14:cNvContentPartPr/>
                <p14:nvPr/>
              </p14:nvContentPartPr>
              <p14:xfrm>
                <a:off x="4021528" y="3481009"/>
                <a:ext cx="106200" cy="74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D2F373A-1D35-C188-F009-24363D5AF80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03888" y="3463369"/>
                  <a:ext cx="1418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187877A-339D-AB79-4542-D35AAFBB6E10}"/>
                    </a:ext>
                  </a:extLst>
                </p14:cNvPr>
                <p14:cNvContentPartPr/>
                <p14:nvPr/>
              </p14:nvContentPartPr>
              <p14:xfrm>
                <a:off x="4012888" y="2502889"/>
                <a:ext cx="82080" cy="128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187877A-339D-AB79-4542-D35AAFBB6E1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94888" y="2484889"/>
                  <a:ext cx="1177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5BF24F3-DBE1-F153-96B0-87DABCD3F7B9}"/>
                    </a:ext>
                  </a:extLst>
                </p14:cNvPr>
                <p14:cNvContentPartPr/>
                <p14:nvPr/>
              </p14:nvContentPartPr>
              <p14:xfrm>
                <a:off x="4141768" y="2482369"/>
                <a:ext cx="7920" cy="27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5BF24F3-DBE1-F153-96B0-87DABCD3F7B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23768" y="2464369"/>
                  <a:ext cx="435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5A870B1-3711-C386-8E51-B3C2FF849423}"/>
                    </a:ext>
                  </a:extLst>
                </p14:cNvPr>
                <p14:cNvContentPartPr/>
                <p14:nvPr/>
              </p14:nvContentPartPr>
              <p14:xfrm>
                <a:off x="4201168" y="2298049"/>
                <a:ext cx="102960" cy="203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5A870B1-3711-C386-8E51-B3C2FF84942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83528" y="2280049"/>
                  <a:ext cx="1386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DA79388-863C-55A1-DC62-5729DD97DB59}"/>
                    </a:ext>
                  </a:extLst>
                </p14:cNvPr>
                <p14:cNvContentPartPr/>
                <p14:nvPr/>
              </p14:nvContentPartPr>
              <p14:xfrm>
                <a:off x="2467048" y="3887809"/>
                <a:ext cx="437760" cy="745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DA79388-863C-55A1-DC62-5729DD97DB5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49048" y="3869809"/>
                  <a:ext cx="473400" cy="78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7AD1510-1593-7AAE-1C01-A0B475528791}"/>
                    </a:ext>
                  </a:extLst>
                </p14:cNvPr>
                <p14:cNvContentPartPr/>
                <p14:nvPr/>
              </p14:nvContentPartPr>
              <p14:xfrm>
                <a:off x="2751448" y="3801409"/>
                <a:ext cx="592560" cy="1144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7AD1510-1593-7AAE-1C01-A0B47552879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733448" y="3783769"/>
                  <a:ext cx="628200" cy="11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E748E5D-CCCF-04CA-11B4-53FDAB295CDF}"/>
                    </a:ext>
                  </a:extLst>
                </p14:cNvPr>
                <p14:cNvContentPartPr/>
                <p14:nvPr/>
              </p14:nvContentPartPr>
              <p14:xfrm>
                <a:off x="2314768" y="4777369"/>
                <a:ext cx="555120" cy="198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E748E5D-CCCF-04CA-11B4-53FDAB295CD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296768" y="4759729"/>
                  <a:ext cx="5907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1DAC773-B244-1021-CD6D-172FC68C5317}"/>
                    </a:ext>
                  </a:extLst>
                </p14:cNvPr>
                <p14:cNvContentPartPr/>
                <p14:nvPr/>
              </p14:nvContentPartPr>
              <p14:xfrm>
                <a:off x="3062488" y="3848929"/>
                <a:ext cx="186120" cy="115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1DAC773-B244-1021-CD6D-172FC68C531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44488" y="3831289"/>
                  <a:ext cx="2217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9758E29-B3BA-0ACD-EA73-68E65FD146CE}"/>
                    </a:ext>
                  </a:extLst>
                </p14:cNvPr>
                <p14:cNvContentPartPr/>
                <p14:nvPr/>
              </p14:nvContentPartPr>
              <p14:xfrm>
                <a:off x="3170848" y="3999769"/>
                <a:ext cx="36000" cy="53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9758E29-B3BA-0ACD-EA73-68E65FD146C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52848" y="3982129"/>
                  <a:ext cx="716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55C6AAF-CE6D-8EEF-1D70-27027BCDA23F}"/>
                    </a:ext>
                  </a:extLst>
                </p14:cNvPr>
                <p14:cNvContentPartPr/>
                <p14:nvPr/>
              </p14:nvContentPartPr>
              <p14:xfrm>
                <a:off x="2175448" y="4282369"/>
                <a:ext cx="133200" cy="144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55C6AAF-CE6D-8EEF-1D70-27027BCDA23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57448" y="4264369"/>
                  <a:ext cx="1688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AF0C5F2-C627-B960-807C-8A59765E0A2C}"/>
                    </a:ext>
                  </a:extLst>
                </p14:cNvPr>
                <p14:cNvContentPartPr/>
                <p14:nvPr/>
              </p14:nvContentPartPr>
              <p14:xfrm>
                <a:off x="2329168" y="4246009"/>
                <a:ext cx="9360" cy="43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AF0C5F2-C627-B960-807C-8A59765E0A2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11528" y="4228369"/>
                  <a:ext cx="45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4D53599-BF51-0105-B596-88389BCB4128}"/>
                    </a:ext>
                  </a:extLst>
                </p14:cNvPr>
                <p14:cNvContentPartPr/>
                <p14:nvPr/>
              </p14:nvContentPartPr>
              <p14:xfrm>
                <a:off x="2372728" y="4027489"/>
                <a:ext cx="107280" cy="131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4D53599-BF51-0105-B596-88389BCB412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55088" y="4009849"/>
                  <a:ext cx="1429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54B4399-65FC-3CA9-D7F4-7708BB02AD5B}"/>
                    </a:ext>
                  </a:extLst>
                </p14:cNvPr>
                <p14:cNvContentPartPr/>
                <p14:nvPr/>
              </p14:nvContentPartPr>
              <p14:xfrm>
                <a:off x="2425648" y="4088689"/>
                <a:ext cx="91080" cy="167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54B4399-65FC-3CA9-D7F4-7708BB02AD5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08008" y="4070689"/>
                  <a:ext cx="1267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9B85465-76D2-D562-7E99-CEA6958A3174}"/>
                    </a:ext>
                  </a:extLst>
                </p14:cNvPr>
                <p14:cNvContentPartPr/>
                <p14:nvPr/>
              </p14:nvContentPartPr>
              <p14:xfrm>
                <a:off x="2857288" y="3162409"/>
                <a:ext cx="420120" cy="263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9B85465-76D2-D562-7E99-CEA6958A317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839648" y="3144769"/>
                  <a:ext cx="4557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5789746-A566-E731-2878-05DE81A09B1D}"/>
                    </a:ext>
                  </a:extLst>
                </p14:cNvPr>
                <p14:cNvContentPartPr/>
                <p14:nvPr/>
              </p14:nvContentPartPr>
              <p14:xfrm>
                <a:off x="2973208" y="2233609"/>
                <a:ext cx="358200" cy="902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5789746-A566-E731-2878-05DE81A09B1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955208" y="2215969"/>
                  <a:ext cx="393840" cy="9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5D8A5D5-F6CB-96EA-2EF3-906E7A1661DF}"/>
                    </a:ext>
                  </a:extLst>
                </p14:cNvPr>
                <p14:cNvContentPartPr/>
                <p14:nvPr/>
              </p14:nvContentPartPr>
              <p14:xfrm>
                <a:off x="2432848" y="2424049"/>
                <a:ext cx="411840" cy="833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5D8A5D5-F6CB-96EA-2EF3-906E7A1661D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414848" y="2406049"/>
                  <a:ext cx="447480" cy="86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0554A89-C8C9-B3AA-20EB-0FD44AFA4251}"/>
                    </a:ext>
                  </a:extLst>
                </p14:cNvPr>
                <p14:cNvContentPartPr/>
                <p14:nvPr/>
              </p14:nvContentPartPr>
              <p14:xfrm>
                <a:off x="2428888" y="2133529"/>
                <a:ext cx="663480" cy="387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0554A89-C8C9-B3AA-20EB-0FD44AFA425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11248" y="2115529"/>
                  <a:ext cx="69912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93F8772-215B-5C73-BFE0-F469FD053FE8}"/>
                    </a:ext>
                  </a:extLst>
                </p14:cNvPr>
                <p14:cNvContentPartPr/>
                <p14:nvPr/>
              </p14:nvContentPartPr>
              <p14:xfrm>
                <a:off x="3013528" y="3267529"/>
                <a:ext cx="62280" cy="98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93F8772-215B-5C73-BFE0-F469FD053FE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995888" y="3249529"/>
                  <a:ext cx="979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CA11A5-276C-D93C-0DE0-984415CF4595}"/>
                    </a:ext>
                  </a:extLst>
                </p14:cNvPr>
                <p14:cNvContentPartPr/>
                <p14:nvPr/>
              </p14:nvContentPartPr>
              <p14:xfrm>
                <a:off x="3079768" y="3297409"/>
                <a:ext cx="96480" cy="92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CA11A5-276C-D93C-0DE0-984415CF459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062128" y="3279769"/>
                  <a:ext cx="1321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F704DDE-76E0-4A40-DF11-85FCBEBFDD02}"/>
                    </a:ext>
                  </a:extLst>
                </p14:cNvPr>
                <p14:cNvContentPartPr/>
                <p14:nvPr/>
              </p14:nvContentPartPr>
              <p14:xfrm>
                <a:off x="3127648" y="3267529"/>
                <a:ext cx="54720" cy="98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F704DDE-76E0-4A40-DF11-85FCBEBFDD0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110008" y="3249889"/>
                  <a:ext cx="903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B42F9BE-A7B8-FBF7-4783-7A339026E74B}"/>
                    </a:ext>
                  </a:extLst>
                </p14:cNvPr>
                <p14:cNvContentPartPr/>
                <p14:nvPr/>
              </p14:nvContentPartPr>
              <p14:xfrm>
                <a:off x="2158528" y="2875129"/>
                <a:ext cx="171000" cy="133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B42F9BE-A7B8-FBF7-4783-7A339026E74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140528" y="2857489"/>
                  <a:ext cx="2066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127E653-C9A3-EF15-12DB-A38B32FF11F9}"/>
                    </a:ext>
                  </a:extLst>
                </p14:cNvPr>
                <p14:cNvContentPartPr/>
                <p14:nvPr/>
              </p14:nvContentPartPr>
              <p14:xfrm>
                <a:off x="2276248" y="2672089"/>
                <a:ext cx="56520" cy="101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127E653-C9A3-EF15-12DB-A38B32FF11F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58608" y="2654449"/>
                  <a:ext cx="921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417560C-8793-8B84-1312-4002FB957A48}"/>
                    </a:ext>
                  </a:extLst>
                </p14:cNvPr>
                <p14:cNvContentPartPr/>
                <p14:nvPr/>
              </p14:nvContentPartPr>
              <p14:xfrm>
                <a:off x="2281288" y="2752009"/>
                <a:ext cx="89640" cy="104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417560C-8793-8B84-1312-4002FB957A4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263648" y="2734009"/>
                  <a:ext cx="1252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ABBDFE8-01DD-7050-6BC0-C904C1728BA7}"/>
                    </a:ext>
                  </a:extLst>
                </p14:cNvPr>
                <p14:cNvContentPartPr/>
                <p14:nvPr/>
              </p14:nvContentPartPr>
              <p14:xfrm>
                <a:off x="2363008" y="2926249"/>
                <a:ext cx="12960" cy="20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ABBDFE8-01DD-7050-6BC0-C904C1728BA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345368" y="2908609"/>
                  <a:ext cx="486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C256B87-9ACA-B1C2-FFC5-13AE7EC30384}"/>
                    </a:ext>
                  </a:extLst>
                </p14:cNvPr>
                <p14:cNvContentPartPr/>
                <p14:nvPr/>
              </p14:nvContentPartPr>
              <p14:xfrm>
                <a:off x="2644528" y="2097889"/>
                <a:ext cx="82800" cy="235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C256B87-9ACA-B1C2-FFC5-13AE7EC3038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626528" y="2080249"/>
                  <a:ext cx="1184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DB3C01A-A96F-3EAB-3E71-088A6E686EA2}"/>
                    </a:ext>
                  </a:extLst>
                </p14:cNvPr>
                <p14:cNvContentPartPr/>
                <p14:nvPr/>
              </p14:nvContentPartPr>
              <p14:xfrm>
                <a:off x="1525648" y="1976209"/>
                <a:ext cx="1141560" cy="55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DB3C01A-A96F-3EAB-3E71-088A6E686EA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508008" y="1958569"/>
                  <a:ext cx="1177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22D1EF8-D552-76BA-A897-F0F007DC9191}"/>
                    </a:ext>
                  </a:extLst>
                </p14:cNvPr>
                <p14:cNvContentPartPr/>
                <p14:nvPr/>
              </p14:nvContentPartPr>
              <p14:xfrm>
                <a:off x="1447528" y="2146129"/>
                <a:ext cx="67680" cy="2960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22D1EF8-D552-76BA-A897-F0F007DC919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429888" y="2128489"/>
                  <a:ext cx="103320" cy="29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6657463-5501-A04B-C49B-4FA53CC02A8A}"/>
                    </a:ext>
                  </a:extLst>
                </p14:cNvPr>
                <p14:cNvContentPartPr/>
                <p14:nvPr/>
              </p14:nvContentPartPr>
              <p14:xfrm>
                <a:off x="1457608" y="5142049"/>
                <a:ext cx="2210760" cy="69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6657463-5501-A04B-C49B-4FA53CC02A8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439968" y="5124049"/>
                  <a:ext cx="22464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96918A3-EDC7-E16B-0366-F23D76210A52}"/>
                    </a:ext>
                  </a:extLst>
                </p14:cNvPr>
                <p14:cNvContentPartPr/>
                <p14:nvPr/>
              </p14:nvContentPartPr>
              <p14:xfrm>
                <a:off x="2507728" y="4855129"/>
                <a:ext cx="15120" cy="270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96918A3-EDC7-E16B-0366-F23D76210A5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90088" y="4837129"/>
                  <a:ext cx="507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D1CC276-2845-BCC7-03C4-7A955981A677}"/>
                    </a:ext>
                  </a:extLst>
                </p14:cNvPr>
                <p14:cNvContentPartPr/>
                <p14:nvPr/>
              </p14:nvContentPartPr>
              <p14:xfrm>
                <a:off x="3672328" y="5101009"/>
                <a:ext cx="1058400" cy="95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D1CC276-2845-BCC7-03C4-7A955981A67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654328" y="5083369"/>
                  <a:ext cx="10940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5B2941A-35EA-79EB-8763-2A8E193B4634}"/>
                    </a:ext>
                  </a:extLst>
                </p14:cNvPr>
                <p14:cNvContentPartPr/>
                <p14:nvPr/>
              </p14:nvContentPartPr>
              <p14:xfrm>
                <a:off x="4548568" y="4862329"/>
                <a:ext cx="19080" cy="144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5B2941A-35EA-79EB-8763-2A8E193B463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530568" y="4844329"/>
                  <a:ext cx="547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C845CC5-0BD4-00FE-22B8-DCDB8A5ED3CF}"/>
                    </a:ext>
                  </a:extLst>
                </p14:cNvPr>
                <p14:cNvContentPartPr/>
                <p14:nvPr/>
              </p14:nvContentPartPr>
              <p14:xfrm>
                <a:off x="4678888" y="4999129"/>
                <a:ext cx="774360" cy="979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C845CC5-0BD4-00FE-22B8-DCDB8A5ED3C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660888" y="4981129"/>
                  <a:ext cx="8100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8176475-31B1-8B99-EDF8-3F26A306BCDC}"/>
                    </a:ext>
                  </a:extLst>
                </p14:cNvPr>
                <p14:cNvContentPartPr/>
                <p14:nvPr/>
              </p14:nvContentPartPr>
              <p14:xfrm>
                <a:off x="4796968" y="2521249"/>
                <a:ext cx="227880" cy="120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8176475-31B1-8B99-EDF8-3F26A306BCD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778968" y="2503249"/>
                  <a:ext cx="2635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69BB265-12D3-B79C-A3AA-D3ED9D9B8D05}"/>
                    </a:ext>
                  </a:extLst>
                </p14:cNvPr>
                <p14:cNvContentPartPr/>
                <p14:nvPr/>
              </p14:nvContentPartPr>
              <p14:xfrm>
                <a:off x="4790488" y="2305969"/>
                <a:ext cx="432720" cy="321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69BB265-12D3-B79C-A3AA-D3ED9D9B8D0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72488" y="2287969"/>
                  <a:ext cx="4683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7C48EC4-C832-92D4-B7A7-B3702E6766AD}"/>
                    </a:ext>
                  </a:extLst>
                </p14:cNvPr>
                <p14:cNvContentPartPr/>
                <p14:nvPr/>
              </p14:nvContentPartPr>
              <p14:xfrm>
                <a:off x="5209888" y="2289409"/>
                <a:ext cx="18360" cy="12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7C48EC4-C832-92D4-B7A7-B3702E6766A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191888" y="2271409"/>
                  <a:ext cx="540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323588C-4B06-F04F-614A-75B81BDB33CA}"/>
                    </a:ext>
                  </a:extLst>
                </p14:cNvPr>
                <p14:cNvContentPartPr/>
                <p14:nvPr/>
              </p14:nvContentPartPr>
              <p14:xfrm>
                <a:off x="5162728" y="2306329"/>
                <a:ext cx="96840" cy="2848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323588C-4B06-F04F-614A-75B81BDB33C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45088" y="2288689"/>
                  <a:ext cx="132480" cy="28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8B6B726-1437-3BE5-1341-B236330C063D}"/>
                    </a:ext>
                  </a:extLst>
                </p14:cNvPr>
                <p14:cNvContentPartPr/>
                <p14:nvPr/>
              </p14:nvContentPartPr>
              <p14:xfrm>
                <a:off x="5185048" y="5011009"/>
                <a:ext cx="9360" cy="3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8B6B726-1437-3BE5-1341-B236330C063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167048" y="4993369"/>
                  <a:ext cx="4500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0F23E67-0AAE-26EC-58A2-EF3C73483FA6}"/>
              </a:ext>
            </a:extLst>
          </p:cNvPr>
          <p:cNvGrpSpPr/>
          <p:nvPr/>
        </p:nvGrpSpPr>
        <p:grpSpPr>
          <a:xfrm>
            <a:off x="3153568" y="655729"/>
            <a:ext cx="2725200" cy="3336480"/>
            <a:chOff x="3153568" y="655729"/>
            <a:chExt cx="2725200" cy="333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994A222-B43B-6393-9283-8CC24FB59781}"/>
                    </a:ext>
                  </a:extLst>
                </p14:cNvPr>
                <p14:cNvContentPartPr/>
                <p14:nvPr/>
              </p14:nvContentPartPr>
              <p14:xfrm>
                <a:off x="3153568" y="3289849"/>
                <a:ext cx="354600" cy="295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994A222-B43B-6393-9283-8CC24FB5978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35928" y="3272209"/>
                  <a:ext cx="3902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5897666-DD36-90E3-4A51-800F996A33F2}"/>
                    </a:ext>
                  </a:extLst>
                </p14:cNvPr>
                <p14:cNvContentPartPr/>
                <p14:nvPr/>
              </p14:nvContentPartPr>
              <p14:xfrm>
                <a:off x="3477208" y="3566329"/>
                <a:ext cx="68040" cy="88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5897666-DD36-90E3-4A51-800F996A33F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59208" y="3548329"/>
                  <a:ext cx="1036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637F43B-2305-43F3-1F49-C7940D6DE476}"/>
                    </a:ext>
                  </a:extLst>
                </p14:cNvPr>
                <p14:cNvContentPartPr/>
                <p14:nvPr/>
              </p14:nvContentPartPr>
              <p14:xfrm>
                <a:off x="3193528" y="3590089"/>
                <a:ext cx="344880" cy="352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637F43B-2305-43F3-1F49-C7940D6DE47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175888" y="3572089"/>
                  <a:ext cx="38052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07FFF82-2466-F757-3985-551E2EB3E379}"/>
                    </a:ext>
                  </a:extLst>
                </p14:cNvPr>
                <p14:cNvContentPartPr/>
                <p14:nvPr/>
              </p14:nvContentPartPr>
              <p14:xfrm>
                <a:off x="3596728" y="3666049"/>
                <a:ext cx="270360" cy="326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07FFF82-2466-F757-3985-551E2EB3E37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579088" y="3648049"/>
                  <a:ext cx="30600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D9B7ED2-04BE-B99A-7818-E45293290BF4}"/>
                    </a:ext>
                  </a:extLst>
                </p14:cNvPr>
                <p14:cNvContentPartPr/>
                <p14:nvPr/>
              </p14:nvContentPartPr>
              <p14:xfrm>
                <a:off x="3534808" y="3586849"/>
                <a:ext cx="74160" cy="76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D9B7ED2-04BE-B99A-7818-E45293290BF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17168" y="3569209"/>
                  <a:ext cx="1098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14A6F9C-0778-C0E4-A3AA-56495AE9D978}"/>
                    </a:ext>
                  </a:extLst>
                </p14:cNvPr>
                <p14:cNvContentPartPr/>
                <p14:nvPr/>
              </p14:nvContentPartPr>
              <p14:xfrm>
                <a:off x="3576568" y="3507649"/>
                <a:ext cx="563400" cy="154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14A6F9C-0778-C0E4-A3AA-56495AE9D97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558568" y="3489649"/>
                  <a:ext cx="5990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ABF323D-97CA-8FF4-6C1B-A082F04619E3}"/>
                    </a:ext>
                  </a:extLst>
                </p14:cNvPr>
                <p14:cNvContentPartPr/>
                <p14:nvPr/>
              </p14:nvContentPartPr>
              <p14:xfrm>
                <a:off x="3576568" y="3587929"/>
                <a:ext cx="49680" cy="460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ABF323D-97CA-8FF4-6C1B-A082F04619E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558928" y="3569929"/>
                  <a:ext cx="853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C29C472-7217-86F0-E22F-9303C4A5ACDE}"/>
                    </a:ext>
                  </a:extLst>
                </p14:cNvPr>
                <p14:cNvContentPartPr/>
                <p14:nvPr/>
              </p14:nvContentPartPr>
              <p14:xfrm>
                <a:off x="3512128" y="3325489"/>
                <a:ext cx="200880" cy="48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C29C472-7217-86F0-E22F-9303C4A5ACD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494488" y="3307849"/>
                  <a:ext cx="2365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B1C7EF8-FF02-77C6-806D-C17ED6B44A3E}"/>
                    </a:ext>
                  </a:extLst>
                </p14:cNvPr>
                <p14:cNvContentPartPr/>
                <p14:nvPr/>
              </p14:nvContentPartPr>
              <p14:xfrm>
                <a:off x="3578368" y="3234049"/>
                <a:ext cx="65160" cy="261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B1C7EF8-FF02-77C6-806D-C17ED6B44A3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560368" y="3216049"/>
                  <a:ext cx="1008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E3A3FB8-EAE4-EEF5-B385-9F2A69C6B3BA}"/>
                    </a:ext>
                  </a:extLst>
                </p14:cNvPr>
                <p14:cNvContentPartPr/>
                <p14:nvPr/>
              </p14:nvContentPartPr>
              <p14:xfrm>
                <a:off x="3531208" y="1124449"/>
                <a:ext cx="1224720" cy="1954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E3A3FB8-EAE4-EEF5-B385-9F2A69C6B3B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513208" y="1106449"/>
                  <a:ext cx="1260360" cy="19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E001CA0-1112-7F48-0BDE-55BAA76A5711}"/>
                    </a:ext>
                  </a:extLst>
                </p14:cNvPr>
                <p14:cNvContentPartPr/>
                <p14:nvPr/>
              </p14:nvContentPartPr>
              <p14:xfrm>
                <a:off x="4875448" y="743569"/>
                <a:ext cx="253080" cy="368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E001CA0-1112-7F48-0BDE-55BAA76A571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857808" y="725929"/>
                  <a:ext cx="28872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9349B74-7730-E014-B8A1-80BF660251FF}"/>
                    </a:ext>
                  </a:extLst>
                </p14:cNvPr>
                <p14:cNvContentPartPr/>
                <p14:nvPr/>
              </p14:nvContentPartPr>
              <p14:xfrm>
                <a:off x="5159848" y="1013209"/>
                <a:ext cx="179640" cy="42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9349B74-7730-E014-B8A1-80BF660251F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142208" y="995209"/>
                  <a:ext cx="2152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B7E92C4-AF7E-2490-2A7C-44493F5F73B7}"/>
                    </a:ext>
                  </a:extLst>
                </p14:cNvPr>
                <p14:cNvContentPartPr/>
                <p14:nvPr/>
              </p14:nvContentPartPr>
              <p14:xfrm>
                <a:off x="5238328" y="932209"/>
                <a:ext cx="76320" cy="2397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B7E92C4-AF7E-2490-2A7C-44493F5F73B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20328" y="914209"/>
                  <a:ext cx="1119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17DFF16-BD55-BE8F-BC8B-8B8AAEC88240}"/>
                    </a:ext>
                  </a:extLst>
                </p14:cNvPr>
                <p14:cNvContentPartPr/>
                <p14:nvPr/>
              </p14:nvContentPartPr>
              <p14:xfrm>
                <a:off x="5466568" y="802609"/>
                <a:ext cx="59040" cy="38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17DFF16-BD55-BE8F-BC8B-8B8AAEC8824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448928" y="784969"/>
                  <a:ext cx="946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C980412-D2A5-657F-FFCC-A968FD0C54D7}"/>
                    </a:ext>
                  </a:extLst>
                </p14:cNvPr>
                <p14:cNvContentPartPr/>
                <p14:nvPr/>
              </p14:nvContentPartPr>
              <p14:xfrm>
                <a:off x="5498968" y="897289"/>
                <a:ext cx="56880" cy="37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C980412-D2A5-657F-FFCC-A968FD0C54D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481328" y="879649"/>
                  <a:ext cx="925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38DA13D-F07F-67A3-35D1-B97A0F2FF946}"/>
                    </a:ext>
                  </a:extLst>
                </p14:cNvPr>
                <p14:cNvContentPartPr/>
                <p14:nvPr/>
              </p14:nvContentPartPr>
              <p14:xfrm>
                <a:off x="5615248" y="655729"/>
                <a:ext cx="89280" cy="337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38DA13D-F07F-67A3-35D1-B97A0F2FF94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597248" y="638089"/>
                  <a:ext cx="1249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2F471AC-1143-6247-5CD9-C4F224006566}"/>
                    </a:ext>
                  </a:extLst>
                </p14:cNvPr>
                <p14:cNvContentPartPr/>
                <p14:nvPr/>
              </p14:nvContentPartPr>
              <p14:xfrm>
                <a:off x="5870848" y="1111129"/>
                <a:ext cx="7920" cy="45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2F471AC-1143-6247-5CD9-C4F22400656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853208" y="1093129"/>
                  <a:ext cx="4356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148DC434-C6B5-24DB-2CBF-35B852D84B32}"/>
              </a:ext>
            </a:extLst>
          </p:cNvPr>
          <p:cNvGrpSpPr/>
          <p:nvPr/>
        </p:nvGrpSpPr>
        <p:grpSpPr>
          <a:xfrm>
            <a:off x="9725728" y="1855609"/>
            <a:ext cx="2495160" cy="3297960"/>
            <a:chOff x="9725728" y="1855609"/>
            <a:chExt cx="2495160" cy="329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46556CF-CCDC-F938-1500-72E0C1399070}"/>
                    </a:ext>
                  </a:extLst>
                </p14:cNvPr>
                <p14:cNvContentPartPr/>
                <p14:nvPr/>
              </p14:nvContentPartPr>
              <p14:xfrm>
                <a:off x="10110568" y="3225409"/>
                <a:ext cx="7920" cy="14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46556CF-CCDC-F938-1500-72E0C139907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092928" y="3207409"/>
                  <a:ext cx="435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C3BACE3-6202-20F8-739E-338204765697}"/>
                    </a:ext>
                  </a:extLst>
                </p14:cNvPr>
                <p14:cNvContentPartPr/>
                <p14:nvPr/>
              </p14:nvContentPartPr>
              <p14:xfrm>
                <a:off x="10134328" y="3128569"/>
                <a:ext cx="61920" cy="3978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C3BACE3-6202-20F8-739E-33820476569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116688" y="3110569"/>
                  <a:ext cx="9756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6FAB0A4-0794-9A77-27F0-097D2B384535}"/>
                    </a:ext>
                  </a:extLst>
                </p14:cNvPr>
                <p14:cNvContentPartPr/>
                <p14:nvPr/>
              </p14:nvContentPartPr>
              <p14:xfrm>
                <a:off x="9976648" y="3535009"/>
                <a:ext cx="482040" cy="52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6FAB0A4-0794-9A77-27F0-097D2B38453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959008" y="3517369"/>
                  <a:ext cx="5176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6013057-EAC9-52DA-3489-172751E8DAF7}"/>
                    </a:ext>
                  </a:extLst>
                </p14:cNvPr>
                <p14:cNvContentPartPr/>
                <p14:nvPr/>
              </p14:nvContentPartPr>
              <p14:xfrm>
                <a:off x="10172488" y="3710689"/>
                <a:ext cx="123120" cy="52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6013057-EAC9-52DA-3489-172751E8DAF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154488" y="3693049"/>
                  <a:ext cx="1587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97D55C3-D50A-05A0-8B41-33C3A19EDA20}"/>
                    </a:ext>
                  </a:extLst>
                </p14:cNvPr>
                <p14:cNvContentPartPr/>
                <p14:nvPr/>
              </p14:nvContentPartPr>
              <p14:xfrm>
                <a:off x="10243768" y="3739849"/>
                <a:ext cx="69480" cy="8935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97D55C3-D50A-05A0-8B41-33C3A19EDA2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226128" y="3722209"/>
                  <a:ext cx="105120" cy="9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C2583BB-9A5E-907F-DA30-289E08F3C536}"/>
                    </a:ext>
                  </a:extLst>
                </p14:cNvPr>
                <p14:cNvContentPartPr/>
                <p14:nvPr/>
              </p14:nvContentPartPr>
              <p14:xfrm>
                <a:off x="10194088" y="3115609"/>
                <a:ext cx="828360" cy="110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C2583BB-9A5E-907F-DA30-289E08F3C53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176448" y="3097969"/>
                  <a:ext cx="8640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281102B-AB8D-C178-5465-DE27E9C622F1}"/>
                    </a:ext>
                  </a:extLst>
                </p14:cNvPr>
                <p14:cNvContentPartPr/>
                <p14:nvPr/>
              </p14:nvContentPartPr>
              <p14:xfrm>
                <a:off x="10944328" y="3132169"/>
                <a:ext cx="68040" cy="357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281102B-AB8D-C178-5465-DE27E9C622F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926688" y="3114529"/>
                  <a:ext cx="10368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17828F3-67C2-58ED-A9A9-6366CE92AAC7}"/>
                    </a:ext>
                  </a:extLst>
                </p14:cNvPr>
                <p14:cNvContentPartPr/>
                <p14:nvPr/>
              </p14:nvContentPartPr>
              <p14:xfrm>
                <a:off x="10788808" y="3463729"/>
                <a:ext cx="545760" cy="572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17828F3-67C2-58ED-A9A9-6366CE92AAC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771168" y="3446089"/>
                  <a:ext cx="581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1D56AA7-50E5-784B-034A-F1B02289FAD5}"/>
                    </a:ext>
                  </a:extLst>
                </p14:cNvPr>
                <p14:cNvContentPartPr/>
                <p14:nvPr/>
              </p14:nvContentPartPr>
              <p14:xfrm>
                <a:off x="10991848" y="3610609"/>
                <a:ext cx="91440" cy="471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1D56AA7-50E5-784B-034A-F1B02289FAD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973848" y="3592969"/>
                  <a:ext cx="1270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6C8F274-3814-CA98-A737-3FB74C0C2945}"/>
                    </a:ext>
                  </a:extLst>
                </p14:cNvPr>
                <p14:cNvContentPartPr/>
                <p14:nvPr/>
              </p14:nvContentPartPr>
              <p14:xfrm>
                <a:off x="11057008" y="3656329"/>
                <a:ext cx="19080" cy="895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6C8F274-3814-CA98-A737-3FB74C0C294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039368" y="3638689"/>
                  <a:ext cx="54720" cy="9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E1DBA5D-75E0-0AD9-2E17-F9CEB2149CB4}"/>
                    </a:ext>
                  </a:extLst>
                </p14:cNvPr>
                <p14:cNvContentPartPr/>
                <p14:nvPr/>
              </p14:nvContentPartPr>
              <p14:xfrm>
                <a:off x="11031088" y="3134689"/>
                <a:ext cx="577440" cy="676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E1DBA5D-75E0-0AD9-2E17-F9CEB2149CB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013448" y="3117049"/>
                  <a:ext cx="6130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4F4ABE4-B7DB-CFF8-F2C5-AC4934C32CB5}"/>
                    </a:ext>
                  </a:extLst>
                </p14:cNvPr>
                <p14:cNvContentPartPr/>
                <p14:nvPr/>
              </p14:nvContentPartPr>
              <p14:xfrm>
                <a:off x="11599528" y="3155929"/>
                <a:ext cx="51120" cy="3916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4F4ABE4-B7DB-CFF8-F2C5-AC4934C32CB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581888" y="3138289"/>
                  <a:ext cx="8676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BE9220F-7191-8742-3CB2-CF9D15647DCE}"/>
                    </a:ext>
                  </a:extLst>
                </p14:cNvPr>
                <p14:cNvContentPartPr/>
                <p14:nvPr/>
              </p14:nvContentPartPr>
              <p14:xfrm>
                <a:off x="11516728" y="3523129"/>
                <a:ext cx="402840" cy="669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BE9220F-7191-8742-3CB2-CF9D15647DC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498728" y="3505489"/>
                  <a:ext cx="4384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00D2B1C-8799-6F91-EFD3-6FA06788DD94}"/>
                    </a:ext>
                  </a:extLst>
                </p14:cNvPr>
                <p14:cNvContentPartPr/>
                <p14:nvPr/>
              </p14:nvContentPartPr>
              <p14:xfrm>
                <a:off x="11636608" y="3713929"/>
                <a:ext cx="68040" cy="27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00D2B1C-8799-6F91-EFD3-6FA06788DD9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618608" y="3695929"/>
                  <a:ext cx="103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BFF7852-21C5-2BE4-23AC-4F3F76EEA75A}"/>
                    </a:ext>
                  </a:extLst>
                </p14:cNvPr>
                <p14:cNvContentPartPr/>
                <p14:nvPr/>
              </p14:nvContentPartPr>
              <p14:xfrm>
                <a:off x="11675488" y="3716089"/>
                <a:ext cx="32040" cy="7668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BFF7852-21C5-2BE4-23AC-4F3F76EEA75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657488" y="3698089"/>
                  <a:ext cx="67680" cy="80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FD23800-C27F-574F-F0FD-52AEFB052FBD}"/>
                    </a:ext>
                  </a:extLst>
                </p14:cNvPr>
                <p14:cNvContentPartPr/>
                <p14:nvPr/>
              </p14:nvContentPartPr>
              <p14:xfrm>
                <a:off x="11665048" y="3173209"/>
                <a:ext cx="404280" cy="5068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FD23800-C27F-574F-F0FD-52AEFB052FB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647048" y="3155569"/>
                  <a:ext cx="43992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4AACEE5-5BFC-34BC-6FCE-DDADA74CEFF8}"/>
                    </a:ext>
                  </a:extLst>
                </p14:cNvPr>
                <p14:cNvContentPartPr/>
                <p14:nvPr/>
              </p14:nvContentPartPr>
              <p14:xfrm>
                <a:off x="11976448" y="3623929"/>
                <a:ext cx="178920" cy="44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4AACEE5-5BFC-34BC-6FCE-DDADA74CEFF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958808" y="3605929"/>
                  <a:ext cx="2145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AA0F83A-374D-9684-1B9E-6C0B16D7C160}"/>
                    </a:ext>
                  </a:extLst>
                </p14:cNvPr>
                <p14:cNvContentPartPr/>
                <p14:nvPr/>
              </p14:nvContentPartPr>
              <p14:xfrm>
                <a:off x="11961688" y="3773329"/>
                <a:ext cx="110880" cy="306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AA0F83A-374D-9684-1B9E-6C0B16D7C16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943688" y="3755689"/>
                  <a:ext cx="1465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B81B883-3458-E939-25F3-E321BF0E8D61}"/>
                    </a:ext>
                  </a:extLst>
                </p14:cNvPr>
                <p14:cNvContentPartPr/>
                <p14:nvPr/>
              </p14:nvContentPartPr>
              <p14:xfrm>
                <a:off x="11994088" y="3825889"/>
                <a:ext cx="47880" cy="823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B81B883-3458-E939-25F3-E321BF0E8D6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976448" y="3808249"/>
                  <a:ext cx="83520" cy="85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7F8435D-BF79-CF13-96FC-577C85A0DAE2}"/>
                    </a:ext>
                  </a:extLst>
                </p14:cNvPr>
                <p14:cNvContentPartPr/>
                <p14:nvPr/>
              </p14:nvContentPartPr>
              <p14:xfrm>
                <a:off x="11893288" y="3636529"/>
                <a:ext cx="138600" cy="162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7F8435D-BF79-CF13-96FC-577C85A0DAE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875288" y="3618889"/>
                  <a:ext cx="1742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6491021-79C3-1E68-B23B-07779CEDFC68}"/>
                    </a:ext>
                  </a:extLst>
                </p14:cNvPr>
                <p14:cNvContentPartPr/>
                <p14:nvPr/>
              </p14:nvContentPartPr>
              <p14:xfrm>
                <a:off x="10148728" y="4540489"/>
                <a:ext cx="2072160" cy="799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6491021-79C3-1E68-B23B-07779CEDFC6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131088" y="4522849"/>
                  <a:ext cx="21078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45F3660-C52B-AA5D-E23B-9C3FB39C6B5B}"/>
                    </a:ext>
                  </a:extLst>
                </p14:cNvPr>
                <p14:cNvContentPartPr/>
                <p14:nvPr/>
              </p14:nvContentPartPr>
              <p14:xfrm>
                <a:off x="9725728" y="3941089"/>
                <a:ext cx="148680" cy="150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45F3660-C52B-AA5D-E23B-9C3FB39C6B5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708088" y="3923449"/>
                  <a:ext cx="1843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F07688E-DB79-C47D-14B4-CE931CDE298A}"/>
                    </a:ext>
                  </a:extLst>
                </p14:cNvPr>
                <p14:cNvContentPartPr/>
                <p14:nvPr/>
              </p14:nvContentPartPr>
              <p14:xfrm>
                <a:off x="9939568" y="3898249"/>
                <a:ext cx="17640" cy="108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F07688E-DB79-C47D-14B4-CE931CDE298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921568" y="3880609"/>
                  <a:ext cx="532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1699F20-F35B-F017-2DB4-5502ED987BDD}"/>
                    </a:ext>
                  </a:extLst>
                </p14:cNvPr>
                <p14:cNvContentPartPr/>
                <p14:nvPr/>
              </p14:nvContentPartPr>
              <p14:xfrm>
                <a:off x="9970528" y="3721849"/>
                <a:ext cx="65520" cy="918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1699F20-F35B-F017-2DB4-5502ED987BD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952888" y="3703849"/>
                  <a:ext cx="1011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F76D348-ADAE-2134-D15C-52F54E6E3470}"/>
                    </a:ext>
                  </a:extLst>
                </p14:cNvPr>
                <p14:cNvContentPartPr/>
                <p14:nvPr/>
              </p14:nvContentPartPr>
              <p14:xfrm>
                <a:off x="10001128" y="3713209"/>
                <a:ext cx="77400" cy="167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F76D348-ADAE-2134-D15C-52F54E6E347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983128" y="3695569"/>
                  <a:ext cx="1130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477A431-6143-5394-4E53-AA71427BE1B1}"/>
                    </a:ext>
                  </a:extLst>
                </p14:cNvPr>
                <p14:cNvContentPartPr/>
                <p14:nvPr/>
              </p14:nvContentPartPr>
              <p14:xfrm>
                <a:off x="11158888" y="2793049"/>
                <a:ext cx="87120" cy="3312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477A431-6143-5394-4E53-AA71427BE1B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140888" y="2775049"/>
                  <a:ext cx="1227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B458DDC-1E02-A9DB-30A5-DC7C919B5BE1}"/>
                    </a:ext>
                  </a:extLst>
                </p14:cNvPr>
                <p14:cNvContentPartPr/>
                <p14:nvPr/>
              </p14:nvContentPartPr>
              <p14:xfrm>
                <a:off x="10815088" y="2416849"/>
                <a:ext cx="235440" cy="2696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B458DDC-1E02-A9DB-30A5-DC7C919B5BE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797088" y="2399209"/>
                  <a:ext cx="2710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CC0312C-73F1-8FBC-0250-9DA0CC9A8905}"/>
                    </a:ext>
                  </a:extLst>
                </p14:cNvPr>
                <p14:cNvContentPartPr/>
                <p14:nvPr/>
              </p14:nvContentPartPr>
              <p14:xfrm>
                <a:off x="11098768" y="2560489"/>
                <a:ext cx="134280" cy="86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CC0312C-73F1-8FBC-0250-9DA0CC9A890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080768" y="2542489"/>
                  <a:ext cx="1699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171FE85-E69D-0E4B-B3C3-E2A61F6F961B}"/>
                    </a:ext>
                  </a:extLst>
                </p14:cNvPr>
                <p14:cNvContentPartPr/>
                <p14:nvPr/>
              </p14:nvContentPartPr>
              <p14:xfrm>
                <a:off x="11178328" y="2468689"/>
                <a:ext cx="36000" cy="705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171FE85-E69D-0E4B-B3C3-E2A61F6F961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160688" y="2451049"/>
                  <a:ext cx="716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FC93395-5927-3FB4-B380-F98D9EA56937}"/>
                    </a:ext>
                  </a:extLst>
                </p14:cNvPr>
                <p14:cNvContentPartPr/>
                <p14:nvPr/>
              </p14:nvContentPartPr>
              <p14:xfrm>
                <a:off x="11260408" y="2345209"/>
                <a:ext cx="40680" cy="403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FC93395-5927-3FB4-B380-F98D9EA5693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242408" y="2327209"/>
                  <a:ext cx="763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C32A1A4-5C9A-E9B1-8E03-16F88BA31462}"/>
                    </a:ext>
                  </a:extLst>
                </p14:cNvPr>
                <p14:cNvContentPartPr/>
                <p14:nvPr/>
              </p14:nvContentPartPr>
              <p14:xfrm>
                <a:off x="11310448" y="2430889"/>
                <a:ext cx="20520" cy="180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C32A1A4-5C9A-E9B1-8E03-16F88BA3146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292448" y="2412889"/>
                  <a:ext cx="561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671BB17-78D6-9CBA-D611-306658362689}"/>
                    </a:ext>
                  </a:extLst>
                </p14:cNvPr>
                <p14:cNvContentPartPr/>
                <p14:nvPr/>
              </p14:nvContentPartPr>
              <p14:xfrm>
                <a:off x="11391088" y="2207689"/>
                <a:ext cx="100800" cy="2473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671BB17-78D6-9CBA-D611-30665836268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373448" y="2189689"/>
                  <a:ext cx="1364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C0ADA61-20A2-B505-39B4-70FC40795266}"/>
                    </a:ext>
                  </a:extLst>
                </p14:cNvPr>
                <p14:cNvContentPartPr/>
                <p14:nvPr/>
              </p14:nvContentPartPr>
              <p14:xfrm>
                <a:off x="11465968" y="2213809"/>
                <a:ext cx="28440" cy="9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C0ADA61-20A2-B505-39B4-70FC4079526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448328" y="2196169"/>
                  <a:ext cx="64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0C586C4-EEF0-D5DB-1ABF-898F465BB1F6}"/>
                    </a:ext>
                  </a:extLst>
                </p14:cNvPr>
                <p14:cNvContentPartPr/>
                <p14:nvPr/>
              </p14:nvContentPartPr>
              <p14:xfrm>
                <a:off x="11589448" y="2037049"/>
                <a:ext cx="87480" cy="2077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0C586C4-EEF0-D5DB-1ABF-898F465BB1F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571808" y="2019049"/>
                  <a:ext cx="1231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1D4056C-7437-4857-6269-5EAF3B605EDA}"/>
                    </a:ext>
                  </a:extLst>
                </p14:cNvPr>
                <p14:cNvContentPartPr/>
                <p14:nvPr/>
              </p14:nvContentPartPr>
              <p14:xfrm>
                <a:off x="11754688" y="1855609"/>
                <a:ext cx="120960" cy="2379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1D4056C-7437-4857-6269-5EAF3B605ED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737048" y="1837609"/>
                  <a:ext cx="1566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61D9655-E27B-0A0A-3EEC-A6FB9700B49E}"/>
                    </a:ext>
                  </a:extLst>
                </p14:cNvPr>
                <p14:cNvContentPartPr/>
                <p14:nvPr/>
              </p14:nvContentPartPr>
              <p14:xfrm>
                <a:off x="11159248" y="2534209"/>
                <a:ext cx="132120" cy="302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61D9655-E27B-0A0A-3EEC-A6FB9700B49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141608" y="2516569"/>
                  <a:ext cx="1677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3FD3AE6-6216-773D-0112-B2625EC45EEE}"/>
                    </a:ext>
                  </a:extLst>
                </p14:cNvPr>
                <p14:cNvContentPartPr/>
                <p14:nvPr/>
              </p14:nvContentPartPr>
              <p14:xfrm>
                <a:off x="11211448" y="2455369"/>
                <a:ext cx="22680" cy="1861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3FD3AE6-6216-773D-0112-B2625EC45EE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193448" y="2437729"/>
                  <a:ext cx="583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11A002D-BE6B-6AE8-EA53-FE182B8C0807}"/>
                    </a:ext>
                  </a:extLst>
                </p14:cNvPr>
                <p14:cNvContentPartPr/>
                <p14:nvPr/>
              </p14:nvContentPartPr>
              <p14:xfrm>
                <a:off x="11143408" y="4576489"/>
                <a:ext cx="23040" cy="4050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11A002D-BE6B-6AE8-EA53-FE182B8C080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125408" y="4558489"/>
                  <a:ext cx="5868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081E723-B12F-3454-1683-EBAEBE9668FB}"/>
                    </a:ext>
                  </a:extLst>
                </p14:cNvPr>
                <p14:cNvContentPartPr/>
                <p14:nvPr/>
              </p14:nvContentPartPr>
              <p14:xfrm>
                <a:off x="11034688" y="4983649"/>
                <a:ext cx="295200" cy="547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081E723-B12F-3454-1683-EBAEBE9668F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016688" y="4966009"/>
                  <a:ext cx="3308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45F757F-AA2F-4CAA-E099-A30C48137423}"/>
                    </a:ext>
                  </a:extLst>
                </p14:cNvPr>
                <p14:cNvContentPartPr/>
                <p14:nvPr/>
              </p14:nvContentPartPr>
              <p14:xfrm>
                <a:off x="11006968" y="5036209"/>
                <a:ext cx="167400" cy="97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45F757F-AA2F-4CAA-E099-A30C4813742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989328" y="5018209"/>
                  <a:ext cx="2030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40EEA63-9734-8602-6305-51C06C0A63DD}"/>
                    </a:ext>
                  </a:extLst>
                </p14:cNvPr>
                <p14:cNvContentPartPr/>
                <p14:nvPr/>
              </p14:nvContentPartPr>
              <p14:xfrm>
                <a:off x="11213608" y="4968529"/>
                <a:ext cx="86040" cy="1850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40EEA63-9734-8602-6305-51C06C0A63D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195608" y="4950889"/>
                  <a:ext cx="12168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E447FAAD-5EBF-E08A-E23F-FD1F3F19DB84}"/>
              </a:ext>
            </a:extLst>
          </p:cNvPr>
          <p:cNvGrpSpPr/>
          <p:nvPr/>
        </p:nvGrpSpPr>
        <p:grpSpPr>
          <a:xfrm>
            <a:off x="11206768" y="5282809"/>
            <a:ext cx="704880" cy="353520"/>
            <a:chOff x="11206768" y="5282809"/>
            <a:chExt cx="704880" cy="35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C9695EA-C85F-9D3B-1BE5-6C632E92DB53}"/>
                    </a:ext>
                  </a:extLst>
                </p14:cNvPr>
                <p14:cNvContentPartPr/>
                <p14:nvPr/>
              </p14:nvContentPartPr>
              <p14:xfrm>
                <a:off x="11206768" y="5410249"/>
                <a:ext cx="227880" cy="2260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C9695EA-C85F-9D3B-1BE5-6C632E92DB5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189128" y="5392249"/>
                  <a:ext cx="2635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55DF337-0DFD-FB7C-371C-61147434949A}"/>
                    </a:ext>
                  </a:extLst>
                </p14:cNvPr>
                <p14:cNvContentPartPr/>
                <p14:nvPr/>
              </p14:nvContentPartPr>
              <p14:xfrm>
                <a:off x="11535088" y="5385049"/>
                <a:ext cx="16560" cy="1911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55DF337-0DFD-FB7C-371C-61147434949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517448" y="5367409"/>
                  <a:ext cx="522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7534388-E470-7F37-734D-DDEC08B3FFAB}"/>
                    </a:ext>
                  </a:extLst>
                </p14:cNvPr>
                <p14:cNvContentPartPr/>
                <p14:nvPr/>
              </p14:nvContentPartPr>
              <p14:xfrm>
                <a:off x="11546968" y="5349769"/>
                <a:ext cx="87840" cy="1558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7534388-E470-7F37-734D-DDEC08B3FFA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528968" y="5332129"/>
                  <a:ext cx="1234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B0A8440-D638-7161-3193-00CA65E28664}"/>
                    </a:ext>
                  </a:extLst>
                </p14:cNvPr>
                <p14:cNvContentPartPr/>
                <p14:nvPr/>
              </p14:nvContentPartPr>
              <p14:xfrm>
                <a:off x="11786368" y="5282809"/>
                <a:ext cx="31680" cy="2397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B0A8440-D638-7161-3193-00CA65E2866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768368" y="5264809"/>
                  <a:ext cx="673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24938FA-4919-45E7-1687-1761430043B4}"/>
                    </a:ext>
                  </a:extLst>
                </p14:cNvPr>
                <p14:cNvContentPartPr/>
                <p14:nvPr/>
              </p14:nvContentPartPr>
              <p14:xfrm>
                <a:off x="11758648" y="5312689"/>
                <a:ext cx="153000" cy="2775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24938FA-4919-45E7-1687-1761430043B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740648" y="5295049"/>
                  <a:ext cx="188640" cy="31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9290B130-7D0E-9342-CC6A-58AC0C8AE527}"/>
              </a:ext>
            </a:extLst>
          </p:cNvPr>
          <p:cNvGrpSpPr/>
          <p:nvPr/>
        </p:nvGrpSpPr>
        <p:grpSpPr>
          <a:xfrm>
            <a:off x="6527128" y="1722409"/>
            <a:ext cx="2962800" cy="3921480"/>
            <a:chOff x="6527128" y="1722409"/>
            <a:chExt cx="2962800" cy="39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CBB5F33-9952-51B7-34F0-6C6F48B2F96C}"/>
                    </a:ext>
                  </a:extLst>
                </p14:cNvPr>
                <p14:cNvContentPartPr/>
                <p14:nvPr/>
              </p14:nvContentPartPr>
              <p14:xfrm>
                <a:off x="7019248" y="2314249"/>
                <a:ext cx="610200" cy="689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CBB5F33-9952-51B7-34F0-6C6F48B2F96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001608" y="2296609"/>
                  <a:ext cx="645840" cy="72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AF19C4B-D102-A6E7-4B0F-EFE7480CF1A1}"/>
                    </a:ext>
                  </a:extLst>
                </p14:cNvPr>
                <p14:cNvContentPartPr/>
                <p14:nvPr/>
              </p14:nvContentPartPr>
              <p14:xfrm>
                <a:off x="7070008" y="2480929"/>
                <a:ext cx="141120" cy="158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AF19C4B-D102-A6E7-4B0F-EFE7480CF1A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052368" y="2462929"/>
                  <a:ext cx="1767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12D7213-9D67-B787-C800-B9C550D09824}"/>
                    </a:ext>
                  </a:extLst>
                </p14:cNvPr>
                <p14:cNvContentPartPr/>
                <p14:nvPr/>
              </p14:nvContentPartPr>
              <p14:xfrm>
                <a:off x="6615328" y="1901329"/>
                <a:ext cx="546480" cy="610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12D7213-9D67-B787-C800-B9C550D0982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597328" y="1883329"/>
                  <a:ext cx="582120" cy="64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6EF1539-143D-289C-C991-63626728F021}"/>
                    </a:ext>
                  </a:extLst>
                </p14:cNvPr>
                <p14:cNvContentPartPr/>
                <p14:nvPr/>
              </p14:nvContentPartPr>
              <p14:xfrm>
                <a:off x="6555928" y="1891969"/>
                <a:ext cx="257760" cy="2013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6EF1539-143D-289C-C991-63626728F02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537928" y="1873969"/>
                  <a:ext cx="293400" cy="20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08E46F5-133E-D14F-D869-86F9F60A5703}"/>
                    </a:ext>
                  </a:extLst>
                </p14:cNvPr>
                <p14:cNvContentPartPr/>
                <p14:nvPr/>
              </p14:nvContentPartPr>
              <p14:xfrm>
                <a:off x="6772288" y="3846769"/>
                <a:ext cx="112320" cy="1051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08E46F5-133E-D14F-D869-86F9F60A570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754288" y="3828769"/>
                  <a:ext cx="147960" cy="10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0DF06D1-3CE8-E4E3-4B98-BA36B8C75288}"/>
                    </a:ext>
                  </a:extLst>
                </p14:cNvPr>
                <p14:cNvContentPartPr/>
                <p14:nvPr/>
              </p14:nvContentPartPr>
              <p14:xfrm>
                <a:off x="7396888" y="3361489"/>
                <a:ext cx="561960" cy="370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0DF06D1-3CE8-E4E3-4B98-BA36B8C7528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378888" y="3343489"/>
                  <a:ext cx="59760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75FA784-C73F-36A7-31C4-526172D19DD1}"/>
                    </a:ext>
                  </a:extLst>
                </p14:cNvPr>
                <p14:cNvContentPartPr/>
                <p14:nvPr/>
              </p14:nvContentPartPr>
              <p14:xfrm>
                <a:off x="7523248" y="3679369"/>
                <a:ext cx="216000" cy="56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75FA784-C73F-36A7-31C4-526172D19DD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505248" y="3661369"/>
                  <a:ext cx="2516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F1C73E1-5E60-7418-2326-7CE6D87966D7}"/>
                    </a:ext>
                  </a:extLst>
                </p14:cNvPr>
                <p14:cNvContentPartPr/>
                <p14:nvPr/>
              </p14:nvContentPartPr>
              <p14:xfrm>
                <a:off x="7290688" y="3727609"/>
                <a:ext cx="357840" cy="6109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F1C73E1-5E60-7418-2326-7CE6D87966D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272688" y="3709969"/>
                  <a:ext cx="393480" cy="6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1B4AC86-EA9A-CA69-3020-FC93B989BD24}"/>
                    </a:ext>
                  </a:extLst>
                </p14:cNvPr>
                <p14:cNvContentPartPr/>
                <p14:nvPr/>
              </p14:nvContentPartPr>
              <p14:xfrm>
                <a:off x="7178368" y="4293889"/>
                <a:ext cx="123480" cy="292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1B4AC86-EA9A-CA69-3020-FC93B989BD2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160728" y="4276249"/>
                  <a:ext cx="1591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2B5246B-3585-4C3E-C0E1-FA7B0524850B}"/>
                    </a:ext>
                  </a:extLst>
                </p14:cNvPr>
                <p14:cNvContentPartPr/>
                <p14:nvPr/>
              </p14:nvContentPartPr>
              <p14:xfrm>
                <a:off x="6936088" y="4502329"/>
                <a:ext cx="281880" cy="4467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2B5246B-3585-4C3E-C0E1-FA7B0524850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918088" y="4484689"/>
                  <a:ext cx="31752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8D59459-779F-F58B-5F96-AB35810B787B}"/>
                    </a:ext>
                  </a:extLst>
                </p14:cNvPr>
                <p14:cNvContentPartPr/>
                <p14:nvPr/>
              </p14:nvContentPartPr>
              <p14:xfrm>
                <a:off x="6865168" y="4796449"/>
                <a:ext cx="2122560" cy="2066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8D59459-779F-F58B-5F96-AB35810B787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847168" y="4778809"/>
                  <a:ext cx="21582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CB94361-E396-6913-A6AE-514305E35F15}"/>
                    </a:ext>
                  </a:extLst>
                </p14:cNvPr>
                <p14:cNvContentPartPr/>
                <p14:nvPr/>
              </p14:nvContentPartPr>
              <p14:xfrm>
                <a:off x="8334328" y="3305329"/>
                <a:ext cx="376200" cy="5882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CB94361-E396-6913-A6AE-514305E35F1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316328" y="3287689"/>
                  <a:ext cx="411840" cy="62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FBC0654-0B46-2BAD-FFCF-63494C1FDD15}"/>
                    </a:ext>
                  </a:extLst>
                </p14:cNvPr>
                <p14:cNvContentPartPr/>
                <p14:nvPr/>
              </p14:nvContentPartPr>
              <p14:xfrm>
                <a:off x="8599648" y="3611329"/>
                <a:ext cx="112680" cy="157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FBC0654-0B46-2BAD-FFCF-63494C1FDD1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581648" y="3593329"/>
                  <a:ext cx="1483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76649DB-CF61-582F-6F8D-B7FE204058D9}"/>
                    </a:ext>
                  </a:extLst>
                </p14:cNvPr>
                <p14:cNvContentPartPr/>
                <p14:nvPr/>
              </p14:nvContentPartPr>
              <p14:xfrm>
                <a:off x="8691448" y="3695569"/>
                <a:ext cx="645120" cy="9198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76649DB-CF61-582F-6F8D-B7FE204058D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673448" y="3677929"/>
                  <a:ext cx="680760" cy="9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0185AA9-D004-A5D4-C87D-E375B1D54912}"/>
                    </a:ext>
                  </a:extLst>
                </p14:cNvPr>
                <p14:cNvContentPartPr/>
                <p14:nvPr/>
              </p14:nvContentPartPr>
              <p14:xfrm>
                <a:off x="7849048" y="2520169"/>
                <a:ext cx="497520" cy="349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0185AA9-D004-A5D4-C87D-E375B1D5491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831408" y="2502529"/>
                  <a:ext cx="53316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C4B428C-1031-B3A9-0762-34956E6CA546}"/>
                    </a:ext>
                  </a:extLst>
                </p14:cNvPr>
                <p14:cNvContentPartPr/>
                <p14:nvPr/>
              </p14:nvContentPartPr>
              <p14:xfrm>
                <a:off x="8110048" y="2328289"/>
                <a:ext cx="276840" cy="4093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C4B428C-1031-B3A9-0762-34956E6CA54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092048" y="2310289"/>
                  <a:ext cx="31248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CAB88A6-8028-D6B6-9EAC-872858BEF01E}"/>
                    </a:ext>
                  </a:extLst>
                </p14:cNvPr>
                <p14:cNvContentPartPr/>
                <p14:nvPr/>
              </p14:nvContentPartPr>
              <p14:xfrm>
                <a:off x="8135968" y="2515849"/>
                <a:ext cx="190800" cy="126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CAB88A6-8028-D6B6-9EAC-872858BEF01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118328" y="2497849"/>
                  <a:ext cx="2264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88E8F80-AA20-7A6A-74A7-7676EF9F583A}"/>
                    </a:ext>
                  </a:extLst>
                </p14:cNvPr>
                <p14:cNvContentPartPr/>
                <p14:nvPr/>
              </p14:nvContentPartPr>
              <p14:xfrm>
                <a:off x="8382568" y="1904569"/>
                <a:ext cx="364680" cy="497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88E8F80-AA20-7A6A-74A7-7676EF9F583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364928" y="1886929"/>
                  <a:ext cx="40032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A2F67D2-4F9B-312F-72D2-C0DD0A545C51}"/>
                    </a:ext>
                  </a:extLst>
                </p14:cNvPr>
                <p14:cNvContentPartPr/>
                <p14:nvPr/>
              </p14:nvContentPartPr>
              <p14:xfrm>
                <a:off x="6527128" y="1759489"/>
                <a:ext cx="2384280" cy="100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A2F67D2-4F9B-312F-72D2-C0DD0A545C5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509488" y="1741489"/>
                  <a:ext cx="24199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C15452B-6557-DB2C-6625-6B61ADF4D245}"/>
                    </a:ext>
                  </a:extLst>
                </p14:cNvPr>
                <p14:cNvContentPartPr/>
                <p14:nvPr/>
              </p14:nvContentPartPr>
              <p14:xfrm>
                <a:off x="8949568" y="1722409"/>
                <a:ext cx="540360" cy="29552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C15452B-6557-DB2C-6625-6B61ADF4D24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931568" y="1704769"/>
                  <a:ext cx="576000" cy="29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2C603E5-9252-4BD3-7059-4F9480D7832C}"/>
                    </a:ext>
                  </a:extLst>
                </p14:cNvPr>
                <p14:cNvContentPartPr/>
                <p14:nvPr/>
              </p14:nvContentPartPr>
              <p14:xfrm>
                <a:off x="9177808" y="4765129"/>
                <a:ext cx="163440" cy="424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2C603E5-9252-4BD3-7059-4F9480D7832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159808" y="4747129"/>
                  <a:ext cx="1990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57BF32D-789A-61E4-6973-C7EC2D2BB622}"/>
                    </a:ext>
                  </a:extLst>
                </p14:cNvPr>
                <p14:cNvContentPartPr/>
                <p14:nvPr/>
              </p14:nvContentPartPr>
              <p14:xfrm>
                <a:off x="9389128" y="4665409"/>
                <a:ext cx="3960" cy="147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57BF32D-789A-61E4-6973-C7EC2D2BB62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371488" y="4647769"/>
                  <a:ext cx="39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FE6D38F-0CF9-D20E-327B-CE6732412991}"/>
                    </a:ext>
                  </a:extLst>
                </p14:cNvPr>
                <p14:cNvContentPartPr/>
                <p14:nvPr/>
              </p14:nvContentPartPr>
              <p14:xfrm>
                <a:off x="8302288" y="3301729"/>
                <a:ext cx="233640" cy="199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FE6D38F-0CF9-D20E-327B-CE673241299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284648" y="3283729"/>
                  <a:ext cx="2692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94EFE2F-AB48-AB6A-C897-FF41524E6C7A}"/>
                    </a:ext>
                  </a:extLst>
                </p14:cNvPr>
                <p14:cNvContentPartPr/>
                <p14:nvPr/>
              </p14:nvContentPartPr>
              <p14:xfrm>
                <a:off x="8245768" y="3257089"/>
                <a:ext cx="50040" cy="1177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94EFE2F-AB48-AB6A-C897-FF41524E6C7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227768" y="3239089"/>
                  <a:ext cx="856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DB171E0-68D1-A6FB-289B-AA83D52EFF29}"/>
                    </a:ext>
                  </a:extLst>
                </p14:cNvPr>
                <p14:cNvContentPartPr/>
                <p14:nvPr/>
              </p14:nvContentPartPr>
              <p14:xfrm>
                <a:off x="7719448" y="3262849"/>
                <a:ext cx="93240" cy="214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DB171E0-68D1-A6FB-289B-AA83D52EFF2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701448" y="3245209"/>
                  <a:ext cx="1288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9F5342E-B566-A207-BECB-D62DD50175C0}"/>
                    </a:ext>
                  </a:extLst>
                </p14:cNvPr>
                <p14:cNvContentPartPr/>
                <p14:nvPr/>
              </p14:nvContentPartPr>
              <p14:xfrm>
                <a:off x="7742128" y="3234409"/>
                <a:ext cx="69840" cy="979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9F5342E-B566-A207-BECB-D62DD50175C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724128" y="3216769"/>
                  <a:ext cx="1054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6937149-627D-4A6B-523B-1033AF6552BF}"/>
                    </a:ext>
                  </a:extLst>
                </p14:cNvPr>
                <p14:cNvContentPartPr/>
                <p14:nvPr/>
              </p14:nvContentPartPr>
              <p14:xfrm>
                <a:off x="7296448" y="2654089"/>
                <a:ext cx="234000" cy="254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6937149-627D-4A6B-523B-1033AF6552B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278808" y="2636449"/>
                  <a:ext cx="2696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E9E37FF-15D6-9F34-152D-0D21F08BDC12}"/>
                    </a:ext>
                  </a:extLst>
                </p14:cNvPr>
                <p14:cNvContentPartPr/>
                <p14:nvPr/>
              </p14:nvContentPartPr>
              <p14:xfrm>
                <a:off x="7481488" y="2827609"/>
                <a:ext cx="65880" cy="61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E9E37FF-15D6-9F34-152D-0D21F08BDC1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463488" y="2809609"/>
                  <a:ext cx="1015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44A5EE1-6E73-B3E0-1E8D-211F8E67690B}"/>
                    </a:ext>
                  </a:extLst>
                </p14:cNvPr>
                <p14:cNvContentPartPr/>
                <p14:nvPr/>
              </p14:nvContentPartPr>
              <p14:xfrm>
                <a:off x="7999888" y="2781529"/>
                <a:ext cx="78840" cy="1285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44A5EE1-6E73-B3E0-1E8D-211F8E67690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981888" y="2763529"/>
                  <a:ext cx="1144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CA1808D-4508-861B-CA51-41E1B43AB3AA}"/>
                    </a:ext>
                  </a:extLst>
                </p14:cNvPr>
                <p14:cNvContentPartPr/>
                <p14:nvPr/>
              </p14:nvContentPartPr>
              <p14:xfrm>
                <a:off x="7987648" y="2842369"/>
                <a:ext cx="59400" cy="738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CA1808D-4508-861B-CA51-41E1B43AB3A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970008" y="2824369"/>
                  <a:ext cx="950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691C18F-7597-8C73-B0FF-7933138120EB}"/>
                    </a:ext>
                  </a:extLst>
                </p14:cNvPr>
                <p14:cNvContentPartPr/>
                <p14:nvPr/>
              </p14:nvContentPartPr>
              <p14:xfrm>
                <a:off x="8021128" y="4909129"/>
                <a:ext cx="360" cy="3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691C18F-7597-8C73-B0FF-7933138120E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003128" y="489112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552F5EF-55AA-8491-C8C5-87449862F666}"/>
                    </a:ext>
                  </a:extLst>
                </p14:cNvPr>
                <p14:cNvContentPartPr/>
                <p14:nvPr/>
              </p14:nvContentPartPr>
              <p14:xfrm>
                <a:off x="8019328" y="4823089"/>
                <a:ext cx="53280" cy="2926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552F5EF-55AA-8491-C8C5-87449862F66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001328" y="4805449"/>
                  <a:ext cx="889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7205865-506E-EB84-B7C7-685425A38051}"/>
                    </a:ext>
                  </a:extLst>
                </p14:cNvPr>
                <p14:cNvContentPartPr/>
                <p14:nvPr/>
              </p14:nvContentPartPr>
              <p14:xfrm>
                <a:off x="7921048" y="5098489"/>
                <a:ext cx="294480" cy="799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7205865-506E-EB84-B7C7-685425A3805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903408" y="5080489"/>
                  <a:ext cx="3301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7B65110-7B2A-031F-0DAF-548C676C24E5}"/>
                    </a:ext>
                  </a:extLst>
                </p14:cNvPr>
                <p14:cNvContentPartPr/>
                <p14:nvPr/>
              </p14:nvContentPartPr>
              <p14:xfrm>
                <a:off x="7944088" y="5088049"/>
                <a:ext cx="158760" cy="424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7B65110-7B2A-031F-0DAF-548C676C24E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926088" y="5070409"/>
                  <a:ext cx="1944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DD02771-F422-908E-0D38-3A15AF5FD768}"/>
                    </a:ext>
                  </a:extLst>
                </p14:cNvPr>
                <p14:cNvContentPartPr/>
                <p14:nvPr/>
              </p14:nvContentPartPr>
              <p14:xfrm>
                <a:off x="8179528" y="5019649"/>
                <a:ext cx="66240" cy="1584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DD02771-F422-908E-0D38-3A15AF5FD76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161888" y="5002009"/>
                  <a:ext cx="1018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D0F3053-FC15-4AAE-4F84-8D4BB0C9ECB3}"/>
                    </a:ext>
                  </a:extLst>
                </p14:cNvPr>
                <p14:cNvContentPartPr/>
                <p14:nvPr/>
              </p14:nvContentPartPr>
              <p14:xfrm>
                <a:off x="7926808" y="5131609"/>
                <a:ext cx="270000" cy="2188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D0F3053-FC15-4AAE-4F84-8D4BB0C9ECB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908808" y="5113969"/>
                  <a:ext cx="305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AC32BF7-D3E6-508A-7054-78D797DFA224}"/>
                    </a:ext>
                  </a:extLst>
                </p14:cNvPr>
                <p14:cNvContentPartPr/>
                <p14:nvPr/>
              </p14:nvContentPartPr>
              <p14:xfrm>
                <a:off x="8136688" y="5083369"/>
                <a:ext cx="103680" cy="1818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AC32BF7-D3E6-508A-7054-78D797DFA22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118688" y="5065729"/>
                  <a:ext cx="1393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B76DEAE-1F1F-5383-63AA-D19F32150F98}"/>
                    </a:ext>
                  </a:extLst>
                </p14:cNvPr>
                <p14:cNvContentPartPr/>
                <p14:nvPr/>
              </p14:nvContentPartPr>
              <p14:xfrm>
                <a:off x="8174488" y="5435449"/>
                <a:ext cx="164880" cy="2084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B76DEAE-1F1F-5383-63AA-D19F32150F9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156488" y="5417809"/>
                  <a:ext cx="2005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42AE602-7D80-6A09-09B5-B69C9337603B}"/>
                    </a:ext>
                  </a:extLst>
                </p14:cNvPr>
                <p14:cNvContentPartPr/>
                <p14:nvPr/>
              </p14:nvContentPartPr>
              <p14:xfrm>
                <a:off x="8404528" y="5466409"/>
                <a:ext cx="35280" cy="1173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42AE602-7D80-6A09-09B5-B69C9337603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386528" y="5448409"/>
                  <a:ext cx="709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D1D9174-192D-80D1-F214-D67093290BA3}"/>
                    </a:ext>
                  </a:extLst>
                </p14:cNvPr>
                <p14:cNvContentPartPr/>
                <p14:nvPr/>
              </p14:nvContentPartPr>
              <p14:xfrm>
                <a:off x="8405608" y="5400889"/>
                <a:ext cx="123480" cy="1101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D1D9174-192D-80D1-F214-D67093290BA3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387608" y="5383249"/>
                  <a:ext cx="1591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0C3B701-781B-6D3E-DF50-D8142D2CF699}"/>
                    </a:ext>
                  </a:extLst>
                </p14:cNvPr>
                <p14:cNvContentPartPr/>
                <p14:nvPr/>
              </p14:nvContentPartPr>
              <p14:xfrm>
                <a:off x="8598568" y="5318449"/>
                <a:ext cx="125280" cy="2052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0C3B701-781B-6D3E-DF50-D8142D2CF69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580568" y="5300449"/>
                  <a:ext cx="1609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6119CFB-F3CB-EDFD-D9A3-3EB9419DD74D}"/>
                    </a:ext>
                  </a:extLst>
                </p14:cNvPr>
                <p14:cNvContentPartPr/>
                <p14:nvPr/>
              </p14:nvContentPartPr>
              <p14:xfrm>
                <a:off x="8647528" y="5284609"/>
                <a:ext cx="101160" cy="2030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6119CFB-F3CB-EDFD-D9A3-3EB9419DD74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629528" y="5266609"/>
                  <a:ext cx="1368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1E123F6-8F2B-F969-9763-3B135C148AE0}"/>
                    </a:ext>
                  </a:extLst>
                </p14:cNvPr>
                <p14:cNvContentPartPr/>
                <p14:nvPr/>
              </p14:nvContentPartPr>
              <p14:xfrm>
                <a:off x="7783528" y="2968369"/>
                <a:ext cx="23760" cy="259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1E123F6-8F2B-F969-9763-3B135C148AE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765528" y="2950369"/>
                  <a:ext cx="59400" cy="61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73994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F5EC5-450E-D45A-0D07-9124DA634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6F15D-BD6A-2DB4-7BFC-6561F5475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problems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F1874-48B1-D6CC-818D-DE2CC4CBD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17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02688519-76DE-175E-9425-0772E280A647}"/>
                  </a:ext>
                </a:extLst>
              </p14:cNvPr>
              <p14:cNvContentPartPr/>
              <p14:nvPr/>
            </p14:nvContentPartPr>
            <p14:xfrm>
              <a:off x="3830134" y="2102650"/>
              <a:ext cx="1000800" cy="30488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02688519-76DE-175E-9425-0772E280A6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12494" y="2084650"/>
                <a:ext cx="1036440" cy="308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7E0B4FD8-9B5D-6EE2-1350-90E5975CD8C6}"/>
              </a:ext>
            </a:extLst>
          </p:cNvPr>
          <p:cNvGrpSpPr/>
          <p:nvPr/>
        </p:nvGrpSpPr>
        <p:grpSpPr>
          <a:xfrm>
            <a:off x="756814" y="498490"/>
            <a:ext cx="3990600" cy="4820760"/>
            <a:chOff x="756814" y="498490"/>
            <a:chExt cx="3990600" cy="48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7E66CC8-6D59-ADD8-57BA-EE92F1C5A5CE}"/>
                    </a:ext>
                  </a:extLst>
                </p14:cNvPr>
                <p14:cNvContentPartPr/>
                <p14:nvPr/>
              </p14:nvContentPartPr>
              <p14:xfrm>
                <a:off x="1672654" y="3541570"/>
                <a:ext cx="421920" cy="1121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7E66CC8-6D59-ADD8-57BA-EE92F1C5A5C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55014" y="3523930"/>
                  <a:ext cx="457560" cy="11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979F557-55F6-7EAC-85B4-B9430FF742A9}"/>
                    </a:ext>
                  </a:extLst>
                </p14:cNvPr>
                <p14:cNvContentPartPr/>
                <p14:nvPr/>
              </p14:nvContentPartPr>
              <p14:xfrm>
                <a:off x="1655734" y="4614730"/>
                <a:ext cx="462240" cy="64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979F557-55F6-7EAC-85B4-B9430FF742A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37734" y="4597090"/>
                  <a:ext cx="4978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A3AD7B4-67B2-7A29-2EA9-8ECA74C18CB5}"/>
                    </a:ext>
                  </a:extLst>
                </p14:cNvPr>
                <p14:cNvContentPartPr/>
                <p14:nvPr/>
              </p14:nvContentPartPr>
              <p14:xfrm>
                <a:off x="2047414" y="3648850"/>
                <a:ext cx="286560" cy="118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A3AD7B4-67B2-7A29-2EA9-8ECA74C18CB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29774" y="3631210"/>
                  <a:ext cx="3222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2EB2900-7A85-9ADA-07C1-8D301F7B8A50}"/>
                    </a:ext>
                  </a:extLst>
                </p14:cNvPr>
                <p14:cNvContentPartPr/>
                <p14:nvPr/>
              </p14:nvContentPartPr>
              <p14:xfrm>
                <a:off x="2146774" y="3710770"/>
                <a:ext cx="354960" cy="942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2EB2900-7A85-9ADA-07C1-8D301F7B8A5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29134" y="3692770"/>
                  <a:ext cx="390600" cy="9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747FC37-4274-DD39-9BDB-092D551E53E5}"/>
                    </a:ext>
                  </a:extLst>
                </p14:cNvPr>
                <p14:cNvContentPartPr/>
                <p14:nvPr/>
              </p14:nvContentPartPr>
              <p14:xfrm>
                <a:off x="2165854" y="3622570"/>
                <a:ext cx="38520" cy="39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747FC37-4274-DD39-9BDB-092D551E53E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48214" y="3604570"/>
                  <a:ext cx="741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7920865-8422-4AD4-6E35-7035F0D0B2AC}"/>
                    </a:ext>
                  </a:extLst>
                </p14:cNvPr>
                <p14:cNvContentPartPr/>
                <p14:nvPr/>
              </p14:nvContentPartPr>
              <p14:xfrm>
                <a:off x="2256934" y="3561730"/>
                <a:ext cx="105120" cy="169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7920865-8422-4AD4-6E35-7035F0D0B2A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38934" y="3544090"/>
                  <a:ext cx="1407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E3AC86D-2EA9-F3C7-990C-DDBEF1774063}"/>
                    </a:ext>
                  </a:extLst>
                </p14:cNvPr>
                <p14:cNvContentPartPr/>
                <p14:nvPr/>
              </p14:nvContentPartPr>
              <p14:xfrm>
                <a:off x="3023734" y="3777010"/>
                <a:ext cx="474120" cy="852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E3AC86D-2EA9-F3C7-990C-DDBEF177406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05734" y="3759370"/>
                  <a:ext cx="509760" cy="88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611237D-3E2B-D0E4-2BEA-CEA3C1BEC1D0}"/>
                    </a:ext>
                  </a:extLst>
                </p14:cNvPr>
                <p14:cNvContentPartPr/>
                <p14:nvPr/>
              </p14:nvContentPartPr>
              <p14:xfrm>
                <a:off x="3065494" y="3699250"/>
                <a:ext cx="272160" cy="183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611237D-3E2B-D0E4-2BEA-CEA3C1BEC1D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47494" y="3681250"/>
                  <a:ext cx="307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FB75CCB-E0DA-6EFF-9326-3580B88E4F16}"/>
                    </a:ext>
                  </a:extLst>
                </p14:cNvPr>
                <p14:cNvContentPartPr/>
                <p14:nvPr/>
              </p14:nvContentPartPr>
              <p14:xfrm>
                <a:off x="3430174" y="3605650"/>
                <a:ext cx="528120" cy="792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FB75CCB-E0DA-6EFF-9326-3580B88E4F1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12174" y="3587650"/>
                  <a:ext cx="563760" cy="82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B3CF202-BC7F-966B-8ED4-E2BD4343DDF3}"/>
                    </a:ext>
                  </a:extLst>
                </p14:cNvPr>
                <p14:cNvContentPartPr/>
                <p14:nvPr/>
              </p14:nvContentPartPr>
              <p14:xfrm>
                <a:off x="3552934" y="4477210"/>
                <a:ext cx="318600" cy="168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B3CF202-BC7F-966B-8ED4-E2BD4343DDF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34934" y="4459210"/>
                  <a:ext cx="3542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4657559-32E2-5CBE-A5E9-ECFAA3932E3C}"/>
                    </a:ext>
                  </a:extLst>
                </p14:cNvPr>
                <p14:cNvContentPartPr/>
                <p14:nvPr/>
              </p14:nvContentPartPr>
              <p14:xfrm>
                <a:off x="3069454" y="3682330"/>
                <a:ext cx="91080" cy="116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4657559-32E2-5CBE-A5E9-ECFAA3932E3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51454" y="3664330"/>
                  <a:ext cx="1267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0711C3E-8CFB-3B78-4AF1-A3D0C7427201}"/>
                    </a:ext>
                  </a:extLst>
                </p14:cNvPr>
                <p14:cNvContentPartPr/>
                <p14:nvPr/>
              </p14:nvContentPartPr>
              <p14:xfrm>
                <a:off x="3090694" y="3666490"/>
                <a:ext cx="83520" cy="21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0711C3E-8CFB-3B78-4AF1-A3D0C74272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73054" y="3648850"/>
                  <a:ext cx="1191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83A0C1C-7CB3-44FE-8BA7-D5F0189B1A20}"/>
                    </a:ext>
                  </a:extLst>
                </p14:cNvPr>
                <p14:cNvContentPartPr/>
                <p14:nvPr/>
              </p14:nvContentPartPr>
              <p14:xfrm>
                <a:off x="3205534" y="3652810"/>
                <a:ext cx="54000" cy="71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83A0C1C-7CB3-44FE-8BA7-D5F0189B1A2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87894" y="3634810"/>
                  <a:ext cx="896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2B4F23F-9D82-BDC9-1DF8-F93989FF3FE8}"/>
                    </a:ext>
                  </a:extLst>
                </p14:cNvPr>
                <p14:cNvContentPartPr/>
                <p14:nvPr/>
              </p14:nvContentPartPr>
              <p14:xfrm>
                <a:off x="3160534" y="2950450"/>
                <a:ext cx="246960" cy="271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2B4F23F-9D82-BDC9-1DF8-F93989FF3FE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42894" y="2932450"/>
                  <a:ext cx="2826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6143FEA-FC34-3AAA-7D21-953F3B0A3601}"/>
                    </a:ext>
                  </a:extLst>
                </p14:cNvPr>
                <p14:cNvContentPartPr/>
                <p14:nvPr/>
              </p14:nvContentPartPr>
              <p14:xfrm>
                <a:off x="3188614" y="2203090"/>
                <a:ext cx="621000" cy="774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6143FEA-FC34-3AAA-7D21-953F3B0A360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70974" y="2185450"/>
                  <a:ext cx="656640" cy="81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40C3039-4D6C-8D32-E157-9A3120D9B6BA}"/>
                    </a:ext>
                  </a:extLst>
                </p14:cNvPr>
                <p14:cNvContentPartPr/>
                <p14:nvPr/>
              </p14:nvContentPartPr>
              <p14:xfrm>
                <a:off x="3821854" y="2201290"/>
                <a:ext cx="316080" cy="347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40C3039-4D6C-8D32-E157-9A3120D9B6B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04214" y="2183290"/>
                  <a:ext cx="3517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31BE06E-6779-C611-C540-C4CED48943C0}"/>
                    </a:ext>
                  </a:extLst>
                </p14:cNvPr>
                <p14:cNvContentPartPr/>
                <p14:nvPr/>
              </p14:nvContentPartPr>
              <p14:xfrm>
                <a:off x="3497494" y="2549050"/>
                <a:ext cx="570960" cy="654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31BE06E-6779-C611-C540-C4CED48943C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79494" y="2531410"/>
                  <a:ext cx="60660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70731F0-31FE-4EE8-1107-D7B98B6C900A}"/>
                    </a:ext>
                  </a:extLst>
                </p14:cNvPr>
                <p14:cNvContentPartPr/>
                <p14:nvPr/>
              </p14:nvContentPartPr>
              <p14:xfrm>
                <a:off x="3199054" y="3140170"/>
                <a:ext cx="70920" cy="75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70731F0-31FE-4EE8-1107-D7B98B6C900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81054" y="3122530"/>
                  <a:ext cx="1065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37C4CE0-F700-3D6B-FA5D-A1EE0CB66E2B}"/>
                    </a:ext>
                  </a:extLst>
                </p14:cNvPr>
                <p14:cNvContentPartPr/>
                <p14:nvPr/>
              </p14:nvContentPartPr>
              <p14:xfrm>
                <a:off x="3172414" y="3035050"/>
                <a:ext cx="109080" cy="139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37C4CE0-F700-3D6B-FA5D-A1EE0CB66E2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54414" y="3017410"/>
                  <a:ext cx="1447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AC28FE2-2950-AE0B-18E0-1FA70A268949}"/>
                    </a:ext>
                  </a:extLst>
                </p14:cNvPr>
                <p14:cNvContentPartPr/>
                <p14:nvPr/>
              </p14:nvContentPartPr>
              <p14:xfrm>
                <a:off x="3288694" y="3123250"/>
                <a:ext cx="69480" cy="87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AC28FE2-2950-AE0B-18E0-1FA70A26894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71054" y="3105250"/>
                  <a:ext cx="1051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CD80D5F-0649-FBBC-BEF3-41B767475BD7}"/>
                    </a:ext>
                  </a:extLst>
                </p14:cNvPr>
                <p14:cNvContentPartPr/>
                <p14:nvPr/>
              </p14:nvContentPartPr>
              <p14:xfrm>
                <a:off x="2038774" y="2915170"/>
                <a:ext cx="322200" cy="227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CD80D5F-0649-FBBC-BEF3-41B767475BD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020774" y="2897170"/>
                  <a:ext cx="3578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52D78A2-A0CC-A0BC-8F5B-789D9F8B7876}"/>
                    </a:ext>
                  </a:extLst>
                </p14:cNvPr>
                <p14:cNvContentPartPr/>
                <p14:nvPr/>
              </p14:nvContentPartPr>
              <p14:xfrm>
                <a:off x="1847614" y="2027050"/>
                <a:ext cx="660600" cy="785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52D78A2-A0CC-A0BC-8F5B-789D9F8B787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29974" y="2009050"/>
                  <a:ext cx="696240" cy="82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EA1BCCF-874F-10AB-F99C-DBD1D2504A8A}"/>
                    </a:ext>
                  </a:extLst>
                </p14:cNvPr>
                <p14:cNvContentPartPr/>
                <p14:nvPr/>
              </p14:nvContentPartPr>
              <p14:xfrm>
                <a:off x="2016814" y="2161690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EA1BCCF-874F-10AB-F99C-DBD1D2504A8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98814" y="214405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FC83BC0-8AAD-6B05-3ADE-47A8C522BC05}"/>
                    </a:ext>
                  </a:extLst>
                </p14:cNvPr>
                <p14:cNvContentPartPr/>
                <p14:nvPr/>
              </p14:nvContentPartPr>
              <p14:xfrm>
                <a:off x="1634494" y="1957570"/>
                <a:ext cx="306000" cy="312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FC83BC0-8AAD-6B05-3ADE-47A8C522BC0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16494" y="1939570"/>
                  <a:ext cx="3416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3E909E6-EFB2-E74F-B58D-FA33FE7BFBBE}"/>
                    </a:ext>
                  </a:extLst>
                </p14:cNvPr>
                <p14:cNvContentPartPr/>
                <p14:nvPr/>
              </p14:nvContentPartPr>
              <p14:xfrm>
                <a:off x="1548094" y="2308930"/>
                <a:ext cx="586440" cy="777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3E909E6-EFB2-E74F-B58D-FA33FE7BFBB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530454" y="2290930"/>
                  <a:ext cx="622080" cy="81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146B6C4-FAEE-2D4F-2F4E-DC7EFB444CBF}"/>
                    </a:ext>
                  </a:extLst>
                </p14:cNvPr>
                <p14:cNvContentPartPr/>
                <p14:nvPr/>
              </p14:nvContentPartPr>
              <p14:xfrm>
                <a:off x="2242534" y="3012010"/>
                <a:ext cx="73800" cy="57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146B6C4-FAEE-2D4F-2F4E-DC7EFB444CB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224534" y="2994010"/>
                  <a:ext cx="1094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8561F03-E927-570B-63D5-5707DD22DB3C}"/>
                    </a:ext>
                  </a:extLst>
                </p14:cNvPr>
                <p14:cNvContentPartPr/>
                <p14:nvPr/>
              </p14:nvContentPartPr>
              <p14:xfrm>
                <a:off x="2309134" y="2975290"/>
                <a:ext cx="115920" cy="155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8561F03-E927-570B-63D5-5707DD22DB3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291134" y="2957650"/>
                  <a:ext cx="1515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BB2DB6E-479E-83B6-539D-5348E6B28F5E}"/>
                    </a:ext>
                  </a:extLst>
                </p14:cNvPr>
                <p14:cNvContentPartPr/>
                <p14:nvPr/>
              </p14:nvContentPartPr>
              <p14:xfrm>
                <a:off x="2379694" y="2885290"/>
                <a:ext cx="49320" cy="42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BB2DB6E-479E-83B6-539D-5348E6B28F5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61694" y="2867290"/>
                  <a:ext cx="849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2F88ED7-D61F-8DF0-439D-DCD30F0EBF2E}"/>
                    </a:ext>
                  </a:extLst>
                </p14:cNvPr>
                <p14:cNvContentPartPr/>
                <p14:nvPr/>
              </p14:nvContentPartPr>
              <p14:xfrm>
                <a:off x="2733214" y="3224770"/>
                <a:ext cx="57960" cy="997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2F88ED7-D61F-8DF0-439D-DCD30F0EBF2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715574" y="3206770"/>
                  <a:ext cx="936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0595BD1-8A90-9DE0-B55A-ED8E4E3E4C8E}"/>
                    </a:ext>
                  </a:extLst>
                </p14:cNvPr>
                <p14:cNvContentPartPr/>
                <p14:nvPr/>
              </p14:nvContentPartPr>
              <p14:xfrm>
                <a:off x="2700094" y="2966650"/>
                <a:ext cx="187560" cy="102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0595BD1-8A90-9DE0-B55A-ED8E4E3E4C8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682454" y="2949010"/>
                  <a:ext cx="2232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650E497-836A-107B-8944-00FF251F2798}"/>
                    </a:ext>
                  </a:extLst>
                </p14:cNvPr>
                <p14:cNvContentPartPr/>
                <p14:nvPr/>
              </p14:nvContentPartPr>
              <p14:xfrm>
                <a:off x="2727814" y="2870890"/>
                <a:ext cx="105480" cy="258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650E497-836A-107B-8944-00FF251F279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710174" y="2852890"/>
                  <a:ext cx="1411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BA5518A-07CD-BF7C-E8E6-FCD86562E736}"/>
                    </a:ext>
                  </a:extLst>
                </p14:cNvPr>
                <p14:cNvContentPartPr/>
                <p14:nvPr/>
              </p14:nvContentPartPr>
              <p14:xfrm>
                <a:off x="1671934" y="2207050"/>
                <a:ext cx="9720" cy="9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BA5518A-07CD-BF7C-E8E6-FCD86562E73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54294" y="2189050"/>
                  <a:ext cx="453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A71C555-E08D-C498-20ED-06F0D24C9DC1}"/>
                    </a:ext>
                  </a:extLst>
                </p14:cNvPr>
                <p14:cNvContentPartPr/>
                <p14:nvPr/>
              </p14:nvContentPartPr>
              <p14:xfrm>
                <a:off x="756814" y="1948930"/>
                <a:ext cx="987480" cy="3282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A71C555-E08D-C498-20ED-06F0D24C9DC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38814" y="1931290"/>
                  <a:ext cx="1023120" cy="331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F4DC909-13C2-59B6-3334-99865A39AAB2}"/>
                    </a:ext>
                  </a:extLst>
                </p14:cNvPr>
                <p14:cNvContentPartPr/>
                <p14:nvPr/>
              </p14:nvContentPartPr>
              <p14:xfrm>
                <a:off x="1026454" y="5222050"/>
                <a:ext cx="943920" cy="97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F4DC909-13C2-59B6-3334-99865A39AAB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8454" y="5204410"/>
                  <a:ext cx="9795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D94298A-ED8F-579B-3304-BA797957DBCC}"/>
                    </a:ext>
                  </a:extLst>
                </p14:cNvPr>
                <p14:cNvContentPartPr/>
                <p14:nvPr/>
              </p14:nvContentPartPr>
              <p14:xfrm>
                <a:off x="1916734" y="4663690"/>
                <a:ext cx="28440" cy="556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D94298A-ED8F-579B-3304-BA797957DBC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98734" y="4646050"/>
                  <a:ext cx="6408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FB40D8E-D995-7DE6-1CCE-3C6E121BF208}"/>
                    </a:ext>
                  </a:extLst>
                </p14:cNvPr>
                <p14:cNvContentPartPr/>
                <p14:nvPr/>
              </p14:nvContentPartPr>
              <p14:xfrm>
                <a:off x="2016814" y="5137810"/>
                <a:ext cx="1811520" cy="95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FB40D8E-D995-7DE6-1CCE-3C6E121BF20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998814" y="5120170"/>
                  <a:ext cx="18471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A2FF489-8323-5512-B38D-2C3689C23E60}"/>
                    </a:ext>
                  </a:extLst>
                </p14:cNvPr>
                <p14:cNvContentPartPr/>
                <p14:nvPr/>
              </p14:nvContentPartPr>
              <p14:xfrm>
                <a:off x="3770374" y="4615450"/>
                <a:ext cx="33120" cy="498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A2FF489-8323-5512-B38D-2C3689C23E6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52734" y="4597450"/>
                  <a:ext cx="6876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FBF8497-CEC0-04E5-6434-11A6351260AA}"/>
                    </a:ext>
                  </a:extLst>
                </p14:cNvPr>
                <p14:cNvContentPartPr/>
                <p14:nvPr/>
              </p14:nvContentPartPr>
              <p14:xfrm>
                <a:off x="2366374" y="2011930"/>
                <a:ext cx="116640" cy="152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FBF8497-CEC0-04E5-6434-11A6351260A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48374" y="1994290"/>
                  <a:ext cx="152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83C231B-F662-45D4-93A4-6ECB370B5ADC}"/>
                    </a:ext>
                  </a:extLst>
                </p14:cNvPr>
                <p14:cNvContentPartPr/>
                <p14:nvPr/>
              </p14:nvContentPartPr>
              <p14:xfrm>
                <a:off x="2596054" y="1677490"/>
                <a:ext cx="215280" cy="360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83C231B-F662-45D4-93A4-6ECB370B5AD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578054" y="1659850"/>
                  <a:ext cx="25092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6F4791B-7CCF-CBB1-BB06-4E42F0507CBE}"/>
                    </a:ext>
                  </a:extLst>
                </p14:cNvPr>
                <p14:cNvContentPartPr/>
                <p14:nvPr/>
              </p14:nvContentPartPr>
              <p14:xfrm>
                <a:off x="2814574" y="1669930"/>
                <a:ext cx="6120" cy="356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6F4791B-7CCF-CBB1-BB06-4E42F0507CB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796574" y="1652290"/>
                  <a:ext cx="417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C5B2550-6130-5596-197D-1397AF8938CC}"/>
                    </a:ext>
                  </a:extLst>
                </p14:cNvPr>
                <p14:cNvContentPartPr/>
                <p14:nvPr/>
              </p14:nvContentPartPr>
              <p14:xfrm>
                <a:off x="2894134" y="1440610"/>
                <a:ext cx="81720" cy="94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C5B2550-6130-5596-197D-1397AF8938C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76134" y="1422610"/>
                  <a:ext cx="1173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1306B5-8D9E-0228-97A8-A9AE8DC1A2AD}"/>
                    </a:ext>
                  </a:extLst>
                </p14:cNvPr>
                <p14:cNvContentPartPr/>
                <p14:nvPr/>
              </p14:nvContentPartPr>
              <p14:xfrm>
                <a:off x="2905294" y="1495330"/>
                <a:ext cx="138960" cy="212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1306B5-8D9E-0228-97A8-A9AE8DC1A2A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87654" y="1477330"/>
                  <a:ext cx="1746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88D1381-5393-2A9C-A52A-822E5EDC2CB1}"/>
                    </a:ext>
                  </a:extLst>
                </p14:cNvPr>
                <p14:cNvContentPartPr/>
                <p14:nvPr/>
              </p14:nvContentPartPr>
              <p14:xfrm>
                <a:off x="3132814" y="1271410"/>
                <a:ext cx="129600" cy="237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88D1381-5393-2A9C-A52A-822E5EDC2CB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15174" y="1253410"/>
                  <a:ext cx="1652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582A8CD-E589-0899-776A-5BEDCAF4C61A}"/>
                    </a:ext>
                  </a:extLst>
                </p14:cNvPr>
                <p14:cNvContentPartPr/>
                <p14:nvPr/>
              </p14:nvContentPartPr>
              <p14:xfrm>
                <a:off x="3436294" y="1150090"/>
                <a:ext cx="190800" cy="169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582A8CD-E589-0899-776A-5BEDCAF4C61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418294" y="1132450"/>
                  <a:ext cx="2264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CC20BBF-7BA8-80DC-2E7E-8BC0BD32F766}"/>
                    </a:ext>
                  </a:extLst>
                </p14:cNvPr>
                <p14:cNvContentPartPr/>
                <p14:nvPr/>
              </p14:nvContentPartPr>
              <p14:xfrm>
                <a:off x="3701254" y="1100770"/>
                <a:ext cx="129240" cy="161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CC20BBF-7BA8-80DC-2E7E-8BC0BD32F76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683614" y="1083130"/>
                  <a:ext cx="1648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F77805D-55DB-3496-1667-E0CF1776DB10}"/>
                    </a:ext>
                  </a:extLst>
                </p14:cNvPr>
                <p14:cNvContentPartPr/>
                <p14:nvPr/>
              </p14:nvContentPartPr>
              <p14:xfrm>
                <a:off x="3815014" y="898090"/>
                <a:ext cx="83880" cy="147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F77805D-55DB-3496-1667-E0CF1776DB1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97374" y="880090"/>
                  <a:ext cx="1195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BEC8609-4091-E2DA-5611-B64F690F3CC3}"/>
                    </a:ext>
                  </a:extLst>
                </p14:cNvPr>
                <p14:cNvContentPartPr/>
                <p14:nvPr/>
              </p14:nvContentPartPr>
              <p14:xfrm>
                <a:off x="3858934" y="940570"/>
                <a:ext cx="30600" cy="73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BEC8609-4091-E2DA-5611-B64F690F3CC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841294" y="922930"/>
                  <a:ext cx="66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FCA93FC-A683-6358-0D83-19FB548530E4}"/>
                    </a:ext>
                  </a:extLst>
                </p14:cNvPr>
                <p14:cNvContentPartPr/>
                <p14:nvPr/>
              </p14:nvContentPartPr>
              <p14:xfrm>
                <a:off x="3946414" y="779650"/>
                <a:ext cx="92880" cy="140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FCA93FC-A683-6358-0D83-19FB548530E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928774" y="761650"/>
                  <a:ext cx="1285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8E8E76B-8849-5BA7-38E8-AE7ED399D9B5}"/>
                    </a:ext>
                  </a:extLst>
                </p14:cNvPr>
                <p14:cNvContentPartPr/>
                <p14:nvPr/>
              </p14:nvContentPartPr>
              <p14:xfrm>
                <a:off x="4022374" y="797290"/>
                <a:ext cx="85680" cy="105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8E8E76B-8849-5BA7-38E8-AE7ED399D9B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004374" y="779290"/>
                  <a:ext cx="1213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8799E43-1D9D-6CBB-22A2-C20CC1BDF72C}"/>
                    </a:ext>
                  </a:extLst>
                </p14:cNvPr>
                <p14:cNvContentPartPr/>
                <p14:nvPr/>
              </p14:nvContentPartPr>
              <p14:xfrm>
                <a:off x="4167454" y="783970"/>
                <a:ext cx="117000" cy="82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8799E43-1D9D-6CBB-22A2-C20CC1BDF72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149814" y="765970"/>
                  <a:ext cx="1526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291A70C-01B1-E461-98F5-4BAEC7C0B524}"/>
                    </a:ext>
                  </a:extLst>
                </p14:cNvPr>
                <p14:cNvContentPartPr/>
                <p14:nvPr/>
              </p14:nvContentPartPr>
              <p14:xfrm>
                <a:off x="4317574" y="683530"/>
                <a:ext cx="97560" cy="1072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291A70C-01B1-E461-98F5-4BAEC7C0B52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299574" y="665530"/>
                  <a:ext cx="1332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013AC9B-9894-ABD5-E237-783C73599743}"/>
                    </a:ext>
                  </a:extLst>
                </p14:cNvPr>
                <p14:cNvContentPartPr/>
                <p14:nvPr/>
              </p14:nvContentPartPr>
              <p14:xfrm>
                <a:off x="4524934" y="498490"/>
                <a:ext cx="222480" cy="502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013AC9B-9894-ABD5-E237-783C7359974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507294" y="480490"/>
                  <a:ext cx="258120" cy="53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1FFB246F-ECD6-9B34-A735-A6552F2A4D19}"/>
              </a:ext>
            </a:extLst>
          </p:cNvPr>
          <p:cNvGrpSpPr/>
          <p:nvPr/>
        </p:nvGrpSpPr>
        <p:grpSpPr>
          <a:xfrm>
            <a:off x="6345454" y="1301650"/>
            <a:ext cx="2701080" cy="3507120"/>
            <a:chOff x="6345454" y="1301650"/>
            <a:chExt cx="2701080" cy="350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FDBA5B8-C58E-9C23-95E1-D0B2B9D70535}"/>
                    </a:ext>
                  </a:extLst>
                </p14:cNvPr>
                <p14:cNvContentPartPr/>
                <p14:nvPr/>
              </p14:nvContentPartPr>
              <p14:xfrm>
                <a:off x="6858814" y="2496130"/>
                <a:ext cx="500040" cy="515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FDBA5B8-C58E-9C23-95E1-D0B2B9D7053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841174" y="2478490"/>
                  <a:ext cx="535680" cy="5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B83A5B2-8D07-F75F-B5AE-9C50C410DE53}"/>
                    </a:ext>
                  </a:extLst>
                </p14:cNvPr>
                <p14:cNvContentPartPr/>
                <p14:nvPr/>
              </p14:nvContentPartPr>
              <p14:xfrm>
                <a:off x="6942694" y="2660290"/>
                <a:ext cx="53640" cy="65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B83A5B2-8D07-F75F-B5AE-9C50C410DE5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925054" y="2642650"/>
                  <a:ext cx="89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DF11608-A948-EEEC-9C2B-D346807696EF}"/>
                    </a:ext>
                  </a:extLst>
                </p14:cNvPr>
                <p14:cNvContentPartPr/>
                <p14:nvPr/>
              </p14:nvContentPartPr>
              <p14:xfrm>
                <a:off x="6542734" y="2299930"/>
                <a:ext cx="442800" cy="371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DF11608-A948-EEEC-9C2B-D346807696E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525094" y="2282290"/>
                  <a:ext cx="47844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0ED2B8A-D6D4-1254-80FD-CA5B4F083598}"/>
                    </a:ext>
                  </a:extLst>
                </p14:cNvPr>
                <p14:cNvContentPartPr/>
                <p14:nvPr/>
              </p14:nvContentPartPr>
              <p14:xfrm>
                <a:off x="7157974" y="2735890"/>
                <a:ext cx="241920" cy="251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0ED2B8A-D6D4-1254-80FD-CA5B4F08359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139974" y="2717890"/>
                  <a:ext cx="2775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CF0C03B-E3E4-475C-872B-1A4290D2AF14}"/>
                    </a:ext>
                  </a:extLst>
                </p14:cNvPr>
                <p14:cNvContentPartPr/>
                <p14:nvPr/>
              </p14:nvContentPartPr>
              <p14:xfrm>
                <a:off x="7690054" y="2763250"/>
                <a:ext cx="269280" cy="360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CF0C03B-E3E4-475C-872B-1A4290D2AF1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72414" y="2745610"/>
                  <a:ext cx="30492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8CAB8BF-C3EC-A4F0-3A5C-764C50A0ED23}"/>
                    </a:ext>
                  </a:extLst>
                </p14:cNvPr>
                <p14:cNvContentPartPr/>
                <p14:nvPr/>
              </p14:nvContentPartPr>
              <p14:xfrm>
                <a:off x="7857814" y="2671450"/>
                <a:ext cx="251640" cy="243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8CAB8BF-C3EC-A4F0-3A5C-764C50A0ED2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39814" y="2653810"/>
                  <a:ext cx="2872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97B8A76-719C-553F-E452-90B17481FE86}"/>
                    </a:ext>
                  </a:extLst>
                </p14:cNvPr>
                <p14:cNvContentPartPr/>
                <p14:nvPr/>
              </p14:nvContentPartPr>
              <p14:xfrm>
                <a:off x="8025934" y="2654170"/>
                <a:ext cx="121320" cy="102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97B8A76-719C-553F-E452-90B17481FE8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08294" y="2636530"/>
                  <a:ext cx="1569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528A5A1-157B-619E-C554-47632B7C1932}"/>
                    </a:ext>
                  </a:extLst>
                </p14:cNvPr>
                <p14:cNvContentPartPr/>
                <p14:nvPr/>
              </p14:nvContentPartPr>
              <p14:xfrm>
                <a:off x="8121334" y="2053690"/>
                <a:ext cx="484560" cy="665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528A5A1-157B-619E-C554-47632B7C193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103334" y="2035690"/>
                  <a:ext cx="52020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92F04A6-10D8-FE16-E97B-8C682C056A54}"/>
                    </a:ext>
                  </a:extLst>
                </p14:cNvPr>
                <p14:cNvContentPartPr/>
                <p14:nvPr/>
              </p14:nvContentPartPr>
              <p14:xfrm>
                <a:off x="7053934" y="3424570"/>
                <a:ext cx="259920" cy="246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92F04A6-10D8-FE16-E97B-8C682C056A5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036294" y="3406570"/>
                  <a:ext cx="2955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CDC8833-9654-3371-E8BB-A46E2747E49B}"/>
                    </a:ext>
                  </a:extLst>
                </p14:cNvPr>
                <p14:cNvContentPartPr/>
                <p14:nvPr/>
              </p14:nvContentPartPr>
              <p14:xfrm>
                <a:off x="6860254" y="3531850"/>
                <a:ext cx="464400" cy="451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CDC8833-9654-3371-E8BB-A46E2747E49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842614" y="3514210"/>
                  <a:ext cx="50004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B4737FC-BB45-0486-1A4E-6866FF530CC9}"/>
                    </a:ext>
                  </a:extLst>
                </p14:cNvPr>
                <p14:cNvContentPartPr/>
                <p14:nvPr/>
              </p14:nvContentPartPr>
              <p14:xfrm>
                <a:off x="6949534" y="3742090"/>
                <a:ext cx="140760" cy="63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B4737FC-BB45-0486-1A4E-6866FF530CC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931894" y="3724450"/>
                  <a:ext cx="176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BADB77D-6E6A-AC07-E914-1B544C2710FE}"/>
                    </a:ext>
                  </a:extLst>
                </p14:cNvPr>
                <p14:cNvContentPartPr/>
                <p14:nvPr/>
              </p14:nvContentPartPr>
              <p14:xfrm>
                <a:off x="6480454" y="3804010"/>
                <a:ext cx="599760" cy="7059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BADB77D-6E6A-AC07-E914-1B544C2710F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462454" y="3786370"/>
                  <a:ext cx="635400" cy="74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DBDEE15-E0C2-33E6-7F16-6C6850709242}"/>
                    </a:ext>
                  </a:extLst>
                </p14:cNvPr>
                <p14:cNvContentPartPr/>
                <p14:nvPr/>
              </p14:nvContentPartPr>
              <p14:xfrm>
                <a:off x="7815334" y="3459130"/>
                <a:ext cx="403560" cy="374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DBDEE15-E0C2-33E6-7F16-6C685070924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797334" y="3441490"/>
                  <a:ext cx="43920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5E973AA-C670-273D-BAEC-3EDF78B35ADB}"/>
                    </a:ext>
                  </a:extLst>
                </p14:cNvPr>
                <p14:cNvContentPartPr/>
                <p14:nvPr/>
              </p14:nvContentPartPr>
              <p14:xfrm>
                <a:off x="7971574" y="3459490"/>
                <a:ext cx="521640" cy="639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5E973AA-C670-273D-BAEC-3EDF78B35AD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953934" y="3441850"/>
                  <a:ext cx="55728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9C58830-EFD7-D3A5-CD8F-B2CD11193995}"/>
                    </a:ext>
                  </a:extLst>
                </p14:cNvPr>
                <p14:cNvContentPartPr/>
                <p14:nvPr/>
              </p14:nvContentPartPr>
              <p14:xfrm>
                <a:off x="8278294" y="3859090"/>
                <a:ext cx="100440" cy="155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9C58830-EFD7-D3A5-CD8F-B2CD1119399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260654" y="3841090"/>
                  <a:ext cx="1360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3F00550-7E3B-6A7C-58AE-1F7F9CC24838}"/>
                    </a:ext>
                  </a:extLst>
                </p14:cNvPr>
                <p14:cNvContentPartPr/>
                <p14:nvPr/>
              </p14:nvContentPartPr>
              <p14:xfrm>
                <a:off x="8330494" y="3953770"/>
                <a:ext cx="407160" cy="4366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3F00550-7E3B-6A7C-58AE-1F7F9CC2483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312854" y="3936130"/>
                  <a:ext cx="44280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35961EA-F2F1-CE8A-F603-3F9517E4A93D}"/>
                    </a:ext>
                  </a:extLst>
                </p14:cNvPr>
                <p14:cNvContentPartPr/>
                <p14:nvPr/>
              </p14:nvContentPartPr>
              <p14:xfrm>
                <a:off x="6507454" y="4499170"/>
                <a:ext cx="20880" cy="97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35961EA-F2F1-CE8A-F603-3F9517E4A93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489454" y="4481170"/>
                  <a:ext cx="565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C2FD82C-8218-E01E-6EDC-F40E87CF547C}"/>
                    </a:ext>
                  </a:extLst>
                </p14:cNvPr>
                <p14:cNvContentPartPr/>
                <p14:nvPr/>
              </p14:nvContentPartPr>
              <p14:xfrm>
                <a:off x="6469294" y="4393330"/>
                <a:ext cx="2402640" cy="2934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C2FD82C-8218-E01E-6EDC-F40E87CF547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51654" y="4375690"/>
                  <a:ext cx="24382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1CB8609-14FB-C1F0-65A5-CA84C49C773A}"/>
                    </a:ext>
                  </a:extLst>
                </p14:cNvPr>
                <p14:cNvContentPartPr/>
                <p14:nvPr/>
              </p14:nvContentPartPr>
              <p14:xfrm>
                <a:off x="6345454" y="2305690"/>
                <a:ext cx="313560" cy="2503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1CB8609-14FB-C1F0-65A5-CA84C49C773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327814" y="2288050"/>
                  <a:ext cx="349200" cy="25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C94FB40-080C-AECF-C11F-6AE2AE593D26}"/>
                    </a:ext>
                  </a:extLst>
                </p14:cNvPr>
                <p14:cNvContentPartPr/>
                <p14:nvPr/>
              </p14:nvContentPartPr>
              <p14:xfrm>
                <a:off x="8611654" y="2027050"/>
                <a:ext cx="434880" cy="2385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C94FB40-080C-AECF-C11F-6AE2AE593D2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593654" y="2009050"/>
                  <a:ext cx="470520" cy="24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91EEBC4-2106-F160-62B1-8D02EF4EC6C6}"/>
                    </a:ext>
                  </a:extLst>
                </p14:cNvPr>
                <p14:cNvContentPartPr/>
                <p14:nvPr/>
              </p14:nvContentPartPr>
              <p14:xfrm>
                <a:off x="6870334" y="2178970"/>
                <a:ext cx="156240" cy="259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91EEBC4-2106-F160-62B1-8D02EF4EC6C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852694" y="2161330"/>
                  <a:ext cx="1918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A836EC9-C601-69C9-252C-CAC4615957C2}"/>
                    </a:ext>
                  </a:extLst>
                </p14:cNvPr>
                <p14:cNvContentPartPr/>
                <p14:nvPr/>
              </p14:nvContentPartPr>
              <p14:xfrm>
                <a:off x="7078054" y="2231530"/>
                <a:ext cx="8640" cy="147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A836EC9-C601-69C9-252C-CAC4615957C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060054" y="2213890"/>
                  <a:ext cx="44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98ED984-8F12-9B5B-7C5D-E71E161418C2}"/>
                    </a:ext>
                  </a:extLst>
                </p14:cNvPr>
                <p14:cNvContentPartPr/>
                <p14:nvPr/>
              </p14:nvContentPartPr>
              <p14:xfrm>
                <a:off x="7169854" y="2021650"/>
                <a:ext cx="141120" cy="83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98ED984-8F12-9B5B-7C5D-E71E161418C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151854" y="2003650"/>
                  <a:ext cx="1767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6A4F3A3-4179-8A73-B5D3-AAC5CD86CEC1}"/>
                    </a:ext>
                  </a:extLst>
                </p14:cNvPr>
                <p14:cNvContentPartPr/>
                <p14:nvPr/>
              </p14:nvContentPartPr>
              <p14:xfrm>
                <a:off x="7240774" y="2108410"/>
                <a:ext cx="74520" cy="175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6A4F3A3-4179-8A73-B5D3-AAC5CD86CEC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223134" y="2090410"/>
                  <a:ext cx="1101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BD48F55-778F-4E09-5A36-C82E7F360865}"/>
                    </a:ext>
                  </a:extLst>
                </p14:cNvPr>
                <p14:cNvContentPartPr/>
                <p14:nvPr/>
              </p14:nvContentPartPr>
              <p14:xfrm>
                <a:off x="8392774" y="2717170"/>
                <a:ext cx="69480" cy="339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BD48F55-778F-4E09-5A36-C82E7F36086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375134" y="2699530"/>
                  <a:ext cx="1051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BCBCEDA-3E2D-8CA6-F27C-06669873120F}"/>
                    </a:ext>
                  </a:extLst>
                </p14:cNvPr>
                <p14:cNvContentPartPr/>
                <p14:nvPr/>
              </p14:nvContentPartPr>
              <p14:xfrm>
                <a:off x="8562694" y="2818330"/>
                <a:ext cx="2160" cy="568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BCBCEDA-3E2D-8CA6-F27C-06669873120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544694" y="2800330"/>
                  <a:ext cx="378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16E2ACD-C221-37E1-4504-90D864CC7E4C}"/>
                    </a:ext>
                  </a:extLst>
                </p14:cNvPr>
                <p14:cNvContentPartPr/>
                <p14:nvPr/>
              </p14:nvContentPartPr>
              <p14:xfrm>
                <a:off x="8684014" y="2698810"/>
                <a:ext cx="126000" cy="435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16E2ACD-C221-37E1-4504-90D864CC7E4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666014" y="2680810"/>
                  <a:ext cx="1616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4B0D279-EBEE-15C4-50F6-F41DE7E09488}"/>
                    </a:ext>
                  </a:extLst>
                </p14:cNvPr>
                <p14:cNvContentPartPr/>
                <p14:nvPr/>
              </p14:nvContentPartPr>
              <p14:xfrm>
                <a:off x="8734414" y="2721850"/>
                <a:ext cx="101160" cy="181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4B0D279-EBEE-15C4-50F6-F41DE7E0948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716774" y="2704210"/>
                  <a:ext cx="1368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57DC8FE-8A8F-B562-F916-64BE8A8FE295}"/>
                    </a:ext>
                  </a:extLst>
                </p14:cNvPr>
                <p14:cNvContentPartPr/>
                <p14:nvPr/>
              </p14:nvContentPartPr>
              <p14:xfrm>
                <a:off x="7037734" y="4355170"/>
                <a:ext cx="47520" cy="185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57DC8FE-8A8F-B562-F916-64BE8A8FE29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020094" y="4337530"/>
                  <a:ext cx="831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F53E70C-0377-21BA-FFD0-A2B9B223C597}"/>
                    </a:ext>
                  </a:extLst>
                </p14:cNvPr>
                <p14:cNvContentPartPr/>
                <p14:nvPr/>
              </p14:nvContentPartPr>
              <p14:xfrm>
                <a:off x="7232494" y="4347970"/>
                <a:ext cx="21240" cy="47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F53E70C-0377-21BA-FFD0-A2B9B223C59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214854" y="4330330"/>
                  <a:ext cx="568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E055B5A-AFD7-AE6A-36B3-77BC3FC3005F}"/>
                    </a:ext>
                  </a:extLst>
                </p14:cNvPr>
                <p14:cNvContentPartPr/>
                <p14:nvPr/>
              </p14:nvContentPartPr>
              <p14:xfrm>
                <a:off x="7367854" y="4239250"/>
                <a:ext cx="91080" cy="52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E055B5A-AFD7-AE6A-36B3-77BC3FC3005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349854" y="4221610"/>
                  <a:ext cx="1267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AF5CBF1-BFA7-00FD-D38A-CF69AEFA81FE}"/>
                    </a:ext>
                  </a:extLst>
                </p14:cNvPr>
                <p14:cNvContentPartPr/>
                <p14:nvPr/>
              </p14:nvContentPartPr>
              <p14:xfrm>
                <a:off x="7387294" y="4226650"/>
                <a:ext cx="129240" cy="232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AF5CBF1-BFA7-00FD-D38A-CF69AEFA81F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369654" y="4209010"/>
                  <a:ext cx="1648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B6250D4-CB09-3510-1865-EDAB1EBDF96F}"/>
                    </a:ext>
                  </a:extLst>
                </p14:cNvPr>
                <p14:cNvContentPartPr/>
                <p14:nvPr/>
              </p14:nvContentPartPr>
              <p14:xfrm>
                <a:off x="8565574" y="3802210"/>
                <a:ext cx="37440" cy="2102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B6250D4-CB09-3510-1865-EDAB1EBDF96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547934" y="3784570"/>
                  <a:ext cx="730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80CC7B2-90BC-8236-D3E2-2B4807037195}"/>
                    </a:ext>
                  </a:extLst>
                </p14:cNvPr>
                <p14:cNvContentPartPr/>
                <p14:nvPr/>
              </p14:nvContentPartPr>
              <p14:xfrm>
                <a:off x="8711734" y="3828130"/>
                <a:ext cx="16200" cy="230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80CC7B2-90BC-8236-D3E2-2B480703719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693734" y="3810130"/>
                  <a:ext cx="51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6957DD5-18E8-FBD0-8FFA-655BF825D371}"/>
                    </a:ext>
                  </a:extLst>
                </p14:cNvPr>
                <p14:cNvContentPartPr/>
                <p14:nvPr/>
              </p14:nvContentPartPr>
              <p14:xfrm>
                <a:off x="8793454" y="3729850"/>
                <a:ext cx="73440" cy="399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6957DD5-18E8-FBD0-8FFA-655BF825D37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775454" y="3712210"/>
                  <a:ext cx="1090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4969209-F05B-C408-6D8A-5CF8C1CF883D}"/>
                    </a:ext>
                  </a:extLst>
                </p14:cNvPr>
                <p14:cNvContentPartPr/>
                <p14:nvPr/>
              </p14:nvContentPartPr>
              <p14:xfrm>
                <a:off x="8827294" y="3780970"/>
                <a:ext cx="83520" cy="100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4969209-F05B-C408-6D8A-5CF8C1CF883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809654" y="3762970"/>
                  <a:ext cx="1191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D8EDA51-A4C6-BD22-BF34-DDCDA130C4F0}"/>
                    </a:ext>
                  </a:extLst>
                </p14:cNvPr>
                <p14:cNvContentPartPr/>
                <p14:nvPr/>
              </p14:nvContentPartPr>
              <p14:xfrm>
                <a:off x="7770334" y="3495850"/>
                <a:ext cx="110520" cy="687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D8EDA51-A4C6-BD22-BF34-DDCDA130C4F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752334" y="3477850"/>
                  <a:ext cx="1461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9873E46-4A27-0513-5DEE-2F493BECBEEF}"/>
                    </a:ext>
                  </a:extLst>
                </p14:cNvPr>
                <p14:cNvContentPartPr/>
                <p14:nvPr/>
              </p14:nvContentPartPr>
              <p14:xfrm>
                <a:off x="7341934" y="3395050"/>
                <a:ext cx="67680" cy="63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9873E46-4A27-0513-5DEE-2F493BECBEE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324294" y="3377050"/>
                  <a:ext cx="1033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4467A81-42F9-44F5-EC5C-5326968ED818}"/>
                    </a:ext>
                  </a:extLst>
                </p14:cNvPr>
                <p14:cNvContentPartPr/>
                <p14:nvPr/>
              </p14:nvContentPartPr>
              <p14:xfrm>
                <a:off x="7370374" y="3006610"/>
                <a:ext cx="48960" cy="66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4467A81-42F9-44F5-EC5C-5326968ED81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352734" y="2988610"/>
                  <a:ext cx="846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902DE1F-E356-7337-ABE7-790ABB04D08F}"/>
                    </a:ext>
                  </a:extLst>
                </p14:cNvPr>
                <p14:cNvContentPartPr/>
                <p14:nvPr/>
              </p14:nvContentPartPr>
              <p14:xfrm>
                <a:off x="7649734" y="3143410"/>
                <a:ext cx="35280" cy="59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902DE1F-E356-7337-ABE7-790ABB04D08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632094" y="3125410"/>
                  <a:ext cx="709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23DA758-0E18-7D69-2D97-E68AA913A786}"/>
                    </a:ext>
                  </a:extLst>
                </p14:cNvPr>
                <p14:cNvContentPartPr/>
                <p14:nvPr/>
              </p14:nvContentPartPr>
              <p14:xfrm>
                <a:off x="7548934" y="3291730"/>
                <a:ext cx="23760" cy="468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23DA758-0E18-7D69-2D97-E68AA913A78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531294" y="3274090"/>
                  <a:ext cx="594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0CE74A8-054E-ACBB-A2D7-A1C879287262}"/>
                    </a:ext>
                  </a:extLst>
                </p14:cNvPr>
                <p14:cNvContentPartPr/>
                <p14:nvPr/>
              </p14:nvContentPartPr>
              <p14:xfrm>
                <a:off x="7383694" y="3019210"/>
                <a:ext cx="204480" cy="2790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0CE74A8-054E-ACBB-A2D7-A1C87928726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365694" y="3001210"/>
                  <a:ext cx="2401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7E9E699-C7A2-771E-F3A6-F1C0209F3C4D}"/>
                    </a:ext>
                  </a:extLst>
                </p14:cNvPr>
                <p14:cNvContentPartPr/>
                <p14:nvPr/>
              </p14:nvContentPartPr>
              <p14:xfrm>
                <a:off x="7387294" y="3150970"/>
                <a:ext cx="339120" cy="3060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7E9E699-C7A2-771E-F3A6-F1C0209F3C4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369654" y="3132970"/>
                  <a:ext cx="3747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4476A42-A75E-2EDA-BFF6-4D212F55E68C}"/>
                    </a:ext>
                  </a:extLst>
                </p14:cNvPr>
                <p14:cNvContentPartPr/>
                <p14:nvPr/>
              </p14:nvContentPartPr>
              <p14:xfrm>
                <a:off x="7591054" y="3340690"/>
                <a:ext cx="252360" cy="179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4476A42-A75E-2EDA-BFF6-4D212F55E68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573414" y="3323050"/>
                  <a:ext cx="2880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0924CC4-5255-82A5-B211-66C11E3A78CF}"/>
                    </a:ext>
                  </a:extLst>
                </p14:cNvPr>
                <p14:cNvContentPartPr/>
                <p14:nvPr/>
              </p14:nvContentPartPr>
              <p14:xfrm>
                <a:off x="7580254" y="1679290"/>
                <a:ext cx="407160" cy="1420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0924CC4-5255-82A5-B211-66C11E3A78C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562614" y="1661650"/>
                  <a:ext cx="442800" cy="14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95F1F8F-1F17-C294-1511-3442C6B14B5E}"/>
                    </a:ext>
                  </a:extLst>
                </p14:cNvPr>
                <p14:cNvContentPartPr/>
                <p14:nvPr/>
              </p14:nvContentPartPr>
              <p14:xfrm>
                <a:off x="7911094" y="1351330"/>
                <a:ext cx="310320" cy="129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95F1F8F-1F17-C294-1511-3442C6B14B5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893094" y="1333330"/>
                  <a:ext cx="3459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7799166-8654-F623-597C-4248E92B9CC8}"/>
                    </a:ext>
                  </a:extLst>
                </p14:cNvPr>
                <p14:cNvContentPartPr/>
                <p14:nvPr/>
              </p14:nvContentPartPr>
              <p14:xfrm>
                <a:off x="8048254" y="1301650"/>
                <a:ext cx="119880" cy="2926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7799166-8654-F623-597C-4248E92B9CC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030254" y="1283650"/>
                  <a:ext cx="155520" cy="32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11075E24-9C51-0860-53CD-C5B2115DAAA7}"/>
              </a:ext>
            </a:extLst>
          </p:cNvPr>
          <p:cNvGrpSpPr/>
          <p:nvPr/>
        </p:nvGrpSpPr>
        <p:grpSpPr>
          <a:xfrm>
            <a:off x="9516694" y="1329370"/>
            <a:ext cx="991440" cy="387360"/>
            <a:chOff x="9516694" y="1329370"/>
            <a:chExt cx="99144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9BB5BE1-4273-8E13-DE23-87BBEC8F3863}"/>
                    </a:ext>
                  </a:extLst>
                </p14:cNvPr>
                <p14:cNvContentPartPr/>
                <p14:nvPr/>
              </p14:nvContentPartPr>
              <p14:xfrm>
                <a:off x="9516694" y="1374010"/>
                <a:ext cx="294120" cy="3427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9BB5BE1-4273-8E13-DE23-87BBEC8F386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499054" y="1356370"/>
                  <a:ext cx="32976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02AB22-6936-86AA-884C-8E179DE7C5A1}"/>
                    </a:ext>
                  </a:extLst>
                </p14:cNvPr>
                <p14:cNvContentPartPr/>
                <p14:nvPr/>
              </p14:nvContentPartPr>
              <p14:xfrm>
                <a:off x="9892174" y="1460050"/>
                <a:ext cx="198720" cy="2473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02AB22-6936-86AA-884C-8E179DE7C5A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874534" y="1442050"/>
                  <a:ext cx="2343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7577189-239C-7CFF-696C-D1246F9FDAEC}"/>
                    </a:ext>
                  </a:extLst>
                </p14:cNvPr>
                <p14:cNvContentPartPr/>
                <p14:nvPr/>
              </p14:nvContentPartPr>
              <p14:xfrm>
                <a:off x="10221934" y="1516570"/>
                <a:ext cx="111240" cy="156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7577189-239C-7CFF-696C-D1246F9FDAE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203934" y="1498930"/>
                  <a:ext cx="1468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FAA3179-9029-2A1A-A221-F296BF4C31D6}"/>
                    </a:ext>
                  </a:extLst>
                </p14:cNvPr>
                <p14:cNvContentPartPr/>
                <p14:nvPr/>
              </p14:nvContentPartPr>
              <p14:xfrm>
                <a:off x="10428214" y="1329370"/>
                <a:ext cx="48600" cy="295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FAA3179-9029-2A1A-A221-F296BF4C31D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410574" y="1311730"/>
                  <a:ext cx="842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7443F70-9C70-C5BA-4B4A-AAE3404F4017}"/>
                    </a:ext>
                  </a:extLst>
                </p14:cNvPr>
                <p14:cNvContentPartPr/>
                <p14:nvPr/>
              </p14:nvContentPartPr>
              <p14:xfrm>
                <a:off x="10416334" y="1500370"/>
                <a:ext cx="91800" cy="388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7443F70-9C70-C5BA-4B4A-AAE3404F401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398334" y="1482370"/>
                  <a:ext cx="12744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5538F2A3-ED45-4D62-6663-331384FC7A03}"/>
              </a:ext>
            </a:extLst>
          </p:cNvPr>
          <p:cNvGrpSpPr/>
          <p:nvPr/>
        </p:nvGrpSpPr>
        <p:grpSpPr>
          <a:xfrm>
            <a:off x="10800094" y="1278970"/>
            <a:ext cx="330120" cy="365040"/>
            <a:chOff x="10800094" y="1278970"/>
            <a:chExt cx="330120" cy="36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C802952-2200-8AEF-333F-A5B00F8A0A3F}"/>
                    </a:ext>
                  </a:extLst>
                </p14:cNvPr>
                <p14:cNvContentPartPr/>
                <p14:nvPr/>
              </p14:nvContentPartPr>
              <p14:xfrm>
                <a:off x="10800094" y="1451410"/>
                <a:ext cx="34920" cy="1652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C802952-2200-8AEF-333F-A5B00F8A0A3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782094" y="1433770"/>
                  <a:ext cx="705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CF98B47-C5BD-F839-4A35-AAB61D5BB4EA}"/>
                    </a:ext>
                  </a:extLst>
                </p14:cNvPr>
                <p14:cNvContentPartPr/>
                <p14:nvPr/>
              </p14:nvContentPartPr>
              <p14:xfrm>
                <a:off x="10817374" y="1278970"/>
                <a:ext cx="27360" cy="27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CF98B47-C5BD-F839-4A35-AAB61D5BB4E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799734" y="1260970"/>
                  <a:ext cx="630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592811F-89FF-BBD3-F183-09C4F9D59447}"/>
                    </a:ext>
                  </a:extLst>
                </p14:cNvPr>
                <p14:cNvContentPartPr/>
                <p14:nvPr/>
              </p14:nvContentPartPr>
              <p14:xfrm>
                <a:off x="10989094" y="1413610"/>
                <a:ext cx="141120" cy="2304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592811F-89FF-BBD3-F183-09C4F9D5944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971094" y="1395610"/>
                  <a:ext cx="17676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FAB34792-A251-A8D5-2810-EECA1AAE9F04}"/>
              </a:ext>
            </a:extLst>
          </p:cNvPr>
          <p:cNvGrpSpPr/>
          <p:nvPr/>
        </p:nvGrpSpPr>
        <p:grpSpPr>
          <a:xfrm>
            <a:off x="9829534" y="2018050"/>
            <a:ext cx="570960" cy="405720"/>
            <a:chOff x="9829534" y="2018050"/>
            <a:chExt cx="570960" cy="40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B9ED4E0-255F-120A-47A0-524E3F9DDAE2}"/>
                    </a:ext>
                  </a:extLst>
                </p14:cNvPr>
                <p14:cNvContentPartPr/>
                <p14:nvPr/>
              </p14:nvContentPartPr>
              <p14:xfrm>
                <a:off x="9913414" y="2018050"/>
                <a:ext cx="44640" cy="405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B9ED4E0-255F-120A-47A0-524E3F9DDAE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895774" y="2000410"/>
                  <a:ext cx="8028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0FC7DAF-D997-16C6-1D72-16DE1DCE9245}"/>
                    </a:ext>
                  </a:extLst>
                </p14:cNvPr>
                <p14:cNvContentPartPr/>
                <p14:nvPr/>
              </p14:nvContentPartPr>
              <p14:xfrm>
                <a:off x="9829534" y="2098330"/>
                <a:ext cx="397440" cy="2221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0FC7DAF-D997-16C6-1D72-16DE1DCE924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811534" y="2080690"/>
                  <a:ext cx="4330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E46DDEC-9234-22E4-BBB0-8B00EB649BFB}"/>
                    </a:ext>
                  </a:extLst>
                </p14:cNvPr>
                <p14:cNvContentPartPr/>
                <p14:nvPr/>
              </p14:nvContentPartPr>
              <p14:xfrm>
                <a:off x="10309414" y="2152690"/>
                <a:ext cx="91080" cy="1432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E46DDEC-9234-22E4-BBB0-8B00EB649BF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291774" y="2134690"/>
                  <a:ext cx="12672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0178405-23C8-94C5-3BF9-DB4AC5C5E692}"/>
              </a:ext>
            </a:extLst>
          </p:cNvPr>
          <p:cNvGrpSpPr/>
          <p:nvPr/>
        </p:nvGrpSpPr>
        <p:grpSpPr>
          <a:xfrm>
            <a:off x="10696054" y="1957570"/>
            <a:ext cx="1276920" cy="424440"/>
            <a:chOff x="10696054" y="1957570"/>
            <a:chExt cx="1276920" cy="42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82D4E47-830A-6519-48DA-6BDF966BC7E1}"/>
                    </a:ext>
                  </a:extLst>
                </p14:cNvPr>
                <p14:cNvContentPartPr/>
                <p14:nvPr/>
              </p14:nvContentPartPr>
              <p14:xfrm>
                <a:off x="10696054" y="2136850"/>
                <a:ext cx="129240" cy="1465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82D4E47-830A-6519-48DA-6BDF966BC7E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678054" y="2118850"/>
                  <a:ext cx="1648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85FECD6-4A6F-208F-4CB3-5C7D8C226909}"/>
                    </a:ext>
                  </a:extLst>
                </p14:cNvPr>
                <p14:cNvContentPartPr/>
                <p14:nvPr/>
              </p14:nvContentPartPr>
              <p14:xfrm>
                <a:off x="10914214" y="2165290"/>
                <a:ext cx="95040" cy="1249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85FECD6-4A6F-208F-4CB3-5C7D8C22690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896574" y="2147290"/>
                  <a:ext cx="1306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BAA8CF5-164E-ED64-1942-150BA374C9F5}"/>
                    </a:ext>
                  </a:extLst>
                </p14:cNvPr>
                <p14:cNvContentPartPr/>
                <p14:nvPr/>
              </p14:nvContentPartPr>
              <p14:xfrm>
                <a:off x="11137054" y="1957570"/>
                <a:ext cx="65160" cy="359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BAA8CF5-164E-ED64-1942-150BA374C9F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119054" y="1939570"/>
                  <a:ext cx="10080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8C0E4CD-2E24-1699-8661-EC212B39EA07}"/>
                    </a:ext>
                  </a:extLst>
                </p14:cNvPr>
                <p14:cNvContentPartPr/>
                <p14:nvPr/>
              </p14:nvContentPartPr>
              <p14:xfrm>
                <a:off x="11345854" y="1996450"/>
                <a:ext cx="82080" cy="331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8C0E4CD-2E24-1699-8661-EC212B39EA0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327854" y="1978450"/>
                  <a:ext cx="1177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5861343-A57A-83B6-18CA-C885DFEAA6EF}"/>
                    </a:ext>
                  </a:extLst>
                </p14:cNvPr>
                <p14:cNvContentPartPr/>
                <p14:nvPr/>
              </p14:nvContentPartPr>
              <p14:xfrm>
                <a:off x="11266654" y="2094730"/>
                <a:ext cx="376920" cy="137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5861343-A57A-83B6-18CA-C885DFEAA6E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248654" y="2077090"/>
                  <a:ext cx="4125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6B011C7-64E1-966F-9C7C-34F47F5B3118}"/>
                    </a:ext>
                  </a:extLst>
                </p14:cNvPr>
                <p14:cNvContentPartPr/>
                <p14:nvPr/>
              </p14:nvContentPartPr>
              <p14:xfrm>
                <a:off x="11684254" y="2106250"/>
                <a:ext cx="133560" cy="275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6B011C7-64E1-966F-9C7C-34F47F5B311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666254" y="2088610"/>
                  <a:ext cx="1692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E98ADA1-5F95-0519-6A92-7D078868F0DB}"/>
                    </a:ext>
                  </a:extLst>
                </p14:cNvPr>
                <p14:cNvContentPartPr/>
                <p14:nvPr/>
              </p14:nvContentPartPr>
              <p14:xfrm>
                <a:off x="11860654" y="2140450"/>
                <a:ext cx="112320" cy="1461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E98ADA1-5F95-0519-6A92-7D078868F0D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843014" y="2122450"/>
                  <a:ext cx="14796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0F1E16B1-8E1C-2734-ABC9-99C8B0D0A6F4}"/>
              </a:ext>
            </a:extLst>
          </p:cNvPr>
          <p:cNvGrpSpPr/>
          <p:nvPr/>
        </p:nvGrpSpPr>
        <p:grpSpPr>
          <a:xfrm>
            <a:off x="10188814" y="2708170"/>
            <a:ext cx="471960" cy="343080"/>
            <a:chOff x="10188814" y="2708170"/>
            <a:chExt cx="471960" cy="34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13FC998-0D1C-D5F2-04CE-C2DC983EACB5}"/>
                    </a:ext>
                  </a:extLst>
                </p14:cNvPr>
                <p14:cNvContentPartPr/>
                <p14:nvPr/>
              </p14:nvContentPartPr>
              <p14:xfrm>
                <a:off x="10188814" y="2883130"/>
                <a:ext cx="187200" cy="1681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13FC998-0D1C-D5F2-04CE-C2DC983EACB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170814" y="2865130"/>
                  <a:ext cx="2228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17B765E-4AD5-E08C-E79F-3AD599A948B7}"/>
                    </a:ext>
                  </a:extLst>
                </p14:cNvPr>
                <p14:cNvContentPartPr/>
                <p14:nvPr/>
              </p14:nvContentPartPr>
              <p14:xfrm>
                <a:off x="10459894" y="2708170"/>
                <a:ext cx="95040" cy="3067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17B765E-4AD5-E08C-E79F-3AD599A948B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441894" y="2690170"/>
                  <a:ext cx="1306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61C1B4C-B43C-8834-7AE6-216B46B293E9}"/>
                    </a:ext>
                  </a:extLst>
                </p14:cNvPr>
                <p14:cNvContentPartPr/>
                <p14:nvPr/>
              </p14:nvContentPartPr>
              <p14:xfrm>
                <a:off x="10438294" y="2799250"/>
                <a:ext cx="222480" cy="1054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61C1B4C-B43C-8834-7AE6-216B46B293E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420654" y="2781610"/>
                  <a:ext cx="25812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E5889701-B490-9E03-C3CF-442289121126}"/>
              </a:ext>
            </a:extLst>
          </p:cNvPr>
          <p:cNvGrpSpPr/>
          <p:nvPr/>
        </p:nvGrpSpPr>
        <p:grpSpPr>
          <a:xfrm>
            <a:off x="10936534" y="2678650"/>
            <a:ext cx="270720" cy="420840"/>
            <a:chOff x="10936534" y="2678650"/>
            <a:chExt cx="270720" cy="42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EA31374-863B-2B9F-6C46-C8290DED048D}"/>
                    </a:ext>
                  </a:extLst>
                </p14:cNvPr>
                <p14:cNvContentPartPr/>
                <p14:nvPr/>
              </p14:nvContentPartPr>
              <p14:xfrm>
                <a:off x="10936534" y="2741650"/>
                <a:ext cx="270720" cy="2563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EA31374-863B-2B9F-6C46-C8290DED048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918534" y="2723650"/>
                  <a:ext cx="3063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4816141-2604-4A0F-B871-C057FF4672CA}"/>
                    </a:ext>
                  </a:extLst>
                </p14:cNvPr>
                <p14:cNvContentPartPr/>
                <p14:nvPr/>
              </p14:nvContentPartPr>
              <p14:xfrm>
                <a:off x="11038414" y="2678650"/>
                <a:ext cx="163440" cy="4208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4816141-2604-4A0F-B871-C057FF4672C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020774" y="2661010"/>
                  <a:ext cx="199080" cy="45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AE08620C-1A80-13C1-D4C2-E2F9C3076CD1}"/>
                  </a:ext>
                </a:extLst>
              </p14:cNvPr>
              <p14:cNvContentPartPr/>
              <p14:nvPr/>
            </p14:nvContentPartPr>
            <p14:xfrm>
              <a:off x="11434414" y="2811490"/>
              <a:ext cx="106560" cy="1422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AE08620C-1A80-13C1-D4C2-E2F9C3076CD1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11416774" y="2793850"/>
                <a:ext cx="14220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EB72FF35-9A79-F6C6-E8F5-153B3344A6AB}"/>
                  </a:ext>
                </a:extLst>
              </p14:cNvPr>
              <p14:cNvContentPartPr/>
              <p14:nvPr/>
            </p14:nvContentPartPr>
            <p14:xfrm>
              <a:off x="11537374" y="3145570"/>
              <a:ext cx="18720" cy="6228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EB72FF35-9A79-F6C6-E8F5-153B3344A6AB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11519734" y="3127930"/>
                <a:ext cx="54360" cy="9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3941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B0C08-9E7B-0351-46C1-AD57F212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D4BF9-EAA4-C950-DE92-76985A38F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problems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A59B3-93E2-12BD-9FDD-41A292CF2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18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C60D481-139C-DA42-4F87-3D8FDD92C0C8}"/>
              </a:ext>
            </a:extLst>
          </p:cNvPr>
          <p:cNvGrpSpPr/>
          <p:nvPr/>
        </p:nvGrpSpPr>
        <p:grpSpPr>
          <a:xfrm>
            <a:off x="2436088" y="1474009"/>
            <a:ext cx="2878560" cy="3696120"/>
            <a:chOff x="2436088" y="1474009"/>
            <a:chExt cx="2878560" cy="369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EB3770E-73F6-31E2-2AFC-3BCC420426F5}"/>
                    </a:ext>
                  </a:extLst>
                </p14:cNvPr>
                <p14:cNvContentPartPr/>
                <p14:nvPr/>
              </p14:nvContentPartPr>
              <p14:xfrm>
                <a:off x="2436088" y="2309929"/>
                <a:ext cx="128520" cy="1920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EB3770E-73F6-31E2-2AFC-3BCC420426F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18088" y="2292289"/>
                  <a:ext cx="164160" cy="19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9A648D8-1F98-5C38-AAF1-A61005FDF3DD}"/>
                    </a:ext>
                  </a:extLst>
                </p14:cNvPr>
                <p14:cNvContentPartPr/>
                <p14:nvPr/>
              </p14:nvContentPartPr>
              <p14:xfrm>
                <a:off x="2439688" y="2457529"/>
                <a:ext cx="641160" cy="75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9A648D8-1F98-5C38-AAF1-A61005FDF3D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22048" y="2439529"/>
                  <a:ext cx="6768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94D9818-CA7B-A402-217D-7A84C472970C}"/>
                    </a:ext>
                  </a:extLst>
                </p14:cNvPr>
                <p14:cNvContentPartPr/>
                <p14:nvPr/>
              </p14:nvContentPartPr>
              <p14:xfrm>
                <a:off x="3030808" y="2469409"/>
                <a:ext cx="84960" cy="1848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94D9818-CA7B-A402-217D-7A84C472970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13168" y="2451769"/>
                  <a:ext cx="120600" cy="18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515F727-E30F-45E9-FA87-C42DA3AFD0AC}"/>
                    </a:ext>
                  </a:extLst>
                </p14:cNvPr>
                <p14:cNvContentPartPr/>
                <p14:nvPr/>
              </p14:nvContentPartPr>
              <p14:xfrm>
                <a:off x="2543368" y="4199929"/>
                <a:ext cx="410760" cy="60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515F727-E30F-45E9-FA87-C42DA3AFD0A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25728" y="4181929"/>
                  <a:ext cx="4464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0A7DF31-A8A4-6E56-DA55-B775F8D83AEE}"/>
                    </a:ext>
                  </a:extLst>
                </p14:cNvPr>
                <p14:cNvContentPartPr/>
                <p14:nvPr/>
              </p14:nvContentPartPr>
              <p14:xfrm>
                <a:off x="2639128" y="2254129"/>
                <a:ext cx="32400" cy="203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0A7DF31-A8A4-6E56-DA55-B775F8D83AE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21128" y="2236129"/>
                  <a:ext cx="680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B647BAB-2314-64B3-8418-2D0113C806BE}"/>
                    </a:ext>
                  </a:extLst>
                </p14:cNvPr>
                <p14:cNvContentPartPr/>
                <p14:nvPr/>
              </p14:nvContentPartPr>
              <p14:xfrm>
                <a:off x="2682688" y="2275009"/>
                <a:ext cx="202320" cy="33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B647BAB-2314-64B3-8418-2D0113C806B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65048" y="2257009"/>
                  <a:ext cx="237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6AACB91-1EE4-B929-5C9F-2F40AAE723A0}"/>
                    </a:ext>
                  </a:extLst>
                </p14:cNvPr>
                <p14:cNvContentPartPr/>
                <p14:nvPr/>
              </p14:nvContentPartPr>
              <p14:xfrm>
                <a:off x="2864128" y="2316049"/>
                <a:ext cx="16560" cy="198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6AACB91-1EE4-B929-5C9F-2F40AAE723A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46488" y="2298049"/>
                  <a:ext cx="522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184858C-EAAA-AB23-AE22-0A178480694A}"/>
                    </a:ext>
                  </a:extLst>
                </p14:cNvPr>
                <p14:cNvContentPartPr/>
                <p14:nvPr/>
              </p14:nvContentPartPr>
              <p14:xfrm>
                <a:off x="2876368" y="1474009"/>
                <a:ext cx="1220040" cy="500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184858C-EAAA-AB23-AE22-0A178480694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58368" y="1456369"/>
                  <a:ext cx="1255680" cy="5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854D42E-A69A-7D44-212C-78E832B2F964}"/>
                    </a:ext>
                  </a:extLst>
                </p14:cNvPr>
                <p14:cNvContentPartPr/>
                <p14:nvPr/>
              </p14:nvContentPartPr>
              <p14:xfrm>
                <a:off x="2952328" y="1816009"/>
                <a:ext cx="1089360" cy="1097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854D42E-A69A-7D44-212C-78E832B2F96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34328" y="1798369"/>
                  <a:ext cx="1125000" cy="11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ACE78FB-9626-8ABB-1142-684FDB45D49B}"/>
                    </a:ext>
                  </a:extLst>
                </p14:cNvPr>
                <p14:cNvContentPartPr/>
                <p14:nvPr/>
              </p14:nvContentPartPr>
              <p14:xfrm>
                <a:off x="3926488" y="2703769"/>
                <a:ext cx="417600" cy="218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ACE78FB-9626-8ABB-1142-684FDB45D49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08488" y="2686129"/>
                  <a:ext cx="4532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345865A-0468-CBA6-974D-4DFE2644199D}"/>
                    </a:ext>
                  </a:extLst>
                </p14:cNvPr>
                <p14:cNvContentPartPr/>
                <p14:nvPr/>
              </p14:nvContentPartPr>
              <p14:xfrm>
                <a:off x="4184248" y="2776489"/>
                <a:ext cx="63720" cy="2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345865A-0468-CBA6-974D-4DFE2644199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66608" y="2758849"/>
                  <a:ext cx="993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4462527-5AA8-0F47-772A-EE549EC35FE6}"/>
                    </a:ext>
                  </a:extLst>
                </p14:cNvPr>
                <p14:cNvContentPartPr/>
                <p14:nvPr/>
              </p14:nvContentPartPr>
              <p14:xfrm>
                <a:off x="2888248" y="4195969"/>
                <a:ext cx="540360" cy="94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4462527-5AA8-0F47-772A-EE549EC35FE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70248" y="4178329"/>
                  <a:ext cx="5760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A660EA7-D2C4-EB52-6E8A-3C8F2DCC9795}"/>
                    </a:ext>
                  </a:extLst>
                </p14:cNvPr>
                <p14:cNvContentPartPr/>
                <p14:nvPr/>
              </p14:nvContentPartPr>
              <p14:xfrm>
                <a:off x="2855128" y="4256809"/>
                <a:ext cx="1645560" cy="913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A660EA7-D2C4-EB52-6E8A-3C8F2DCC979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37128" y="4238809"/>
                  <a:ext cx="1681200" cy="9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2AC1E3C-49EE-59E3-EEF4-466CB476775E}"/>
                    </a:ext>
                  </a:extLst>
                </p14:cNvPr>
                <p14:cNvContentPartPr/>
                <p14:nvPr/>
              </p14:nvContentPartPr>
              <p14:xfrm>
                <a:off x="3401968" y="3963049"/>
                <a:ext cx="1048680" cy="316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2AC1E3C-49EE-59E3-EEF4-466CB476775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83968" y="3945409"/>
                  <a:ext cx="10843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290B43D-0585-E295-3828-8968CE92C039}"/>
                    </a:ext>
                  </a:extLst>
                </p14:cNvPr>
                <p14:cNvContentPartPr/>
                <p14:nvPr/>
              </p14:nvContentPartPr>
              <p14:xfrm>
                <a:off x="4357048" y="2860369"/>
                <a:ext cx="383400" cy="590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290B43D-0585-E295-3828-8968CE92C03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39408" y="2842729"/>
                  <a:ext cx="419040" cy="6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F892E52-FE62-FE38-A1CC-CB0EAAA3113A}"/>
                    </a:ext>
                  </a:extLst>
                </p14:cNvPr>
                <p14:cNvContentPartPr/>
                <p14:nvPr/>
              </p14:nvContentPartPr>
              <p14:xfrm>
                <a:off x="4029088" y="1573729"/>
                <a:ext cx="1285560" cy="702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F892E52-FE62-FE38-A1CC-CB0EAAA3113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11088" y="1556089"/>
                  <a:ext cx="1321200" cy="73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513C377-CD00-6D46-7D0E-B1E18247794A}"/>
                    </a:ext>
                  </a:extLst>
                </p14:cNvPr>
                <p14:cNvContentPartPr/>
                <p14:nvPr/>
              </p14:nvContentPartPr>
              <p14:xfrm>
                <a:off x="4570168" y="4766209"/>
                <a:ext cx="374040" cy="147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513C377-CD00-6D46-7D0E-B1E18247794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52528" y="4748209"/>
                  <a:ext cx="40968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C031E0A-7C24-5528-E6B8-C14418FCE76A}"/>
              </a:ext>
            </a:extLst>
          </p:cNvPr>
          <p:cNvGrpSpPr/>
          <p:nvPr/>
        </p:nvGrpSpPr>
        <p:grpSpPr>
          <a:xfrm>
            <a:off x="1556227" y="3097507"/>
            <a:ext cx="665786" cy="847800"/>
            <a:chOff x="1556227" y="3097507"/>
            <a:chExt cx="665786" cy="84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4374732-991F-B059-05BC-7438537B2FB9}"/>
                    </a:ext>
                  </a:extLst>
                </p14:cNvPr>
                <p14:cNvContentPartPr/>
                <p14:nvPr/>
              </p14:nvContentPartPr>
              <p14:xfrm>
                <a:off x="1556227" y="3530901"/>
                <a:ext cx="254880" cy="235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4374732-991F-B059-05BC-7438537B2FB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538227" y="3512901"/>
                  <a:ext cx="2905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1176DF3-1FA8-1E37-EF6A-83B3FB730A84}"/>
                    </a:ext>
                  </a:extLst>
                </p14:cNvPr>
                <p14:cNvContentPartPr/>
                <p14:nvPr/>
              </p14:nvContentPartPr>
              <p14:xfrm>
                <a:off x="1597773" y="3516907"/>
                <a:ext cx="186120" cy="217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1176DF3-1FA8-1E37-EF6A-83B3FB730A8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79773" y="3499267"/>
                  <a:ext cx="2217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F74A093-FFBD-87BB-81AF-6B259F5F414C}"/>
                    </a:ext>
                  </a:extLst>
                </p14:cNvPr>
                <p14:cNvContentPartPr/>
                <p14:nvPr/>
              </p14:nvContentPartPr>
              <p14:xfrm>
                <a:off x="1857693" y="3421507"/>
                <a:ext cx="21960" cy="115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F74A093-FFBD-87BB-81AF-6B259F5F414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39693" y="3403507"/>
                  <a:ext cx="576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5200023-5ACB-3090-68A5-E1AF0BFE0378}"/>
                    </a:ext>
                  </a:extLst>
                </p14:cNvPr>
                <p14:cNvContentPartPr/>
                <p14:nvPr/>
              </p14:nvContentPartPr>
              <p14:xfrm>
                <a:off x="1732773" y="3753067"/>
                <a:ext cx="171360" cy="192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5200023-5ACB-3090-68A5-E1AF0BFE037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715133" y="3735067"/>
                  <a:ext cx="2070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C751D60-53CA-D3BB-06B4-24BF5C589E55}"/>
                    </a:ext>
                  </a:extLst>
                </p14:cNvPr>
                <p14:cNvContentPartPr/>
                <p14:nvPr/>
              </p14:nvContentPartPr>
              <p14:xfrm>
                <a:off x="1770933" y="3655867"/>
                <a:ext cx="109440" cy="172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C751D60-53CA-D3BB-06B4-24BF5C589E5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752933" y="3637867"/>
                  <a:ext cx="1450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733F4FC-662A-41F6-048A-ABB790F0244A}"/>
                    </a:ext>
                  </a:extLst>
                </p14:cNvPr>
                <p14:cNvContentPartPr/>
                <p14:nvPr/>
              </p14:nvContentPartPr>
              <p14:xfrm>
                <a:off x="1877133" y="3489907"/>
                <a:ext cx="154800" cy="180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733F4FC-662A-41F6-048A-ABB790F0244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59133" y="3472267"/>
                  <a:ext cx="1904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9D991CE-1061-285A-B85E-91FA639412FB}"/>
                    </a:ext>
                  </a:extLst>
                </p14:cNvPr>
                <p14:cNvContentPartPr/>
                <p14:nvPr/>
              </p14:nvContentPartPr>
              <p14:xfrm>
                <a:off x="1923213" y="3296587"/>
                <a:ext cx="154080" cy="107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9D991CE-1061-285A-B85E-91FA639412F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05573" y="3278947"/>
                  <a:ext cx="1897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378322C-FC03-7647-4985-C93515533123}"/>
                    </a:ext>
                  </a:extLst>
                </p14:cNvPr>
                <p14:cNvContentPartPr/>
                <p14:nvPr/>
              </p14:nvContentPartPr>
              <p14:xfrm>
                <a:off x="1956693" y="3189667"/>
                <a:ext cx="65160" cy="218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378322C-FC03-7647-4985-C9351553312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938693" y="3171667"/>
                  <a:ext cx="1008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C64D32A-F37F-54EB-11B7-EBF6116B5A61}"/>
                    </a:ext>
                  </a:extLst>
                </p14:cNvPr>
                <p14:cNvContentPartPr/>
                <p14:nvPr/>
              </p14:nvContentPartPr>
              <p14:xfrm>
                <a:off x="2051733" y="3108307"/>
                <a:ext cx="147240" cy="189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C64D32A-F37F-54EB-11B7-EBF6116B5A6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034093" y="3090667"/>
                  <a:ext cx="1828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D1AC455-1096-53A1-36AF-650870275482}"/>
                    </a:ext>
                  </a:extLst>
                </p14:cNvPr>
                <p14:cNvContentPartPr/>
                <p14:nvPr/>
              </p14:nvContentPartPr>
              <p14:xfrm>
                <a:off x="2082333" y="3241507"/>
                <a:ext cx="16920" cy="23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D1AC455-1096-53A1-36AF-65087027548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64693" y="3223507"/>
                  <a:ext cx="525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D201AA9-FC35-9766-E500-F5EA5F4C3DE3}"/>
                    </a:ext>
                  </a:extLst>
                </p14:cNvPr>
                <p14:cNvContentPartPr/>
                <p14:nvPr/>
              </p14:nvContentPartPr>
              <p14:xfrm>
                <a:off x="2220573" y="3097507"/>
                <a:ext cx="1440" cy="1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D201AA9-FC35-9766-E500-F5EA5F4C3DE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202573" y="3079507"/>
                  <a:ext cx="3708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77B28F8-5137-7F90-30C3-BD26996A9129}"/>
              </a:ext>
            </a:extLst>
          </p:cNvPr>
          <p:cNvGrpSpPr/>
          <p:nvPr/>
        </p:nvGrpSpPr>
        <p:grpSpPr>
          <a:xfrm>
            <a:off x="5012733" y="2632027"/>
            <a:ext cx="877680" cy="731160"/>
            <a:chOff x="5012733" y="2632027"/>
            <a:chExt cx="877680" cy="73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E1AF438-ABB4-4F03-C08A-9A3F45460978}"/>
                    </a:ext>
                  </a:extLst>
                </p14:cNvPr>
                <p14:cNvContentPartPr/>
                <p14:nvPr/>
              </p14:nvContentPartPr>
              <p14:xfrm>
                <a:off x="5012733" y="2925787"/>
                <a:ext cx="380520" cy="437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E1AF438-ABB4-4F03-C08A-9A3F4546097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94733" y="2907787"/>
                  <a:ext cx="41616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1B622F1-3DEB-1478-BFEF-F9EF8205D83D}"/>
                    </a:ext>
                  </a:extLst>
                </p14:cNvPr>
                <p14:cNvContentPartPr/>
                <p14:nvPr/>
              </p14:nvContentPartPr>
              <p14:xfrm>
                <a:off x="5392533" y="2905987"/>
                <a:ext cx="306720" cy="244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1B622F1-3DEB-1478-BFEF-F9EF8205D83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74893" y="2887987"/>
                  <a:ext cx="3423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271C542-5DEA-3977-F9EB-9CBE06617A01}"/>
                    </a:ext>
                  </a:extLst>
                </p14:cNvPr>
                <p14:cNvContentPartPr/>
                <p14:nvPr/>
              </p14:nvContentPartPr>
              <p14:xfrm>
                <a:off x="5744613" y="2839747"/>
                <a:ext cx="64080" cy="65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271C542-5DEA-3977-F9EB-9CBE06617A0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26973" y="2822107"/>
                  <a:ext cx="997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36404EB-71FA-E70F-F3FB-677B3E478BC2}"/>
                    </a:ext>
                  </a:extLst>
                </p14:cNvPr>
                <p14:cNvContentPartPr/>
                <p14:nvPr/>
              </p14:nvContentPartPr>
              <p14:xfrm>
                <a:off x="5709333" y="2632027"/>
                <a:ext cx="181080" cy="281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36404EB-71FA-E70F-F3FB-677B3E478BC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691333" y="2614387"/>
                  <a:ext cx="216720" cy="31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F210950-AA80-D7B0-F268-53D904B16F98}"/>
              </a:ext>
            </a:extLst>
          </p:cNvPr>
          <p:cNvGrpSpPr/>
          <p:nvPr/>
        </p:nvGrpSpPr>
        <p:grpSpPr>
          <a:xfrm>
            <a:off x="6452733" y="2018587"/>
            <a:ext cx="4201920" cy="2353680"/>
            <a:chOff x="6452733" y="2018587"/>
            <a:chExt cx="4201920" cy="235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CAEF58E-01A2-1406-8334-8D76F4C72262}"/>
                    </a:ext>
                  </a:extLst>
                </p14:cNvPr>
                <p14:cNvContentPartPr/>
                <p14:nvPr/>
              </p14:nvContentPartPr>
              <p14:xfrm>
                <a:off x="7593213" y="2229547"/>
                <a:ext cx="67680" cy="907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CAEF58E-01A2-1406-8334-8D76F4C7226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75213" y="2211547"/>
                  <a:ext cx="103320" cy="9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A0851-56C7-FB77-A4B9-64E5C11D770E}"/>
                    </a:ext>
                  </a:extLst>
                </p14:cNvPr>
                <p14:cNvContentPartPr/>
                <p14:nvPr/>
              </p14:nvContentPartPr>
              <p14:xfrm>
                <a:off x="7288653" y="3100387"/>
                <a:ext cx="735120" cy="106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A0851-56C7-FB77-A4B9-64E5C11D770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271013" y="3082387"/>
                  <a:ext cx="7707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B4EB061-8FFF-057F-8CF1-5723C3409C90}"/>
                    </a:ext>
                  </a:extLst>
                </p14:cNvPr>
                <p14:cNvContentPartPr/>
                <p14:nvPr/>
              </p14:nvContentPartPr>
              <p14:xfrm>
                <a:off x="7676373" y="3256627"/>
                <a:ext cx="88560" cy="322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B4EB061-8FFF-057F-8CF1-5723C3409C9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658373" y="3238987"/>
                  <a:ext cx="1242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5662089-0872-99DD-4AFB-22B6AAD4267C}"/>
                    </a:ext>
                  </a:extLst>
                </p14:cNvPr>
                <p14:cNvContentPartPr/>
                <p14:nvPr/>
              </p14:nvContentPartPr>
              <p14:xfrm>
                <a:off x="7608333" y="3229627"/>
                <a:ext cx="227520" cy="30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5662089-0872-99DD-4AFB-22B6AAD4267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590333" y="3211627"/>
                  <a:ext cx="2631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38DB133-3CD0-2DD5-1352-C7EF004C8CF1}"/>
                    </a:ext>
                  </a:extLst>
                </p14:cNvPr>
                <p14:cNvContentPartPr/>
                <p14:nvPr/>
              </p14:nvContentPartPr>
              <p14:xfrm>
                <a:off x="7712733" y="3554347"/>
                <a:ext cx="92880" cy="613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38DB133-3CD0-2DD5-1352-C7EF004C8CF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94733" y="3536347"/>
                  <a:ext cx="128520" cy="64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6E82B1A-A5A0-EF53-DA71-06E28453497A}"/>
                    </a:ext>
                  </a:extLst>
                </p14:cNvPr>
                <p14:cNvContentPartPr/>
                <p14:nvPr/>
              </p14:nvContentPartPr>
              <p14:xfrm>
                <a:off x="7529853" y="2018587"/>
                <a:ext cx="1695600" cy="200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E82B1A-A5A0-EF53-DA71-06E28453497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511853" y="2000947"/>
                  <a:ext cx="17312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5C49CB5-EF3D-79D3-28DC-0AD0AD79F52C}"/>
                    </a:ext>
                  </a:extLst>
                </p14:cNvPr>
                <p14:cNvContentPartPr/>
                <p14:nvPr/>
              </p14:nvContentPartPr>
              <p14:xfrm>
                <a:off x="9183333" y="2049547"/>
                <a:ext cx="73440" cy="819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5C49CB5-EF3D-79D3-28DC-0AD0AD79F52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65693" y="2031907"/>
                  <a:ext cx="109080" cy="85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4B9B9AE-03CE-F955-7C12-5E874B4AC7B3}"/>
                    </a:ext>
                  </a:extLst>
                </p14:cNvPr>
                <p14:cNvContentPartPr/>
                <p14:nvPr/>
              </p14:nvContentPartPr>
              <p14:xfrm>
                <a:off x="9077133" y="2896627"/>
                <a:ext cx="226440" cy="316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4B9B9AE-03CE-F955-7C12-5E874B4AC7B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59133" y="2878627"/>
                  <a:ext cx="2620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9487E95-3558-FEEE-356C-1C1B25F805D3}"/>
                    </a:ext>
                  </a:extLst>
                </p14:cNvPr>
                <p14:cNvContentPartPr/>
                <p14:nvPr/>
              </p14:nvContentPartPr>
              <p14:xfrm>
                <a:off x="9259293" y="3272107"/>
                <a:ext cx="17280" cy="839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9487E95-3558-FEEE-356C-1C1B25F805D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241293" y="3254467"/>
                  <a:ext cx="52920" cy="87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5BE63BA-E9DB-670B-F46F-805BAA02BDEF}"/>
                    </a:ext>
                  </a:extLst>
                </p14:cNvPr>
                <p14:cNvContentPartPr/>
                <p14:nvPr/>
              </p14:nvContentPartPr>
              <p14:xfrm>
                <a:off x="7680333" y="4207027"/>
                <a:ext cx="1751400" cy="165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5BE63BA-E9DB-670B-F46F-805BAA02BDE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662693" y="4189027"/>
                  <a:ext cx="17870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6DDA1D6-A517-2EC2-E3CA-66DA635EFE4B}"/>
                    </a:ext>
                  </a:extLst>
                </p14:cNvPr>
                <p14:cNvContentPartPr/>
                <p14:nvPr/>
              </p14:nvContentPartPr>
              <p14:xfrm>
                <a:off x="6452733" y="3317107"/>
                <a:ext cx="242280" cy="339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6DDA1D6-A517-2EC2-E3CA-66DA635EFE4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435093" y="3299107"/>
                  <a:ext cx="27792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F09FD01-862A-F92A-F7E9-6604A0957462}"/>
                    </a:ext>
                  </a:extLst>
                </p14:cNvPr>
                <p14:cNvContentPartPr/>
                <p14:nvPr/>
              </p14:nvContentPartPr>
              <p14:xfrm>
                <a:off x="6661173" y="3307387"/>
                <a:ext cx="20880" cy="72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F09FD01-862A-F92A-F7E9-6604A095746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643173" y="3289387"/>
                  <a:ext cx="565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E32C322-DEB9-9057-A24E-A785B939F72F}"/>
                    </a:ext>
                  </a:extLst>
                </p14:cNvPr>
                <p14:cNvContentPartPr/>
                <p14:nvPr/>
              </p14:nvContentPartPr>
              <p14:xfrm>
                <a:off x="6713373" y="3032707"/>
                <a:ext cx="99000" cy="102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E32C322-DEB9-9057-A24E-A785B939F72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695733" y="3014707"/>
                  <a:ext cx="1346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B1B0B23-5838-EFBB-46DE-2603E9E56E33}"/>
                    </a:ext>
                  </a:extLst>
                </p14:cNvPr>
                <p14:cNvContentPartPr/>
                <p14:nvPr/>
              </p14:nvContentPartPr>
              <p14:xfrm>
                <a:off x="6715893" y="3106507"/>
                <a:ext cx="176040" cy="253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B1B0B23-5838-EFBB-46DE-2603E9E56E3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698253" y="3088507"/>
                  <a:ext cx="2116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17E8C04-644A-ABB7-5ED1-28DDEB3A6235}"/>
                    </a:ext>
                  </a:extLst>
                </p14:cNvPr>
                <p14:cNvContentPartPr/>
                <p14:nvPr/>
              </p14:nvContentPartPr>
              <p14:xfrm>
                <a:off x="6908133" y="2702227"/>
                <a:ext cx="203040" cy="270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17E8C04-644A-ABB7-5ED1-28DDEB3A623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890133" y="2684227"/>
                  <a:ext cx="2386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160EADB-96CE-ED8C-E363-082B9763B4DB}"/>
                    </a:ext>
                  </a:extLst>
                </p14:cNvPr>
                <p14:cNvContentPartPr/>
                <p14:nvPr/>
              </p14:nvContentPartPr>
              <p14:xfrm>
                <a:off x="9469533" y="2894827"/>
                <a:ext cx="191880" cy="331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160EADB-96CE-ED8C-E363-082B9763B4D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451893" y="2876827"/>
                  <a:ext cx="2275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37930BA-CD88-7EA5-E9CB-4392BEDE2458}"/>
                    </a:ext>
                  </a:extLst>
                </p14:cNvPr>
                <p14:cNvContentPartPr/>
                <p14:nvPr/>
              </p14:nvContentPartPr>
              <p14:xfrm>
                <a:off x="9655293" y="2875027"/>
                <a:ext cx="47520" cy="29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37930BA-CD88-7EA5-E9CB-4392BEDE245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637653" y="2857027"/>
                  <a:ext cx="831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9F748A4-D427-52AE-7A54-BBD88EBB4C15}"/>
                    </a:ext>
                  </a:extLst>
                </p14:cNvPr>
                <p14:cNvContentPartPr/>
                <p14:nvPr/>
              </p14:nvContentPartPr>
              <p14:xfrm>
                <a:off x="9779853" y="2635267"/>
                <a:ext cx="98280" cy="109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9F748A4-D427-52AE-7A54-BBD88EBB4C1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761853" y="2617267"/>
                  <a:ext cx="1339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22DCE5A-9911-B643-F37D-CDF3FA9F14D1}"/>
                    </a:ext>
                  </a:extLst>
                </p14:cNvPr>
                <p14:cNvContentPartPr/>
                <p14:nvPr/>
              </p14:nvContentPartPr>
              <p14:xfrm>
                <a:off x="9771573" y="2722387"/>
                <a:ext cx="147240" cy="253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22DCE5A-9911-B643-F37D-CDF3FA9F14D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753573" y="2704747"/>
                  <a:ext cx="1828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0BBB71-868F-4AFE-2730-B9E93587595C}"/>
                    </a:ext>
                  </a:extLst>
                </p14:cNvPr>
                <p14:cNvContentPartPr/>
                <p14:nvPr/>
              </p14:nvContentPartPr>
              <p14:xfrm>
                <a:off x="9988293" y="2599267"/>
                <a:ext cx="86760" cy="223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0BBB71-868F-4AFE-2730-B9E93587595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70653" y="2581627"/>
                  <a:ext cx="1224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D93F3AF-18B1-0284-6659-7D1CDFC4C71B}"/>
                    </a:ext>
                  </a:extLst>
                </p14:cNvPr>
                <p14:cNvContentPartPr/>
                <p14:nvPr/>
              </p14:nvContentPartPr>
              <p14:xfrm>
                <a:off x="9998373" y="2480827"/>
                <a:ext cx="282600" cy="175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D93F3AF-18B1-0284-6659-7D1CDFC4C71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980373" y="2462827"/>
                  <a:ext cx="3182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4F10CEC-E242-11F9-FEC6-DE996E2D42E6}"/>
                    </a:ext>
                  </a:extLst>
                </p14:cNvPr>
                <p14:cNvContentPartPr/>
                <p14:nvPr/>
              </p14:nvContentPartPr>
              <p14:xfrm>
                <a:off x="10380693" y="2238187"/>
                <a:ext cx="273960" cy="3020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4F10CEC-E242-11F9-FEC6-DE996E2D42E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362693" y="2220187"/>
                  <a:ext cx="309600" cy="33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B9618628-62FB-EE5A-8B1C-928EF142AB43}"/>
                  </a:ext>
                </a:extLst>
              </p14:cNvPr>
              <p14:cNvContentPartPr/>
              <p14:nvPr/>
            </p14:nvContentPartPr>
            <p14:xfrm>
              <a:off x="8167053" y="1838587"/>
              <a:ext cx="251640" cy="4154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B9618628-62FB-EE5A-8B1C-928EF142AB4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149053" y="1820947"/>
                <a:ext cx="287280" cy="45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FE3D543D-7A08-4476-C535-99938576903E}"/>
              </a:ext>
            </a:extLst>
          </p:cNvPr>
          <p:cNvGrpSpPr/>
          <p:nvPr/>
        </p:nvGrpSpPr>
        <p:grpSpPr>
          <a:xfrm>
            <a:off x="8078493" y="955507"/>
            <a:ext cx="756720" cy="537120"/>
            <a:chOff x="8078493" y="955507"/>
            <a:chExt cx="756720" cy="53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C1E6511-E0D6-48F8-C5CF-C6633576BE3B}"/>
                    </a:ext>
                  </a:extLst>
                </p14:cNvPr>
                <p14:cNvContentPartPr/>
                <p14:nvPr/>
              </p14:nvContentPartPr>
              <p14:xfrm>
                <a:off x="8161653" y="981427"/>
                <a:ext cx="153360" cy="5112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C1E6511-E0D6-48F8-C5CF-C6633576BE3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144013" y="963787"/>
                  <a:ext cx="18900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263A177-BB33-CD8A-6271-AFA3D8FBBD32}"/>
                    </a:ext>
                  </a:extLst>
                </p14:cNvPr>
                <p14:cNvContentPartPr/>
                <p14:nvPr/>
              </p14:nvContentPartPr>
              <p14:xfrm>
                <a:off x="8078493" y="1042267"/>
                <a:ext cx="176040" cy="100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263A177-BB33-CD8A-6271-AFA3D8FBBD3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060493" y="1024267"/>
                  <a:ext cx="2116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E835C45-70B3-8641-9424-B5C69CF85321}"/>
                    </a:ext>
                  </a:extLst>
                </p14:cNvPr>
                <p14:cNvContentPartPr/>
                <p14:nvPr/>
              </p14:nvContentPartPr>
              <p14:xfrm>
                <a:off x="8249853" y="1309387"/>
                <a:ext cx="128880" cy="1044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E835C45-70B3-8641-9424-B5C69CF8532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232213" y="1291387"/>
                  <a:ext cx="1645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D7C0825-15C2-0833-6E35-AB485C6200AF}"/>
                    </a:ext>
                  </a:extLst>
                </p14:cNvPr>
                <p14:cNvContentPartPr/>
                <p14:nvPr/>
              </p14:nvContentPartPr>
              <p14:xfrm>
                <a:off x="8473413" y="1144867"/>
                <a:ext cx="58680" cy="31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D7C0825-15C2-0833-6E35-AB485C6200A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455413" y="1127227"/>
                  <a:ext cx="943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0DE60B7-B367-31D4-4CB7-6896DDAE9D03}"/>
                    </a:ext>
                  </a:extLst>
                </p14:cNvPr>
                <p14:cNvContentPartPr/>
                <p14:nvPr/>
              </p14:nvContentPartPr>
              <p14:xfrm>
                <a:off x="8526333" y="1199947"/>
                <a:ext cx="58320" cy="48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0DE60B7-B367-31D4-4CB7-6896DDAE9D0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508333" y="1182307"/>
                  <a:ext cx="939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6EDF394-DD7E-6A50-D7E2-AED0F05242E2}"/>
                    </a:ext>
                  </a:extLst>
                </p14:cNvPr>
                <p14:cNvContentPartPr/>
                <p14:nvPr/>
              </p14:nvContentPartPr>
              <p14:xfrm>
                <a:off x="8661693" y="955507"/>
                <a:ext cx="135720" cy="281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6EDF394-DD7E-6A50-D7E2-AED0F05242E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644053" y="937867"/>
                  <a:ext cx="1713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45E09D8-F923-3EEC-878F-37594CBD7FAE}"/>
                    </a:ext>
                  </a:extLst>
                </p14:cNvPr>
                <p14:cNvContentPartPr/>
                <p14:nvPr/>
              </p14:nvContentPartPr>
              <p14:xfrm>
                <a:off x="8823693" y="1450867"/>
                <a:ext cx="11520" cy="14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45E09D8-F923-3EEC-878F-37594CBD7FA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805693" y="1432867"/>
                  <a:ext cx="4716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E6DA2D3-5AD2-AB6D-A39D-2A86DF6131C7}"/>
              </a:ext>
            </a:extLst>
          </p:cNvPr>
          <p:cNvGrpSpPr/>
          <p:nvPr/>
        </p:nvGrpSpPr>
        <p:grpSpPr>
          <a:xfrm>
            <a:off x="5687013" y="853267"/>
            <a:ext cx="916560" cy="716760"/>
            <a:chOff x="5687013" y="853267"/>
            <a:chExt cx="916560" cy="71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395AFFD-C843-63E2-6FEE-B22FF7009A2D}"/>
                    </a:ext>
                  </a:extLst>
                </p14:cNvPr>
                <p14:cNvContentPartPr/>
                <p14:nvPr/>
              </p14:nvContentPartPr>
              <p14:xfrm>
                <a:off x="5687013" y="1162147"/>
                <a:ext cx="232200" cy="4078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395AFFD-C843-63E2-6FEE-B22FF7009A2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669013" y="1144147"/>
                  <a:ext cx="26784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85379A1-3D95-ADC3-CF18-69A2575C40CD}"/>
                    </a:ext>
                  </a:extLst>
                </p14:cNvPr>
                <p14:cNvContentPartPr/>
                <p14:nvPr/>
              </p14:nvContentPartPr>
              <p14:xfrm>
                <a:off x="6036933" y="1234507"/>
                <a:ext cx="67320" cy="106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85379A1-3D95-ADC3-CF18-69A2575C40C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018933" y="1216507"/>
                  <a:ext cx="1029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44CE103-6005-8508-27BF-0EBB83D5FDA7}"/>
                    </a:ext>
                  </a:extLst>
                </p14:cNvPr>
                <p14:cNvContentPartPr/>
                <p14:nvPr/>
              </p14:nvContentPartPr>
              <p14:xfrm>
                <a:off x="6136293" y="1291747"/>
                <a:ext cx="72720" cy="770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44CE103-6005-8508-27BF-0EBB83D5FDA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118293" y="1273747"/>
                  <a:ext cx="1083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ECE2C50-FB55-E578-A324-751EBE43D13F}"/>
                    </a:ext>
                  </a:extLst>
                </p14:cNvPr>
                <p14:cNvContentPartPr/>
                <p14:nvPr/>
              </p14:nvContentPartPr>
              <p14:xfrm>
                <a:off x="6183813" y="1012747"/>
                <a:ext cx="194400" cy="298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ECE2C50-FB55-E578-A324-751EBE43D13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165813" y="995107"/>
                  <a:ext cx="2300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4165CEC-2962-968B-C6FC-F85A3F7EF93F}"/>
                    </a:ext>
                  </a:extLst>
                </p14:cNvPr>
                <p14:cNvContentPartPr/>
                <p14:nvPr/>
              </p14:nvContentPartPr>
              <p14:xfrm>
                <a:off x="6156813" y="1043707"/>
                <a:ext cx="79920" cy="87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4165CEC-2962-968B-C6FC-F85A3F7EF93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139173" y="1025707"/>
                  <a:ext cx="1155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0A74EC2-24D7-C9CA-0F43-EDA1CA8652E3}"/>
                    </a:ext>
                  </a:extLst>
                </p14:cNvPr>
                <p14:cNvContentPartPr/>
                <p14:nvPr/>
              </p14:nvContentPartPr>
              <p14:xfrm>
                <a:off x="6316653" y="1256827"/>
                <a:ext cx="104400" cy="127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0A74EC2-24D7-C9CA-0F43-EDA1CA8652E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299013" y="1239187"/>
                  <a:ext cx="1400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20275F0-8BDC-4D12-C762-95F765B30E4C}"/>
                    </a:ext>
                  </a:extLst>
                </p14:cNvPr>
                <p14:cNvContentPartPr/>
                <p14:nvPr/>
              </p14:nvContentPartPr>
              <p14:xfrm>
                <a:off x="6353013" y="932827"/>
                <a:ext cx="102240" cy="192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20275F0-8BDC-4D12-C762-95F765B30E4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335373" y="914827"/>
                  <a:ext cx="1378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EA1D5AA-1787-3914-8526-690D1DB3E275}"/>
                    </a:ext>
                  </a:extLst>
                </p14:cNvPr>
                <p14:cNvContentPartPr/>
                <p14:nvPr/>
              </p14:nvContentPartPr>
              <p14:xfrm>
                <a:off x="6357693" y="853267"/>
                <a:ext cx="245880" cy="203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EA1D5AA-1787-3914-8526-690D1DB3E27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340053" y="835627"/>
                  <a:ext cx="281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5165C38-7DDE-C8D1-D53F-99F6CBE2A64D}"/>
                    </a:ext>
                  </a:extLst>
                </p14:cNvPr>
                <p14:cNvContentPartPr/>
                <p14:nvPr/>
              </p14:nvContentPartPr>
              <p14:xfrm>
                <a:off x="6450933" y="1106347"/>
                <a:ext cx="89640" cy="99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5165C38-7DDE-C8D1-D53F-99F6CBE2A64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33293" y="1088707"/>
                  <a:ext cx="12528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7BEFDB4-2372-2285-AD0B-25862C12C6A9}"/>
              </a:ext>
            </a:extLst>
          </p:cNvPr>
          <p:cNvGrpSpPr/>
          <p:nvPr/>
        </p:nvGrpSpPr>
        <p:grpSpPr>
          <a:xfrm>
            <a:off x="5972493" y="459787"/>
            <a:ext cx="529920" cy="146160"/>
            <a:chOff x="5972493" y="459787"/>
            <a:chExt cx="529920" cy="14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EDE7C43-6002-D8E3-EA71-B39937C39CDD}"/>
                    </a:ext>
                  </a:extLst>
                </p14:cNvPr>
                <p14:cNvContentPartPr/>
                <p14:nvPr/>
              </p14:nvContentPartPr>
              <p14:xfrm>
                <a:off x="6183453" y="459787"/>
                <a:ext cx="318960" cy="146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EDE7C43-6002-D8E3-EA71-B39937C39CD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165453" y="441787"/>
                  <a:ext cx="3546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4CFE488-8A63-EEB1-D8F0-62C15638DE1A}"/>
                    </a:ext>
                  </a:extLst>
                </p14:cNvPr>
                <p14:cNvContentPartPr/>
                <p14:nvPr/>
              </p14:nvContentPartPr>
              <p14:xfrm>
                <a:off x="5972493" y="522427"/>
                <a:ext cx="117360" cy="42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4CFE488-8A63-EEB1-D8F0-62C15638DE1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954853" y="504787"/>
                  <a:ext cx="153000" cy="7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F7F0710B-CA87-C6CD-2534-F20B55B984F4}"/>
                  </a:ext>
                </a:extLst>
              </p14:cNvPr>
              <p14:cNvContentPartPr/>
              <p14:nvPr/>
            </p14:nvContentPartPr>
            <p14:xfrm>
              <a:off x="5509893" y="899707"/>
              <a:ext cx="521280" cy="7398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F7F0710B-CA87-C6CD-2534-F20B55B984F4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491893" y="881707"/>
                <a:ext cx="556920" cy="77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22C2E8DE-58D4-3F90-77AF-CBD58A577C41}"/>
                  </a:ext>
                </a:extLst>
              </p14:cNvPr>
              <p14:cNvContentPartPr/>
              <p14:nvPr/>
            </p14:nvContentPartPr>
            <p14:xfrm>
              <a:off x="6211893" y="2432947"/>
              <a:ext cx="989640" cy="149868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22C2E8DE-58D4-3F90-77AF-CBD58A577C4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6194253" y="2414947"/>
                <a:ext cx="1025280" cy="153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06D6CCA1-C81A-DDBD-D5F5-84FE526127F9}"/>
                  </a:ext>
                </a:extLst>
              </p14:cNvPr>
              <p14:cNvContentPartPr/>
              <p14:nvPr/>
            </p14:nvContentPartPr>
            <p14:xfrm>
              <a:off x="6295773" y="664987"/>
              <a:ext cx="522720" cy="6458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06D6CCA1-C81A-DDBD-D5F5-84FE526127F9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6278133" y="647347"/>
                <a:ext cx="558360" cy="68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8288C237-5038-E400-5F9B-76F9303B7A29}"/>
                  </a:ext>
                </a:extLst>
              </p14:cNvPr>
              <p14:cNvContentPartPr/>
              <p14:nvPr/>
            </p14:nvContentPartPr>
            <p14:xfrm>
              <a:off x="9249573" y="2071147"/>
              <a:ext cx="1560600" cy="15159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8288C237-5038-E400-5F9B-76F9303B7A29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231573" y="2053147"/>
                <a:ext cx="1596240" cy="155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71541A14-4DD7-1922-9F8B-639C9DCBEB0D}"/>
              </a:ext>
            </a:extLst>
          </p:cNvPr>
          <p:cNvGrpSpPr/>
          <p:nvPr/>
        </p:nvGrpSpPr>
        <p:grpSpPr>
          <a:xfrm>
            <a:off x="6444813" y="1417027"/>
            <a:ext cx="616320" cy="347040"/>
            <a:chOff x="6444813" y="1417027"/>
            <a:chExt cx="61632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3445A8C-6A96-9234-89AC-61EB5D9138F1}"/>
                    </a:ext>
                  </a:extLst>
                </p14:cNvPr>
                <p14:cNvContentPartPr/>
                <p14:nvPr/>
              </p14:nvContentPartPr>
              <p14:xfrm>
                <a:off x="6444813" y="1417027"/>
                <a:ext cx="254520" cy="190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3445A8C-6A96-9234-89AC-61EB5D9138F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427173" y="1399027"/>
                  <a:ext cx="2901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BD6C7C5-CFC3-5525-5626-52A0DF74F5C2}"/>
                    </a:ext>
                  </a:extLst>
                </p14:cNvPr>
                <p14:cNvContentPartPr/>
                <p14:nvPr/>
              </p14:nvContentPartPr>
              <p14:xfrm>
                <a:off x="6658653" y="1482547"/>
                <a:ext cx="157680" cy="279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BD6C7C5-CFC3-5525-5626-52A0DF74F5C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640653" y="1464547"/>
                  <a:ext cx="1933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A2EF8BD-7CCF-717B-F5C5-FF7BE737254C}"/>
                    </a:ext>
                  </a:extLst>
                </p14:cNvPr>
                <p14:cNvContentPartPr/>
                <p14:nvPr/>
              </p14:nvContentPartPr>
              <p14:xfrm>
                <a:off x="6893733" y="1451227"/>
                <a:ext cx="105480" cy="183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A2EF8BD-7CCF-717B-F5C5-FF7BE737254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875733" y="1433587"/>
                  <a:ext cx="1411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2A78187-1065-80DA-76B7-08B1FFE645D4}"/>
                    </a:ext>
                  </a:extLst>
                </p14:cNvPr>
                <p14:cNvContentPartPr/>
                <p14:nvPr/>
              </p14:nvContentPartPr>
              <p14:xfrm>
                <a:off x="7051053" y="1753987"/>
                <a:ext cx="10080" cy="100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2A78187-1065-80DA-76B7-08B1FFE645D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033413" y="1735987"/>
                  <a:ext cx="4572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BFDF54D9-C4BF-D498-32C7-A97566AE7D97}"/>
              </a:ext>
            </a:extLst>
          </p:cNvPr>
          <p:cNvGrpSpPr/>
          <p:nvPr/>
        </p:nvGrpSpPr>
        <p:grpSpPr>
          <a:xfrm>
            <a:off x="9046893" y="607387"/>
            <a:ext cx="2738880" cy="1154880"/>
            <a:chOff x="9046893" y="607387"/>
            <a:chExt cx="2738880" cy="115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ACDE5DB-5592-53DD-4F37-D888C390D97C}"/>
                    </a:ext>
                  </a:extLst>
                </p14:cNvPr>
                <p14:cNvContentPartPr/>
                <p14:nvPr/>
              </p14:nvContentPartPr>
              <p14:xfrm>
                <a:off x="9046893" y="607387"/>
                <a:ext cx="192600" cy="283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ACDE5DB-5592-53DD-4F37-D888C390D97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029253" y="589747"/>
                  <a:ext cx="2282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5FBDD69-FC5B-D5B4-C365-047444040577}"/>
                    </a:ext>
                  </a:extLst>
                </p14:cNvPr>
                <p14:cNvContentPartPr/>
                <p14:nvPr/>
              </p14:nvContentPartPr>
              <p14:xfrm>
                <a:off x="9061653" y="1063507"/>
                <a:ext cx="408240" cy="135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5FBDD69-FC5B-D5B4-C365-04744404057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043653" y="1045507"/>
                  <a:ext cx="4438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7F1D737-9017-F32E-655F-FE3579C368A9}"/>
                    </a:ext>
                  </a:extLst>
                </p14:cNvPr>
                <p14:cNvContentPartPr/>
                <p14:nvPr/>
              </p14:nvContentPartPr>
              <p14:xfrm>
                <a:off x="9329133" y="1277347"/>
                <a:ext cx="81360" cy="334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7F1D737-9017-F32E-655F-FE3579C368A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311133" y="1259347"/>
                  <a:ext cx="11700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93D7BB0-0E70-BF03-1410-E123900D5872}"/>
                    </a:ext>
                  </a:extLst>
                </p14:cNvPr>
                <p14:cNvContentPartPr/>
                <p14:nvPr/>
              </p14:nvContentPartPr>
              <p14:xfrm>
                <a:off x="9359373" y="1272307"/>
                <a:ext cx="124560" cy="159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93D7BB0-0E70-BF03-1410-E123900D587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341373" y="1254307"/>
                  <a:ext cx="1602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E677FEF-7045-23A4-2D6E-9F36DA7E61B0}"/>
                    </a:ext>
                  </a:extLst>
                </p14:cNvPr>
                <p14:cNvContentPartPr/>
                <p14:nvPr/>
              </p14:nvContentPartPr>
              <p14:xfrm>
                <a:off x="9703893" y="948667"/>
                <a:ext cx="39240" cy="122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E677FEF-7045-23A4-2D6E-9F36DA7E61B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685893" y="931027"/>
                  <a:ext cx="748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EA183F2-7463-7EF9-1945-BEC7A0F37CCE}"/>
                    </a:ext>
                  </a:extLst>
                </p14:cNvPr>
                <p14:cNvContentPartPr/>
                <p14:nvPr/>
              </p14:nvContentPartPr>
              <p14:xfrm>
                <a:off x="9722973" y="1013827"/>
                <a:ext cx="61920" cy="511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EA183F2-7463-7EF9-1945-BEC7A0F37CC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704973" y="995827"/>
                  <a:ext cx="975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67FC2B9-095F-C3DB-DBB0-BE7B06139FFC}"/>
                    </a:ext>
                  </a:extLst>
                </p14:cNvPr>
                <p14:cNvContentPartPr/>
                <p14:nvPr/>
              </p14:nvContentPartPr>
              <p14:xfrm>
                <a:off x="9881373" y="682987"/>
                <a:ext cx="36000" cy="218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67FC2B9-095F-C3DB-DBB0-BE7B06139FF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863373" y="664987"/>
                  <a:ext cx="71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3F7B727-A34A-47FF-64BC-77D869D79FBE}"/>
                    </a:ext>
                  </a:extLst>
                </p14:cNvPr>
                <p14:cNvContentPartPr/>
                <p14:nvPr/>
              </p14:nvContentPartPr>
              <p14:xfrm>
                <a:off x="10008813" y="722227"/>
                <a:ext cx="19080" cy="187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3F7B727-A34A-47FF-64BC-77D869D79FB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991173" y="704587"/>
                  <a:ext cx="547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7BA1ABC-470E-8993-810E-BC6258DF16F5}"/>
                    </a:ext>
                  </a:extLst>
                </p14:cNvPr>
                <p14:cNvContentPartPr/>
                <p14:nvPr/>
              </p14:nvContentPartPr>
              <p14:xfrm>
                <a:off x="10113213" y="659227"/>
                <a:ext cx="83520" cy="396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7BA1ABC-470E-8993-810E-BC6258DF16F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095573" y="641227"/>
                  <a:ext cx="119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BD63B6C-9027-AD31-A72E-0CF291F21729}"/>
                    </a:ext>
                  </a:extLst>
                </p14:cNvPr>
                <p14:cNvContentPartPr/>
                <p14:nvPr/>
              </p14:nvContentPartPr>
              <p14:xfrm>
                <a:off x="10128693" y="681547"/>
                <a:ext cx="114120" cy="203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BD63B6C-9027-AD31-A72E-0CF291F2172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110693" y="663907"/>
                  <a:ext cx="1497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F1225DC-0C5F-47AB-621D-F5E164981C83}"/>
                    </a:ext>
                  </a:extLst>
                </p14:cNvPr>
                <p14:cNvContentPartPr/>
                <p14:nvPr/>
              </p14:nvContentPartPr>
              <p14:xfrm>
                <a:off x="9875973" y="1017787"/>
                <a:ext cx="385560" cy="127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F1225DC-0C5F-47AB-621D-F5E164981C8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858333" y="1000147"/>
                  <a:ext cx="4212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396B19C-0EFD-A307-A103-179EDDBF2F67}"/>
                    </a:ext>
                  </a:extLst>
                </p14:cNvPr>
                <p14:cNvContentPartPr/>
                <p14:nvPr/>
              </p14:nvContentPartPr>
              <p14:xfrm>
                <a:off x="9902253" y="1386067"/>
                <a:ext cx="106920" cy="3762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396B19C-0EFD-A307-A103-179EDDBF2F6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884613" y="1368427"/>
                  <a:ext cx="1425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B0DAAF2-8F20-3F29-FAE3-F67C2369007F}"/>
                    </a:ext>
                  </a:extLst>
                </p14:cNvPr>
                <p14:cNvContentPartPr/>
                <p14:nvPr/>
              </p14:nvContentPartPr>
              <p14:xfrm>
                <a:off x="10100613" y="1396507"/>
                <a:ext cx="11520" cy="23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B0DAAF2-8F20-3F29-FAE3-F67C2369007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082613" y="1378867"/>
                  <a:ext cx="471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22F633A-156C-59BE-BC09-027B43C5B56E}"/>
                    </a:ext>
                  </a:extLst>
                </p14:cNvPr>
                <p14:cNvContentPartPr/>
                <p14:nvPr/>
              </p14:nvContentPartPr>
              <p14:xfrm>
                <a:off x="10175133" y="1321627"/>
                <a:ext cx="55440" cy="36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22F633A-156C-59BE-BC09-027B43C5B56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157133" y="1303987"/>
                  <a:ext cx="910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1CF4471-6830-F786-908E-3B763174FD07}"/>
                    </a:ext>
                  </a:extLst>
                </p14:cNvPr>
                <p14:cNvContentPartPr/>
                <p14:nvPr/>
              </p14:nvContentPartPr>
              <p14:xfrm>
                <a:off x="10188813" y="1343227"/>
                <a:ext cx="94680" cy="2016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1CF4471-6830-F786-908E-3B763174FD0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170813" y="1325227"/>
                  <a:ext cx="1303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8396073-36D6-BC41-3E3F-B93443F3D9B4}"/>
                    </a:ext>
                  </a:extLst>
                </p14:cNvPr>
                <p14:cNvContentPartPr/>
                <p14:nvPr/>
              </p14:nvContentPartPr>
              <p14:xfrm>
                <a:off x="10405173" y="1305067"/>
                <a:ext cx="31320" cy="1857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8396073-36D6-BC41-3E3F-B93443F3D9B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387173" y="1287067"/>
                  <a:ext cx="669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82CA9CB-D607-B1AA-8E82-0006780CEC94}"/>
                    </a:ext>
                  </a:extLst>
                </p14:cNvPr>
                <p14:cNvContentPartPr/>
                <p14:nvPr/>
              </p14:nvContentPartPr>
              <p14:xfrm>
                <a:off x="10415613" y="1266187"/>
                <a:ext cx="227520" cy="120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82CA9CB-D607-B1AA-8E82-0006780CEC9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397613" y="1248187"/>
                  <a:ext cx="2631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67FEE51-EE20-84A7-D153-D0D2FBA22805}"/>
                    </a:ext>
                  </a:extLst>
                </p14:cNvPr>
                <p14:cNvContentPartPr/>
                <p14:nvPr/>
              </p14:nvContentPartPr>
              <p14:xfrm>
                <a:off x="10812693" y="1100587"/>
                <a:ext cx="90000" cy="514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67FEE51-EE20-84A7-D153-D0D2FBA2280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794693" y="1082947"/>
                  <a:ext cx="1256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05E4097-3232-142C-D3BC-DF733FF3D8C2}"/>
                    </a:ext>
                  </a:extLst>
                </p14:cNvPr>
                <p14:cNvContentPartPr/>
                <p14:nvPr/>
              </p14:nvContentPartPr>
              <p14:xfrm>
                <a:off x="10872813" y="1174387"/>
                <a:ext cx="42120" cy="334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05E4097-3232-142C-D3BC-DF733FF3D8C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855173" y="1156387"/>
                  <a:ext cx="777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B2280A7-9B61-1969-06C2-6E1EB4EBB32B}"/>
                    </a:ext>
                  </a:extLst>
                </p14:cNvPr>
                <p14:cNvContentPartPr/>
                <p14:nvPr/>
              </p14:nvContentPartPr>
              <p14:xfrm>
                <a:off x="11100333" y="939307"/>
                <a:ext cx="15840" cy="4492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B2280A7-9B61-1969-06C2-6E1EB4EBB32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082333" y="921307"/>
                  <a:ext cx="5148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1BBD9F5-C211-E93A-D957-9D1D722F55A5}"/>
                    </a:ext>
                  </a:extLst>
                </p14:cNvPr>
                <p14:cNvContentPartPr/>
                <p14:nvPr/>
              </p14:nvContentPartPr>
              <p14:xfrm>
                <a:off x="11261253" y="1086907"/>
                <a:ext cx="66240" cy="2278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1BBD9F5-C211-E93A-D957-9D1D722F55A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243613" y="1068907"/>
                  <a:ext cx="1018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C0ACA2F-5BF1-66D8-A0F9-9B37A44C0B20}"/>
                    </a:ext>
                  </a:extLst>
                </p14:cNvPr>
                <p14:cNvContentPartPr/>
                <p14:nvPr/>
              </p14:nvContentPartPr>
              <p14:xfrm>
                <a:off x="11310573" y="1064947"/>
                <a:ext cx="164880" cy="1198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C0ACA2F-5BF1-66D8-A0F9-9B37A44C0B2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292933" y="1047307"/>
                  <a:ext cx="200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550B3AC-8A80-ECCA-FBFC-90601929FCEB}"/>
                    </a:ext>
                  </a:extLst>
                </p14:cNvPr>
                <p14:cNvContentPartPr/>
                <p14:nvPr/>
              </p14:nvContentPartPr>
              <p14:xfrm>
                <a:off x="11574813" y="916987"/>
                <a:ext cx="43200" cy="273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550B3AC-8A80-ECCA-FBFC-90601929FCE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556813" y="899347"/>
                  <a:ext cx="788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98DBC06-A5E4-7304-B3D2-6098A84340BF}"/>
                    </a:ext>
                  </a:extLst>
                </p14:cNvPr>
                <p14:cNvContentPartPr/>
                <p14:nvPr/>
              </p14:nvContentPartPr>
              <p14:xfrm>
                <a:off x="11556453" y="942547"/>
                <a:ext cx="118800" cy="146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98DBC06-A5E4-7304-B3D2-6098A84340B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538813" y="924907"/>
                  <a:ext cx="1544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4FB30E1-89FD-BC0B-C1C2-41B318CC75E9}"/>
                    </a:ext>
                  </a:extLst>
                </p14:cNvPr>
                <p14:cNvContentPartPr/>
                <p14:nvPr/>
              </p14:nvContentPartPr>
              <p14:xfrm>
                <a:off x="11585973" y="1062787"/>
                <a:ext cx="106560" cy="331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4FB30E1-89FD-BC0B-C1C2-41B318CC75E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567973" y="1045147"/>
                  <a:ext cx="1422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E3BC82D-BA15-3DBE-FC20-DCEB2FACE12A}"/>
                    </a:ext>
                  </a:extLst>
                </p14:cNvPr>
                <p14:cNvContentPartPr/>
                <p14:nvPr/>
              </p14:nvContentPartPr>
              <p14:xfrm>
                <a:off x="11783973" y="1105267"/>
                <a:ext cx="1800" cy="61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E3BC82D-BA15-3DBE-FC20-DCEB2FACE12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766333" y="1087627"/>
                  <a:ext cx="37440" cy="41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05252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E3AEE-42F6-B02A-4572-90B6E374C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8585B-407E-130E-6E64-30F3FCAAF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problems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B6816-B77C-3901-B737-46ACF439A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19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C85ECFE-CB68-A6BF-FA28-992BD03FCB8B}"/>
              </a:ext>
            </a:extLst>
          </p:cNvPr>
          <p:cNvGrpSpPr/>
          <p:nvPr/>
        </p:nvGrpSpPr>
        <p:grpSpPr>
          <a:xfrm>
            <a:off x="523894" y="1654810"/>
            <a:ext cx="3491640" cy="3490920"/>
            <a:chOff x="523894" y="1654810"/>
            <a:chExt cx="3491640" cy="349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AE3DA0B-DEC8-1DEB-F65D-814BF2D8C7EC}"/>
                    </a:ext>
                  </a:extLst>
                </p14:cNvPr>
                <p14:cNvContentPartPr/>
                <p14:nvPr/>
              </p14:nvContentPartPr>
              <p14:xfrm>
                <a:off x="1475374" y="2579290"/>
                <a:ext cx="162360" cy="1574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AE3DA0B-DEC8-1DEB-F65D-814BF2D8C7E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57374" y="2561290"/>
                  <a:ext cx="198000" cy="160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61833AB-7992-9F34-38F3-B5D2EC80677B}"/>
                    </a:ext>
                  </a:extLst>
                </p14:cNvPr>
                <p14:cNvContentPartPr/>
                <p14:nvPr/>
              </p14:nvContentPartPr>
              <p14:xfrm>
                <a:off x="1386094" y="2659930"/>
                <a:ext cx="646200" cy="39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61833AB-7992-9F34-38F3-B5D2EC80677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68094" y="2641930"/>
                  <a:ext cx="681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5DC640F-F716-3521-4756-EBBC28472321}"/>
                    </a:ext>
                  </a:extLst>
                </p14:cNvPr>
                <p14:cNvContentPartPr/>
                <p14:nvPr/>
              </p14:nvContentPartPr>
              <p14:xfrm>
                <a:off x="1755814" y="2580010"/>
                <a:ext cx="448560" cy="1630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5DC640F-F716-3521-4756-EBBC2847232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37814" y="2562010"/>
                  <a:ext cx="484200" cy="166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0291E87-F231-A26D-4857-F3B917535565}"/>
                    </a:ext>
                  </a:extLst>
                </p14:cNvPr>
                <p14:cNvContentPartPr/>
                <p14:nvPr/>
              </p14:nvContentPartPr>
              <p14:xfrm>
                <a:off x="1598134" y="2533570"/>
                <a:ext cx="17280" cy="121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0291E87-F231-A26D-4857-F3B9175355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80134" y="2515570"/>
                  <a:ext cx="529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7878AA2-3CEE-9804-1FE8-4F0A7769E995}"/>
                    </a:ext>
                  </a:extLst>
                </p14:cNvPr>
                <p14:cNvContentPartPr/>
                <p14:nvPr/>
              </p14:nvContentPartPr>
              <p14:xfrm>
                <a:off x="1607854" y="2499370"/>
                <a:ext cx="162000" cy="189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7878AA2-3CEE-9804-1FE8-4F0A7769E99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89854" y="2481730"/>
                  <a:ext cx="1976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575B5E7-A5B4-64CC-9D30-4E0D85F892DC}"/>
                    </a:ext>
                  </a:extLst>
                </p14:cNvPr>
                <p14:cNvContentPartPr/>
                <p14:nvPr/>
              </p14:nvContentPartPr>
              <p14:xfrm>
                <a:off x="2005294" y="1815370"/>
                <a:ext cx="462600" cy="273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575B5E7-A5B4-64CC-9D30-4E0D85F892D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87654" y="1797370"/>
                  <a:ext cx="4982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0EB99A9-BD4A-3F86-2491-4F7C4B080E1A}"/>
                    </a:ext>
                  </a:extLst>
                </p14:cNvPr>
                <p14:cNvContentPartPr/>
                <p14:nvPr/>
              </p14:nvContentPartPr>
              <p14:xfrm>
                <a:off x="1848334" y="2291650"/>
                <a:ext cx="721080" cy="210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0EB99A9-BD4A-3F86-2491-4F7C4B080E1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30334" y="2273650"/>
                  <a:ext cx="7567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23DB606-8200-5220-BC7F-73A559CF9F67}"/>
                    </a:ext>
                  </a:extLst>
                </p14:cNvPr>
                <p14:cNvContentPartPr/>
                <p14:nvPr/>
              </p14:nvContentPartPr>
              <p14:xfrm>
                <a:off x="2618374" y="2178250"/>
                <a:ext cx="349200" cy="173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23DB606-8200-5220-BC7F-73A559CF9F6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00734" y="2160250"/>
                  <a:ext cx="3848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7EFA1C7-2D54-7042-E044-029EE2223004}"/>
                    </a:ext>
                  </a:extLst>
                </p14:cNvPr>
                <p14:cNvContentPartPr/>
                <p14:nvPr/>
              </p14:nvContentPartPr>
              <p14:xfrm>
                <a:off x="2062534" y="4297930"/>
                <a:ext cx="728640" cy="670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7EFA1C7-2D54-7042-E044-029EE222300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44894" y="4279930"/>
                  <a:ext cx="764280" cy="7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267A3F9-4EBE-17F9-472F-E39D909266FB}"/>
                    </a:ext>
                  </a:extLst>
                </p14:cNvPr>
                <p14:cNvContentPartPr/>
                <p14:nvPr/>
              </p14:nvContentPartPr>
              <p14:xfrm>
                <a:off x="2340454" y="4353010"/>
                <a:ext cx="653760" cy="138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267A3F9-4EBE-17F9-472F-E39D909266F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22814" y="4335370"/>
                  <a:ext cx="6894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E1731B2-9BD4-4271-D219-9250B2C3FC81}"/>
                    </a:ext>
                  </a:extLst>
                </p14:cNvPr>
                <p14:cNvContentPartPr/>
                <p14:nvPr/>
              </p14:nvContentPartPr>
              <p14:xfrm>
                <a:off x="3081334" y="4501690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E1731B2-9BD4-4271-D219-9250B2C3FC8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63334" y="44836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BC2B77C-69AB-4442-76D2-7F4D9BA89D07}"/>
                    </a:ext>
                  </a:extLst>
                </p14:cNvPr>
                <p14:cNvContentPartPr/>
                <p14:nvPr/>
              </p14:nvContentPartPr>
              <p14:xfrm>
                <a:off x="3006814" y="4406650"/>
                <a:ext cx="264240" cy="97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BC2B77C-69AB-4442-76D2-7F4D9BA89D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88814" y="4388650"/>
                  <a:ext cx="299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B7617B7-A434-5D7C-14AB-B9E1F28871E9}"/>
                    </a:ext>
                  </a:extLst>
                </p14:cNvPr>
                <p14:cNvContentPartPr/>
                <p14:nvPr/>
              </p14:nvContentPartPr>
              <p14:xfrm>
                <a:off x="3030214" y="2230090"/>
                <a:ext cx="584640" cy="2020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B7617B7-A434-5D7C-14AB-B9E1F28871E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12574" y="2212450"/>
                  <a:ext cx="620280" cy="20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9BDB139-0CA2-6D72-2DBB-6FA6D45EC7EF}"/>
                    </a:ext>
                  </a:extLst>
                </p14:cNvPr>
                <p14:cNvContentPartPr/>
                <p14:nvPr/>
              </p14:nvContentPartPr>
              <p14:xfrm>
                <a:off x="2855974" y="1654810"/>
                <a:ext cx="957240" cy="169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9BDB139-0CA2-6D72-2DBB-6FA6D45EC7E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38334" y="1637170"/>
                  <a:ext cx="9928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AF3CEAF-BEDF-225B-3A23-ADC6771B41B4}"/>
                    </a:ext>
                  </a:extLst>
                </p14:cNvPr>
                <p14:cNvContentPartPr/>
                <p14:nvPr/>
              </p14:nvContentPartPr>
              <p14:xfrm>
                <a:off x="2837974" y="4757650"/>
                <a:ext cx="1177560" cy="388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AF3CEAF-BEDF-225B-3A23-ADC6771B41B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19974" y="4739650"/>
                  <a:ext cx="121320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615AB8A-6763-EE65-4BAA-B6B578D7887F}"/>
                    </a:ext>
                  </a:extLst>
                </p14:cNvPr>
                <p14:cNvContentPartPr/>
                <p14:nvPr/>
              </p14:nvContentPartPr>
              <p14:xfrm>
                <a:off x="523894" y="3347530"/>
                <a:ext cx="162360" cy="257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615AB8A-6763-EE65-4BAA-B6B578D7887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6254" y="3329530"/>
                  <a:ext cx="1980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B5C73C2-B6BE-A921-B695-7E064D8D7CEF}"/>
                    </a:ext>
                  </a:extLst>
                </p14:cNvPr>
                <p14:cNvContentPartPr/>
                <p14:nvPr/>
              </p14:nvContentPartPr>
              <p14:xfrm>
                <a:off x="744934" y="3333130"/>
                <a:ext cx="20880" cy="62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B5C73C2-B6BE-A921-B695-7E064D8D7CE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6934" y="3315490"/>
                  <a:ext cx="565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1D693F7-BD6A-AB96-448B-1778E0CF37F4}"/>
                    </a:ext>
                  </a:extLst>
                </p14:cNvPr>
                <p14:cNvContentPartPr/>
                <p14:nvPr/>
              </p14:nvContentPartPr>
              <p14:xfrm>
                <a:off x="800374" y="3070330"/>
                <a:ext cx="63720" cy="116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1D693F7-BD6A-AB96-448B-1778E0CF37F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2734" y="3052690"/>
                  <a:ext cx="993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5A2139B-40A3-E32F-B92C-3FE963B3F313}"/>
                    </a:ext>
                  </a:extLst>
                </p14:cNvPr>
                <p14:cNvContentPartPr/>
                <p14:nvPr/>
              </p14:nvContentPartPr>
              <p14:xfrm>
                <a:off x="832054" y="3166450"/>
                <a:ext cx="92880" cy="182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5A2139B-40A3-E32F-B92C-3FE963B3F31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14414" y="3148810"/>
                  <a:ext cx="1285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9F80930-CD27-1A49-33E2-9FAD19C44F86}"/>
                    </a:ext>
                  </a:extLst>
                </p14:cNvPr>
                <p14:cNvContentPartPr/>
                <p14:nvPr/>
              </p14:nvContentPartPr>
              <p14:xfrm>
                <a:off x="983254" y="2891050"/>
                <a:ext cx="152280" cy="163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9F80930-CD27-1A49-33E2-9FAD19C44F8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5614" y="2873410"/>
                  <a:ext cx="18792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9341F83-DFC7-37C1-7D12-2CB9F1367EE5}"/>
              </a:ext>
            </a:extLst>
          </p:cNvPr>
          <p:cNvGrpSpPr/>
          <p:nvPr/>
        </p:nvGrpSpPr>
        <p:grpSpPr>
          <a:xfrm>
            <a:off x="3124534" y="1931290"/>
            <a:ext cx="1537920" cy="2043000"/>
            <a:chOff x="3124534" y="1931290"/>
            <a:chExt cx="1537920" cy="204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664EB40-FF4C-73EC-5D38-2E69E8B577A0}"/>
                    </a:ext>
                  </a:extLst>
                </p14:cNvPr>
                <p14:cNvContentPartPr/>
                <p14:nvPr/>
              </p14:nvContentPartPr>
              <p14:xfrm>
                <a:off x="3124534" y="1931290"/>
                <a:ext cx="932400" cy="2017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664EB40-FF4C-73EC-5D38-2E69E8B577A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06894" y="1913290"/>
                  <a:ext cx="968040" cy="20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C50CBE4-2DC1-2E06-BEBE-7F33F6C10C9A}"/>
                    </a:ext>
                  </a:extLst>
                </p14:cNvPr>
                <p14:cNvContentPartPr/>
                <p14:nvPr/>
              </p14:nvContentPartPr>
              <p14:xfrm>
                <a:off x="3963334" y="3786010"/>
                <a:ext cx="171360" cy="188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C50CBE4-2DC1-2E06-BEBE-7F33F6C10C9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45334" y="3768370"/>
                  <a:ext cx="2070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C441A06-797A-C93B-1B4A-A4BC692ECE56}"/>
                    </a:ext>
                  </a:extLst>
                </p14:cNvPr>
                <p14:cNvContentPartPr/>
                <p14:nvPr/>
              </p14:nvContentPartPr>
              <p14:xfrm>
                <a:off x="4559134" y="3588010"/>
                <a:ext cx="62640" cy="332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C441A06-797A-C93B-1B4A-A4BC692ECE5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41134" y="3570010"/>
                  <a:ext cx="9828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7D7FBB9-B3D2-32E6-FD7E-31BCEBA15EDA}"/>
                    </a:ext>
                  </a:extLst>
                </p14:cNvPr>
                <p14:cNvContentPartPr/>
                <p14:nvPr/>
              </p14:nvContentPartPr>
              <p14:xfrm>
                <a:off x="4500454" y="3607810"/>
                <a:ext cx="121680" cy="61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7D7FBB9-B3D2-32E6-FD7E-31BCEBA15ED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82814" y="3589810"/>
                  <a:ext cx="1573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41E8796-1F43-C7AC-A136-599E5F9637E2}"/>
                    </a:ext>
                  </a:extLst>
                </p14:cNvPr>
                <p14:cNvContentPartPr/>
                <p14:nvPr/>
              </p14:nvContentPartPr>
              <p14:xfrm>
                <a:off x="4567054" y="3863770"/>
                <a:ext cx="95400" cy="98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41E8796-1F43-C7AC-A136-599E5F9637E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549414" y="3846130"/>
                  <a:ext cx="13104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5930982-D723-07CE-2794-A77C9C2FBF54}"/>
              </a:ext>
            </a:extLst>
          </p:cNvPr>
          <p:cNvGrpSpPr/>
          <p:nvPr/>
        </p:nvGrpSpPr>
        <p:grpSpPr>
          <a:xfrm>
            <a:off x="5634094" y="1083490"/>
            <a:ext cx="961920" cy="385200"/>
            <a:chOff x="5634094" y="1083490"/>
            <a:chExt cx="961920" cy="38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958007D-B7C4-C8B0-5696-D5BC65194254}"/>
                    </a:ext>
                  </a:extLst>
                </p14:cNvPr>
                <p14:cNvContentPartPr/>
                <p14:nvPr/>
              </p14:nvContentPartPr>
              <p14:xfrm>
                <a:off x="5634094" y="1161610"/>
                <a:ext cx="295200" cy="307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958007D-B7C4-C8B0-5696-D5BC6519425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16094" y="1143610"/>
                  <a:ext cx="33084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7547DD9-18E1-5DBA-D5BF-1505DEA17E42}"/>
                    </a:ext>
                  </a:extLst>
                </p14:cNvPr>
                <p14:cNvContentPartPr/>
                <p14:nvPr/>
              </p14:nvContentPartPr>
              <p14:xfrm>
                <a:off x="6037654" y="1203730"/>
                <a:ext cx="208080" cy="200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7547DD9-18E1-5DBA-D5BF-1505DEA17E4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020014" y="1185730"/>
                  <a:ext cx="243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E85E813-95E2-BDC8-2371-12A8BEAB406B}"/>
                    </a:ext>
                  </a:extLst>
                </p14:cNvPr>
                <p14:cNvContentPartPr/>
                <p14:nvPr/>
              </p14:nvContentPartPr>
              <p14:xfrm>
                <a:off x="6283534" y="1253410"/>
                <a:ext cx="146520" cy="146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E85E813-95E2-BDC8-2371-12A8BEAB406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65894" y="1235410"/>
                  <a:ext cx="1821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E0F6F7E-3ECE-57DE-BCAB-FF9861D0BE87}"/>
                    </a:ext>
                  </a:extLst>
                </p14:cNvPr>
                <p14:cNvContentPartPr/>
                <p14:nvPr/>
              </p14:nvContentPartPr>
              <p14:xfrm>
                <a:off x="6517894" y="1083490"/>
                <a:ext cx="56520" cy="228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E0F6F7E-3ECE-57DE-BCAB-FF9861D0BE8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500254" y="1065850"/>
                  <a:ext cx="921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365104C-4F0C-7D68-44A4-E36CA77C62DA}"/>
                    </a:ext>
                  </a:extLst>
                </p14:cNvPr>
                <p14:cNvContentPartPr/>
                <p14:nvPr/>
              </p14:nvContentPartPr>
              <p14:xfrm>
                <a:off x="6505654" y="1187890"/>
                <a:ext cx="90360" cy="39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365104C-4F0C-7D68-44A4-E36CA77C62D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88014" y="1169890"/>
                  <a:ext cx="12600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F59AAD0-247E-035E-ECB9-127F9BCE4D31}"/>
              </a:ext>
            </a:extLst>
          </p:cNvPr>
          <p:cNvGrpSpPr/>
          <p:nvPr/>
        </p:nvGrpSpPr>
        <p:grpSpPr>
          <a:xfrm>
            <a:off x="6920014" y="975130"/>
            <a:ext cx="1165680" cy="320400"/>
            <a:chOff x="6920014" y="975130"/>
            <a:chExt cx="11656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54DA76C-EA3C-BB98-D3AA-06908673C113}"/>
                    </a:ext>
                  </a:extLst>
                </p14:cNvPr>
                <p14:cNvContentPartPr/>
                <p14:nvPr/>
              </p14:nvContentPartPr>
              <p14:xfrm>
                <a:off x="6986254" y="1159450"/>
                <a:ext cx="42480" cy="121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54DA76C-EA3C-BB98-D3AA-06908673C11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968254" y="1141450"/>
                  <a:ext cx="781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1F268C4-3D68-D7C2-1811-D492DC62BEC7}"/>
                    </a:ext>
                  </a:extLst>
                </p14:cNvPr>
                <p14:cNvContentPartPr/>
                <p14:nvPr/>
              </p14:nvContentPartPr>
              <p14:xfrm>
                <a:off x="6920014" y="975130"/>
                <a:ext cx="23040" cy="69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1F268C4-3D68-D7C2-1811-D492DC62BEC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02374" y="957490"/>
                  <a:ext cx="586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86273BC-DAAD-4E81-2244-4FEBC3791F42}"/>
                    </a:ext>
                  </a:extLst>
                </p14:cNvPr>
                <p14:cNvContentPartPr/>
                <p14:nvPr/>
              </p14:nvContentPartPr>
              <p14:xfrm>
                <a:off x="7147894" y="1132090"/>
                <a:ext cx="159480" cy="163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86273BC-DAAD-4E81-2244-4FEBC3791F4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129894" y="1114450"/>
                  <a:ext cx="1951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80062FD-1105-D375-E6B8-8D6C5A48DB99}"/>
                    </a:ext>
                  </a:extLst>
                </p14:cNvPr>
                <p14:cNvContentPartPr/>
                <p14:nvPr/>
              </p14:nvContentPartPr>
              <p14:xfrm>
                <a:off x="7516894" y="1068370"/>
                <a:ext cx="64440" cy="192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80062FD-1105-D375-E6B8-8D6C5A48DB9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498894" y="1050370"/>
                  <a:ext cx="1000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A9D4AA2-279A-74D9-F254-A068D501BD0B}"/>
                    </a:ext>
                  </a:extLst>
                </p14:cNvPr>
                <p14:cNvContentPartPr/>
                <p14:nvPr/>
              </p14:nvContentPartPr>
              <p14:xfrm>
                <a:off x="7483054" y="1011130"/>
                <a:ext cx="462600" cy="221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A9D4AA2-279A-74D9-F254-A068D501BD0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465054" y="993130"/>
                  <a:ext cx="4982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DE58C23-8B6C-B7E4-0522-00184881CB9B}"/>
                    </a:ext>
                  </a:extLst>
                </p14:cNvPr>
                <p14:cNvContentPartPr/>
                <p14:nvPr/>
              </p14:nvContentPartPr>
              <p14:xfrm>
                <a:off x="8006494" y="1079530"/>
                <a:ext cx="79200" cy="155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DE58C23-8B6C-B7E4-0522-00184881CB9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88854" y="1061530"/>
                  <a:ext cx="11484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18FAC18-F4EB-8963-22EA-0A7AEDEACC67}"/>
              </a:ext>
            </a:extLst>
          </p:cNvPr>
          <p:cNvGrpSpPr/>
          <p:nvPr/>
        </p:nvGrpSpPr>
        <p:grpSpPr>
          <a:xfrm>
            <a:off x="8423734" y="821050"/>
            <a:ext cx="1635120" cy="463680"/>
            <a:chOff x="8423734" y="821050"/>
            <a:chExt cx="1635120" cy="46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A376C82-EDD0-87CF-80B2-D3BE5998A13A}"/>
                    </a:ext>
                  </a:extLst>
                </p14:cNvPr>
                <p14:cNvContentPartPr/>
                <p14:nvPr/>
              </p14:nvContentPartPr>
              <p14:xfrm>
                <a:off x="8423734" y="1121290"/>
                <a:ext cx="53640" cy="136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A376C82-EDD0-87CF-80B2-D3BE5998A13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406094" y="1103290"/>
                  <a:ext cx="892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C05CE13-542B-1AF3-91D4-70273C004F5D}"/>
                    </a:ext>
                  </a:extLst>
                </p14:cNvPr>
                <p14:cNvContentPartPr/>
                <p14:nvPr/>
              </p14:nvContentPartPr>
              <p14:xfrm>
                <a:off x="8586454" y="1103650"/>
                <a:ext cx="97560" cy="153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C05CE13-542B-1AF3-91D4-70273C004F5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568814" y="1085650"/>
                  <a:ext cx="133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72084B6-FF40-D2D5-A3A5-2112C96D18D6}"/>
                    </a:ext>
                  </a:extLst>
                </p14:cNvPr>
                <p14:cNvContentPartPr/>
                <p14:nvPr/>
              </p14:nvContentPartPr>
              <p14:xfrm>
                <a:off x="8697694" y="1081330"/>
                <a:ext cx="81000" cy="203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72084B6-FF40-D2D5-A3A5-2112C96D18D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80054" y="1063690"/>
                  <a:ext cx="1166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B3C1611-4284-CCD7-3A9C-996CACCEA515}"/>
                    </a:ext>
                  </a:extLst>
                </p14:cNvPr>
                <p14:cNvContentPartPr/>
                <p14:nvPr/>
              </p14:nvContentPartPr>
              <p14:xfrm>
                <a:off x="8826214" y="1106530"/>
                <a:ext cx="126720" cy="97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B3C1611-4284-CCD7-3A9C-996CACCEA51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08214" y="1088890"/>
                  <a:ext cx="1623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93A4CAB-AF7F-26FE-F333-6C4E224D12EC}"/>
                    </a:ext>
                  </a:extLst>
                </p14:cNvPr>
                <p14:cNvContentPartPr/>
                <p14:nvPr/>
              </p14:nvContentPartPr>
              <p14:xfrm>
                <a:off x="9015214" y="1098970"/>
                <a:ext cx="108000" cy="101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93A4CAB-AF7F-26FE-F333-6C4E224D12E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997574" y="1081330"/>
                  <a:ext cx="143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81A8D24-BE31-D5D0-A113-2593C51B0EE2}"/>
                    </a:ext>
                  </a:extLst>
                </p14:cNvPr>
                <p14:cNvContentPartPr/>
                <p14:nvPr/>
              </p14:nvContentPartPr>
              <p14:xfrm>
                <a:off x="9253894" y="1037050"/>
                <a:ext cx="319320" cy="129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81A8D24-BE31-D5D0-A113-2593C51B0EE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36254" y="1019050"/>
                  <a:ext cx="3549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593A505-018C-E377-D2CB-2E097241D47F}"/>
                    </a:ext>
                  </a:extLst>
                </p14:cNvPr>
                <p14:cNvContentPartPr/>
                <p14:nvPr/>
              </p14:nvContentPartPr>
              <p14:xfrm>
                <a:off x="9671854" y="821050"/>
                <a:ext cx="90360" cy="300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593A505-018C-E377-D2CB-2E097241D47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653854" y="803410"/>
                  <a:ext cx="1260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3E5CA18-8C5F-4B4A-438A-2533277170CD}"/>
                    </a:ext>
                  </a:extLst>
                </p14:cNvPr>
                <p14:cNvContentPartPr/>
                <p14:nvPr/>
              </p14:nvContentPartPr>
              <p14:xfrm>
                <a:off x="9704614" y="1027330"/>
                <a:ext cx="117360" cy="54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3E5CA18-8C5F-4B4A-438A-2533277170C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686614" y="1009690"/>
                  <a:ext cx="1530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6D30220-BC0A-EF31-254D-C906C645D603}"/>
                    </a:ext>
                  </a:extLst>
                </p14:cNvPr>
                <p14:cNvContentPartPr/>
                <p14:nvPr/>
              </p14:nvContentPartPr>
              <p14:xfrm>
                <a:off x="9987574" y="952090"/>
                <a:ext cx="71280" cy="2070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6D30220-BC0A-EF31-254D-C906C645D60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969934" y="934090"/>
                  <a:ext cx="106920" cy="24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F35CE40-8C47-5B64-5F87-4DEF0BAC2543}"/>
              </a:ext>
            </a:extLst>
          </p:cNvPr>
          <p:cNvGrpSpPr/>
          <p:nvPr/>
        </p:nvGrpSpPr>
        <p:grpSpPr>
          <a:xfrm>
            <a:off x="6421054" y="2154850"/>
            <a:ext cx="492120" cy="268920"/>
            <a:chOff x="6421054" y="2154850"/>
            <a:chExt cx="492120" cy="2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A32D217-F34C-D5C6-815F-40765F29E213}"/>
                    </a:ext>
                  </a:extLst>
                </p14:cNvPr>
                <p14:cNvContentPartPr/>
                <p14:nvPr/>
              </p14:nvContentPartPr>
              <p14:xfrm>
                <a:off x="6421054" y="2154850"/>
                <a:ext cx="199080" cy="268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A32D217-F34C-D5C6-815F-40765F29E21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03054" y="2136850"/>
                  <a:ext cx="2347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AF01C11-7814-19E8-FC57-7EB43EBAF88A}"/>
                    </a:ext>
                  </a:extLst>
                </p14:cNvPr>
                <p14:cNvContentPartPr/>
                <p14:nvPr/>
              </p14:nvContentPartPr>
              <p14:xfrm>
                <a:off x="6809494" y="2270050"/>
                <a:ext cx="60120" cy="72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AF01C11-7814-19E8-FC57-7EB43EBAF88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791494" y="2252050"/>
                  <a:ext cx="957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003EAF4-CBDB-FADD-E857-D560B3ADA5B3}"/>
                    </a:ext>
                  </a:extLst>
                </p14:cNvPr>
                <p14:cNvContentPartPr/>
                <p14:nvPr/>
              </p14:nvContentPartPr>
              <p14:xfrm>
                <a:off x="6876814" y="2405050"/>
                <a:ext cx="36360" cy="90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003EAF4-CBDB-FADD-E857-D560B3ADA5B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858814" y="2387410"/>
                  <a:ext cx="7200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C12EB16-10C8-91FC-7A2C-1B61365E6D97}"/>
              </a:ext>
            </a:extLst>
          </p:cNvPr>
          <p:cNvGrpSpPr/>
          <p:nvPr/>
        </p:nvGrpSpPr>
        <p:grpSpPr>
          <a:xfrm>
            <a:off x="7149694" y="2109850"/>
            <a:ext cx="167760" cy="328320"/>
            <a:chOff x="7149694" y="2109850"/>
            <a:chExt cx="167760" cy="3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76EB151-AD32-4DB2-CB1F-A9697D883C86}"/>
                    </a:ext>
                  </a:extLst>
                </p14:cNvPr>
                <p14:cNvContentPartPr/>
                <p14:nvPr/>
              </p14:nvContentPartPr>
              <p14:xfrm>
                <a:off x="7226014" y="2155930"/>
                <a:ext cx="24480" cy="282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76EB151-AD32-4DB2-CB1F-A9697D883C8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208014" y="2138290"/>
                  <a:ext cx="601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4CD3C3B-D48F-A37A-A866-8814349146ED}"/>
                    </a:ext>
                  </a:extLst>
                </p14:cNvPr>
                <p14:cNvContentPartPr/>
                <p14:nvPr/>
              </p14:nvContentPartPr>
              <p14:xfrm>
                <a:off x="7149694" y="2109850"/>
                <a:ext cx="167760" cy="1209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4CD3C3B-D48F-A37A-A866-8814349146E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31694" y="2091850"/>
                  <a:ext cx="2034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E9F5DE9-6050-95B7-CE76-F3413069E021}"/>
                    </a:ext>
                  </a:extLst>
                </p14:cNvPr>
                <p14:cNvContentPartPr/>
                <p14:nvPr/>
              </p14:nvContentPartPr>
              <p14:xfrm>
                <a:off x="7235734" y="2337730"/>
                <a:ext cx="79560" cy="66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E9F5DE9-6050-95B7-CE76-F3413069E02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18094" y="2320090"/>
                  <a:ext cx="11520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20CE98E-9975-AEE3-9D1C-21E4D56AC3C1}"/>
              </a:ext>
            </a:extLst>
          </p:cNvPr>
          <p:cNvGrpSpPr/>
          <p:nvPr/>
        </p:nvGrpSpPr>
        <p:grpSpPr>
          <a:xfrm>
            <a:off x="7547494" y="2106970"/>
            <a:ext cx="218520" cy="345600"/>
            <a:chOff x="7547494" y="2106970"/>
            <a:chExt cx="218520" cy="34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A616CAA-20AE-F97D-269B-9C900D62256F}"/>
                    </a:ext>
                  </a:extLst>
                </p14:cNvPr>
                <p14:cNvContentPartPr/>
                <p14:nvPr/>
              </p14:nvContentPartPr>
              <p14:xfrm>
                <a:off x="7570894" y="2167450"/>
                <a:ext cx="25200" cy="285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A616CAA-20AE-F97D-269B-9C900D62256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552894" y="2149450"/>
                  <a:ext cx="608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4B432CF-861E-C350-26CB-9377240FB77A}"/>
                    </a:ext>
                  </a:extLst>
                </p14:cNvPr>
                <p14:cNvContentPartPr/>
                <p14:nvPr/>
              </p14:nvContentPartPr>
              <p14:xfrm>
                <a:off x="7547494" y="2106970"/>
                <a:ext cx="218520" cy="228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4B432CF-861E-C350-26CB-9377240FB77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529854" y="2089330"/>
                  <a:ext cx="25416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5689EAC-9CD3-2B61-9FCA-F157F387ECA3}"/>
              </a:ext>
            </a:extLst>
          </p:cNvPr>
          <p:cNvGrpSpPr/>
          <p:nvPr/>
        </p:nvGrpSpPr>
        <p:grpSpPr>
          <a:xfrm>
            <a:off x="6552454" y="2759290"/>
            <a:ext cx="1260360" cy="1019520"/>
            <a:chOff x="6552454" y="2759290"/>
            <a:chExt cx="1260360" cy="101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418BA95-6C19-D235-4FD5-1954E002ED16}"/>
                    </a:ext>
                  </a:extLst>
                </p14:cNvPr>
                <p14:cNvContentPartPr/>
                <p14:nvPr/>
              </p14:nvContentPartPr>
              <p14:xfrm>
                <a:off x="6597454" y="2999050"/>
                <a:ext cx="88920" cy="351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418BA95-6C19-D235-4FD5-1954E002ED1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579814" y="2981050"/>
                  <a:ext cx="12456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C00CE52-DE42-4DB3-15CB-1F3E949A5829}"/>
                    </a:ext>
                  </a:extLst>
                </p14:cNvPr>
                <p14:cNvContentPartPr/>
                <p14:nvPr/>
              </p14:nvContentPartPr>
              <p14:xfrm>
                <a:off x="6552454" y="2928490"/>
                <a:ext cx="114840" cy="81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C00CE52-DE42-4DB3-15CB-1F3E949A582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534454" y="2910850"/>
                  <a:ext cx="1504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49723F4-71C3-FF8A-CF51-B9BD2CE6FC10}"/>
                    </a:ext>
                  </a:extLst>
                </p14:cNvPr>
                <p14:cNvContentPartPr/>
                <p14:nvPr/>
              </p14:nvContentPartPr>
              <p14:xfrm>
                <a:off x="6640294" y="3222970"/>
                <a:ext cx="105480" cy="44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49723F4-71C3-FF8A-CF51-B9BD2CE6FC1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622654" y="3205330"/>
                  <a:ext cx="1411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1CE1C71-5EF0-DDFC-FA89-998F2DB91D15}"/>
                    </a:ext>
                  </a:extLst>
                </p14:cNvPr>
                <p14:cNvContentPartPr/>
                <p14:nvPr/>
              </p14:nvContentPartPr>
              <p14:xfrm>
                <a:off x="6877534" y="3140890"/>
                <a:ext cx="51120" cy="33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1CE1C71-5EF0-DDFC-FA89-998F2DB91D1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859534" y="3122890"/>
                  <a:ext cx="867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000C302-918F-E96A-D000-5AB3AF31CEAB}"/>
                    </a:ext>
                  </a:extLst>
                </p14:cNvPr>
                <p14:cNvContentPartPr/>
                <p14:nvPr/>
              </p14:nvContentPartPr>
              <p14:xfrm>
                <a:off x="6952774" y="3219370"/>
                <a:ext cx="45000" cy="32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000C302-918F-E96A-D000-5AB3AF31CEA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935134" y="3201730"/>
                  <a:ext cx="806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6C45E1D-33E0-40FD-BF4E-4A584A019E2A}"/>
                    </a:ext>
                  </a:extLst>
                </p14:cNvPr>
                <p14:cNvContentPartPr/>
                <p14:nvPr/>
              </p14:nvContentPartPr>
              <p14:xfrm>
                <a:off x="7166974" y="2759290"/>
                <a:ext cx="381600" cy="323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6C45E1D-33E0-40FD-BF4E-4A584A019E2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149334" y="2741290"/>
                  <a:ext cx="4172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2C59A9B-B484-74D6-DC82-A0979886E685}"/>
                    </a:ext>
                  </a:extLst>
                </p14:cNvPr>
                <p14:cNvContentPartPr/>
                <p14:nvPr/>
              </p14:nvContentPartPr>
              <p14:xfrm>
                <a:off x="7250134" y="3123250"/>
                <a:ext cx="562680" cy="185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2C59A9B-B484-74D6-DC82-A0979886E68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232134" y="3105250"/>
                  <a:ext cx="5983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C517D68-F864-2FB7-7F06-C658AB68B619}"/>
                    </a:ext>
                  </a:extLst>
                </p14:cNvPr>
                <p14:cNvContentPartPr/>
                <p14:nvPr/>
              </p14:nvContentPartPr>
              <p14:xfrm>
                <a:off x="7520494" y="3416290"/>
                <a:ext cx="86400" cy="362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C517D68-F864-2FB7-7F06-C658AB68B61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502854" y="3398650"/>
                  <a:ext cx="12204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123ABC0-6D02-2118-F5F6-C8AB1531DE3F}"/>
                    </a:ext>
                  </a:extLst>
                </p14:cNvPr>
                <p14:cNvContentPartPr/>
                <p14:nvPr/>
              </p14:nvContentPartPr>
              <p14:xfrm>
                <a:off x="7587454" y="3411250"/>
                <a:ext cx="96120" cy="180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123ABC0-6D02-2118-F5F6-C8AB1531DE3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569454" y="3393250"/>
                  <a:ext cx="13176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6C09127-5F1B-24FB-2940-23CD0B2E19A2}"/>
              </a:ext>
            </a:extLst>
          </p:cNvPr>
          <p:cNvGrpSpPr/>
          <p:nvPr/>
        </p:nvGrpSpPr>
        <p:grpSpPr>
          <a:xfrm>
            <a:off x="8078494" y="2707090"/>
            <a:ext cx="1251360" cy="587880"/>
            <a:chOff x="8078494" y="2707090"/>
            <a:chExt cx="1251360" cy="58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9708696-6B2A-584D-696D-65CEEFB1EF13}"/>
                    </a:ext>
                  </a:extLst>
                </p14:cNvPr>
                <p14:cNvContentPartPr/>
                <p14:nvPr/>
              </p14:nvContentPartPr>
              <p14:xfrm>
                <a:off x="8078494" y="3043330"/>
                <a:ext cx="16560" cy="31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9708696-6B2A-584D-696D-65CEEFB1EF1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060494" y="3025690"/>
                  <a:ext cx="522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84683C0-3117-0DC4-D6F3-886CBA9EB8ED}"/>
                    </a:ext>
                  </a:extLst>
                </p14:cNvPr>
                <p14:cNvContentPartPr/>
                <p14:nvPr/>
              </p14:nvContentPartPr>
              <p14:xfrm>
                <a:off x="8137534" y="3145210"/>
                <a:ext cx="27360" cy="9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84683C0-3117-0DC4-D6F3-886CBA9EB8E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119534" y="3127570"/>
                  <a:ext cx="630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E7FBF44-A3D8-7090-8C21-8C840540CAA6}"/>
                    </a:ext>
                  </a:extLst>
                </p14:cNvPr>
                <p14:cNvContentPartPr/>
                <p14:nvPr/>
              </p14:nvContentPartPr>
              <p14:xfrm>
                <a:off x="8444974" y="2722930"/>
                <a:ext cx="39240" cy="341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E7FBF44-A3D8-7090-8C21-8C840540CAA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427334" y="2704930"/>
                  <a:ext cx="7488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2D81A5B-F263-C342-4ECD-7B8CDBA8216F}"/>
                    </a:ext>
                  </a:extLst>
                </p14:cNvPr>
                <p14:cNvContentPartPr/>
                <p14:nvPr/>
              </p14:nvContentPartPr>
              <p14:xfrm>
                <a:off x="8635054" y="2847130"/>
                <a:ext cx="2880" cy="2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2D81A5B-F263-C342-4ECD-7B8CDBA8216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17054" y="2829490"/>
                  <a:ext cx="385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144DFC8-0920-5E32-0406-BD79BA319793}"/>
                    </a:ext>
                  </a:extLst>
                </p14:cNvPr>
                <p14:cNvContentPartPr/>
                <p14:nvPr/>
              </p14:nvContentPartPr>
              <p14:xfrm>
                <a:off x="8812894" y="2707090"/>
                <a:ext cx="72000" cy="9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144DFC8-0920-5E32-0406-BD79BA31979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794894" y="2689090"/>
                  <a:ext cx="1076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4F8A396-D272-CF23-76F9-2C27CC50B291}"/>
                    </a:ext>
                  </a:extLst>
                </p14:cNvPr>
                <p14:cNvContentPartPr/>
                <p14:nvPr/>
              </p14:nvContentPartPr>
              <p14:xfrm>
                <a:off x="8821174" y="2773690"/>
                <a:ext cx="82800" cy="123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4F8A396-D272-CF23-76F9-2C27CC50B29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803174" y="2755690"/>
                  <a:ext cx="1184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B959CC4-9082-FC86-14B0-FB97F450FAD9}"/>
                    </a:ext>
                  </a:extLst>
                </p14:cNvPr>
                <p14:cNvContentPartPr/>
                <p14:nvPr/>
              </p14:nvContentPartPr>
              <p14:xfrm>
                <a:off x="8897134" y="2905810"/>
                <a:ext cx="93960" cy="102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B959CC4-9082-FC86-14B0-FB97F450FAD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879134" y="2887810"/>
                  <a:ext cx="1296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510BF5C-13F6-2F11-5844-FF0E43BA11BD}"/>
                    </a:ext>
                  </a:extLst>
                </p14:cNvPr>
                <p14:cNvContentPartPr/>
                <p14:nvPr/>
              </p14:nvContentPartPr>
              <p14:xfrm>
                <a:off x="8349934" y="3040090"/>
                <a:ext cx="979920" cy="2548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510BF5C-13F6-2F11-5844-FF0E43BA11B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332294" y="3022450"/>
                  <a:ext cx="1015560" cy="29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470E1F6-A2E5-FF7D-7D2A-7F64C28A0A70}"/>
              </a:ext>
            </a:extLst>
          </p:cNvPr>
          <p:cNvGrpSpPr/>
          <p:nvPr/>
        </p:nvGrpSpPr>
        <p:grpSpPr>
          <a:xfrm>
            <a:off x="3647254" y="2271850"/>
            <a:ext cx="1094760" cy="771840"/>
            <a:chOff x="3647254" y="2271850"/>
            <a:chExt cx="1094760" cy="77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E05D9C7-542A-F76C-90D2-D0E5B87B1FFC}"/>
                    </a:ext>
                  </a:extLst>
                </p14:cNvPr>
                <p14:cNvContentPartPr/>
                <p14:nvPr/>
              </p14:nvContentPartPr>
              <p14:xfrm>
                <a:off x="3784774" y="2459410"/>
                <a:ext cx="106920" cy="389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E05D9C7-542A-F76C-90D2-D0E5B87B1FF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767134" y="2441410"/>
                  <a:ext cx="14256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1F944FC-5881-3A20-FD32-794D15FC57A0}"/>
                    </a:ext>
                  </a:extLst>
                </p14:cNvPr>
                <p14:cNvContentPartPr/>
                <p14:nvPr/>
              </p14:nvContentPartPr>
              <p14:xfrm>
                <a:off x="4037854" y="2487850"/>
                <a:ext cx="50040" cy="165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1F944FC-5881-3A20-FD32-794D15FC57A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019854" y="2469850"/>
                  <a:ext cx="85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9D98056-C532-703A-39ED-5F6761E41958}"/>
                    </a:ext>
                  </a:extLst>
                </p14:cNvPr>
                <p14:cNvContentPartPr/>
                <p14:nvPr/>
              </p14:nvContentPartPr>
              <p14:xfrm>
                <a:off x="4067734" y="2412610"/>
                <a:ext cx="222480" cy="141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9D98056-C532-703A-39ED-5F6761E4195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050094" y="2394970"/>
                  <a:ext cx="258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E07D24D-E4FB-F5BE-9737-8FE22B6E7954}"/>
                    </a:ext>
                  </a:extLst>
                </p14:cNvPr>
                <p14:cNvContentPartPr/>
                <p14:nvPr/>
              </p14:nvContentPartPr>
              <p14:xfrm>
                <a:off x="4458334" y="2271850"/>
                <a:ext cx="2520" cy="17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E07D24D-E4FB-F5BE-9737-8FE22B6E795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440334" y="2253850"/>
                  <a:ext cx="381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AD2DF5B-B387-663C-5E98-EA49BF65354B}"/>
                    </a:ext>
                  </a:extLst>
                </p14:cNvPr>
                <p14:cNvContentPartPr/>
                <p14:nvPr/>
              </p14:nvContentPartPr>
              <p14:xfrm>
                <a:off x="4410094" y="2298850"/>
                <a:ext cx="331920" cy="263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AD2DF5B-B387-663C-5E98-EA49BF65354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392454" y="2280850"/>
                  <a:ext cx="3675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E25BC25-F8B9-B617-76DB-0E9000A422AE}"/>
                    </a:ext>
                  </a:extLst>
                </p14:cNvPr>
                <p14:cNvContentPartPr/>
                <p14:nvPr/>
              </p14:nvContentPartPr>
              <p14:xfrm>
                <a:off x="3836974" y="2464090"/>
                <a:ext cx="137520" cy="126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E25BC25-F8B9-B617-76DB-0E9000A422A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819334" y="2446450"/>
                  <a:ext cx="173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A3725DC-FDF1-5A72-33A2-9598510AD979}"/>
                    </a:ext>
                  </a:extLst>
                </p14:cNvPr>
                <p14:cNvContentPartPr/>
                <p14:nvPr/>
              </p14:nvContentPartPr>
              <p14:xfrm>
                <a:off x="3817174" y="2599450"/>
                <a:ext cx="230040" cy="3726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A3725DC-FDF1-5A72-33A2-9598510AD97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799534" y="2581450"/>
                  <a:ext cx="26568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91C15DF-5D40-AD48-5D54-751763101C3E}"/>
                    </a:ext>
                  </a:extLst>
                </p14:cNvPr>
                <p14:cNvContentPartPr/>
                <p14:nvPr/>
              </p14:nvContentPartPr>
              <p14:xfrm>
                <a:off x="3753814" y="2803210"/>
                <a:ext cx="19800" cy="83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91C15DF-5D40-AD48-5D54-751763101C3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735814" y="2785210"/>
                  <a:ext cx="554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D77B1BD-5F70-F466-6304-406A0DA63255}"/>
                    </a:ext>
                  </a:extLst>
                </p14:cNvPr>
                <p14:cNvContentPartPr/>
                <p14:nvPr/>
              </p14:nvContentPartPr>
              <p14:xfrm>
                <a:off x="3647254" y="2744170"/>
                <a:ext cx="105480" cy="299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D77B1BD-5F70-F466-6304-406A0DA6325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629254" y="2726170"/>
                  <a:ext cx="141120" cy="33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3744F1D5-1E47-E20F-232E-ECF923C60214}"/>
                  </a:ext>
                </a:extLst>
              </p14:cNvPr>
              <p14:cNvContentPartPr/>
              <p14:nvPr/>
            </p14:nvContentPartPr>
            <p14:xfrm>
              <a:off x="9122494" y="2582530"/>
              <a:ext cx="185760" cy="2401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3744F1D5-1E47-E20F-232E-ECF923C60214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104854" y="2564530"/>
                <a:ext cx="221400" cy="27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D016966-1B54-1A17-15F9-67F26EEA1EA1}"/>
              </a:ext>
            </a:extLst>
          </p:cNvPr>
          <p:cNvGrpSpPr/>
          <p:nvPr/>
        </p:nvGrpSpPr>
        <p:grpSpPr>
          <a:xfrm>
            <a:off x="8663854" y="3236290"/>
            <a:ext cx="1454760" cy="525240"/>
            <a:chOff x="8663854" y="3236290"/>
            <a:chExt cx="1454760" cy="52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D08E008-F409-A050-7077-08B0EC5DF973}"/>
                    </a:ext>
                  </a:extLst>
                </p14:cNvPr>
                <p14:cNvContentPartPr/>
                <p14:nvPr/>
              </p14:nvContentPartPr>
              <p14:xfrm>
                <a:off x="8663854" y="3437530"/>
                <a:ext cx="76320" cy="324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D08E008-F409-A050-7077-08B0EC5DF97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646214" y="3419890"/>
                  <a:ext cx="1119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1725471-814C-FA77-D54B-2B69714C6D6E}"/>
                    </a:ext>
                  </a:extLst>
                </p14:cNvPr>
                <p14:cNvContentPartPr/>
                <p14:nvPr/>
              </p14:nvContentPartPr>
              <p14:xfrm>
                <a:off x="8890294" y="3481090"/>
                <a:ext cx="14760" cy="16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1725471-814C-FA77-D54B-2B69714C6D6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872294" y="3463090"/>
                  <a:ext cx="504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6F51C15-E985-CF96-49B2-B69A2ADDB185}"/>
                    </a:ext>
                  </a:extLst>
                </p14:cNvPr>
                <p14:cNvContentPartPr/>
                <p14:nvPr/>
              </p14:nvContentPartPr>
              <p14:xfrm>
                <a:off x="9094414" y="3360130"/>
                <a:ext cx="115920" cy="11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6F51C15-E985-CF96-49B2-B69A2ADDB18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076774" y="3342490"/>
                  <a:ext cx="1515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6B2A803-BFE4-C2AB-4F55-6760F4ABF505}"/>
                    </a:ext>
                  </a:extLst>
                </p14:cNvPr>
                <p14:cNvContentPartPr/>
                <p14:nvPr/>
              </p14:nvContentPartPr>
              <p14:xfrm>
                <a:off x="9077494" y="3379210"/>
                <a:ext cx="135360" cy="300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6B2A803-BFE4-C2AB-4F55-6760F4ABF50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059854" y="3361210"/>
                  <a:ext cx="1710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A4F2734-84F8-5270-2F55-2390876A5466}"/>
                    </a:ext>
                  </a:extLst>
                </p14:cNvPr>
                <p14:cNvContentPartPr/>
                <p14:nvPr/>
              </p14:nvContentPartPr>
              <p14:xfrm>
                <a:off x="9357214" y="3343930"/>
                <a:ext cx="38520" cy="2610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A4F2734-84F8-5270-2F55-2390876A546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339214" y="3325930"/>
                  <a:ext cx="741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9070463-6BA5-A42D-C7CF-9025ADE924A4}"/>
                    </a:ext>
                  </a:extLst>
                </p14:cNvPr>
                <p14:cNvContentPartPr/>
                <p14:nvPr/>
              </p14:nvContentPartPr>
              <p14:xfrm>
                <a:off x="9357934" y="3296050"/>
                <a:ext cx="254880" cy="222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9070463-6BA5-A42D-C7CF-9025ADE924A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340294" y="3278410"/>
                  <a:ext cx="2905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980D010-EC10-3ACE-0460-C8D8A95CECD0}"/>
                    </a:ext>
                  </a:extLst>
                </p14:cNvPr>
                <p14:cNvContentPartPr/>
                <p14:nvPr/>
              </p14:nvContentPartPr>
              <p14:xfrm>
                <a:off x="9798934" y="3236290"/>
                <a:ext cx="319680" cy="2394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980D010-EC10-3ACE-0460-C8D8A95CECD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780934" y="3218650"/>
                  <a:ext cx="355320" cy="27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68C20695-F1CA-1DAF-F45A-16CC662F56CE}"/>
                  </a:ext>
                </a:extLst>
              </p14:cNvPr>
              <p14:cNvContentPartPr/>
              <p14:nvPr/>
            </p14:nvContentPartPr>
            <p14:xfrm>
              <a:off x="9471334" y="2947930"/>
              <a:ext cx="198360" cy="655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68C20695-F1CA-1DAF-F45A-16CC662F56C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453694" y="2929930"/>
                <a:ext cx="234000" cy="10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98BD175-360C-37F1-E91F-4D575C47E4CD}"/>
              </a:ext>
            </a:extLst>
          </p:cNvPr>
          <p:cNvGrpSpPr/>
          <p:nvPr/>
        </p:nvGrpSpPr>
        <p:grpSpPr>
          <a:xfrm>
            <a:off x="10285654" y="2833450"/>
            <a:ext cx="129600" cy="92520"/>
            <a:chOff x="10285654" y="2833450"/>
            <a:chExt cx="129600" cy="9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B126E69-362D-6D52-5A52-3435D1DC4D8C}"/>
                    </a:ext>
                  </a:extLst>
                </p14:cNvPr>
                <p14:cNvContentPartPr/>
                <p14:nvPr/>
              </p14:nvContentPartPr>
              <p14:xfrm>
                <a:off x="10285654" y="2833450"/>
                <a:ext cx="58680" cy="255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B126E69-362D-6D52-5A52-3435D1DC4D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267654" y="2815450"/>
                  <a:ext cx="943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30390C9-2AF0-9675-D283-74FAC87D41F2}"/>
                    </a:ext>
                  </a:extLst>
                </p14:cNvPr>
                <p14:cNvContentPartPr/>
                <p14:nvPr/>
              </p14:nvContentPartPr>
              <p14:xfrm>
                <a:off x="10346494" y="2913730"/>
                <a:ext cx="68760" cy="12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30390C9-2AF0-9675-D283-74FAC87D41F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328854" y="2896090"/>
                  <a:ext cx="104400" cy="4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32E0BF52-EE35-176A-7242-84B86920B907}"/>
                  </a:ext>
                </a:extLst>
              </p14:cNvPr>
              <p14:cNvContentPartPr/>
              <p14:nvPr/>
            </p14:nvContentPartPr>
            <p14:xfrm>
              <a:off x="10762654" y="2608810"/>
              <a:ext cx="40680" cy="30852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32E0BF52-EE35-176A-7242-84B86920B907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0745014" y="2591170"/>
                <a:ext cx="76320" cy="34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C7D090E-AEAA-B14C-484D-02416145A9D8}"/>
              </a:ext>
            </a:extLst>
          </p:cNvPr>
          <p:cNvGrpSpPr/>
          <p:nvPr/>
        </p:nvGrpSpPr>
        <p:grpSpPr>
          <a:xfrm>
            <a:off x="11004574" y="2601250"/>
            <a:ext cx="266400" cy="272520"/>
            <a:chOff x="11004574" y="2601250"/>
            <a:chExt cx="266400" cy="2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2D35AD6-EF33-051C-E72C-1D290AE03D45}"/>
                    </a:ext>
                  </a:extLst>
                </p14:cNvPr>
                <p14:cNvContentPartPr/>
                <p14:nvPr/>
              </p14:nvContentPartPr>
              <p14:xfrm>
                <a:off x="11004574" y="2644810"/>
                <a:ext cx="31320" cy="228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2D35AD6-EF33-051C-E72C-1D290AE03D4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986934" y="2627170"/>
                  <a:ext cx="669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B063FB5-5B63-A3EA-405D-271B249FED45}"/>
                    </a:ext>
                  </a:extLst>
                </p14:cNvPr>
                <p14:cNvContentPartPr/>
                <p14:nvPr/>
              </p14:nvContentPartPr>
              <p14:xfrm>
                <a:off x="11140654" y="2601250"/>
                <a:ext cx="130320" cy="263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B063FB5-5B63-A3EA-405D-271B249FED4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123014" y="2583610"/>
                  <a:ext cx="165960" cy="2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52591E1-6879-1440-FB08-4C096F49840A}"/>
              </a:ext>
            </a:extLst>
          </p:cNvPr>
          <p:cNvGrpSpPr/>
          <p:nvPr/>
        </p:nvGrpSpPr>
        <p:grpSpPr>
          <a:xfrm>
            <a:off x="11268814" y="2244490"/>
            <a:ext cx="339840" cy="219960"/>
            <a:chOff x="11268814" y="2244490"/>
            <a:chExt cx="339840" cy="2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ACFFBFE-048D-4221-E83A-2D15595E30D3}"/>
                    </a:ext>
                  </a:extLst>
                </p14:cNvPr>
                <p14:cNvContentPartPr/>
                <p14:nvPr/>
              </p14:nvContentPartPr>
              <p14:xfrm>
                <a:off x="11268814" y="2425930"/>
                <a:ext cx="117000" cy="38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ACFFBFE-048D-4221-E83A-2D15595E30D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250814" y="2407930"/>
                  <a:ext cx="1526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76BF851-FE6D-BB5E-4C28-48A7B6DF2A81}"/>
                    </a:ext>
                  </a:extLst>
                </p14:cNvPr>
                <p14:cNvContentPartPr/>
                <p14:nvPr/>
              </p14:nvContentPartPr>
              <p14:xfrm>
                <a:off x="11511094" y="2244490"/>
                <a:ext cx="97560" cy="2062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76BF851-FE6D-BB5E-4C28-48A7B6DF2A8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493454" y="2226850"/>
                  <a:ext cx="133200" cy="24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14DA30DA-67DF-FB5C-94AA-8C0F4155AEC1}"/>
              </a:ext>
            </a:extLst>
          </p:cNvPr>
          <p:cNvGrpSpPr/>
          <p:nvPr/>
        </p:nvGrpSpPr>
        <p:grpSpPr>
          <a:xfrm>
            <a:off x="11626654" y="2540770"/>
            <a:ext cx="136440" cy="294480"/>
            <a:chOff x="11626654" y="2540770"/>
            <a:chExt cx="13644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F562033-EED1-F50B-DFD7-C0656EE38DFE}"/>
                    </a:ext>
                  </a:extLst>
                </p14:cNvPr>
                <p14:cNvContentPartPr/>
                <p14:nvPr/>
              </p14:nvContentPartPr>
              <p14:xfrm>
                <a:off x="11659414" y="2597650"/>
                <a:ext cx="50760" cy="2376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F562033-EED1-F50B-DFD7-C0656EE38DF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641774" y="2580010"/>
                  <a:ext cx="864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E63354A-6BB1-8908-B62B-017B10E4173E}"/>
                    </a:ext>
                  </a:extLst>
                </p14:cNvPr>
                <p14:cNvContentPartPr/>
                <p14:nvPr/>
              </p14:nvContentPartPr>
              <p14:xfrm>
                <a:off x="11675974" y="2540770"/>
                <a:ext cx="87120" cy="264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E63354A-6BB1-8908-B62B-017B10E4173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657974" y="2522770"/>
                  <a:ext cx="1227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617E783-1398-E8DF-69FA-CE19106DE285}"/>
                    </a:ext>
                  </a:extLst>
                </p14:cNvPr>
                <p14:cNvContentPartPr/>
                <p14:nvPr/>
              </p14:nvContentPartPr>
              <p14:xfrm>
                <a:off x="11626654" y="2693050"/>
                <a:ext cx="87840" cy="26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617E783-1398-E8DF-69FA-CE19106DE28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609014" y="2675410"/>
                  <a:ext cx="12348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1ADBD7A-1E2D-A973-CB93-5FDF6731A5A9}"/>
              </a:ext>
            </a:extLst>
          </p:cNvPr>
          <p:cNvGrpSpPr/>
          <p:nvPr/>
        </p:nvGrpSpPr>
        <p:grpSpPr>
          <a:xfrm>
            <a:off x="10010614" y="3995530"/>
            <a:ext cx="266040" cy="295560"/>
            <a:chOff x="10010614" y="3995530"/>
            <a:chExt cx="26604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A05AC93-AFC6-E7E2-608E-7FF0BB1D7751}"/>
                    </a:ext>
                  </a:extLst>
                </p14:cNvPr>
                <p14:cNvContentPartPr/>
                <p14:nvPr/>
              </p14:nvContentPartPr>
              <p14:xfrm>
                <a:off x="10010614" y="4097410"/>
                <a:ext cx="61200" cy="439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A05AC93-AFC6-E7E2-608E-7FF0BB1D775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992974" y="4079410"/>
                  <a:ext cx="968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7756246-5529-23CE-5577-51E5FDC67DA2}"/>
                    </a:ext>
                  </a:extLst>
                </p14:cNvPr>
                <p14:cNvContentPartPr/>
                <p14:nvPr/>
              </p14:nvContentPartPr>
              <p14:xfrm>
                <a:off x="10261174" y="3995530"/>
                <a:ext cx="15480" cy="2955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7756246-5529-23CE-5577-51E5FDC67DA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243174" y="3977890"/>
                  <a:ext cx="511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BB9839C-527B-73DF-AB84-AE54D34AE803}"/>
                    </a:ext>
                  </a:extLst>
                </p14:cNvPr>
                <p14:cNvContentPartPr/>
                <p14:nvPr/>
              </p14:nvContentPartPr>
              <p14:xfrm>
                <a:off x="10011334" y="4236370"/>
                <a:ext cx="77040" cy="49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BB9839C-527B-73DF-AB84-AE54D34AE80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993694" y="4218370"/>
                  <a:ext cx="11268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13F7FC8-41A5-9D57-15C2-65940D685F03}"/>
              </a:ext>
            </a:extLst>
          </p:cNvPr>
          <p:cNvGrpSpPr/>
          <p:nvPr/>
        </p:nvGrpSpPr>
        <p:grpSpPr>
          <a:xfrm>
            <a:off x="10478974" y="4118290"/>
            <a:ext cx="272160" cy="398880"/>
            <a:chOff x="10478974" y="4118290"/>
            <a:chExt cx="272160" cy="39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A69DC64-112D-61B9-546A-21C94C7AF560}"/>
                    </a:ext>
                  </a:extLst>
                </p14:cNvPr>
                <p14:cNvContentPartPr/>
                <p14:nvPr/>
              </p14:nvContentPartPr>
              <p14:xfrm>
                <a:off x="10478974" y="4118290"/>
                <a:ext cx="54720" cy="3988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A69DC64-112D-61B9-546A-21C94C7AF56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460974" y="4100650"/>
                  <a:ext cx="9036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106BFF2-6782-988E-662A-EF1E2708D1B6}"/>
                    </a:ext>
                  </a:extLst>
                </p14:cNvPr>
                <p14:cNvContentPartPr/>
                <p14:nvPr/>
              </p14:nvContentPartPr>
              <p14:xfrm>
                <a:off x="10544494" y="4125850"/>
                <a:ext cx="206640" cy="113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106BFF2-6782-988E-662A-EF1E2708D1B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526854" y="4107850"/>
                  <a:ext cx="24228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7BFA8B4-64F3-7E69-D4C0-619051C1FB12}"/>
              </a:ext>
            </a:extLst>
          </p:cNvPr>
          <p:cNvGrpSpPr/>
          <p:nvPr/>
        </p:nvGrpSpPr>
        <p:grpSpPr>
          <a:xfrm>
            <a:off x="10948054" y="3955210"/>
            <a:ext cx="194040" cy="348120"/>
            <a:chOff x="10948054" y="3955210"/>
            <a:chExt cx="194040" cy="34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F2EF966-2BF9-41B7-E8CA-89D2FB32C7BB}"/>
                    </a:ext>
                  </a:extLst>
                </p14:cNvPr>
                <p14:cNvContentPartPr/>
                <p14:nvPr/>
              </p14:nvContentPartPr>
              <p14:xfrm>
                <a:off x="10948054" y="3958450"/>
                <a:ext cx="35280" cy="3448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F2EF966-2BF9-41B7-E8CA-89D2FB32C7B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930054" y="3940450"/>
                  <a:ext cx="7092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90AE615-2838-D859-44AF-B270ED439F08}"/>
                    </a:ext>
                  </a:extLst>
                </p14:cNvPr>
                <p14:cNvContentPartPr/>
                <p14:nvPr/>
              </p14:nvContentPartPr>
              <p14:xfrm>
                <a:off x="10984774" y="3955210"/>
                <a:ext cx="157320" cy="2041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90AE615-2838-D859-44AF-B270ED439F0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967134" y="3937210"/>
                  <a:ext cx="1929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A3A36EE-1DB3-4498-8DEA-B01AE77396EF}"/>
                    </a:ext>
                  </a:extLst>
                </p14:cNvPr>
                <p14:cNvContentPartPr/>
                <p14:nvPr/>
              </p14:nvContentPartPr>
              <p14:xfrm>
                <a:off x="10990894" y="4060690"/>
                <a:ext cx="134280" cy="1166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A3A36EE-1DB3-4498-8DEA-B01AE77396E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973254" y="4043050"/>
                  <a:ext cx="16992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DAC88DA4-C0C1-1A98-B1A5-9C2C89F5B8B0}"/>
              </a:ext>
            </a:extLst>
          </p:cNvPr>
          <p:cNvGrpSpPr/>
          <p:nvPr/>
        </p:nvGrpSpPr>
        <p:grpSpPr>
          <a:xfrm>
            <a:off x="2010693" y="5766547"/>
            <a:ext cx="627120" cy="394200"/>
            <a:chOff x="2010693" y="5766547"/>
            <a:chExt cx="627120" cy="39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5EC3830-415E-71B4-76B8-A83BC4BCFC6F}"/>
                    </a:ext>
                  </a:extLst>
                </p14:cNvPr>
                <p14:cNvContentPartPr/>
                <p14:nvPr/>
              </p14:nvContentPartPr>
              <p14:xfrm>
                <a:off x="2010693" y="5848267"/>
                <a:ext cx="11880" cy="312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5EC3830-415E-71B4-76B8-A83BC4BCFC6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993053" y="5830267"/>
                  <a:ext cx="475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C2C6C37-415D-2EFA-050B-B1AFA0F3EA24}"/>
                    </a:ext>
                  </a:extLst>
                </p14:cNvPr>
                <p14:cNvContentPartPr/>
                <p14:nvPr/>
              </p14:nvContentPartPr>
              <p14:xfrm>
                <a:off x="2073333" y="5810467"/>
                <a:ext cx="158400" cy="202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C2C6C37-415D-2EFA-050B-B1AFA0F3EA2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055333" y="5792467"/>
                  <a:ext cx="1940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A8DD029-3576-339D-90F3-7CE4119792A0}"/>
                    </a:ext>
                  </a:extLst>
                </p14:cNvPr>
                <p14:cNvContentPartPr/>
                <p14:nvPr/>
              </p14:nvContentPartPr>
              <p14:xfrm>
                <a:off x="2385093" y="5766547"/>
                <a:ext cx="252720" cy="196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A8DD029-3576-339D-90F3-7CE4119792A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367453" y="5748907"/>
                  <a:ext cx="28836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8B67C600-DD7D-AAF0-C862-D0A0BB730673}"/>
              </a:ext>
            </a:extLst>
          </p:cNvPr>
          <p:cNvGrpSpPr/>
          <p:nvPr/>
        </p:nvGrpSpPr>
        <p:grpSpPr>
          <a:xfrm>
            <a:off x="1875693" y="6312667"/>
            <a:ext cx="1075320" cy="443880"/>
            <a:chOff x="1875693" y="6312667"/>
            <a:chExt cx="1075320" cy="4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87B0E47-E734-C187-F870-BC4CDF906A97}"/>
                    </a:ext>
                  </a:extLst>
                </p14:cNvPr>
                <p14:cNvContentPartPr/>
                <p14:nvPr/>
              </p14:nvContentPartPr>
              <p14:xfrm>
                <a:off x="1875693" y="6476467"/>
                <a:ext cx="61920" cy="280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87B0E47-E734-C187-F870-BC4CDF906A9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858053" y="6458827"/>
                  <a:ext cx="975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F51BDAC-846D-A1C1-9A2F-D2231F537DE9}"/>
                    </a:ext>
                  </a:extLst>
                </p14:cNvPr>
                <p14:cNvContentPartPr/>
                <p14:nvPr/>
              </p14:nvContentPartPr>
              <p14:xfrm>
                <a:off x="2037333" y="6392947"/>
                <a:ext cx="230040" cy="234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F51BDAC-846D-A1C1-9A2F-D2231F537DE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019693" y="6374947"/>
                  <a:ext cx="2656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AF83775-68F3-7257-6F80-A7DB06B61CDD}"/>
                    </a:ext>
                  </a:extLst>
                </p14:cNvPr>
                <p14:cNvContentPartPr/>
                <p14:nvPr/>
              </p14:nvContentPartPr>
              <p14:xfrm>
                <a:off x="2405253" y="6343267"/>
                <a:ext cx="76320" cy="210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AF83775-68F3-7257-6F80-A7DB06B61CD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387253" y="6325627"/>
                  <a:ext cx="1119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61B7D62-CFC2-F1BF-CE77-43C059856E66}"/>
                    </a:ext>
                  </a:extLst>
                </p14:cNvPr>
                <p14:cNvContentPartPr/>
                <p14:nvPr/>
              </p14:nvContentPartPr>
              <p14:xfrm>
                <a:off x="2655453" y="6312667"/>
                <a:ext cx="295560" cy="188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61B7D62-CFC2-F1BF-CE77-43C059856E6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637813" y="6294667"/>
                  <a:ext cx="33120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EB98437A-7782-8006-C081-E4EFF4BAB7AF}"/>
              </a:ext>
            </a:extLst>
          </p:cNvPr>
          <p:cNvGrpSpPr/>
          <p:nvPr/>
        </p:nvGrpSpPr>
        <p:grpSpPr>
          <a:xfrm>
            <a:off x="3624933" y="5702827"/>
            <a:ext cx="716760" cy="317160"/>
            <a:chOff x="3624933" y="5702827"/>
            <a:chExt cx="716760" cy="31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422F35F-6042-055D-EEB5-9A16E49F7317}"/>
                    </a:ext>
                  </a:extLst>
                </p14:cNvPr>
                <p14:cNvContentPartPr/>
                <p14:nvPr/>
              </p14:nvContentPartPr>
              <p14:xfrm>
                <a:off x="3627093" y="5779867"/>
                <a:ext cx="33480" cy="240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422F35F-6042-055D-EEB5-9A16E49F731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609453" y="5762227"/>
                  <a:ext cx="691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9C2E967-237E-D7F0-3B6B-A5A988872693}"/>
                    </a:ext>
                  </a:extLst>
                </p14:cNvPr>
                <p14:cNvContentPartPr/>
                <p14:nvPr/>
              </p14:nvContentPartPr>
              <p14:xfrm>
                <a:off x="3624933" y="5762227"/>
                <a:ext cx="223560" cy="181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9C2E967-237E-D7F0-3B6B-A5A98887269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607293" y="5744587"/>
                  <a:ext cx="2592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C16E95F-5371-7B78-E2C8-33CE56A759EF}"/>
                    </a:ext>
                  </a:extLst>
                </p14:cNvPr>
                <p14:cNvContentPartPr/>
                <p14:nvPr/>
              </p14:nvContentPartPr>
              <p14:xfrm>
                <a:off x="4004373" y="5702827"/>
                <a:ext cx="337320" cy="226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C16E95F-5371-7B78-E2C8-33CE56A759E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986373" y="5685187"/>
                  <a:ext cx="372960" cy="26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841C689E-0643-F7FA-7871-CE3E60E7B05B}"/>
              </a:ext>
            </a:extLst>
          </p:cNvPr>
          <p:cNvGrpSpPr/>
          <p:nvPr/>
        </p:nvGrpSpPr>
        <p:grpSpPr>
          <a:xfrm>
            <a:off x="3618093" y="6166867"/>
            <a:ext cx="922680" cy="513360"/>
            <a:chOff x="3618093" y="6166867"/>
            <a:chExt cx="922680" cy="51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C22AAF7-1847-21D2-B4FF-356E841A4B95}"/>
                    </a:ext>
                  </a:extLst>
                </p14:cNvPr>
                <p14:cNvContentPartPr/>
                <p14:nvPr/>
              </p14:nvContentPartPr>
              <p14:xfrm>
                <a:off x="3618093" y="6352627"/>
                <a:ext cx="66240" cy="327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C22AAF7-1847-21D2-B4FF-356E841A4B9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600093" y="6334627"/>
                  <a:ext cx="1018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5ED3D92-2469-FAA4-8077-CCB4441F3036}"/>
                    </a:ext>
                  </a:extLst>
                </p14:cNvPr>
                <p14:cNvContentPartPr/>
                <p14:nvPr/>
              </p14:nvContentPartPr>
              <p14:xfrm>
                <a:off x="3759573" y="6343987"/>
                <a:ext cx="149040" cy="2660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5ED3D92-2469-FAA4-8077-CCB4441F303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741933" y="6325987"/>
                  <a:ext cx="1846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E43AF05-4E39-F063-42CA-C814FA33E3AD}"/>
                    </a:ext>
                  </a:extLst>
                </p14:cNvPr>
                <p14:cNvContentPartPr/>
                <p14:nvPr/>
              </p14:nvContentPartPr>
              <p14:xfrm>
                <a:off x="3963693" y="6166867"/>
                <a:ext cx="105480" cy="1695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E43AF05-4E39-F063-42CA-C814FA33E3A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945693" y="6149227"/>
                  <a:ext cx="1411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34AE94A-4911-5E0B-560F-4D369BACD68F}"/>
                    </a:ext>
                  </a:extLst>
                </p14:cNvPr>
                <p14:cNvContentPartPr/>
                <p14:nvPr/>
              </p14:nvContentPartPr>
              <p14:xfrm>
                <a:off x="4154853" y="6351187"/>
                <a:ext cx="385920" cy="202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34AE94A-4911-5E0B-560F-4D369BACD68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137213" y="6333547"/>
                  <a:ext cx="42156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420D36A-1D93-A82C-FC56-AC82A8613559}"/>
              </a:ext>
            </a:extLst>
          </p:cNvPr>
          <p:cNvGrpSpPr/>
          <p:nvPr/>
        </p:nvGrpSpPr>
        <p:grpSpPr>
          <a:xfrm>
            <a:off x="5010573" y="5566387"/>
            <a:ext cx="587160" cy="321480"/>
            <a:chOff x="5010573" y="5566387"/>
            <a:chExt cx="58716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B3ADA1E-BDCE-8F02-493D-B2123AF0B436}"/>
                    </a:ext>
                  </a:extLst>
                </p14:cNvPr>
                <p14:cNvContentPartPr/>
                <p14:nvPr/>
              </p14:nvContentPartPr>
              <p14:xfrm>
                <a:off x="5010573" y="5566387"/>
                <a:ext cx="208080" cy="2772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B3ADA1E-BDCE-8F02-493D-B2123AF0B43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992573" y="5548387"/>
                  <a:ext cx="2437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ED780A3-F96F-993A-7348-5A93D169D607}"/>
                    </a:ext>
                  </a:extLst>
                </p14:cNvPr>
                <p14:cNvContentPartPr/>
                <p14:nvPr/>
              </p14:nvContentPartPr>
              <p14:xfrm>
                <a:off x="5339253" y="5653507"/>
                <a:ext cx="34560" cy="1792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ED780A3-F96F-993A-7348-5A93D169D60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321613" y="5635507"/>
                  <a:ext cx="702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CA89E6B-03CA-20E2-29F5-AB78E6C48F3A}"/>
                    </a:ext>
                  </a:extLst>
                </p14:cNvPr>
                <p14:cNvContentPartPr/>
                <p14:nvPr/>
              </p14:nvContentPartPr>
              <p14:xfrm>
                <a:off x="5387493" y="5844307"/>
                <a:ext cx="720" cy="39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CA89E6B-03CA-20E2-29F5-AB78E6C48F3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369493" y="5826307"/>
                  <a:ext cx="36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A151723-F4FF-8408-4B5D-A5BCED8AE6EE}"/>
                    </a:ext>
                  </a:extLst>
                </p14:cNvPr>
                <p14:cNvContentPartPr/>
                <p14:nvPr/>
              </p14:nvContentPartPr>
              <p14:xfrm>
                <a:off x="5292093" y="5814787"/>
                <a:ext cx="94680" cy="730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A151723-F4FF-8408-4B5D-A5BCED8AE6E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274093" y="5796787"/>
                  <a:ext cx="1303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D4163F6-3159-1D13-AE16-B553A44E3E60}"/>
                    </a:ext>
                  </a:extLst>
                </p14:cNvPr>
                <p14:cNvContentPartPr/>
                <p14:nvPr/>
              </p14:nvContentPartPr>
              <p14:xfrm>
                <a:off x="5381013" y="5633707"/>
                <a:ext cx="216720" cy="153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D4163F6-3159-1D13-AE16-B553A44E3E6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363013" y="5615707"/>
                  <a:ext cx="25236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04EB1C2-F199-86C2-D6EC-3B3671AB35F8}"/>
              </a:ext>
            </a:extLst>
          </p:cNvPr>
          <p:cNvGrpSpPr/>
          <p:nvPr/>
        </p:nvGrpSpPr>
        <p:grpSpPr>
          <a:xfrm>
            <a:off x="5121453" y="6102427"/>
            <a:ext cx="847080" cy="471240"/>
            <a:chOff x="5121453" y="6102427"/>
            <a:chExt cx="847080" cy="47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70628F7-F840-5B60-C3C0-ABE194C052E7}"/>
                    </a:ext>
                  </a:extLst>
                </p14:cNvPr>
                <p14:cNvContentPartPr/>
                <p14:nvPr/>
              </p14:nvContentPartPr>
              <p14:xfrm>
                <a:off x="5121453" y="6223387"/>
                <a:ext cx="68040" cy="350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70628F7-F840-5B60-C3C0-ABE194C052E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103453" y="6205747"/>
                  <a:ext cx="10368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9715E59-D4F1-1727-0146-593699503EB8}"/>
                    </a:ext>
                  </a:extLst>
                </p14:cNvPr>
                <p14:cNvContentPartPr/>
                <p14:nvPr/>
              </p14:nvContentPartPr>
              <p14:xfrm>
                <a:off x="5299293" y="6280627"/>
                <a:ext cx="108000" cy="1674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9715E59-D4F1-1727-0146-593699503EB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281653" y="6262987"/>
                  <a:ext cx="1436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0370D7A-9816-8062-854C-DF7650399247}"/>
                    </a:ext>
                  </a:extLst>
                </p14:cNvPr>
                <p14:cNvContentPartPr/>
                <p14:nvPr/>
              </p14:nvContentPartPr>
              <p14:xfrm>
                <a:off x="5414493" y="6102427"/>
                <a:ext cx="93240" cy="164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0370D7A-9816-8062-854C-DF765039924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396493" y="6084427"/>
                  <a:ext cx="128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B74879C-8523-7EB4-116E-9DC4A51528AE}"/>
                    </a:ext>
                  </a:extLst>
                </p14:cNvPr>
                <p14:cNvContentPartPr/>
                <p14:nvPr/>
              </p14:nvContentPartPr>
              <p14:xfrm>
                <a:off x="5598453" y="6279547"/>
                <a:ext cx="370080" cy="2142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B74879C-8523-7EB4-116E-9DC4A51528A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580453" y="6261547"/>
                  <a:ext cx="40572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A527BBD3-1312-14D3-2FA7-FC0CEF6AB4AA}"/>
              </a:ext>
            </a:extLst>
          </p:cNvPr>
          <p:cNvGrpSpPr/>
          <p:nvPr/>
        </p:nvGrpSpPr>
        <p:grpSpPr>
          <a:xfrm>
            <a:off x="6406293" y="5402227"/>
            <a:ext cx="1039680" cy="1090080"/>
            <a:chOff x="6406293" y="5402227"/>
            <a:chExt cx="1039680" cy="109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8210D8F-BA87-DBFE-096E-349920848C5F}"/>
                    </a:ext>
                  </a:extLst>
                </p14:cNvPr>
                <p14:cNvContentPartPr/>
                <p14:nvPr/>
              </p14:nvContentPartPr>
              <p14:xfrm>
                <a:off x="6406293" y="5653147"/>
                <a:ext cx="219960" cy="1778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8210D8F-BA87-DBFE-096E-349920848C5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388293" y="5635147"/>
                  <a:ext cx="2556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619CB62-7151-538F-66C1-149EBB839731}"/>
                    </a:ext>
                  </a:extLst>
                </p14:cNvPr>
                <p14:cNvContentPartPr/>
                <p14:nvPr/>
              </p14:nvContentPartPr>
              <p14:xfrm>
                <a:off x="6770613" y="5402227"/>
                <a:ext cx="40320" cy="3956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619CB62-7151-538F-66C1-149EBB83973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752973" y="5384587"/>
                  <a:ext cx="7596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0C9CA8F-7318-B1BF-36A1-D87C7FECF60E}"/>
                    </a:ext>
                  </a:extLst>
                </p14:cNvPr>
                <p14:cNvContentPartPr/>
                <p14:nvPr/>
              </p14:nvContentPartPr>
              <p14:xfrm>
                <a:off x="6797613" y="5447947"/>
                <a:ext cx="184320" cy="2991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0C9CA8F-7318-B1BF-36A1-D87C7FECF60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779973" y="5430307"/>
                  <a:ext cx="2199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F815AA2-C921-AF47-79AC-D075338AE122}"/>
                    </a:ext>
                  </a:extLst>
                </p14:cNvPr>
                <p14:cNvContentPartPr/>
                <p14:nvPr/>
              </p14:nvContentPartPr>
              <p14:xfrm>
                <a:off x="6815613" y="5619307"/>
                <a:ext cx="123840" cy="327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F815AA2-C921-AF47-79AC-D075338AE12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797973" y="5601667"/>
                  <a:ext cx="1594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3262346-9317-FBE5-A5AC-92B3837A5F41}"/>
                    </a:ext>
                  </a:extLst>
                </p14:cNvPr>
                <p14:cNvContentPartPr/>
                <p14:nvPr/>
              </p14:nvContentPartPr>
              <p14:xfrm>
                <a:off x="6554613" y="6180547"/>
                <a:ext cx="32400" cy="311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3262346-9317-FBE5-A5AC-92B3837A5F4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536973" y="6162547"/>
                  <a:ext cx="680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62003A1-7C0B-75D9-4AE7-7EB1FB528514}"/>
                    </a:ext>
                  </a:extLst>
                </p14:cNvPr>
                <p14:cNvContentPartPr/>
                <p14:nvPr/>
              </p14:nvContentPartPr>
              <p14:xfrm>
                <a:off x="6673413" y="6230587"/>
                <a:ext cx="140400" cy="1731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62003A1-7C0B-75D9-4AE7-7EB1FB52851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655413" y="6212587"/>
                  <a:ext cx="1760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CEC8543-7E42-B6C9-FA7F-C63947517290}"/>
                    </a:ext>
                  </a:extLst>
                </p14:cNvPr>
                <p14:cNvContentPartPr/>
                <p14:nvPr/>
              </p14:nvContentPartPr>
              <p14:xfrm>
                <a:off x="6863493" y="6094867"/>
                <a:ext cx="61560" cy="205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CEC8543-7E42-B6C9-FA7F-C6394751729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845493" y="6077227"/>
                  <a:ext cx="972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F6899E7-2D87-F28B-753B-A70DC3185BDB}"/>
                    </a:ext>
                  </a:extLst>
                </p14:cNvPr>
                <p14:cNvContentPartPr/>
                <p14:nvPr/>
              </p14:nvContentPartPr>
              <p14:xfrm>
                <a:off x="7000653" y="5940787"/>
                <a:ext cx="118440" cy="2235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F6899E7-2D87-F28B-753B-A70DC3185BD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983013" y="5922787"/>
                  <a:ext cx="1540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9D5D749-C581-BADA-A5F3-B43CC82128C2}"/>
                    </a:ext>
                  </a:extLst>
                </p14:cNvPr>
                <p14:cNvContentPartPr/>
                <p14:nvPr/>
              </p14:nvContentPartPr>
              <p14:xfrm>
                <a:off x="7238973" y="6090547"/>
                <a:ext cx="45720" cy="3416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9D5D749-C581-BADA-A5F3-B43CC82128C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220973" y="6072907"/>
                  <a:ext cx="813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AB42EBA-80CF-349C-ED3D-D67AFE3D633F}"/>
                    </a:ext>
                  </a:extLst>
                </p14:cNvPr>
                <p14:cNvContentPartPr/>
                <p14:nvPr/>
              </p14:nvContentPartPr>
              <p14:xfrm>
                <a:off x="7276773" y="6140947"/>
                <a:ext cx="169200" cy="2073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AB42EBA-80CF-349C-ED3D-D67AFE3D633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258773" y="6123307"/>
                  <a:ext cx="2048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75CA6D4-6E03-0A5D-6732-1241E315E6C9}"/>
                    </a:ext>
                  </a:extLst>
                </p14:cNvPr>
                <p14:cNvContentPartPr/>
                <p14:nvPr/>
              </p14:nvContentPartPr>
              <p14:xfrm>
                <a:off x="7247253" y="6296827"/>
                <a:ext cx="112320" cy="406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75CA6D4-6E03-0A5D-6732-1241E315E6C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229253" y="6278827"/>
                  <a:ext cx="14796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1F064FF9-2446-E04B-69A1-20ACD6658FD2}"/>
              </a:ext>
            </a:extLst>
          </p:cNvPr>
          <p:cNvGrpSpPr/>
          <p:nvPr/>
        </p:nvGrpSpPr>
        <p:grpSpPr>
          <a:xfrm>
            <a:off x="8030253" y="5391067"/>
            <a:ext cx="985680" cy="980640"/>
            <a:chOff x="8030253" y="5391067"/>
            <a:chExt cx="985680" cy="98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5FAE453-9EEF-0AAA-8902-2FB0A4C4323E}"/>
                    </a:ext>
                  </a:extLst>
                </p14:cNvPr>
                <p14:cNvContentPartPr/>
                <p14:nvPr/>
              </p14:nvContentPartPr>
              <p14:xfrm>
                <a:off x="8080293" y="5547667"/>
                <a:ext cx="29520" cy="3236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5FAE453-9EEF-0AAA-8902-2FB0A4C4323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062653" y="5529667"/>
                  <a:ext cx="6516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1F36860-ECC6-267E-79AD-DA7D6546273A}"/>
                    </a:ext>
                  </a:extLst>
                </p14:cNvPr>
                <p14:cNvContentPartPr/>
                <p14:nvPr/>
              </p14:nvContentPartPr>
              <p14:xfrm>
                <a:off x="8030253" y="5505547"/>
                <a:ext cx="294120" cy="1774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1F36860-ECC6-267E-79AD-DA7D6546273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012253" y="5487907"/>
                  <a:ext cx="3297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CFD4802-80FD-1F4E-B364-EAAD59764050}"/>
                    </a:ext>
                  </a:extLst>
                </p14:cNvPr>
                <p14:cNvContentPartPr/>
                <p14:nvPr/>
              </p14:nvContentPartPr>
              <p14:xfrm>
                <a:off x="8505453" y="5391067"/>
                <a:ext cx="85320" cy="3405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CFD4802-80FD-1F4E-B364-EAAD5976405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487813" y="5373427"/>
                  <a:ext cx="1209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F655347-E31D-F01D-131A-F422A882ED72}"/>
                    </a:ext>
                  </a:extLst>
                </p14:cNvPr>
                <p14:cNvContentPartPr/>
                <p14:nvPr/>
              </p14:nvContentPartPr>
              <p14:xfrm>
                <a:off x="8509053" y="5403667"/>
                <a:ext cx="177120" cy="2635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F655347-E31D-F01D-131A-F422A882ED7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491413" y="5385667"/>
                  <a:ext cx="21276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71E2DB0-5BF7-791B-304D-F31733E00CFF}"/>
                    </a:ext>
                  </a:extLst>
                </p14:cNvPr>
                <p14:cNvContentPartPr/>
                <p14:nvPr/>
              </p14:nvContentPartPr>
              <p14:xfrm>
                <a:off x="8548653" y="5590867"/>
                <a:ext cx="105840" cy="23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71E2DB0-5BF7-791B-304D-F31733E00CF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531013" y="5573227"/>
                  <a:ext cx="1414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B8D5588-9376-6418-FA7B-3E553FA28922}"/>
                    </a:ext>
                  </a:extLst>
                </p14:cNvPr>
                <p14:cNvContentPartPr/>
                <p14:nvPr/>
              </p14:nvContentPartPr>
              <p14:xfrm>
                <a:off x="8237253" y="6004867"/>
                <a:ext cx="3960" cy="3668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B8D5588-9376-6418-FA7B-3E553FA2892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219253" y="5987227"/>
                  <a:ext cx="3960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A512169-5162-0C0E-B24F-668E9173027B}"/>
                    </a:ext>
                  </a:extLst>
                </p14:cNvPr>
                <p14:cNvContentPartPr/>
                <p14:nvPr/>
              </p14:nvContentPartPr>
              <p14:xfrm>
                <a:off x="8376933" y="6078307"/>
                <a:ext cx="99360" cy="1933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A512169-5162-0C0E-B24F-668E9173027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358933" y="6060307"/>
                  <a:ext cx="1350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E880E96-68E6-0626-EFB5-FEE4AC8F79F0}"/>
                    </a:ext>
                  </a:extLst>
                </p14:cNvPr>
                <p14:cNvContentPartPr/>
                <p14:nvPr/>
              </p14:nvContentPartPr>
              <p14:xfrm>
                <a:off x="8501493" y="5995147"/>
                <a:ext cx="74160" cy="226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E880E96-68E6-0626-EFB5-FEE4AC8F79F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483853" y="5977507"/>
                  <a:ext cx="1098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BFEFFC0-7E4E-193E-E571-15CBA0CA7764}"/>
                    </a:ext>
                  </a:extLst>
                </p14:cNvPr>
                <p14:cNvContentPartPr/>
                <p14:nvPr/>
              </p14:nvContentPartPr>
              <p14:xfrm>
                <a:off x="8649453" y="5883187"/>
                <a:ext cx="119880" cy="1854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BFEFFC0-7E4E-193E-E571-15CBA0CA776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631813" y="5865547"/>
                  <a:ext cx="1555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71AF101-C58C-031B-272C-7EF6E81ED1F4}"/>
                    </a:ext>
                  </a:extLst>
                </p14:cNvPr>
                <p14:cNvContentPartPr/>
                <p14:nvPr/>
              </p14:nvContentPartPr>
              <p14:xfrm>
                <a:off x="8870853" y="6080107"/>
                <a:ext cx="49680" cy="2628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71AF101-C58C-031B-272C-7EF6E81ED1F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852853" y="6062467"/>
                  <a:ext cx="853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621662B-0EE7-1940-AEA7-1303D8883439}"/>
                    </a:ext>
                  </a:extLst>
                </p14:cNvPr>
                <p14:cNvContentPartPr/>
                <p14:nvPr/>
              </p14:nvContentPartPr>
              <p14:xfrm>
                <a:off x="8881653" y="6104947"/>
                <a:ext cx="134280" cy="1256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621662B-0EE7-1940-AEA7-1303D888343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864013" y="6087307"/>
                  <a:ext cx="1699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1985E0C-06B6-ED5C-97CD-88CE229EE201}"/>
                    </a:ext>
                  </a:extLst>
                </p14:cNvPr>
                <p14:cNvContentPartPr/>
                <p14:nvPr/>
              </p14:nvContentPartPr>
              <p14:xfrm>
                <a:off x="8888493" y="6184867"/>
                <a:ext cx="108720" cy="457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1985E0C-06B6-ED5C-97CD-88CE229EE20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870493" y="6167227"/>
                  <a:ext cx="14436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0CBECBA3-35EA-2FDC-CA95-5CDFFDBBC9B2}"/>
              </a:ext>
            </a:extLst>
          </p:cNvPr>
          <p:cNvGrpSpPr/>
          <p:nvPr/>
        </p:nvGrpSpPr>
        <p:grpSpPr>
          <a:xfrm>
            <a:off x="9603453" y="5283067"/>
            <a:ext cx="564840" cy="400680"/>
            <a:chOff x="9603453" y="5283067"/>
            <a:chExt cx="564840" cy="4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D592551-28CA-3E52-88EA-61F2C14005A0}"/>
                    </a:ext>
                  </a:extLst>
                </p14:cNvPr>
                <p14:cNvContentPartPr/>
                <p14:nvPr/>
              </p14:nvContentPartPr>
              <p14:xfrm>
                <a:off x="9603453" y="5511667"/>
                <a:ext cx="250920" cy="1720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D592551-28CA-3E52-88EA-61F2C14005A0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585813" y="5493667"/>
                  <a:ext cx="2865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9D17378-14A0-F9E7-AD8C-08934BA76A73}"/>
                    </a:ext>
                  </a:extLst>
                </p14:cNvPr>
                <p14:cNvContentPartPr/>
                <p14:nvPr/>
              </p14:nvContentPartPr>
              <p14:xfrm>
                <a:off x="10013853" y="5350387"/>
                <a:ext cx="38160" cy="3024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9D17378-14A0-F9E7-AD8C-08934BA76A7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995853" y="5332387"/>
                  <a:ext cx="738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0A03F61-53C5-4D68-6A3E-4DB6E0E4E9C9}"/>
                    </a:ext>
                  </a:extLst>
                </p14:cNvPr>
                <p14:cNvContentPartPr/>
                <p14:nvPr/>
              </p14:nvContentPartPr>
              <p14:xfrm>
                <a:off x="10013493" y="5283067"/>
                <a:ext cx="154800" cy="2192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0A03F61-53C5-4D68-6A3E-4DB6E0E4E9C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995853" y="5265067"/>
                  <a:ext cx="1904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972DFA2-2FDA-C0CD-264F-C3557A9BD912}"/>
                    </a:ext>
                  </a:extLst>
                </p14:cNvPr>
                <p14:cNvContentPartPr/>
                <p14:nvPr/>
              </p14:nvContentPartPr>
              <p14:xfrm>
                <a:off x="10035093" y="5470987"/>
                <a:ext cx="71640" cy="165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972DFA2-2FDA-C0CD-264F-C3557A9BD91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017453" y="5452987"/>
                  <a:ext cx="10728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A5F6E00E-F1CB-6A31-2D6F-2FCB633C818A}"/>
              </a:ext>
            </a:extLst>
          </p:cNvPr>
          <p:cNvGrpSpPr/>
          <p:nvPr/>
        </p:nvGrpSpPr>
        <p:grpSpPr>
          <a:xfrm>
            <a:off x="9724773" y="5805067"/>
            <a:ext cx="801000" cy="446040"/>
            <a:chOff x="9724773" y="5805067"/>
            <a:chExt cx="80100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0743F97-A5B7-A2D9-14FB-DBFD1415B403}"/>
                    </a:ext>
                  </a:extLst>
                </p14:cNvPr>
                <p14:cNvContentPartPr/>
                <p14:nvPr/>
              </p14:nvContentPartPr>
              <p14:xfrm>
                <a:off x="9724773" y="5985067"/>
                <a:ext cx="14040" cy="2660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0743F97-A5B7-A2D9-14FB-DBFD1415B40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707133" y="5967427"/>
                  <a:ext cx="496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608C1BF-BF2F-A05A-960D-E60086BB869F}"/>
                    </a:ext>
                  </a:extLst>
                </p14:cNvPr>
                <p14:cNvContentPartPr/>
                <p14:nvPr/>
              </p14:nvContentPartPr>
              <p14:xfrm>
                <a:off x="9847533" y="6007747"/>
                <a:ext cx="99720" cy="1868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608C1BF-BF2F-A05A-960D-E60086BB869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829533" y="5989747"/>
                  <a:ext cx="1353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4191C01-74D4-CCBF-8F5E-0CCC6CB62E2F}"/>
                    </a:ext>
                  </a:extLst>
                </p14:cNvPr>
                <p14:cNvContentPartPr/>
                <p14:nvPr/>
              </p14:nvContentPartPr>
              <p14:xfrm>
                <a:off x="10016013" y="5884987"/>
                <a:ext cx="91800" cy="334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4191C01-74D4-CCBF-8F5E-0CCC6CB62E2F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998013" y="5866987"/>
                  <a:ext cx="1274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AFCD566-B08E-DE7E-965F-F64E33CD67FA}"/>
                    </a:ext>
                  </a:extLst>
                </p14:cNvPr>
                <p14:cNvContentPartPr/>
                <p14:nvPr/>
              </p14:nvContentPartPr>
              <p14:xfrm>
                <a:off x="10242093" y="5805067"/>
                <a:ext cx="69120" cy="1947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AFCD566-B08E-DE7E-965F-F64E33CD67F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224093" y="5787427"/>
                  <a:ext cx="1047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8B65072-5907-8A23-9426-56E6CF6E8ADA}"/>
                    </a:ext>
                  </a:extLst>
                </p14:cNvPr>
                <p14:cNvContentPartPr/>
                <p14:nvPr/>
              </p14:nvContentPartPr>
              <p14:xfrm>
                <a:off x="10396533" y="5885347"/>
                <a:ext cx="42840" cy="3636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8B65072-5907-8A23-9426-56E6CF6E8AD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378533" y="5867347"/>
                  <a:ext cx="7848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AD6A4B8-AA93-491F-CBAA-4A5A3E29A12B}"/>
                    </a:ext>
                  </a:extLst>
                </p14:cNvPr>
                <p14:cNvContentPartPr/>
                <p14:nvPr/>
              </p14:nvContentPartPr>
              <p14:xfrm>
                <a:off x="10386453" y="5935387"/>
                <a:ext cx="139320" cy="2664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AD6A4B8-AA93-491F-CBAA-4A5A3E29A12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368813" y="5917387"/>
                  <a:ext cx="1749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16704CA-A910-AFB4-2E86-73452067C617}"/>
                    </a:ext>
                  </a:extLst>
                </p14:cNvPr>
                <p14:cNvContentPartPr/>
                <p14:nvPr/>
              </p14:nvContentPartPr>
              <p14:xfrm>
                <a:off x="10394373" y="6111067"/>
                <a:ext cx="63720" cy="79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16704CA-A910-AFB4-2E86-73452067C61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376373" y="6093067"/>
                  <a:ext cx="99360" cy="43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28591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F86CE-B670-84EB-E900-81CA1732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61EF-C045-27A3-CF7F-8AEFD4F1E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5276C-FCE8-CEA7-430A-EF7485D7F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20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207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91577-D9CB-E7C4-D9FE-B10E757E2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problems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199EC-B472-A2F0-37B5-3666387C13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21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640EC9A-76F8-0473-A8CA-3BA672FD33E8}"/>
              </a:ext>
            </a:extLst>
          </p:cNvPr>
          <p:cNvGrpSpPr/>
          <p:nvPr/>
        </p:nvGrpSpPr>
        <p:grpSpPr>
          <a:xfrm>
            <a:off x="981814" y="1620250"/>
            <a:ext cx="2306520" cy="3802680"/>
            <a:chOff x="981814" y="1620250"/>
            <a:chExt cx="2306520" cy="380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188EC19-FF44-0296-4A14-FF6B96D6DB58}"/>
                    </a:ext>
                  </a:extLst>
                </p14:cNvPr>
                <p14:cNvContentPartPr/>
                <p14:nvPr/>
              </p14:nvContentPartPr>
              <p14:xfrm>
                <a:off x="1824574" y="3565690"/>
                <a:ext cx="128880" cy="1298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188EC19-FF44-0296-4A14-FF6B96D6DB5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06934" y="3547690"/>
                  <a:ext cx="164520" cy="13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7707065-5DB3-080E-01A3-C79C95C102C1}"/>
                    </a:ext>
                  </a:extLst>
                </p14:cNvPr>
                <p14:cNvContentPartPr/>
                <p14:nvPr/>
              </p14:nvContentPartPr>
              <p14:xfrm>
                <a:off x="1763734" y="3706810"/>
                <a:ext cx="497880" cy="52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7707065-5DB3-080E-01A3-C79C95C102C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46094" y="3688810"/>
                  <a:ext cx="5335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B132B60-67C4-E7F6-1CE2-574185C11967}"/>
                    </a:ext>
                  </a:extLst>
                </p14:cNvPr>
                <p14:cNvContentPartPr/>
                <p14:nvPr/>
              </p14:nvContentPartPr>
              <p14:xfrm>
                <a:off x="2236414" y="3665770"/>
                <a:ext cx="145800" cy="1351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B132B60-67C4-E7F6-1CE2-574185C1196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18774" y="3648130"/>
                  <a:ext cx="181440" cy="13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F793111-0061-91BB-D578-DE6E1300BECC}"/>
                    </a:ext>
                  </a:extLst>
                </p14:cNvPr>
                <p14:cNvContentPartPr/>
                <p14:nvPr/>
              </p14:nvContentPartPr>
              <p14:xfrm>
                <a:off x="1930774" y="4846210"/>
                <a:ext cx="19440" cy="150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F793111-0061-91BB-D578-DE6E1300BEC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13134" y="4828210"/>
                  <a:ext cx="550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F08994C-4D7E-1DD6-26F6-B462E4A772AC}"/>
                    </a:ext>
                  </a:extLst>
                </p14:cNvPr>
                <p14:cNvContentPartPr/>
                <p14:nvPr/>
              </p14:nvContentPartPr>
              <p14:xfrm>
                <a:off x="1933654" y="4953850"/>
                <a:ext cx="486000" cy="78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F08994C-4D7E-1DD6-26F6-B462E4A772A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15654" y="4935850"/>
                  <a:ext cx="5216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D805065-BC09-4AF3-F903-32A14054DE40}"/>
                    </a:ext>
                  </a:extLst>
                </p14:cNvPr>
                <p14:cNvContentPartPr/>
                <p14:nvPr/>
              </p14:nvContentPartPr>
              <p14:xfrm>
                <a:off x="1975054" y="3572890"/>
                <a:ext cx="109080" cy="196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D805065-BC09-4AF3-F903-32A14054DE4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57414" y="3554890"/>
                  <a:ext cx="1447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6983363-2CD4-C02A-D60A-C555B5B56429}"/>
                    </a:ext>
                  </a:extLst>
                </p14:cNvPr>
                <p14:cNvContentPartPr/>
                <p14:nvPr/>
              </p14:nvContentPartPr>
              <p14:xfrm>
                <a:off x="1626574" y="1939930"/>
                <a:ext cx="150480" cy="759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6983363-2CD4-C02A-D60A-C555B5B5642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08574" y="1922290"/>
                  <a:ext cx="186120" cy="79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DFCFCBA-160E-8F7B-5F65-003B314B6366}"/>
                    </a:ext>
                  </a:extLst>
                </p14:cNvPr>
                <p14:cNvContentPartPr/>
                <p14:nvPr/>
              </p14:nvContentPartPr>
              <p14:xfrm>
                <a:off x="1750774" y="2752450"/>
                <a:ext cx="45720" cy="380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DFCFCBA-160E-8F7B-5F65-003B314B636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32774" y="2734450"/>
                  <a:ext cx="8136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F9C7031-FDB1-1731-6317-8A47FC4F0996}"/>
                    </a:ext>
                  </a:extLst>
                </p14:cNvPr>
                <p14:cNvContentPartPr/>
                <p14:nvPr/>
              </p14:nvContentPartPr>
              <p14:xfrm>
                <a:off x="1803694" y="3129370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F9C7031-FDB1-1731-6317-8A47FC4F099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85694" y="311173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8E40AB2-56C9-8042-F6EC-D1F3F5F8D818}"/>
                    </a:ext>
                  </a:extLst>
                </p14:cNvPr>
                <p14:cNvContentPartPr/>
                <p14:nvPr/>
              </p14:nvContentPartPr>
              <p14:xfrm>
                <a:off x="1763374" y="2931010"/>
                <a:ext cx="446760" cy="114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8E40AB2-56C9-8042-F6EC-D1F3F5F8D81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45734" y="2913010"/>
                  <a:ext cx="482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F27B9CA-C8FC-49E6-0DF7-6DA21DEC4337}"/>
                    </a:ext>
                  </a:extLst>
                </p14:cNvPr>
                <p14:cNvContentPartPr/>
                <p14:nvPr/>
              </p14:nvContentPartPr>
              <p14:xfrm>
                <a:off x="2047774" y="1862170"/>
                <a:ext cx="114840" cy="1122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F27B9CA-C8FC-49E6-0DF7-6DA21DEC433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29774" y="1844170"/>
                  <a:ext cx="150480" cy="11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E9486F9-C8CD-0B46-EFB1-6C0A63320D8B}"/>
                    </a:ext>
                  </a:extLst>
                </p14:cNvPr>
                <p14:cNvContentPartPr/>
                <p14:nvPr/>
              </p14:nvContentPartPr>
              <p14:xfrm>
                <a:off x="1899454" y="3064210"/>
                <a:ext cx="34920" cy="110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E9486F9-C8CD-0B46-EFB1-6C0A63320D8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81814" y="3046210"/>
                  <a:ext cx="705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467D34B-43F5-F00D-8824-365C5B123897}"/>
                    </a:ext>
                  </a:extLst>
                </p14:cNvPr>
                <p14:cNvContentPartPr/>
                <p14:nvPr/>
              </p14:nvContentPartPr>
              <p14:xfrm>
                <a:off x="1921774" y="3039730"/>
                <a:ext cx="132120" cy="56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467D34B-43F5-F00D-8824-365C5B12389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03774" y="3021730"/>
                  <a:ext cx="1677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CD5E0FE-A417-BC37-3A8C-BB4D7254D533}"/>
                    </a:ext>
                  </a:extLst>
                </p14:cNvPr>
                <p14:cNvContentPartPr/>
                <p14:nvPr/>
              </p14:nvContentPartPr>
              <p14:xfrm>
                <a:off x="1964614" y="3116770"/>
                <a:ext cx="70200" cy="53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CD5E0FE-A417-BC37-3A8C-BB4D7254D53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46614" y="3099130"/>
                  <a:ext cx="1058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BE0572A-B3A8-07FD-7D1D-6515340B334A}"/>
                    </a:ext>
                  </a:extLst>
                </p14:cNvPr>
                <p14:cNvContentPartPr/>
                <p14:nvPr/>
              </p14:nvContentPartPr>
              <p14:xfrm>
                <a:off x="2029774" y="3023170"/>
                <a:ext cx="14760" cy="37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BE0572A-B3A8-07FD-7D1D-6515340B334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12134" y="3005530"/>
                  <a:ext cx="504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8B501FA-95F6-294B-361F-9B12C98D4CE1}"/>
                    </a:ext>
                  </a:extLst>
                </p14:cNvPr>
                <p14:cNvContentPartPr/>
                <p14:nvPr/>
              </p14:nvContentPartPr>
              <p14:xfrm>
                <a:off x="1701454" y="1864330"/>
                <a:ext cx="408960" cy="138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8B501FA-95F6-294B-361F-9B12C98D4CE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83814" y="1846330"/>
                  <a:ext cx="4446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9A1DEAB-ECED-7FB2-B960-22FF65DBDA56}"/>
                    </a:ext>
                  </a:extLst>
                </p14:cNvPr>
                <p14:cNvContentPartPr/>
                <p14:nvPr/>
              </p14:nvContentPartPr>
              <p14:xfrm>
                <a:off x="1002694" y="2562010"/>
                <a:ext cx="152280" cy="223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9A1DEAB-ECED-7FB2-B960-22FF65DBDA5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84694" y="2544010"/>
                  <a:ext cx="1879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EE318A9-F6FF-369D-B54D-32D0E2ABC7D6}"/>
                    </a:ext>
                  </a:extLst>
                </p14:cNvPr>
                <p14:cNvContentPartPr/>
                <p14:nvPr/>
              </p14:nvContentPartPr>
              <p14:xfrm>
                <a:off x="1279894" y="2493610"/>
                <a:ext cx="6120" cy="23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EE318A9-F6FF-369D-B54D-32D0E2ABC7D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61894" y="2475970"/>
                  <a:ext cx="417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93D6974-EBBD-7363-05D8-4EE17281F3E0}"/>
                    </a:ext>
                  </a:extLst>
                </p14:cNvPr>
                <p14:cNvContentPartPr/>
                <p14:nvPr/>
              </p14:nvContentPartPr>
              <p14:xfrm>
                <a:off x="1169734" y="2598730"/>
                <a:ext cx="28800" cy="1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93D6974-EBBD-7363-05D8-4EE17281F3E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51734" y="2581090"/>
                  <a:ext cx="64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46B72DF-9C11-8B5E-A98A-554F8C83498C}"/>
                    </a:ext>
                  </a:extLst>
                </p14:cNvPr>
                <p14:cNvContentPartPr/>
                <p14:nvPr/>
              </p14:nvContentPartPr>
              <p14:xfrm>
                <a:off x="1292134" y="2428450"/>
                <a:ext cx="60480" cy="60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46B72DF-9C11-8B5E-A98A-554F8C83498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74494" y="2410450"/>
                  <a:ext cx="961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7F56FC2-D8DE-65A2-D48D-39FD24AF2055}"/>
                    </a:ext>
                  </a:extLst>
                </p14:cNvPr>
                <p14:cNvContentPartPr/>
                <p14:nvPr/>
              </p14:nvContentPartPr>
              <p14:xfrm>
                <a:off x="1316974" y="2462290"/>
                <a:ext cx="61200" cy="191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7F56FC2-D8DE-65A2-D48D-39FD24AF205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99334" y="2444650"/>
                  <a:ext cx="968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9092DC7-B9BD-8C6D-7DC7-3C4103E8FF5B}"/>
                    </a:ext>
                  </a:extLst>
                </p14:cNvPr>
                <p14:cNvContentPartPr/>
                <p14:nvPr/>
              </p14:nvContentPartPr>
              <p14:xfrm>
                <a:off x="1424974" y="2379490"/>
                <a:ext cx="115920" cy="114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9092DC7-B9BD-8C6D-7DC7-3C4103E8FF5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407334" y="2361490"/>
                  <a:ext cx="1515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D5526A5-9A63-0245-4EDE-478E90A80868}"/>
                    </a:ext>
                  </a:extLst>
                </p14:cNvPr>
                <p14:cNvContentPartPr/>
                <p14:nvPr/>
              </p14:nvContentPartPr>
              <p14:xfrm>
                <a:off x="1345774" y="4514650"/>
                <a:ext cx="131040" cy="215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D5526A5-9A63-0245-4EDE-478E90A8086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327774" y="4496650"/>
                  <a:ext cx="1666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D362BCC-3BD2-ADFE-1EB8-37552644B0B1}"/>
                    </a:ext>
                  </a:extLst>
                </p14:cNvPr>
                <p14:cNvContentPartPr/>
                <p14:nvPr/>
              </p14:nvContentPartPr>
              <p14:xfrm>
                <a:off x="1504894" y="4455610"/>
                <a:ext cx="1440" cy="2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D362BCC-3BD2-ADFE-1EB8-37552644B0B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486894" y="4437970"/>
                  <a:ext cx="37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83594C2-D35B-5D81-57EE-ED893AADB404}"/>
                    </a:ext>
                  </a:extLst>
                </p14:cNvPr>
                <p14:cNvContentPartPr/>
                <p14:nvPr/>
              </p14:nvContentPartPr>
              <p14:xfrm>
                <a:off x="1550614" y="4207930"/>
                <a:ext cx="59400" cy="88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83594C2-D35B-5D81-57EE-ED893AADB40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532974" y="4189930"/>
                  <a:ext cx="950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507B483-87F0-409E-3FC5-C3703DDF270D}"/>
                    </a:ext>
                  </a:extLst>
                </p14:cNvPr>
                <p14:cNvContentPartPr/>
                <p14:nvPr/>
              </p14:nvContentPartPr>
              <p14:xfrm>
                <a:off x="1584094" y="4246810"/>
                <a:ext cx="69480" cy="126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507B483-87F0-409E-3FC5-C3703DDF270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566094" y="4229170"/>
                  <a:ext cx="1051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1F2E12A-96CA-317B-7FD5-38CD0CBB437A}"/>
                    </a:ext>
                  </a:extLst>
                </p14:cNvPr>
                <p14:cNvContentPartPr/>
                <p14:nvPr/>
              </p14:nvContentPartPr>
              <p14:xfrm>
                <a:off x="1811614" y="1678930"/>
                <a:ext cx="31680" cy="272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1F2E12A-96CA-317B-7FD5-38CD0CBB437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93974" y="1660930"/>
                  <a:ext cx="673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39ED9FC-B4E0-A584-2639-1C541FEE5FBF}"/>
                    </a:ext>
                  </a:extLst>
                </p14:cNvPr>
                <p14:cNvContentPartPr/>
                <p14:nvPr/>
              </p14:nvContentPartPr>
              <p14:xfrm>
                <a:off x="1810894" y="1636810"/>
                <a:ext cx="1129680" cy="34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39ED9FC-B4E0-A584-2639-1C541FEE5FB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793254" y="1618810"/>
                  <a:ext cx="11653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29CCC31-1D4B-1AEA-477C-1CBD2F813B3A}"/>
                    </a:ext>
                  </a:extLst>
                </p14:cNvPr>
                <p14:cNvContentPartPr/>
                <p14:nvPr/>
              </p14:nvContentPartPr>
              <p14:xfrm>
                <a:off x="3024094" y="1620250"/>
                <a:ext cx="209160" cy="3802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29CCC31-1D4B-1AEA-477C-1CBD2F813B3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006094" y="1602610"/>
                  <a:ext cx="244800" cy="38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5BC2B37-75B2-C78E-D6FC-1C2922B46A6E}"/>
                    </a:ext>
                  </a:extLst>
                </p14:cNvPr>
                <p14:cNvContentPartPr/>
                <p14:nvPr/>
              </p14:nvContentPartPr>
              <p14:xfrm>
                <a:off x="2220934" y="5011450"/>
                <a:ext cx="80280" cy="3279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BC2B37-75B2-C78E-D6FC-1C2922B46A6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03294" y="4993810"/>
                  <a:ext cx="1159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A0F59CC-791D-38D7-4DB9-437913FD6927}"/>
                    </a:ext>
                  </a:extLst>
                </p14:cNvPr>
                <p14:cNvContentPartPr/>
                <p14:nvPr/>
              </p14:nvContentPartPr>
              <p14:xfrm>
                <a:off x="2314534" y="5291890"/>
                <a:ext cx="973800" cy="96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A0F59CC-791D-38D7-4DB9-437913FD692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96534" y="5274250"/>
                  <a:ext cx="10094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FD74CE0-C752-75CD-4617-AD4901AFBF07}"/>
                    </a:ext>
                  </a:extLst>
                </p14:cNvPr>
                <p14:cNvContentPartPr/>
                <p14:nvPr/>
              </p14:nvContentPartPr>
              <p14:xfrm>
                <a:off x="1409854" y="3388570"/>
                <a:ext cx="30600" cy="48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FD74CE0-C752-75CD-4617-AD4901AFBF0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392214" y="3370930"/>
                  <a:ext cx="662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8920B17-B465-273C-398C-3EB3732B87A9}"/>
                    </a:ext>
                  </a:extLst>
                </p14:cNvPr>
                <p14:cNvContentPartPr/>
                <p14:nvPr/>
              </p14:nvContentPartPr>
              <p14:xfrm>
                <a:off x="981814" y="3457690"/>
                <a:ext cx="270000" cy="72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8920B17-B465-273C-398C-3EB3732B87A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63814" y="3440050"/>
                  <a:ext cx="3056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5FA55C1-ADF4-F893-179B-3CC6927A9250}"/>
                    </a:ext>
                  </a:extLst>
                </p14:cNvPr>
                <p14:cNvContentPartPr/>
                <p14:nvPr/>
              </p14:nvContentPartPr>
              <p14:xfrm>
                <a:off x="1096654" y="3375970"/>
                <a:ext cx="72000" cy="238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5FA55C1-ADF4-F893-179B-3CC6927A925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9014" y="3357970"/>
                  <a:ext cx="1076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625D17A-612B-CB02-2646-158A30185FE4}"/>
                    </a:ext>
                  </a:extLst>
                </p14:cNvPr>
                <p14:cNvContentPartPr/>
                <p14:nvPr/>
              </p14:nvContentPartPr>
              <p14:xfrm>
                <a:off x="1390414" y="3394690"/>
                <a:ext cx="55080" cy="43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625D17A-612B-CB02-2646-158A30185FE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72774" y="3377050"/>
                  <a:ext cx="907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B6B3E1B-10D3-6D70-C680-286A6F1F8E7B}"/>
                    </a:ext>
                  </a:extLst>
                </p14:cNvPr>
                <p14:cNvContentPartPr/>
                <p14:nvPr/>
              </p14:nvContentPartPr>
              <p14:xfrm>
                <a:off x="1422814" y="3437530"/>
                <a:ext cx="74520" cy="61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B6B3E1B-10D3-6D70-C680-286A6F1F8E7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05174" y="3419890"/>
                  <a:ext cx="1101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50B9274-2F43-666A-DC0C-69A1553A8AE6}"/>
                    </a:ext>
                  </a:extLst>
                </p14:cNvPr>
                <p14:cNvContentPartPr/>
                <p14:nvPr/>
              </p14:nvContentPartPr>
              <p14:xfrm>
                <a:off x="1566814" y="3291730"/>
                <a:ext cx="93600" cy="171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50B9274-2F43-666A-DC0C-69A1553A8AE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49174" y="3274090"/>
                  <a:ext cx="1292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63431C5-9281-9896-8F7B-B328B585738F}"/>
                    </a:ext>
                  </a:extLst>
                </p14:cNvPr>
                <p14:cNvContentPartPr/>
                <p14:nvPr/>
              </p14:nvContentPartPr>
              <p14:xfrm>
                <a:off x="1775254" y="3535810"/>
                <a:ext cx="8640" cy="29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63431C5-9281-9896-8F7B-B328B585738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57254" y="3517810"/>
                  <a:ext cx="4428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1A52A36-7836-9869-6309-3CCDBB13A8B2}"/>
              </a:ext>
            </a:extLst>
          </p:cNvPr>
          <p:cNvGrpSpPr/>
          <p:nvPr/>
        </p:nvGrpSpPr>
        <p:grpSpPr>
          <a:xfrm>
            <a:off x="4579294" y="1262770"/>
            <a:ext cx="1911600" cy="3683520"/>
            <a:chOff x="4579294" y="1262770"/>
            <a:chExt cx="1911600" cy="368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2FCB9AE-484A-26E9-0E8F-6178FD40FFC9}"/>
                    </a:ext>
                  </a:extLst>
                </p14:cNvPr>
                <p14:cNvContentPartPr/>
                <p14:nvPr/>
              </p14:nvContentPartPr>
              <p14:xfrm>
                <a:off x="4874494" y="2294530"/>
                <a:ext cx="920160" cy="152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2FCB9AE-484A-26E9-0E8F-6178FD40FFC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856494" y="2276530"/>
                  <a:ext cx="9558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D0C46A4-0AD4-CE82-3F41-AD75E8B5D484}"/>
                    </a:ext>
                  </a:extLst>
                </p14:cNvPr>
                <p14:cNvContentPartPr/>
                <p14:nvPr/>
              </p14:nvContentPartPr>
              <p14:xfrm>
                <a:off x="5128294" y="2222890"/>
                <a:ext cx="218160" cy="28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D0C46A4-0AD4-CE82-3F41-AD75E8B5D48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10654" y="2204890"/>
                  <a:ext cx="2538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6CBFBC9-2A9E-7807-F04A-48D8033B5F47}"/>
                    </a:ext>
                  </a:extLst>
                </p14:cNvPr>
                <p14:cNvContentPartPr/>
                <p14:nvPr/>
              </p14:nvContentPartPr>
              <p14:xfrm>
                <a:off x="5208574" y="1262770"/>
                <a:ext cx="73080" cy="930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6CBFBC9-2A9E-7807-F04A-48D8033B5F4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190934" y="1245130"/>
                  <a:ext cx="108720" cy="9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9589835-A5E9-A750-417D-155CF939683F}"/>
                    </a:ext>
                  </a:extLst>
                </p14:cNvPr>
                <p14:cNvContentPartPr/>
                <p14:nvPr/>
              </p14:nvContentPartPr>
              <p14:xfrm>
                <a:off x="5211814" y="1305250"/>
                <a:ext cx="1195560" cy="40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9589835-A5E9-A750-417D-155CF939683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194174" y="1287250"/>
                  <a:ext cx="12312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DDEC124-40BB-0E84-7AE1-14C4340FEBB7}"/>
                    </a:ext>
                  </a:extLst>
                </p14:cNvPr>
                <p14:cNvContentPartPr/>
                <p14:nvPr/>
              </p14:nvContentPartPr>
              <p14:xfrm>
                <a:off x="6364534" y="1288330"/>
                <a:ext cx="99360" cy="3591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DDEC124-40BB-0E84-7AE1-14C4340FEBB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46534" y="1270690"/>
                  <a:ext cx="135000" cy="36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CB1919A-B699-C14A-075B-D6576E858722}"/>
                    </a:ext>
                  </a:extLst>
                </p14:cNvPr>
                <p14:cNvContentPartPr/>
                <p14:nvPr/>
              </p14:nvContentPartPr>
              <p14:xfrm>
                <a:off x="5080054" y="2874130"/>
                <a:ext cx="772200" cy="179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CB1919A-B699-C14A-075B-D6576E85872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62054" y="2856490"/>
                  <a:ext cx="8078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53E27A1-94B8-CAE3-CE8F-F470859D0D1D}"/>
                    </a:ext>
                  </a:extLst>
                </p14:cNvPr>
                <p14:cNvContentPartPr/>
                <p14:nvPr/>
              </p14:nvContentPartPr>
              <p14:xfrm>
                <a:off x="5352574" y="3080770"/>
                <a:ext cx="197280" cy="56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53E27A1-94B8-CAE3-CE8F-F470859D0D1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334574" y="3063130"/>
                  <a:ext cx="232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C51AE28-3AB6-76E9-894C-C804F34A7B96}"/>
                    </a:ext>
                  </a:extLst>
                </p14:cNvPr>
                <p14:cNvContentPartPr/>
                <p14:nvPr/>
              </p14:nvContentPartPr>
              <p14:xfrm>
                <a:off x="5467054" y="3124330"/>
                <a:ext cx="92520" cy="1807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C51AE28-3AB6-76E9-894C-C804F34A7B9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49054" y="3106330"/>
                  <a:ext cx="128160" cy="18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20283F2-3881-6A4C-5432-DBC2C6728090}"/>
                    </a:ext>
                  </a:extLst>
                </p14:cNvPr>
                <p14:cNvContentPartPr/>
                <p14:nvPr/>
              </p14:nvContentPartPr>
              <p14:xfrm>
                <a:off x="5570734" y="4798690"/>
                <a:ext cx="920160" cy="147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20283F2-3881-6A4C-5432-DBC2C672809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53094" y="4780690"/>
                  <a:ext cx="9558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264A25C-D824-E48F-49B0-1E2D297A96BB}"/>
                    </a:ext>
                  </a:extLst>
                </p14:cNvPr>
                <p14:cNvContentPartPr/>
                <p14:nvPr/>
              </p14:nvContentPartPr>
              <p14:xfrm>
                <a:off x="4595494" y="3477490"/>
                <a:ext cx="162360" cy="2826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264A25C-D824-E48F-49B0-1E2D297A96B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77494" y="3459850"/>
                  <a:ext cx="1980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9A3D290-C522-CCD3-9CE0-01A1EF430A6F}"/>
                    </a:ext>
                  </a:extLst>
                </p14:cNvPr>
                <p14:cNvContentPartPr/>
                <p14:nvPr/>
              </p14:nvContentPartPr>
              <p14:xfrm>
                <a:off x="4790614" y="3475690"/>
                <a:ext cx="15840" cy="878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9A3D290-C522-CCD3-9CE0-01A1EF430A6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772974" y="3458050"/>
                  <a:ext cx="514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A6D5643-F5F2-0098-33C2-3BE339761C8D}"/>
                    </a:ext>
                  </a:extLst>
                </p14:cNvPr>
                <p14:cNvContentPartPr/>
                <p14:nvPr/>
              </p14:nvContentPartPr>
              <p14:xfrm>
                <a:off x="4916254" y="3360130"/>
                <a:ext cx="132480" cy="90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A6D5643-F5F2-0098-33C2-3BE339761C8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898254" y="3342490"/>
                  <a:ext cx="1681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76C2EC8-BFAF-0466-7B7E-A746652F6559}"/>
                    </a:ext>
                  </a:extLst>
                </p14:cNvPr>
                <p14:cNvContentPartPr/>
                <p14:nvPr/>
              </p14:nvContentPartPr>
              <p14:xfrm>
                <a:off x="4971694" y="3414130"/>
                <a:ext cx="119880" cy="197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76C2EC8-BFAF-0466-7B7E-A746652F655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54054" y="3396130"/>
                  <a:ext cx="1555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83C2C22-934F-0882-0B35-986BD9A1EEAE}"/>
                    </a:ext>
                  </a:extLst>
                </p14:cNvPr>
                <p14:cNvContentPartPr/>
                <p14:nvPr/>
              </p14:nvContentPartPr>
              <p14:xfrm>
                <a:off x="4579294" y="1933090"/>
                <a:ext cx="85680" cy="282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83C2C22-934F-0882-0B35-986BD9A1EEA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561654" y="1915090"/>
                  <a:ext cx="1213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FC2CD41-85BD-F02E-4858-E864C9700206}"/>
                    </a:ext>
                  </a:extLst>
                </p14:cNvPr>
                <p14:cNvContentPartPr/>
                <p14:nvPr/>
              </p14:nvContentPartPr>
              <p14:xfrm>
                <a:off x="4776214" y="1950730"/>
                <a:ext cx="10080" cy="19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FC2CD41-85BD-F02E-4858-E864C970020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758574" y="1933090"/>
                  <a:ext cx="457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4DC92DD-9428-9EEF-8CE9-7F3B2092A997}"/>
                    </a:ext>
                  </a:extLst>
                </p14:cNvPr>
                <p14:cNvContentPartPr/>
                <p14:nvPr/>
              </p14:nvContentPartPr>
              <p14:xfrm>
                <a:off x="4914454" y="1792330"/>
                <a:ext cx="76680" cy="46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4DC92DD-9428-9EEF-8CE9-7F3B2092A99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896814" y="1774690"/>
                  <a:ext cx="1123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08B24E8-2784-EA5C-E28D-40ADC398A69F}"/>
                    </a:ext>
                  </a:extLst>
                </p14:cNvPr>
                <p14:cNvContentPartPr/>
                <p14:nvPr/>
              </p14:nvContentPartPr>
              <p14:xfrm>
                <a:off x="4939654" y="1858930"/>
                <a:ext cx="104400" cy="1108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08B24E8-2784-EA5C-E28D-40ADC398A69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922014" y="1841290"/>
                  <a:ext cx="140040" cy="146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33868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99BB6-9815-9739-5BB2-B8905FB02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172C4-0FD6-23B7-2A3A-5A786CE1B1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22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A4E987D-D4E1-D226-46E4-84FBCF4C97F0}"/>
              </a:ext>
            </a:extLst>
          </p:cNvPr>
          <p:cNvGrpSpPr/>
          <p:nvPr/>
        </p:nvGrpSpPr>
        <p:grpSpPr>
          <a:xfrm>
            <a:off x="1882173" y="865507"/>
            <a:ext cx="4366440" cy="2214000"/>
            <a:chOff x="1882173" y="865507"/>
            <a:chExt cx="4366440" cy="221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8400419-85E8-4588-1CE9-E17437765E28}"/>
                    </a:ext>
                  </a:extLst>
                </p14:cNvPr>
                <p14:cNvContentPartPr/>
                <p14:nvPr/>
              </p14:nvContentPartPr>
              <p14:xfrm>
                <a:off x="3125253" y="1129387"/>
                <a:ext cx="219240" cy="770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8400419-85E8-4588-1CE9-E17437765E2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07613" y="1111387"/>
                  <a:ext cx="254880" cy="80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DB3A3AF-CFAE-2F6C-D1CE-07C1D0CEAF0A}"/>
                    </a:ext>
                  </a:extLst>
                </p14:cNvPr>
                <p14:cNvContentPartPr/>
                <p14:nvPr/>
              </p14:nvContentPartPr>
              <p14:xfrm>
                <a:off x="3579573" y="904027"/>
                <a:ext cx="101160" cy="319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DB3A3AF-CFAE-2F6C-D1CE-07C1D0CEAF0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61933" y="886027"/>
                  <a:ext cx="13680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E39ADBE-F0D1-4475-D9C1-9695B8766339}"/>
                    </a:ext>
                  </a:extLst>
                </p14:cNvPr>
                <p14:cNvContentPartPr/>
                <p14:nvPr/>
              </p14:nvContentPartPr>
              <p14:xfrm>
                <a:off x="3658413" y="865507"/>
                <a:ext cx="127080" cy="105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E39ADBE-F0D1-4475-D9C1-9695B876633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40413" y="847507"/>
                  <a:ext cx="1627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889C749-63FF-C8A2-1098-A1B2679BE153}"/>
                    </a:ext>
                  </a:extLst>
                </p14:cNvPr>
                <p14:cNvContentPartPr/>
                <p14:nvPr/>
              </p14:nvContentPartPr>
              <p14:xfrm>
                <a:off x="1930773" y="1694227"/>
                <a:ext cx="67320" cy="943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889C749-63FF-C8A2-1098-A1B2679BE15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13133" y="1676587"/>
                  <a:ext cx="102960" cy="9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17B8B28-7459-7CD0-AAEB-31274A757D55}"/>
                    </a:ext>
                  </a:extLst>
                </p14:cNvPr>
                <p14:cNvContentPartPr/>
                <p14:nvPr/>
              </p14:nvContentPartPr>
              <p14:xfrm>
                <a:off x="1882173" y="1603867"/>
                <a:ext cx="2525760" cy="195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17B8B28-7459-7CD0-AAEB-31274A757D5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64533" y="1585867"/>
                  <a:ext cx="25614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9057636-7E28-E2AA-F380-CA3925D6A7A8}"/>
                    </a:ext>
                  </a:extLst>
                </p14:cNvPr>
                <p14:cNvContentPartPr/>
                <p14:nvPr/>
              </p14:nvContentPartPr>
              <p14:xfrm>
                <a:off x="4373733" y="1561027"/>
                <a:ext cx="788760" cy="20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9057636-7E28-E2AA-F380-CA3925D6A7A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56093" y="1543387"/>
                  <a:ext cx="8244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4B56BBC-D46D-6E9F-6FF0-07E63FBFEA96}"/>
                    </a:ext>
                  </a:extLst>
                </p14:cNvPr>
                <p14:cNvContentPartPr/>
                <p14:nvPr/>
              </p14:nvContentPartPr>
              <p14:xfrm>
                <a:off x="5306493" y="1513147"/>
                <a:ext cx="218160" cy="969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4B56BBC-D46D-6E9F-6FF0-07E63FBFEA9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88853" y="1495147"/>
                  <a:ext cx="253800" cy="10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6129FFF-44A2-6EB8-F2B4-00F08113BC14}"/>
                    </a:ext>
                  </a:extLst>
                </p14:cNvPr>
                <p14:cNvContentPartPr/>
                <p14:nvPr/>
              </p14:nvContentPartPr>
              <p14:xfrm>
                <a:off x="2126973" y="2403067"/>
                <a:ext cx="3404880" cy="101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6129FFF-44A2-6EB8-F2B4-00F08113BC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08973" y="2385067"/>
                  <a:ext cx="34405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CEBAD3F-835C-86F6-8990-A888F2FD215A}"/>
                    </a:ext>
                  </a:extLst>
                </p14:cNvPr>
                <p14:cNvContentPartPr/>
                <p14:nvPr/>
              </p14:nvContentPartPr>
              <p14:xfrm>
                <a:off x="3428013" y="2741467"/>
                <a:ext cx="256680" cy="313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EBAD3F-835C-86F6-8990-A888F2FD215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10373" y="2723467"/>
                  <a:ext cx="2923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62544A3-5402-68EE-C1BC-73E37EBEE249}"/>
                    </a:ext>
                  </a:extLst>
                </p14:cNvPr>
                <p14:cNvContentPartPr/>
                <p14:nvPr/>
              </p14:nvContentPartPr>
              <p14:xfrm>
                <a:off x="3822933" y="2694307"/>
                <a:ext cx="1636200" cy="128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62544A3-5402-68EE-C1BC-73E37EBEE24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805293" y="2676667"/>
                  <a:ext cx="16718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9B12D3A-5F93-5594-2B62-259E07EA4BC0}"/>
                    </a:ext>
                  </a:extLst>
                </p14:cNvPr>
                <p14:cNvContentPartPr/>
                <p14:nvPr/>
              </p14:nvContentPartPr>
              <p14:xfrm>
                <a:off x="5353653" y="2621227"/>
                <a:ext cx="127080" cy="126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9B12D3A-5F93-5594-2B62-259E07EA4BC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36013" y="2603587"/>
                  <a:ext cx="1627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C76CE60-FE63-EF0B-0201-ABCB94C58131}"/>
                    </a:ext>
                  </a:extLst>
                </p14:cNvPr>
                <p14:cNvContentPartPr/>
                <p14:nvPr/>
              </p14:nvContentPartPr>
              <p14:xfrm>
                <a:off x="2349093" y="2923987"/>
                <a:ext cx="1103760" cy="83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C76CE60-FE63-EF0B-0201-ABCB94C5813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31453" y="2905987"/>
                  <a:ext cx="11394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2364304-CFDF-7AE6-913B-8E61DC94FBA0}"/>
                    </a:ext>
                  </a:extLst>
                </p14:cNvPr>
                <p14:cNvContentPartPr/>
                <p14:nvPr/>
              </p14:nvContentPartPr>
              <p14:xfrm>
                <a:off x="2417133" y="2901307"/>
                <a:ext cx="61560" cy="178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2364304-CFDF-7AE6-913B-8E61DC94FBA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99493" y="2883667"/>
                  <a:ext cx="972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67F3230-B465-5B5B-5679-9384096D9E48}"/>
                    </a:ext>
                  </a:extLst>
                </p14:cNvPr>
                <p14:cNvContentPartPr/>
                <p14:nvPr/>
              </p14:nvContentPartPr>
              <p14:xfrm>
                <a:off x="5324853" y="1559947"/>
                <a:ext cx="39240" cy="11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67F3230-B465-5B5B-5679-9384096D9E4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06853" y="1541947"/>
                  <a:ext cx="748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459E4C2-7C11-7E04-E178-38E7943D7B33}"/>
                    </a:ext>
                  </a:extLst>
                </p14:cNvPr>
                <p14:cNvContentPartPr/>
                <p14:nvPr/>
              </p14:nvContentPartPr>
              <p14:xfrm>
                <a:off x="5477853" y="1696027"/>
                <a:ext cx="2880" cy="1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459E4C2-7C11-7E04-E178-38E7943D7B3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60213" y="1678387"/>
                  <a:ext cx="385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ADCB5A5-51A9-0060-03FF-4435039D08F2}"/>
                    </a:ext>
                  </a:extLst>
                </p14:cNvPr>
                <p14:cNvContentPartPr/>
                <p14:nvPr/>
              </p14:nvContentPartPr>
              <p14:xfrm>
                <a:off x="5598093" y="1475347"/>
                <a:ext cx="230400" cy="383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ADCB5A5-51A9-0060-03FF-4435039D08F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80093" y="1457707"/>
                  <a:ext cx="26604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F6429B4-6810-7E9A-EA01-39E30B394969}"/>
                    </a:ext>
                  </a:extLst>
                </p14:cNvPr>
                <p14:cNvContentPartPr/>
                <p14:nvPr/>
              </p14:nvContentPartPr>
              <p14:xfrm>
                <a:off x="5586573" y="1764787"/>
                <a:ext cx="116640" cy="103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F6429B4-6810-7E9A-EA01-39E30B39496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68933" y="1746787"/>
                  <a:ext cx="1522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3CCA47A-96A4-0093-C46B-DF5E9B17E65B}"/>
                    </a:ext>
                  </a:extLst>
                </p14:cNvPr>
                <p14:cNvContentPartPr/>
                <p14:nvPr/>
              </p14:nvContentPartPr>
              <p14:xfrm>
                <a:off x="6036573" y="1217947"/>
                <a:ext cx="45360" cy="388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3CCA47A-96A4-0093-C46B-DF5E9B17E65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018573" y="1199947"/>
                  <a:ext cx="8100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53583B3-E715-DD3C-0CC8-D70CAC7C795F}"/>
                    </a:ext>
                  </a:extLst>
                </p14:cNvPr>
                <p14:cNvContentPartPr/>
                <p14:nvPr/>
              </p14:nvContentPartPr>
              <p14:xfrm>
                <a:off x="6047373" y="1297507"/>
                <a:ext cx="201240" cy="204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53583B3-E715-DD3C-0CC8-D70CAC7C795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029733" y="1279867"/>
                  <a:ext cx="2368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9833DC5-4C8A-E7E2-A9FE-098542EC4ADF}"/>
                    </a:ext>
                  </a:extLst>
                </p14:cNvPr>
                <p14:cNvContentPartPr/>
                <p14:nvPr/>
              </p14:nvContentPartPr>
              <p14:xfrm>
                <a:off x="6090213" y="1440067"/>
                <a:ext cx="66960" cy="40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9833DC5-4C8A-E7E2-A9FE-098542EC4AD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072213" y="1422067"/>
                  <a:ext cx="10260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C7D5100-3A30-A9A1-E709-FBD517970052}"/>
              </a:ext>
            </a:extLst>
          </p:cNvPr>
          <p:cNvGrpSpPr/>
          <p:nvPr/>
        </p:nvGrpSpPr>
        <p:grpSpPr>
          <a:xfrm>
            <a:off x="7019013" y="1341787"/>
            <a:ext cx="451080" cy="445680"/>
            <a:chOff x="7019013" y="1341787"/>
            <a:chExt cx="451080" cy="44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82855D6-760D-8333-7AD5-795C62C41B68}"/>
                    </a:ext>
                  </a:extLst>
                </p14:cNvPr>
                <p14:cNvContentPartPr/>
                <p14:nvPr/>
              </p14:nvContentPartPr>
              <p14:xfrm>
                <a:off x="7037013" y="1341787"/>
                <a:ext cx="45360" cy="445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82855D6-760D-8333-7AD5-795C62C41B6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19373" y="1323787"/>
                  <a:ext cx="8100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9FF87EF-CBA2-7ACE-7886-A74E0839C04E}"/>
                    </a:ext>
                  </a:extLst>
                </p14:cNvPr>
                <p14:cNvContentPartPr/>
                <p14:nvPr/>
              </p14:nvContentPartPr>
              <p14:xfrm>
                <a:off x="7019013" y="1352947"/>
                <a:ext cx="163800" cy="173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9FF87EF-CBA2-7ACE-7886-A74E0839C04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01013" y="1335307"/>
                  <a:ext cx="1994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465579C-AAD8-90A6-22A3-7B4698726382}"/>
                    </a:ext>
                  </a:extLst>
                </p14:cNvPr>
                <p14:cNvContentPartPr/>
                <p14:nvPr/>
              </p14:nvContentPartPr>
              <p14:xfrm>
                <a:off x="7329693" y="1444387"/>
                <a:ext cx="94680" cy="18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465579C-AAD8-90A6-22A3-7B469872638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311693" y="1426747"/>
                  <a:ext cx="1303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243C842-6E12-0BDA-E5B2-A9192BF6EDB7}"/>
                    </a:ext>
                  </a:extLst>
                </p14:cNvPr>
                <p14:cNvContentPartPr/>
                <p14:nvPr/>
              </p14:nvContentPartPr>
              <p14:xfrm>
                <a:off x="7398093" y="1502707"/>
                <a:ext cx="72000" cy="21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243C842-6E12-0BDA-E5B2-A9192BF6EDB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80453" y="1485067"/>
                  <a:ext cx="10764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AD99F72-5FCB-E43B-669D-83691039BDA2}"/>
              </a:ext>
            </a:extLst>
          </p:cNvPr>
          <p:cNvGrpSpPr/>
          <p:nvPr/>
        </p:nvGrpSpPr>
        <p:grpSpPr>
          <a:xfrm>
            <a:off x="7713093" y="1185187"/>
            <a:ext cx="619560" cy="889920"/>
            <a:chOff x="7713093" y="1185187"/>
            <a:chExt cx="619560" cy="88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0C6C7BE-6CED-0DA0-974D-8D244D391D20}"/>
                    </a:ext>
                  </a:extLst>
                </p14:cNvPr>
                <p14:cNvContentPartPr/>
                <p14:nvPr/>
              </p14:nvContentPartPr>
              <p14:xfrm>
                <a:off x="7713093" y="1388227"/>
                <a:ext cx="69840" cy="271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0C6C7BE-6CED-0DA0-974D-8D244D391D2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695453" y="1370227"/>
                  <a:ext cx="1054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75A5E4C-7F44-0D1A-C570-18BE4495746B}"/>
                    </a:ext>
                  </a:extLst>
                </p14:cNvPr>
                <p14:cNvContentPartPr/>
                <p14:nvPr/>
              </p14:nvContentPartPr>
              <p14:xfrm>
                <a:off x="7736853" y="1379587"/>
                <a:ext cx="138240" cy="133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75A5E4C-7F44-0D1A-C570-18BE4495746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18853" y="1361947"/>
                  <a:ext cx="1738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8223D50-FA07-255B-2E99-EE2E50872D63}"/>
                    </a:ext>
                  </a:extLst>
                </p14:cNvPr>
                <p14:cNvContentPartPr/>
                <p14:nvPr/>
              </p14:nvContentPartPr>
              <p14:xfrm>
                <a:off x="7940253" y="1185187"/>
                <a:ext cx="227880" cy="238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8223D50-FA07-255B-2E99-EE2E50872D6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22613" y="1167547"/>
                  <a:ext cx="263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81A7D0B-14A5-B3C0-1B27-15A0CD3B5087}"/>
                    </a:ext>
                  </a:extLst>
                </p14:cNvPr>
                <p14:cNvContentPartPr/>
                <p14:nvPr/>
              </p14:nvContentPartPr>
              <p14:xfrm>
                <a:off x="7942413" y="1532587"/>
                <a:ext cx="385560" cy="70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81A7D0B-14A5-B3C0-1B27-15A0CD3B508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24413" y="1514947"/>
                  <a:ext cx="4212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733C022-79F6-9DF0-EB8D-FCC90B839BE0}"/>
                    </a:ext>
                  </a:extLst>
                </p14:cNvPr>
                <p14:cNvContentPartPr/>
                <p14:nvPr/>
              </p14:nvContentPartPr>
              <p14:xfrm>
                <a:off x="8112693" y="1760467"/>
                <a:ext cx="51840" cy="314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733C022-79F6-9DF0-EB8D-FCC90B839BE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095053" y="1742467"/>
                  <a:ext cx="8748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FFCDF0F-7F04-B1FD-17AB-3C066026C4FB}"/>
                    </a:ext>
                  </a:extLst>
                </p14:cNvPr>
                <p14:cNvContentPartPr/>
                <p14:nvPr/>
              </p14:nvContentPartPr>
              <p14:xfrm>
                <a:off x="8158773" y="1817347"/>
                <a:ext cx="173880" cy="138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FFCDF0F-7F04-B1FD-17AB-3C066026C4F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141133" y="1799347"/>
                  <a:ext cx="2095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1DC8415-29E1-8974-B91B-6326EA467F38}"/>
                    </a:ext>
                  </a:extLst>
                </p14:cNvPr>
                <p14:cNvContentPartPr/>
                <p14:nvPr/>
              </p14:nvContentPartPr>
              <p14:xfrm>
                <a:off x="8147973" y="1901947"/>
                <a:ext cx="126720" cy="44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1DC8415-29E1-8974-B91B-6326EA467F3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30333" y="1883947"/>
                  <a:ext cx="16236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B93C11F-D0BF-0D8E-E5BB-ABE70275505A}"/>
              </a:ext>
            </a:extLst>
          </p:cNvPr>
          <p:cNvGrpSpPr/>
          <p:nvPr/>
        </p:nvGrpSpPr>
        <p:grpSpPr>
          <a:xfrm>
            <a:off x="8785173" y="1286707"/>
            <a:ext cx="2043720" cy="1892160"/>
            <a:chOff x="8785173" y="1286707"/>
            <a:chExt cx="2043720" cy="189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50B85D7-8DFD-1354-BA01-0E934A402F55}"/>
                    </a:ext>
                  </a:extLst>
                </p14:cNvPr>
                <p14:cNvContentPartPr/>
                <p14:nvPr/>
              </p14:nvContentPartPr>
              <p14:xfrm>
                <a:off x="9204213" y="1286707"/>
                <a:ext cx="93960" cy="1510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50B85D7-8DFD-1354-BA01-0E934A402F5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186573" y="1269067"/>
                  <a:ext cx="129600" cy="15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201677F-0813-3AF5-8B8E-E07E333E2BCC}"/>
                    </a:ext>
                  </a:extLst>
                </p14:cNvPr>
                <p14:cNvContentPartPr/>
                <p14:nvPr/>
              </p14:nvContentPartPr>
              <p14:xfrm>
                <a:off x="9221853" y="2715547"/>
                <a:ext cx="1539720" cy="145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201677F-0813-3AF5-8B8E-E07E333E2BC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203853" y="2697547"/>
                  <a:ext cx="15753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89BE2FB-70AB-4BBA-301B-C70F27769A7E}"/>
                    </a:ext>
                  </a:extLst>
                </p14:cNvPr>
                <p14:cNvContentPartPr/>
                <p14:nvPr/>
              </p14:nvContentPartPr>
              <p14:xfrm>
                <a:off x="9258933" y="1387507"/>
                <a:ext cx="1004400" cy="1432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89BE2FB-70AB-4BBA-301B-C70F27769A7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40933" y="1369507"/>
                  <a:ext cx="1040040" cy="14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80966FD-CEE0-0936-9E99-A612F0C049CB}"/>
                    </a:ext>
                  </a:extLst>
                </p14:cNvPr>
                <p14:cNvContentPartPr/>
                <p14:nvPr/>
              </p14:nvContentPartPr>
              <p14:xfrm>
                <a:off x="9861213" y="2871787"/>
                <a:ext cx="245160" cy="307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80966FD-CEE0-0936-9E99-A612F0C049C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843213" y="2854147"/>
                  <a:ext cx="2808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F073416-49BE-DFCE-4270-E0949713C953}"/>
                    </a:ext>
                  </a:extLst>
                </p14:cNvPr>
                <p14:cNvContentPartPr/>
                <p14:nvPr/>
              </p14:nvContentPartPr>
              <p14:xfrm>
                <a:off x="8815053" y="1934707"/>
                <a:ext cx="124920" cy="288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F073416-49BE-DFCE-4270-E0949713C95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797053" y="1916707"/>
                  <a:ext cx="1605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E8056C1-26E3-8A1C-8C84-2719517E613D}"/>
                    </a:ext>
                  </a:extLst>
                </p14:cNvPr>
                <p14:cNvContentPartPr/>
                <p14:nvPr/>
              </p14:nvContentPartPr>
              <p14:xfrm>
                <a:off x="8785173" y="1928227"/>
                <a:ext cx="72000" cy="81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E8056C1-26E3-8A1C-8C84-2719517E613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767173" y="1910587"/>
                  <a:ext cx="1076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E8AADF1-C962-6A69-2996-5AA1D3394DDB}"/>
                    </a:ext>
                  </a:extLst>
                </p14:cNvPr>
                <p14:cNvContentPartPr/>
                <p14:nvPr/>
              </p14:nvContentPartPr>
              <p14:xfrm>
                <a:off x="8898933" y="2185627"/>
                <a:ext cx="77400" cy="55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E8AADF1-C962-6A69-2996-5AA1D3394DD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881293" y="2167987"/>
                  <a:ext cx="1130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3F9A664-F476-3C8B-076A-EFD1960348D5}"/>
                    </a:ext>
                  </a:extLst>
                </p14:cNvPr>
                <p14:cNvContentPartPr/>
                <p14:nvPr/>
              </p14:nvContentPartPr>
              <p14:xfrm>
                <a:off x="10308333" y="2963587"/>
                <a:ext cx="487440" cy="65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3F9A664-F476-3C8B-076A-EFD1960348D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290693" y="2945587"/>
                  <a:ext cx="5230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AC6E013-60AB-AA66-C64C-4C52022210F0}"/>
                    </a:ext>
                  </a:extLst>
                </p14:cNvPr>
                <p14:cNvContentPartPr/>
                <p14:nvPr/>
              </p14:nvContentPartPr>
              <p14:xfrm>
                <a:off x="10682013" y="2911027"/>
                <a:ext cx="146880" cy="164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AC6E013-60AB-AA66-C64C-4C52022210F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664373" y="2893027"/>
                  <a:ext cx="18252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804EAA8-9328-20A7-4023-887DBAACF6C1}"/>
              </a:ext>
            </a:extLst>
          </p:cNvPr>
          <p:cNvGrpSpPr/>
          <p:nvPr/>
        </p:nvGrpSpPr>
        <p:grpSpPr>
          <a:xfrm>
            <a:off x="8693373" y="1457347"/>
            <a:ext cx="142200" cy="297360"/>
            <a:chOff x="8693373" y="1457347"/>
            <a:chExt cx="142200" cy="2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CF59C69-348B-1850-6DA4-F084770B569D}"/>
                    </a:ext>
                  </a:extLst>
                </p14:cNvPr>
                <p14:cNvContentPartPr/>
                <p14:nvPr/>
              </p14:nvContentPartPr>
              <p14:xfrm>
                <a:off x="8741973" y="1521427"/>
                <a:ext cx="36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CF59C69-348B-1850-6DA4-F084770B569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724333" y="150378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BD47BA9-95DA-A752-4489-601D0A3E36EA}"/>
                    </a:ext>
                  </a:extLst>
                </p14:cNvPr>
                <p14:cNvContentPartPr/>
                <p14:nvPr/>
              </p14:nvContentPartPr>
              <p14:xfrm>
                <a:off x="8728293" y="1473187"/>
                <a:ext cx="65160" cy="281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BD47BA9-95DA-A752-4489-601D0A3E36E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710293" y="1455547"/>
                  <a:ext cx="1008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912EA16-FDC9-5C38-1D00-04FB46CC36BF}"/>
                    </a:ext>
                  </a:extLst>
                </p14:cNvPr>
                <p14:cNvContentPartPr/>
                <p14:nvPr/>
              </p14:nvContentPartPr>
              <p14:xfrm>
                <a:off x="8693373" y="1457347"/>
                <a:ext cx="142200" cy="168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912EA16-FDC9-5C38-1D00-04FB46CC36B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675733" y="1439347"/>
                  <a:ext cx="17784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F0F5A16-4FC7-23BA-342F-B8AB563202D2}"/>
              </a:ext>
            </a:extLst>
          </p:cNvPr>
          <p:cNvGrpSpPr/>
          <p:nvPr/>
        </p:nvGrpSpPr>
        <p:grpSpPr>
          <a:xfrm>
            <a:off x="8588253" y="3536707"/>
            <a:ext cx="2191680" cy="1967040"/>
            <a:chOff x="8588253" y="3536707"/>
            <a:chExt cx="2191680" cy="196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017DE8A-D2F6-4E5D-C42E-CDF516839217}"/>
                    </a:ext>
                  </a:extLst>
                </p14:cNvPr>
                <p14:cNvContentPartPr/>
                <p14:nvPr/>
              </p14:nvContentPartPr>
              <p14:xfrm>
                <a:off x="8652693" y="4159867"/>
                <a:ext cx="80280" cy="1343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017DE8A-D2F6-4E5D-C42E-CDF51683921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635053" y="4141867"/>
                  <a:ext cx="115920" cy="13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BD4C775-F5CF-F51A-CD9E-A1D440258765}"/>
                    </a:ext>
                  </a:extLst>
                </p14:cNvPr>
                <p14:cNvContentPartPr/>
                <p14:nvPr/>
              </p14:nvContentPartPr>
              <p14:xfrm>
                <a:off x="8646933" y="5300707"/>
                <a:ext cx="2095560" cy="171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BD4C775-F5CF-F51A-CD9E-A1D44025876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29293" y="5282707"/>
                  <a:ext cx="21312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0D5B6B8-AF08-06CF-DB38-A6886D82114E}"/>
                    </a:ext>
                  </a:extLst>
                </p14:cNvPr>
                <p14:cNvContentPartPr/>
                <p14:nvPr/>
              </p14:nvContentPartPr>
              <p14:xfrm>
                <a:off x="10664013" y="5197027"/>
                <a:ext cx="115920" cy="246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0D5B6B8-AF08-06CF-DB38-A6886D82114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646013" y="5179387"/>
                  <a:ext cx="1515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DA70145-8B85-2CF9-8E2D-59312C6A5A3E}"/>
                    </a:ext>
                  </a:extLst>
                </p14:cNvPr>
                <p14:cNvContentPartPr/>
                <p14:nvPr/>
              </p14:nvContentPartPr>
              <p14:xfrm>
                <a:off x="8588253" y="4137907"/>
                <a:ext cx="167400" cy="147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DA70145-8B85-2CF9-8E2D-59312C6A5A3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570613" y="4119907"/>
                  <a:ext cx="2030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321C119-938F-F1E8-8B35-3DA793F453D2}"/>
                    </a:ext>
                  </a:extLst>
                </p14:cNvPr>
                <p14:cNvContentPartPr/>
                <p14:nvPr/>
              </p14:nvContentPartPr>
              <p14:xfrm>
                <a:off x="8658093" y="3536707"/>
                <a:ext cx="1004760" cy="1920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321C119-938F-F1E8-8B35-3DA793F453D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640093" y="3518707"/>
                  <a:ext cx="1040400" cy="19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03DC865-39BD-F4ED-70C0-AEC2804F6AEF}"/>
              </a:ext>
            </a:extLst>
          </p:cNvPr>
          <p:cNvGrpSpPr/>
          <p:nvPr/>
        </p:nvGrpSpPr>
        <p:grpSpPr>
          <a:xfrm>
            <a:off x="7842333" y="4528507"/>
            <a:ext cx="425520" cy="459720"/>
            <a:chOff x="7842333" y="4528507"/>
            <a:chExt cx="425520" cy="45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96F4D24-938E-F41C-BB74-BF4E71BB1DDE}"/>
                    </a:ext>
                  </a:extLst>
                </p14:cNvPr>
                <p14:cNvContentPartPr/>
                <p14:nvPr/>
              </p14:nvContentPartPr>
              <p14:xfrm>
                <a:off x="7888773" y="4528507"/>
                <a:ext cx="88920" cy="405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96F4D24-938E-F41C-BB74-BF4E71BB1DD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70773" y="4510507"/>
                  <a:ext cx="12456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EBE31A6-BB87-BC8B-2933-FE47A77BC502}"/>
                    </a:ext>
                  </a:extLst>
                </p14:cNvPr>
                <p14:cNvContentPartPr/>
                <p14:nvPr/>
              </p14:nvContentPartPr>
              <p14:xfrm>
                <a:off x="7842333" y="4535347"/>
                <a:ext cx="112320" cy="50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EBE31A6-BB87-BC8B-2933-FE47A77BC50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824333" y="4517707"/>
                  <a:ext cx="1479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84D1114-4893-3815-26EC-23814B8FC4E3}"/>
                    </a:ext>
                  </a:extLst>
                </p14:cNvPr>
                <p14:cNvContentPartPr/>
                <p14:nvPr/>
              </p14:nvContentPartPr>
              <p14:xfrm>
                <a:off x="7916133" y="4898587"/>
                <a:ext cx="92880" cy="37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84D1114-4893-3815-26EC-23814B8FC4E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898493" y="4880947"/>
                  <a:ext cx="1285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FF7233D-6EB0-0015-BA6A-19724800D411}"/>
                    </a:ext>
                  </a:extLst>
                </p14:cNvPr>
                <p14:cNvContentPartPr/>
                <p14:nvPr/>
              </p14:nvContentPartPr>
              <p14:xfrm>
                <a:off x="8129973" y="4786987"/>
                <a:ext cx="72720" cy="201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FF7233D-6EB0-0015-BA6A-19724800D41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111973" y="4768987"/>
                  <a:ext cx="1083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8B1E145-D70C-2DCD-CE6C-47DD180BEF0F}"/>
                    </a:ext>
                  </a:extLst>
                </p14:cNvPr>
                <p14:cNvContentPartPr/>
                <p14:nvPr/>
              </p14:nvContentPartPr>
              <p14:xfrm>
                <a:off x="8153733" y="4816147"/>
                <a:ext cx="114120" cy="142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8B1E145-D70C-2DCD-CE6C-47DD180BEF0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36093" y="4798147"/>
                  <a:ext cx="14976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1D2F15A-FD21-6A2F-9A40-FA5679C82155}"/>
              </a:ext>
            </a:extLst>
          </p:cNvPr>
          <p:cNvGrpSpPr/>
          <p:nvPr/>
        </p:nvGrpSpPr>
        <p:grpSpPr>
          <a:xfrm>
            <a:off x="9546933" y="5718307"/>
            <a:ext cx="390960" cy="374400"/>
            <a:chOff x="9546933" y="5718307"/>
            <a:chExt cx="390960" cy="37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DCBC90-9629-CDCE-90BB-D5865E0BBB3B}"/>
                    </a:ext>
                  </a:extLst>
                </p14:cNvPr>
                <p14:cNvContentPartPr/>
                <p14:nvPr/>
              </p14:nvContentPartPr>
              <p14:xfrm>
                <a:off x="9546933" y="5718307"/>
                <a:ext cx="182880" cy="212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DCBC90-9629-CDCE-90BB-D5865E0BBB3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528933" y="5700667"/>
                  <a:ext cx="2185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F1BE572-389F-5CFD-C163-0DDDD15F003C}"/>
                    </a:ext>
                  </a:extLst>
                </p14:cNvPr>
                <p14:cNvContentPartPr/>
                <p14:nvPr/>
              </p14:nvContentPartPr>
              <p14:xfrm>
                <a:off x="9851133" y="5933587"/>
                <a:ext cx="21960" cy="159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F1BE572-389F-5CFD-C163-0DDDD15F003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833493" y="5915587"/>
                  <a:ext cx="576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66964FC-9D4B-806F-879B-05A6EBC17D3C}"/>
                    </a:ext>
                  </a:extLst>
                </p14:cNvPr>
                <p14:cNvContentPartPr/>
                <p14:nvPr/>
              </p14:nvContentPartPr>
              <p14:xfrm>
                <a:off x="9841413" y="5912347"/>
                <a:ext cx="96480" cy="1659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66964FC-9D4B-806F-879B-05A6EBC17D3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23773" y="5894347"/>
                  <a:ext cx="132120" cy="20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EB707FF-8F30-1C08-EA8E-8E21E7C38F5B}"/>
              </a:ext>
            </a:extLst>
          </p:cNvPr>
          <p:cNvGrpSpPr/>
          <p:nvPr/>
        </p:nvGrpSpPr>
        <p:grpSpPr>
          <a:xfrm>
            <a:off x="4723293" y="4600507"/>
            <a:ext cx="2449800" cy="1707480"/>
            <a:chOff x="4723293" y="4600507"/>
            <a:chExt cx="2449800" cy="170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20A944-D9EE-D1F7-08AB-C74F386CBDE0}"/>
                    </a:ext>
                  </a:extLst>
                </p14:cNvPr>
                <p14:cNvContentPartPr/>
                <p14:nvPr/>
              </p14:nvContentPartPr>
              <p14:xfrm>
                <a:off x="5131893" y="4600507"/>
                <a:ext cx="29880" cy="721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20A944-D9EE-D1F7-08AB-C74F386CBDE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14253" y="4582867"/>
                  <a:ext cx="65520" cy="7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5956755-A0D2-968C-1C3C-B24E38347763}"/>
                    </a:ext>
                  </a:extLst>
                </p14:cNvPr>
                <p14:cNvContentPartPr/>
                <p14:nvPr/>
              </p14:nvContentPartPr>
              <p14:xfrm>
                <a:off x="4723293" y="5355067"/>
                <a:ext cx="861120" cy="77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5956755-A0D2-968C-1C3C-B24E3834776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05653" y="5337067"/>
                  <a:ext cx="8967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B7B90FA-1015-BB4C-3C34-318CE8D2B9F6}"/>
                    </a:ext>
                  </a:extLst>
                </p14:cNvPr>
                <p14:cNvContentPartPr/>
                <p14:nvPr/>
              </p14:nvContentPartPr>
              <p14:xfrm>
                <a:off x="5096973" y="5592667"/>
                <a:ext cx="133200" cy="28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B7B90FA-1015-BB4C-3C34-318CE8D2B9F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079333" y="5575027"/>
                  <a:ext cx="1688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7BEF76E-FDEA-15CE-A7E4-3437BE57282F}"/>
                    </a:ext>
                  </a:extLst>
                </p14:cNvPr>
                <p14:cNvContentPartPr/>
                <p14:nvPr/>
              </p14:nvContentPartPr>
              <p14:xfrm>
                <a:off x="5216853" y="5636227"/>
                <a:ext cx="54720" cy="5727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7BEF76E-FDEA-15CE-A7E4-3437BE57282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199213" y="5618587"/>
                  <a:ext cx="9036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9969CFD-1AC6-BCC1-D6D4-3CE2D3F2C1E2}"/>
                    </a:ext>
                  </a:extLst>
                </p14:cNvPr>
                <p14:cNvContentPartPr/>
                <p14:nvPr/>
              </p14:nvContentPartPr>
              <p14:xfrm>
                <a:off x="5049813" y="4611667"/>
                <a:ext cx="1620720" cy="105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9969CFD-1AC6-BCC1-D6D4-3CE2D3F2C1E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031813" y="4593667"/>
                  <a:ext cx="1656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8C79E23-3EAA-7E96-3A5E-534CF0690943}"/>
                    </a:ext>
                  </a:extLst>
                </p14:cNvPr>
                <p14:cNvContentPartPr/>
                <p14:nvPr/>
              </p14:nvContentPartPr>
              <p14:xfrm>
                <a:off x="6497013" y="4632907"/>
                <a:ext cx="75960" cy="592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8C79E23-3EAA-7E96-3A5E-534CF069094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79373" y="4615267"/>
                  <a:ext cx="111600" cy="62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3EBC903-1073-97D9-6A59-10F1D9486019}"/>
                    </a:ext>
                  </a:extLst>
                </p14:cNvPr>
                <p14:cNvContentPartPr/>
                <p14:nvPr/>
              </p14:nvContentPartPr>
              <p14:xfrm>
                <a:off x="6274533" y="5246347"/>
                <a:ext cx="562320" cy="770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3EBC903-1073-97D9-6A59-10F1D948601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256533" y="5228347"/>
                  <a:ext cx="597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1E2F0D6-441F-A0FA-A6E6-316A73D288B2}"/>
                    </a:ext>
                  </a:extLst>
                </p14:cNvPr>
                <p14:cNvContentPartPr/>
                <p14:nvPr/>
              </p14:nvContentPartPr>
              <p14:xfrm>
                <a:off x="6315573" y="5382427"/>
                <a:ext cx="304200" cy="1969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1E2F0D6-441F-A0FA-A6E6-316A73D288B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97933" y="5364787"/>
                  <a:ext cx="3398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C1ABCE8-D8DE-AD7E-791B-58780A93BAF1}"/>
                    </a:ext>
                  </a:extLst>
                </p14:cNvPr>
                <p14:cNvContentPartPr/>
                <p14:nvPr/>
              </p14:nvContentPartPr>
              <p14:xfrm>
                <a:off x="6646053" y="5337067"/>
                <a:ext cx="87840" cy="205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C1ABCE8-D8DE-AD7E-791B-58780A93BAF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628413" y="5319067"/>
                  <a:ext cx="1234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05FA2CE-A66F-F8AD-DBBB-38F95B0BBC53}"/>
                    </a:ext>
                  </a:extLst>
                </p14:cNvPr>
                <p14:cNvContentPartPr/>
                <p14:nvPr/>
              </p14:nvContentPartPr>
              <p14:xfrm>
                <a:off x="6591333" y="5591227"/>
                <a:ext cx="94680" cy="668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05FA2CE-A66F-F8AD-DBBB-38F95B0BBC5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573693" y="5573587"/>
                  <a:ext cx="130320" cy="70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49849F9-450F-E5E9-0D15-F935CB0DF48B}"/>
                    </a:ext>
                  </a:extLst>
                </p14:cNvPr>
                <p14:cNvContentPartPr/>
                <p14:nvPr/>
              </p14:nvContentPartPr>
              <p14:xfrm>
                <a:off x="5311173" y="6226267"/>
                <a:ext cx="1424520" cy="81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49849F9-450F-E5E9-0D15-F935CB0DF48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93173" y="6208267"/>
                  <a:ext cx="14601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5519AA2-97DA-9023-EA6A-64113E06F78B}"/>
                    </a:ext>
                  </a:extLst>
                </p14:cNvPr>
                <p14:cNvContentPartPr/>
                <p14:nvPr/>
              </p14:nvContentPartPr>
              <p14:xfrm>
                <a:off x="6832893" y="5207467"/>
                <a:ext cx="325800" cy="275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5519AA2-97DA-9023-EA6A-64113E06F78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814893" y="5189467"/>
                  <a:ext cx="3614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6BEE723-638D-9CDD-AC02-26324D44D386}"/>
                    </a:ext>
                  </a:extLst>
                </p14:cNvPr>
                <p14:cNvContentPartPr/>
                <p14:nvPr/>
              </p14:nvContentPartPr>
              <p14:xfrm>
                <a:off x="7003173" y="5181547"/>
                <a:ext cx="169920" cy="178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6BEE723-638D-9CDD-AC02-26324D44D38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985533" y="5163907"/>
                  <a:ext cx="2055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8483FF8-0465-2F0C-2875-278C0362C35D}"/>
                    </a:ext>
                  </a:extLst>
                </p14:cNvPr>
                <p14:cNvContentPartPr/>
                <p14:nvPr/>
              </p14:nvContentPartPr>
              <p14:xfrm>
                <a:off x="6018213" y="5028187"/>
                <a:ext cx="213120" cy="228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8483FF8-0465-2F0C-2875-278C0362C35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000213" y="5010547"/>
                  <a:ext cx="2487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71550E9-B91F-CB49-5A54-CE806B1842BC}"/>
                    </a:ext>
                  </a:extLst>
                </p14:cNvPr>
                <p14:cNvContentPartPr/>
                <p14:nvPr/>
              </p14:nvContentPartPr>
              <p14:xfrm>
                <a:off x="6225573" y="5029267"/>
                <a:ext cx="54720" cy="152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71550E9-B91F-CB49-5A54-CE806B1842B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207573" y="5011267"/>
                  <a:ext cx="903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9570ED8-0E3C-876F-D043-C5AB80E2DAB2}"/>
                    </a:ext>
                  </a:extLst>
                </p14:cNvPr>
                <p14:cNvContentPartPr/>
                <p14:nvPr/>
              </p14:nvContentPartPr>
              <p14:xfrm>
                <a:off x="6225213" y="4952227"/>
                <a:ext cx="56880" cy="95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9570ED8-0E3C-876F-D043-C5AB80E2DAB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207213" y="4934227"/>
                  <a:ext cx="925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14F185C-435C-1079-6B87-F7F6BB530128}"/>
                    </a:ext>
                  </a:extLst>
                </p14:cNvPr>
                <p14:cNvContentPartPr/>
                <p14:nvPr/>
              </p14:nvContentPartPr>
              <p14:xfrm>
                <a:off x="6280653" y="5060947"/>
                <a:ext cx="37440" cy="74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14F185C-435C-1079-6B87-F7F6BB53012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263013" y="5043307"/>
                  <a:ext cx="730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390635E-ADBB-A1A3-9B5F-C1D41196090C}"/>
                    </a:ext>
                  </a:extLst>
                </p14:cNvPr>
                <p14:cNvContentPartPr/>
                <p14:nvPr/>
              </p14:nvContentPartPr>
              <p14:xfrm>
                <a:off x="6326013" y="5114227"/>
                <a:ext cx="54000" cy="370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390635E-ADBB-A1A3-9B5F-C1D41196090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308013" y="5096227"/>
                  <a:ext cx="896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4AB0D52-E441-01C3-9226-697B74AA352F}"/>
                    </a:ext>
                  </a:extLst>
                </p14:cNvPr>
                <p14:cNvContentPartPr/>
                <p14:nvPr/>
              </p14:nvContentPartPr>
              <p14:xfrm>
                <a:off x="6380013" y="4975267"/>
                <a:ext cx="72360" cy="166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4AB0D52-E441-01C3-9226-697B74AA352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362013" y="4957627"/>
                  <a:ext cx="1080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C92A121-F866-6CBB-83B2-4EB39C48C339}"/>
                    </a:ext>
                  </a:extLst>
                </p14:cNvPr>
                <p14:cNvContentPartPr/>
                <p14:nvPr/>
              </p14:nvContentPartPr>
              <p14:xfrm>
                <a:off x="6411333" y="4958347"/>
                <a:ext cx="69120" cy="196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C92A121-F866-6CBB-83B2-4EB39C48C33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393693" y="4940347"/>
                  <a:ext cx="104760" cy="232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7815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B523B-4E8D-B200-AB2C-8F839C19F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problems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4DE19-AEAA-619E-3A79-330E029BB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23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1353786-1A84-D5A4-4D03-F69189912202}"/>
              </a:ext>
            </a:extLst>
          </p:cNvPr>
          <p:cNvGrpSpPr/>
          <p:nvPr/>
        </p:nvGrpSpPr>
        <p:grpSpPr>
          <a:xfrm>
            <a:off x="3417934" y="932650"/>
            <a:ext cx="3493440" cy="2094480"/>
            <a:chOff x="3417934" y="932650"/>
            <a:chExt cx="3493440" cy="20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69D7DD8-CAD0-4B8A-EB0B-5EF4A222DEDC}"/>
                    </a:ext>
                  </a:extLst>
                </p14:cNvPr>
                <p14:cNvContentPartPr/>
                <p14:nvPr/>
              </p14:nvContentPartPr>
              <p14:xfrm>
                <a:off x="3441694" y="1665970"/>
                <a:ext cx="115560" cy="1361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69D7DD8-CAD0-4B8A-EB0B-5EF4A222DED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423694" y="1648330"/>
                  <a:ext cx="151200" cy="13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D3149DE-1C4D-4FE5-7745-316F95522BEC}"/>
                    </a:ext>
                  </a:extLst>
                </p14:cNvPr>
                <p14:cNvContentPartPr/>
                <p14:nvPr/>
              </p14:nvContentPartPr>
              <p14:xfrm>
                <a:off x="3496774" y="1731130"/>
                <a:ext cx="3164040" cy="77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D3149DE-1C4D-4FE5-7745-316F95522BE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79134" y="1713130"/>
                  <a:ext cx="3199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E9DEE25-6281-6A1D-FCEF-DF6B1FD55344}"/>
                    </a:ext>
                  </a:extLst>
                </p14:cNvPr>
                <p14:cNvContentPartPr/>
                <p14:nvPr/>
              </p14:nvContentPartPr>
              <p14:xfrm>
                <a:off x="6642814" y="1673170"/>
                <a:ext cx="126720" cy="1145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E9DEE25-6281-6A1D-FCEF-DF6B1FD5534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25174" y="1655530"/>
                  <a:ext cx="162360" cy="11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4B0D8A4-DC40-4A6F-C2FC-DA6990F8D4F9}"/>
                    </a:ext>
                  </a:extLst>
                </p14:cNvPr>
                <p14:cNvContentPartPr/>
                <p14:nvPr/>
              </p14:nvContentPartPr>
              <p14:xfrm>
                <a:off x="3417934" y="2723290"/>
                <a:ext cx="3493440" cy="143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4B0D8A4-DC40-4A6F-C2FC-DA6990F8D4F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99934" y="2705290"/>
                  <a:ext cx="35290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5A389A7-65D7-3006-0F1B-DB3DBE148959}"/>
                    </a:ext>
                  </a:extLst>
                </p14:cNvPr>
                <p14:cNvContentPartPr/>
                <p14:nvPr/>
              </p14:nvContentPartPr>
              <p14:xfrm>
                <a:off x="4540054" y="1269970"/>
                <a:ext cx="146880" cy="319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5A389A7-65D7-3006-0F1B-DB3DBE14895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22414" y="1252330"/>
                  <a:ext cx="18252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35BC7D2-8804-E0C8-587F-6012EE65552A}"/>
                    </a:ext>
                  </a:extLst>
                </p14:cNvPr>
                <p14:cNvContentPartPr/>
                <p14:nvPr/>
              </p14:nvContentPartPr>
              <p14:xfrm>
                <a:off x="4823734" y="1386970"/>
                <a:ext cx="103320" cy="114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35BC7D2-8804-E0C8-587F-6012EE65552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805734" y="1369330"/>
                  <a:ext cx="1389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FD66AA6-DF08-E8E7-E0BF-0958F65EE6BE}"/>
                    </a:ext>
                  </a:extLst>
                </p14:cNvPr>
                <p14:cNvContentPartPr/>
                <p14:nvPr/>
              </p14:nvContentPartPr>
              <p14:xfrm>
                <a:off x="5012374" y="1299850"/>
                <a:ext cx="221040" cy="124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FD66AA6-DF08-E8E7-E0BF-0958F65EE6B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994374" y="1281850"/>
                  <a:ext cx="2566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3370867-87B8-4665-26D8-A3F7C211D0EC}"/>
                    </a:ext>
                  </a:extLst>
                </p14:cNvPr>
                <p14:cNvContentPartPr/>
                <p14:nvPr/>
              </p14:nvContentPartPr>
              <p14:xfrm>
                <a:off x="5338534" y="1121650"/>
                <a:ext cx="462600" cy="297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3370867-87B8-4665-26D8-A3F7C211D0E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20534" y="1103650"/>
                  <a:ext cx="4982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3D8489A-F61F-EEFF-B07A-4230027B9C6C}"/>
                    </a:ext>
                  </a:extLst>
                </p14:cNvPr>
                <p14:cNvContentPartPr/>
                <p14:nvPr/>
              </p14:nvContentPartPr>
              <p14:xfrm>
                <a:off x="5957734" y="1096810"/>
                <a:ext cx="87120" cy="167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3D8489A-F61F-EEFF-B07A-4230027B9C6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939734" y="1079170"/>
                  <a:ext cx="1227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7279850-2752-DC9F-5908-6BCF822D4A66}"/>
                    </a:ext>
                  </a:extLst>
                </p14:cNvPr>
                <p14:cNvContentPartPr/>
                <p14:nvPr/>
              </p14:nvContentPartPr>
              <p14:xfrm>
                <a:off x="6067894" y="932650"/>
                <a:ext cx="134640" cy="331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7279850-2752-DC9F-5908-6BCF822D4A6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50254" y="915010"/>
                  <a:ext cx="17028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26F9827-2C41-0BA9-F157-282064CB1137}"/>
                    </a:ext>
                  </a:extLst>
                </p14:cNvPr>
                <p14:cNvContentPartPr/>
                <p14:nvPr/>
              </p14:nvContentPartPr>
              <p14:xfrm>
                <a:off x="6091294" y="1063690"/>
                <a:ext cx="317160" cy="161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26F9827-2C41-0BA9-F157-282064CB113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73654" y="1046050"/>
                  <a:ext cx="3528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A8D5392-5694-02BA-C8E5-F843AD63AFBA}"/>
                    </a:ext>
                  </a:extLst>
                </p14:cNvPr>
                <p14:cNvContentPartPr/>
                <p14:nvPr/>
              </p14:nvContentPartPr>
              <p14:xfrm>
                <a:off x="6505294" y="964330"/>
                <a:ext cx="48960" cy="170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A8D5392-5694-02BA-C8E5-F843AD63AFB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487294" y="946330"/>
                  <a:ext cx="8460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BE14F04-39AE-2A3D-2DEA-013FD6D6E7FF}"/>
              </a:ext>
            </a:extLst>
          </p:cNvPr>
          <p:cNvGrpSpPr/>
          <p:nvPr/>
        </p:nvGrpSpPr>
        <p:grpSpPr>
          <a:xfrm>
            <a:off x="3687214" y="3399730"/>
            <a:ext cx="1872720" cy="438120"/>
            <a:chOff x="3687214" y="3399730"/>
            <a:chExt cx="1872720" cy="43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B518ECE-E24C-5074-179E-A968CBB68BC5}"/>
                    </a:ext>
                  </a:extLst>
                </p14:cNvPr>
                <p14:cNvContentPartPr/>
                <p14:nvPr/>
              </p14:nvContentPartPr>
              <p14:xfrm>
                <a:off x="3687214" y="3488650"/>
                <a:ext cx="256680" cy="349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B518ECE-E24C-5074-179E-A968CBB68BC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69574" y="3471010"/>
                  <a:ext cx="29232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03D7C1F-2DD5-98A8-4356-BBA89F2FADA0}"/>
                    </a:ext>
                  </a:extLst>
                </p14:cNvPr>
                <p14:cNvContentPartPr/>
                <p14:nvPr/>
              </p14:nvContentPartPr>
              <p14:xfrm>
                <a:off x="4094734" y="3549130"/>
                <a:ext cx="209160" cy="172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03D7C1F-2DD5-98A8-4356-BBA89F2FADA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77094" y="3531490"/>
                  <a:ext cx="2448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B25E1C8-21FE-E4C9-B1D1-9F60DF3CF48D}"/>
                    </a:ext>
                  </a:extLst>
                </p14:cNvPr>
                <p14:cNvContentPartPr/>
                <p14:nvPr/>
              </p14:nvContentPartPr>
              <p14:xfrm>
                <a:off x="4411894" y="3581170"/>
                <a:ext cx="190080" cy="147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B25E1C8-21FE-E4C9-B1D1-9F60DF3CF48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94254" y="3563530"/>
                  <a:ext cx="2257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1D08A6A-31CD-45E7-6CD9-F1FC087C3AA7}"/>
                    </a:ext>
                  </a:extLst>
                </p14:cNvPr>
                <p14:cNvContentPartPr/>
                <p14:nvPr/>
              </p14:nvContentPartPr>
              <p14:xfrm>
                <a:off x="4653454" y="3413410"/>
                <a:ext cx="115200" cy="331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1D08A6A-31CD-45E7-6CD9-F1FC087C3AA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35814" y="3395410"/>
                  <a:ext cx="1508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07C840A-2CE8-8A7E-9324-2A8CF73C04A4}"/>
                    </a:ext>
                  </a:extLst>
                </p14:cNvPr>
                <p14:cNvContentPartPr/>
                <p14:nvPr/>
              </p14:nvContentPartPr>
              <p14:xfrm>
                <a:off x="4700254" y="3538330"/>
                <a:ext cx="117360" cy="52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07C840A-2CE8-8A7E-9324-2A8CF73C04A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82614" y="3520330"/>
                  <a:ext cx="1530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C36A4E1-437B-4F1E-560B-F664DC2F54DF}"/>
                    </a:ext>
                  </a:extLst>
                </p14:cNvPr>
                <p14:cNvContentPartPr/>
                <p14:nvPr/>
              </p14:nvContentPartPr>
              <p14:xfrm>
                <a:off x="5215414" y="3556690"/>
                <a:ext cx="28800" cy="133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C36A4E1-437B-4F1E-560B-F664DC2F54D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97774" y="3539050"/>
                  <a:ext cx="644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9FBCBEA-B2C2-EF18-FC67-026354764ECA}"/>
                    </a:ext>
                  </a:extLst>
                </p14:cNvPr>
                <p14:cNvContentPartPr/>
                <p14:nvPr/>
              </p14:nvContentPartPr>
              <p14:xfrm>
                <a:off x="5221894" y="3427450"/>
                <a:ext cx="7200" cy="669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9FBCBEA-B2C2-EF18-FC67-026354764EC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203894" y="3409450"/>
                  <a:ext cx="428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9E5A05D-D9BB-5E3F-0ED4-79C88F2E496A}"/>
                    </a:ext>
                  </a:extLst>
                </p14:cNvPr>
                <p14:cNvContentPartPr/>
                <p14:nvPr/>
              </p14:nvContentPartPr>
              <p14:xfrm>
                <a:off x="5401174" y="3399730"/>
                <a:ext cx="100080" cy="391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9E5A05D-D9BB-5E3F-0ED4-79C88F2E496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83174" y="3381730"/>
                  <a:ext cx="13572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D5F7E36-7D9C-129D-7E8B-DCBBF7F5BF00}"/>
                    </a:ext>
                  </a:extLst>
                </p14:cNvPr>
                <p14:cNvContentPartPr/>
                <p14:nvPr/>
              </p14:nvContentPartPr>
              <p14:xfrm>
                <a:off x="5406934" y="3546970"/>
                <a:ext cx="153000" cy="66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D5F7E36-7D9C-129D-7E8B-DCBBF7F5BF0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388934" y="3528970"/>
                  <a:ext cx="188640" cy="10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CFFD977-FA42-11D9-4C49-43C7E383CDB2}"/>
                  </a:ext>
                </a:extLst>
              </p14:cNvPr>
              <p14:cNvContentPartPr/>
              <p14:nvPr/>
            </p14:nvContentPartPr>
            <p14:xfrm>
              <a:off x="9108814" y="3150610"/>
              <a:ext cx="196200" cy="3470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CFFD977-FA42-11D9-4C49-43C7E383CDB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090814" y="3132610"/>
                <a:ext cx="231840" cy="38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54E78EC2-9536-3600-2E82-9CC5093BA3FC}"/>
              </a:ext>
            </a:extLst>
          </p:cNvPr>
          <p:cNvGrpSpPr/>
          <p:nvPr/>
        </p:nvGrpSpPr>
        <p:grpSpPr>
          <a:xfrm>
            <a:off x="9537934" y="3168610"/>
            <a:ext cx="656280" cy="217800"/>
            <a:chOff x="9537934" y="3168610"/>
            <a:chExt cx="656280" cy="21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7B00C7F-99B5-B1FD-CD3D-4B3F113A7908}"/>
                    </a:ext>
                  </a:extLst>
                </p14:cNvPr>
                <p14:cNvContentPartPr/>
                <p14:nvPr/>
              </p14:nvContentPartPr>
              <p14:xfrm>
                <a:off x="9537934" y="3220450"/>
                <a:ext cx="199440" cy="72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7B00C7F-99B5-B1FD-CD3D-4B3F113A790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519934" y="3202810"/>
                  <a:ext cx="2350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B81A35B-92C1-3213-328D-D1733C4E874B}"/>
                    </a:ext>
                  </a:extLst>
                </p14:cNvPr>
                <p14:cNvContentPartPr/>
                <p14:nvPr/>
              </p14:nvContentPartPr>
              <p14:xfrm>
                <a:off x="9697414" y="3168610"/>
                <a:ext cx="203400" cy="216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B81A35B-92C1-3213-328D-D1733C4E874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79414" y="3150970"/>
                  <a:ext cx="2390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1C8DECD-F9E5-C67E-D155-CC2F8FB9406C}"/>
                    </a:ext>
                  </a:extLst>
                </p14:cNvPr>
                <p14:cNvContentPartPr/>
                <p14:nvPr/>
              </p14:nvContentPartPr>
              <p14:xfrm>
                <a:off x="10054534" y="3207130"/>
                <a:ext cx="139680" cy="1792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1C8DECD-F9E5-C67E-D155-CC2F8FB9406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036534" y="3189490"/>
                  <a:ext cx="175320" cy="21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890E8F95-5D77-8535-3F0B-430E905D155F}"/>
                  </a:ext>
                </a:extLst>
              </p14:cNvPr>
              <p14:cNvContentPartPr/>
              <p14:nvPr/>
            </p14:nvContentPartPr>
            <p14:xfrm>
              <a:off x="10393654" y="3142330"/>
              <a:ext cx="201240" cy="3027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890E8F95-5D77-8535-3F0B-430E905D155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376014" y="3124690"/>
                <a:ext cx="236880" cy="33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782717C1-6559-3672-8101-87DC98EC4D90}"/>
              </a:ext>
            </a:extLst>
          </p:cNvPr>
          <p:cNvGrpSpPr/>
          <p:nvPr/>
        </p:nvGrpSpPr>
        <p:grpSpPr>
          <a:xfrm>
            <a:off x="6703654" y="4115770"/>
            <a:ext cx="1816920" cy="374040"/>
            <a:chOff x="6703654" y="4115770"/>
            <a:chExt cx="181692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BF2DC8C-465A-7542-FD39-326F027A785E}"/>
                    </a:ext>
                  </a:extLst>
                </p14:cNvPr>
                <p14:cNvContentPartPr/>
                <p14:nvPr/>
              </p14:nvContentPartPr>
              <p14:xfrm>
                <a:off x="6703654" y="4115770"/>
                <a:ext cx="163440" cy="3740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BF2DC8C-465A-7542-FD39-326F027A785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85654" y="4097770"/>
                  <a:ext cx="19908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C84BCB6-7061-7709-8FD9-7144AEDF1DBD}"/>
                    </a:ext>
                  </a:extLst>
                </p14:cNvPr>
                <p14:cNvContentPartPr/>
                <p14:nvPr/>
              </p14:nvContentPartPr>
              <p14:xfrm>
                <a:off x="6966814" y="4279570"/>
                <a:ext cx="121680" cy="164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C84BCB6-7061-7709-8FD9-7144AEDF1DB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948814" y="4261930"/>
                  <a:ext cx="1573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9247A5F-986D-2B4D-94F1-B95A33715A03}"/>
                    </a:ext>
                  </a:extLst>
                </p14:cNvPr>
                <p14:cNvContentPartPr/>
                <p14:nvPr/>
              </p14:nvContentPartPr>
              <p14:xfrm>
                <a:off x="7187134" y="4271650"/>
                <a:ext cx="113040" cy="194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9247A5F-986D-2B4D-94F1-B95A33715A0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169494" y="4254010"/>
                  <a:ext cx="1486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8DC235E-57F0-9E9B-4AAD-47116CB6B4AC}"/>
                    </a:ext>
                  </a:extLst>
                </p14:cNvPr>
                <p14:cNvContentPartPr/>
                <p14:nvPr/>
              </p14:nvContentPartPr>
              <p14:xfrm>
                <a:off x="7393774" y="4276330"/>
                <a:ext cx="87840" cy="129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8DC235E-57F0-9E9B-4AAD-47116CB6B4A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75774" y="4258330"/>
                  <a:ext cx="1234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CC07C44-082C-086C-5D6F-9FBD14E3FB91}"/>
                    </a:ext>
                  </a:extLst>
                </p14:cNvPr>
                <p14:cNvContentPartPr/>
                <p14:nvPr/>
              </p14:nvContentPartPr>
              <p14:xfrm>
                <a:off x="7582054" y="4222690"/>
                <a:ext cx="121680" cy="150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CC07C44-082C-086C-5D6F-9FBD14E3FB9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564414" y="4205050"/>
                  <a:ext cx="1573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221E43D-5B51-F328-E1CC-8B5C06D5701C}"/>
                    </a:ext>
                  </a:extLst>
                </p14:cNvPr>
                <p14:cNvContentPartPr/>
                <p14:nvPr/>
              </p14:nvContentPartPr>
              <p14:xfrm>
                <a:off x="7801294" y="4224130"/>
                <a:ext cx="169920" cy="151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221E43D-5B51-F328-E1CC-8B5C06D5701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783654" y="4206130"/>
                  <a:ext cx="2055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8477967-4046-D3C4-69CF-57178D448B40}"/>
                    </a:ext>
                  </a:extLst>
                </p14:cNvPr>
                <p14:cNvContentPartPr/>
                <p14:nvPr/>
              </p14:nvContentPartPr>
              <p14:xfrm>
                <a:off x="8100094" y="4166170"/>
                <a:ext cx="137520" cy="231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8477967-4046-D3C4-69CF-57178D448B4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82454" y="4148530"/>
                  <a:ext cx="1731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34AF77D-D0F4-02BD-B825-5C3896910C52}"/>
                    </a:ext>
                  </a:extLst>
                </p14:cNvPr>
                <p14:cNvContentPartPr/>
                <p14:nvPr/>
              </p14:nvContentPartPr>
              <p14:xfrm>
                <a:off x="8374054" y="4179850"/>
                <a:ext cx="146520" cy="1328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34AF77D-D0F4-02BD-B825-5C3896910C5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56414" y="4162210"/>
                  <a:ext cx="18216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F92E255-933F-B76B-5729-E3967C5D895D}"/>
              </a:ext>
            </a:extLst>
          </p:cNvPr>
          <p:cNvGrpSpPr/>
          <p:nvPr/>
        </p:nvGrpSpPr>
        <p:grpSpPr>
          <a:xfrm>
            <a:off x="6562894" y="3315490"/>
            <a:ext cx="1939680" cy="349200"/>
            <a:chOff x="6562894" y="3315490"/>
            <a:chExt cx="1939680" cy="34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B864955-F05A-8EA0-0661-F60DABA82D84}"/>
                    </a:ext>
                  </a:extLst>
                </p14:cNvPr>
                <p14:cNvContentPartPr/>
                <p14:nvPr/>
              </p14:nvContentPartPr>
              <p14:xfrm>
                <a:off x="6565414" y="3553810"/>
                <a:ext cx="26280" cy="110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B864955-F05A-8EA0-0661-F60DABA82D8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547774" y="3535810"/>
                  <a:ext cx="619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A6E63AB-D059-EEA8-31E1-0DCA64CFF1FA}"/>
                    </a:ext>
                  </a:extLst>
                </p14:cNvPr>
                <p14:cNvContentPartPr/>
                <p14:nvPr/>
              </p14:nvContentPartPr>
              <p14:xfrm>
                <a:off x="6562894" y="3331690"/>
                <a:ext cx="4680" cy="66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A6E63AB-D059-EEA8-31E1-0DCA64CFF1F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545254" y="3314050"/>
                  <a:ext cx="403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8060D39-DD64-0E75-AAAD-97B3ACBCC15C}"/>
                    </a:ext>
                  </a:extLst>
                </p14:cNvPr>
                <p14:cNvContentPartPr/>
                <p14:nvPr/>
              </p14:nvContentPartPr>
              <p14:xfrm>
                <a:off x="6717694" y="3495850"/>
                <a:ext cx="188280" cy="134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8060D39-DD64-0E75-AAAD-97B3ACBCC15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00054" y="3477850"/>
                  <a:ext cx="2239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B03196F-1AD6-3421-FDE9-AE8DD0B4839F}"/>
                    </a:ext>
                  </a:extLst>
                </p14:cNvPr>
                <p14:cNvContentPartPr/>
                <p14:nvPr/>
              </p14:nvContentPartPr>
              <p14:xfrm>
                <a:off x="7044574" y="3448330"/>
                <a:ext cx="126720" cy="171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B03196F-1AD6-3421-FDE9-AE8DD0B4839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26934" y="3430330"/>
                  <a:ext cx="1623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DFDC9F6-8E47-2B63-4335-80690B879018}"/>
                    </a:ext>
                  </a:extLst>
                </p14:cNvPr>
                <p14:cNvContentPartPr/>
                <p14:nvPr/>
              </p14:nvContentPartPr>
              <p14:xfrm>
                <a:off x="7244734" y="3388930"/>
                <a:ext cx="87840" cy="163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DFDC9F6-8E47-2B63-4335-80690B87901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226734" y="3371290"/>
                  <a:ext cx="1234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5AF4B25-F109-03D6-DC8A-851F55A350D3}"/>
                    </a:ext>
                  </a:extLst>
                </p14:cNvPr>
                <p14:cNvContentPartPr/>
                <p14:nvPr/>
              </p14:nvContentPartPr>
              <p14:xfrm>
                <a:off x="7460374" y="3379210"/>
                <a:ext cx="54360" cy="145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5AF4B25-F109-03D6-DC8A-851F55A350D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442374" y="3361210"/>
                  <a:ext cx="900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27677B1-F9E6-2253-F2C4-0F393024E7E5}"/>
                    </a:ext>
                  </a:extLst>
                </p14:cNvPr>
                <p14:cNvContentPartPr/>
                <p14:nvPr/>
              </p14:nvContentPartPr>
              <p14:xfrm>
                <a:off x="7689334" y="3359770"/>
                <a:ext cx="139320" cy="180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27677B1-F9E6-2253-F2C4-0F393024E7E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71334" y="3341770"/>
                  <a:ext cx="1749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B02344C-D207-DD46-3491-B15C16B968F3}"/>
                    </a:ext>
                  </a:extLst>
                </p14:cNvPr>
                <p14:cNvContentPartPr/>
                <p14:nvPr/>
              </p14:nvContentPartPr>
              <p14:xfrm>
                <a:off x="8028094" y="3315490"/>
                <a:ext cx="146160" cy="263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B02344C-D207-DD46-3491-B15C16B968F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10454" y="3297490"/>
                  <a:ext cx="1818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82E0823-F553-606F-63F3-46F7323E89CA}"/>
                    </a:ext>
                  </a:extLst>
                </p14:cNvPr>
                <p14:cNvContentPartPr/>
                <p14:nvPr/>
              </p14:nvContentPartPr>
              <p14:xfrm>
                <a:off x="8314294" y="3333490"/>
                <a:ext cx="188280" cy="200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82E0823-F553-606F-63F3-46F7323E89C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296294" y="3315850"/>
                  <a:ext cx="22392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57B09EC-E115-64D7-33DC-224F1AD15020}"/>
              </a:ext>
            </a:extLst>
          </p:cNvPr>
          <p:cNvGrpSpPr/>
          <p:nvPr/>
        </p:nvGrpSpPr>
        <p:grpSpPr>
          <a:xfrm>
            <a:off x="9049054" y="3981490"/>
            <a:ext cx="251280" cy="417600"/>
            <a:chOff x="9049054" y="3981490"/>
            <a:chExt cx="251280" cy="41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5ECE3A1-91FA-7530-E796-5CD6928B8884}"/>
                    </a:ext>
                  </a:extLst>
                </p14:cNvPr>
                <p14:cNvContentPartPr/>
                <p14:nvPr/>
              </p14:nvContentPartPr>
              <p14:xfrm>
                <a:off x="9049054" y="3981490"/>
                <a:ext cx="121320" cy="417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5ECE3A1-91FA-7530-E796-5CD6928B888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031414" y="3963490"/>
                  <a:ext cx="15696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F248560-E588-DEAF-C0DF-29BB88D3DC14}"/>
                    </a:ext>
                  </a:extLst>
                </p14:cNvPr>
                <p14:cNvContentPartPr/>
                <p14:nvPr/>
              </p14:nvContentPartPr>
              <p14:xfrm>
                <a:off x="9072814" y="3987610"/>
                <a:ext cx="227520" cy="341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F248560-E588-DEAF-C0DF-29BB88D3DC1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055174" y="3969610"/>
                  <a:ext cx="2631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6BFD54F-0048-1B79-3802-5AAA0D227BBC}"/>
                    </a:ext>
                  </a:extLst>
                </p14:cNvPr>
                <p14:cNvContentPartPr/>
                <p14:nvPr/>
              </p14:nvContentPartPr>
              <p14:xfrm>
                <a:off x="9126454" y="4224490"/>
                <a:ext cx="93600" cy="50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6BFD54F-0048-1B79-3802-5AAA0D227BB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08814" y="4206850"/>
                  <a:ext cx="12924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2A09368-2B02-BA70-C7EE-A73F482CCBDD}"/>
              </a:ext>
            </a:extLst>
          </p:cNvPr>
          <p:cNvGrpSpPr/>
          <p:nvPr/>
        </p:nvGrpSpPr>
        <p:grpSpPr>
          <a:xfrm>
            <a:off x="9594454" y="3810850"/>
            <a:ext cx="1663200" cy="708480"/>
            <a:chOff x="9594454" y="3810850"/>
            <a:chExt cx="1663200" cy="70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3BC89FC-C0CF-53DD-C40E-D5E1412EDD42}"/>
                    </a:ext>
                  </a:extLst>
                </p14:cNvPr>
                <p14:cNvContentPartPr/>
                <p14:nvPr/>
              </p14:nvContentPartPr>
              <p14:xfrm>
                <a:off x="9594454" y="4083010"/>
                <a:ext cx="504000" cy="68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3BC89FC-C0CF-53DD-C40E-D5E1412EDD4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576454" y="4065370"/>
                  <a:ext cx="5396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FA286E6-C2A6-E036-312B-13DCFDC7BAA0}"/>
                    </a:ext>
                  </a:extLst>
                </p14:cNvPr>
                <p14:cNvContentPartPr/>
                <p14:nvPr/>
              </p14:nvContentPartPr>
              <p14:xfrm>
                <a:off x="9986134" y="3980770"/>
                <a:ext cx="190080" cy="242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FA286E6-C2A6-E036-312B-13DCFDC7BAA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968494" y="3962770"/>
                  <a:ext cx="2257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72620BA-7CAA-2FDA-25F3-35FF13C158D0}"/>
                    </a:ext>
                  </a:extLst>
                </p14:cNvPr>
                <p14:cNvContentPartPr/>
                <p14:nvPr/>
              </p14:nvContentPartPr>
              <p14:xfrm>
                <a:off x="10528654" y="3810850"/>
                <a:ext cx="70920" cy="346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72620BA-7CAA-2FDA-25F3-35FF13C158D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511014" y="3792850"/>
                  <a:ext cx="10656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557EA65-154D-BE9B-DA42-2E8F961B7377}"/>
                    </a:ext>
                  </a:extLst>
                </p14:cNvPr>
                <p14:cNvContentPartPr/>
                <p14:nvPr/>
              </p14:nvContentPartPr>
              <p14:xfrm>
                <a:off x="10359094" y="4101010"/>
                <a:ext cx="553320" cy="96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557EA65-154D-BE9B-DA42-2E8F961B737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341454" y="4083370"/>
                  <a:ext cx="5889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26831C6-5BDB-E40A-5B8A-95ED755B4D95}"/>
                    </a:ext>
                  </a:extLst>
                </p14:cNvPr>
                <p14:cNvContentPartPr/>
                <p14:nvPr/>
              </p14:nvContentPartPr>
              <p14:xfrm>
                <a:off x="10605694" y="4332490"/>
                <a:ext cx="175320" cy="186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26831C6-5BDB-E40A-5B8A-95ED755B4D9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587694" y="4314490"/>
                  <a:ext cx="2109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F0EE61A-75A4-971D-AC2D-61F05735CD96}"/>
                    </a:ext>
                  </a:extLst>
                </p14:cNvPr>
                <p14:cNvContentPartPr/>
                <p14:nvPr/>
              </p14:nvContentPartPr>
              <p14:xfrm>
                <a:off x="11079814" y="3976090"/>
                <a:ext cx="32760" cy="385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F0EE61A-75A4-971D-AC2D-61F05735CD9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061814" y="3958450"/>
                  <a:ext cx="6840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A178C0A-6FE6-EE90-4258-C4A4003B8035}"/>
                    </a:ext>
                  </a:extLst>
                </p14:cNvPr>
                <p14:cNvContentPartPr/>
                <p14:nvPr/>
              </p14:nvContentPartPr>
              <p14:xfrm>
                <a:off x="11080534" y="3997330"/>
                <a:ext cx="177120" cy="2221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A178C0A-6FE6-EE90-4258-C4A4003B803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062534" y="3979330"/>
                  <a:ext cx="2127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7642856-D912-5DC9-0130-BF96BB629640}"/>
                    </a:ext>
                  </a:extLst>
                </p14:cNvPr>
                <p14:cNvContentPartPr/>
                <p14:nvPr/>
              </p14:nvContentPartPr>
              <p14:xfrm>
                <a:off x="11096734" y="4177330"/>
                <a:ext cx="127440" cy="52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7642856-D912-5DC9-0130-BF96BB62964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078734" y="4159690"/>
                  <a:ext cx="16308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5330AF86-08B2-E905-FC6C-2F6AB993201C}"/>
              </a:ext>
            </a:extLst>
          </p:cNvPr>
          <p:cNvGrpSpPr/>
          <p:nvPr/>
        </p:nvGrpSpPr>
        <p:grpSpPr>
          <a:xfrm>
            <a:off x="5302534" y="5425450"/>
            <a:ext cx="1342800" cy="785160"/>
            <a:chOff x="5302534" y="5425450"/>
            <a:chExt cx="1342800" cy="78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3A9298B-9B48-9D34-E89B-0D018C8C0194}"/>
                    </a:ext>
                  </a:extLst>
                </p14:cNvPr>
                <p14:cNvContentPartPr/>
                <p14:nvPr/>
              </p14:nvContentPartPr>
              <p14:xfrm>
                <a:off x="5302534" y="5503930"/>
                <a:ext cx="62640" cy="333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3A9298B-9B48-9D34-E89B-0D018C8C019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84534" y="5486290"/>
                  <a:ext cx="9828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1A42B4A-5082-CECF-3DF2-7F17556274A3}"/>
                    </a:ext>
                  </a:extLst>
                </p14:cNvPr>
                <p14:cNvContentPartPr/>
                <p14:nvPr/>
              </p14:nvContentPartPr>
              <p14:xfrm>
                <a:off x="5320534" y="5474050"/>
                <a:ext cx="141120" cy="228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1A42B4A-5082-CECF-3DF2-7F17556274A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302894" y="5456050"/>
                  <a:ext cx="1767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822D1EA-51F7-4DED-2065-9E26621CB8E0}"/>
                    </a:ext>
                  </a:extLst>
                </p14:cNvPr>
                <p14:cNvContentPartPr/>
                <p14:nvPr/>
              </p14:nvContentPartPr>
              <p14:xfrm>
                <a:off x="5614294" y="5536330"/>
                <a:ext cx="26280" cy="36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822D1EA-51F7-4DED-2065-9E26621CB8E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596654" y="5518690"/>
                  <a:ext cx="619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22B5011-D3A7-BD50-197B-ABAA681C0A5E}"/>
                    </a:ext>
                  </a:extLst>
                </p14:cNvPr>
                <p14:cNvContentPartPr/>
                <p14:nvPr/>
              </p14:nvContentPartPr>
              <p14:xfrm>
                <a:off x="5684494" y="5649370"/>
                <a:ext cx="29160" cy="22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22B5011-D3A7-BD50-197B-ABAA681C0A5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66854" y="5631730"/>
                  <a:ext cx="648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78EBD75-9682-BA04-0E8A-671C017861F6}"/>
                    </a:ext>
                  </a:extLst>
                </p14:cNvPr>
                <p14:cNvContentPartPr/>
                <p14:nvPr/>
              </p14:nvContentPartPr>
              <p14:xfrm>
                <a:off x="5931094" y="5444530"/>
                <a:ext cx="56160" cy="391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78EBD75-9682-BA04-0E8A-671C017861F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913094" y="5426890"/>
                  <a:ext cx="9180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FB93A3D-9260-C7C0-BCB7-954232689DFF}"/>
                    </a:ext>
                  </a:extLst>
                </p14:cNvPr>
                <p14:cNvContentPartPr/>
                <p14:nvPr/>
              </p14:nvContentPartPr>
              <p14:xfrm>
                <a:off x="5969254" y="5460370"/>
                <a:ext cx="157680" cy="213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FB93A3D-9260-C7C0-BCB7-954232689DF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951614" y="5442370"/>
                  <a:ext cx="1933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FCB4A43-1E79-7D2A-B0A7-19BDA793A207}"/>
                    </a:ext>
                  </a:extLst>
                </p14:cNvPr>
                <p14:cNvContentPartPr/>
                <p14:nvPr/>
              </p14:nvContentPartPr>
              <p14:xfrm>
                <a:off x="6322774" y="5425450"/>
                <a:ext cx="144360" cy="194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FCB4A43-1E79-7D2A-B0A7-19BDA793A20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304774" y="5407810"/>
                  <a:ext cx="1800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0A55972-C485-5804-8F36-F92287666D81}"/>
                    </a:ext>
                  </a:extLst>
                </p14:cNvPr>
                <p14:cNvContentPartPr/>
                <p14:nvPr/>
              </p14:nvContentPartPr>
              <p14:xfrm>
                <a:off x="6213334" y="5706250"/>
                <a:ext cx="432000" cy="66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0A55972-C485-5804-8F36-F92287666D8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195334" y="5688250"/>
                  <a:ext cx="4676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0292D90-2B62-B293-E976-784FD20D9152}"/>
                    </a:ext>
                  </a:extLst>
                </p14:cNvPr>
                <p14:cNvContentPartPr/>
                <p14:nvPr/>
              </p14:nvContentPartPr>
              <p14:xfrm>
                <a:off x="6468934" y="5896330"/>
                <a:ext cx="11160" cy="3142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0292D90-2B62-B293-E976-784FD20D915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450934" y="5878330"/>
                  <a:ext cx="4680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F98881C-F078-6882-A7C0-8B71C6B468F0}"/>
                    </a:ext>
                  </a:extLst>
                </p14:cNvPr>
                <p14:cNvContentPartPr/>
                <p14:nvPr/>
              </p14:nvContentPartPr>
              <p14:xfrm>
                <a:off x="6500614" y="5933410"/>
                <a:ext cx="112320" cy="1339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F98881C-F078-6882-A7C0-8B71C6B468F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482974" y="5915770"/>
                  <a:ext cx="1479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56CCF11-705B-72C4-5C8D-2A52CD5F7107}"/>
                    </a:ext>
                  </a:extLst>
                </p14:cNvPr>
                <p14:cNvContentPartPr/>
                <p14:nvPr/>
              </p14:nvContentPartPr>
              <p14:xfrm>
                <a:off x="6483334" y="6012970"/>
                <a:ext cx="73800" cy="48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56CCF11-705B-72C4-5C8D-2A52CD5F710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465334" y="5995330"/>
                  <a:ext cx="10944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BF06800-27DC-A6DE-0F26-2D704F5444AA}"/>
              </a:ext>
            </a:extLst>
          </p:cNvPr>
          <p:cNvGrpSpPr/>
          <p:nvPr/>
        </p:nvGrpSpPr>
        <p:grpSpPr>
          <a:xfrm>
            <a:off x="6950614" y="5646490"/>
            <a:ext cx="83520" cy="102240"/>
            <a:chOff x="6950614" y="5646490"/>
            <a:chExt cx="83520" cy="10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71977DE-FD98-83CD-B192-66BF7AC02FAA}"/>
                    </a:ext>
                  </a:extLst>
                </p14:cNvPr>
                <p14:cNvContentPartPr/>
                <p14:nvPr/>
              </p14:nvContentPartPr>
              <p14:xfrm>
                <a:off x="6950614" y="5646490"/>
                <a:ext cx="36720" cy="54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71977DE-FD98-83CD-B192-66BF7AC02FA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932614" y="5628490"/>
                  <a:ext cx="723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AA3ED92-FF69-1831-C1EF-FF7BF76DE308}"/>
                    </a:ext>
                  </a:extLst>
                </p14:cNvPr>
                <p14:cNvContentPartPr/>
                <p14:nvPr/>
              </p14:nvContentPartPr>
              <p14:xfrm>
                <a:off x="6985534" y="5731450"/>
                <a:ext cx="48600" cy="172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AA3ED92-FF69-1831-C1EF-FF7BF76DE30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967894" y="5713450"/>
                  <a:ext cx="8424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4D4E137-6003-A565-0EE9-A23278006338}"/>
              </a:ext>
            </a:extLst>
          </p:cNvPr>
          <p:cNvGrpSpPr/>
          <p:nvPr/>
        </p:nvGrpSpPr>
        <p:grpSpPr>
          <a:xfrm>
            <a:off x="7349494" y="5496370"/>
            <a:ext cx="159480" cy="375840"/>
            <a:chOff x="7349494" y="5496370"/>
            <a:chExt cx="159480" cy="37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C294051-4788-0309-211A-925FD95F3483}"/>
                    </a:ext>
                  </a:extLst>
                </p14:cNvPr>
                <p14:cNvContentPartPr/>
                <p14:nvPr/>
              </p14:nvContentPartPr>
              <p14:xfrm>
                <a:off x="7349494" y="5550730"/>
                <a:ext cx="25560" cy="3214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C294051-4788-0309-211A-925FD95F348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331854" y="5533090"/>
                  <a:ext cx="6120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52712A5-3351-BC2D-9BA9-221C14BBCF79}"/>
                    </a:ext>
                  </a:extLst>
                </p14:cNvPr>
                <p14:cNvContentPartPr/>
                <p14:nvPr/>
              </p14:nvContentPartPr>
              <p14:xfrm>
                <a:off x="7403134" y="5496370"/>
                <a:ext cx="105840" cy="183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52712A5-3351-BC2D-9BA9-221C14BBCF7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385134" y="5478370"/>
                  <a:ext cx="14148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565648E-5EE8-65A2-2F66-1B133CE67F52}"/>
              </a:ext>
            </a:extLst>
          </p:cNvPr>
          <p:cNvGrpSpPr/>
          <p:nvPr/>
        </p:nvGrpSpPr>
        <p:grpSpPr>
          <a:xfrm>
            <a:off x="7719934" y="5160850"/>
            <a:ext cx="848880" cy="1200240"/>
            <a:chOff x="7719934" y="5160850"/>
            <a:chExt cx="848880" cy="120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9C0A7E8-78DE-20FF-4757-A14F3818DABB}"/>
                    </a:ext>
                  </a:extLst>
                </p14:cNvPr>
                <p14:cNvContentPartPr/>
                <p14:nvPr/>
              </p14:nvContentPartPr>
              <p14:xfrm>
                <a:off x="7736854" y="5208370"/>
                <a:ext cx="160200" cy="2134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9C0A7E8-78DE-20FF-4757-A14F3818DAB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719214" y="5190370"/>
                  <a:ext cx="1958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990E798-DB9E-1CE7-147D-8671C45C903D}"/>
                    </a:ext>
                  </a:extLst>
                </p14:cNvPr>
                <p14:cNvContentPartPr/>
                <p14:nvPr/>
              </p14:nvContentPartPr>
              <p14:xfrm>
                <a:off x="8006854" y="5160850"/>
                <a:ext cx="267120" cy="2552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990E798-DB9E-1CE7-147D-8671C45C903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988854" y="5142850"/>
                  <a:ext cx="3027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3C332B5-C94E-5300-9676-629C87F02A6C}"/>
                    </a:ext>
                  </a:extLst>
                </p14:cNvPr>
                <p14:cNvContentPartPr/>
                <p14:nvPr/>
              </p14:nvContentPartPr>
              <p14:xfrm>
                <a:off x="7719934" y="5431930"/>
                <a:ext cx="821160" cy="259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3C332B5-C94E-5300-9676-629C87F02A6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701934" y="5414290"/>
                  <a:ext cx="8568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9B25BED-3200-C638-D34E-17C81DDC995A}"/>
                    </a:ext>
                  </a:extLst>
                </p14:cNvPr>
                <p14:cNvContentPartPr/>
                <p14:nvPr/>
              </p14:nvContentPartPr>
              <p14:xfrm>
                <a:off x="8085694" y="5760250"/>
                <a:ext cx="48960" cy="3222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9B25BED-3200-C638-D34E-17C81DDC995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068054" y="5742250"/>
                  <a:ext cx="8460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D8F6C3C-D73C-2D70-E7BF-CAB852942627}"/>
                    </a:ext>
                  </a:extLst>
                </p14:cNvPr>
                <p14:cNvContentPartPr/>
                <p14:nvPr/>
              </p14:nvContentPartPr>
              <p14:xfrm>
                <a:off x="8030254" y="6114850"/>
                <a:ext cx="188640" cy="72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D8F6C3C-D73C-2D70-E7BF-CAB85294262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012614" y="6097210"/>
                  <a:ext cx="2242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A9E2600-A6A6-19FE-5A32-AD2706300065}"/>
                    </a:ext>
                  </a:extLst>
                </p14:cNvPr>
                <p14:cNvContentPartPr/>
                <p14:nvPr/>
              </p14:nvContentPartPr>
              <p14:xfrm>
                <a:off x="8108734" y="6250570"/>
                <a:ext cx="147960" cy="110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A9E2600-A6A6-19FE-5A32-AD270630006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091094" y="6232930"/>
                  <a:ext cx="1836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D68BC14-7EE5-496E-0487-662250255495}"/>
                    </a:ext>
                  </a:extLst>
                </p14:cNvPr>
                <p14:cNvContentPartPr/>
                <p14:nvPr/>
              </p14:nvContentPartPr>
              <p14:xfrm>
                <a:off x="8425174" y="5923690"/>
                <a:ext cx="9000" cy="2354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D68BC14-7EE5-496E-0487-66225025549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407534" y="5906050"/>
                  <a:ext cx="446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49FCC4A-88C7-DEC7-5B60-1A7C51E1B447}"/>
                    </a:ext>
                  </a:extLst>
                </p14:cNvPr>
                <p14:cNvContentPartPr/>
                <p14:nvPr/>
              </p14:nvContentPartPr>
              <p14:xfrm>
                <a:off x="8390974" y="5930890"/>
                <a:ext cx="177840" cy="1868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49FCC4A-88C7-DEC7-5B60-1A7C51E1B44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372974" y="5912890"/>
                  <a:ext cx="213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90FB1D8-58E2-87CC-E26A-FEAEE4F33344}"/>
                    </a:ext>
                  </a:extLst>
                </p14:cNvPr>
                <p14:cNvContentPartPr/>
                <p14:nvPr/>
              </p14:nvContentPartPr>
              <p14:xfrm>
                <a:off x="8470174" y="6004690"/>
                <a:ext cx="69840" cy="637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90FB1D8-58E2-87CC-E26A-FEAEE4F3334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52534" y="5987050"/>
                  <a:ext cx="10548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763E22A8-D849-154A-9F7A-3EA3F85CD4DA}"/>
              </a:ext>
            </a:extLst>
          </p:cNvPr>
          <p:cNvGrpSpPr/>
          <p:nvPr/>
        </p:nvGrpSpPr>
        <p:grpSpPr>
          <a:xfrm>
            <a:off x="8771494" y="5468290"/>
            <a:ext cx="105120" cy="109440"/>
            <a:chOff x="8771494" y="5468290"/>
            <a:chExt cx="105120" cy="10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DE7150D-7D4B-8F34-30F6-9C33D83905F1}"/>
                    </a:ext>
                  </a:extLst>
                </p14:cNvPr>
                <p14:cNvContentPartPr/>
                <p14:nvPr/>
              </p14:nvContentPartPr>
              <p14:xfrm>
                <a:off x="8771494" y="5468290"/>
                <a:ext cx="58680" cy="18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DE7150D-7D4B-8F34-30F6-9C33D83905F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753494" y="5450650"/>
                  <a:ext cx="943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1CC176E-E87E-01AC-CDA1-47A424C32F5C}"/>
                    </a:ext>
                  </a:extLst>
                </p14:cNvPr>
                <p14:cNvContentPartPr/>
                <p14:nvPr/>
              </p14:nvContentPartPr>
              <p14:xfrm>
                <a:off x="8829814" y="5544610"/>
                <a:ext cx="46800" cy="33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1CC176E-E87E-01AC-CDA1-47A424C32F5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812174" y="5526610"/>
                  <a:ext cx="8244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1B4299A-C57A-5B5B-1917-7E919A0C3232}"/>
              </a:ext>
            </a:extLst>
          </p:cNvPr>
          <p:cNvGrpSpPr/>
          <p:nvPr/>
        </p:nvGrpSpPr>
        <p:grpSpPr>
          <a:xfrm>
            <a:off x="9239854" y="5275330"/>
            <a:ext cx="168840" cy="457920"/>
            <a:chOff x="9239854" y="5275330"/>
            <a:chExt cx="168840" cy="45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2C0D57B-15E5-B44E-AF77-EB214F062C35}"/>
                    </a:ext>
                  </a:extLst>
                </p14:cNvPr>
                <p14:cNvContentPartPr/>
                <p14:nvPr/>
              </p14:nvContentPartPr>
              <p14:xfrm>
                <a:off x="9275134" y="5275330"/>
                <a:ext cx="77040" cy="4579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2C0D57B-15E5-B44E-AF77-EB214F062C3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257134" y="5257690"/>
                  <a:ext cx="11268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09A4A0D-5F26-A4C1-993A-6C5771C64B95}"/>
                    </a:ext>
                  </a:extLst>
                </p14:cNvPr>
                <p14:cNvContentPartPr/>
                <p14:nvPr/>
              </p14:nvContentPartPr>
              <p14:xfrm>
                <a:off x="9239854" y="5329690"/>
                <a:ext cx="168840" cy="1029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09A4A0D-5F26-A4C1-993A-6C5771C64B9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221854" y="5311690"/>
                  <a:ext cx="20448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5BEEF9A1-C466-2274-9635-9BCF12D1132C}"/>
              </a:ext>
            </a:extLst>
          </p:cNvPr>
          <p:cNvGrpSpPr/>
          <p:nvPr/>
        </p:nvGrpSpPr>
        <p:grpSpPr>
          <a:xfrm>
            <a:off x="9753214" y="4989850"/>
            <a:ext cx="1000080" cy="928440"/>
            <a:chOff x="9753214" y="4989850"/>
            <a:chExt cx="1000080" cy="9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B26386F-2D69-6CD7-3D9B-AF623B1FFD9F}"/>
                    </a:ext>
                  </a:extLst>
                </p14:cNvPr>
                <p14:cNvContentPartPr/>
                <p14:nvPr/>
              </p14:nvContentPartPr>
              <p14:xfrm>
                <a:off x="9753214" y="4989850"/>
                <a:ext cx="198000" cy="277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B26386F-2D69-6CD7-3D9B-AF623B1FFD9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735574" y="4972210"/>
                  <a:ext cx="2336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DCC7057-ABB3-4ABF-088D-ECE2CAE8047A}"/>
                    </a:ext>
                  </a:extLst>
                </p14:cNvPr>
                <p14:cNvContentPartPr/>
                <p14:nvPr/>
              </p14:nvContentPartPr>
              <p14:xfrm>
                <a:off x="9832414" y="5123050"/>
                <a:ext cx="45720" cy="215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DCC7057-ABB3-4ABF-088D-ECE2CAE8047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814414" y="5105050"/>
                  <a:ext cx="813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E1A5983-CB54-51CA-EEE1-683DCF68C471}"/>
                    </a:ext>
                  </a:extLst>
                </p14:cNvPr>
                <p14:cNvContentPartPr/>
                <p14:nvPr/>
              </p14:nvContentPartPr>
              <p14:xfrm>
                <a:off x="10040134" y="5324290"/>
                <a:ext cx="21600" cy="212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E1A5983-CB54-51CA-EEE1-683DCF68C47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022494" y="5306650"/>
                  <a:ext cx="572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1257F20-78A0-5AEA-8005-C3EB5863D81C}"/>
                    </a:ext>
                  </a:extLst>
                </p14:cNvPr>
                <p14:cNvContentPartPr/>
                <p14:nvPr/>
              </p14:nvContentPartPr>
              <p14:xfrm>
                <a:off x="10228414" y="5124490"/>
                <a:ext cx="151920" cy="1702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1257F20-78A0-5AEA-8005-C3EB5863D81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10414" y="5106490"/>
                  <a:ext cx="1875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A9FFDB7-FBAD-ADF0-D111-2450AEDEB0FD}"/>
                    </a:ext>
                  </a:extLst>
                </p14:cNvPr>
                <p14:cNvContentPartPr/>
                <p14:nvPr/>
              </p14:nvContentPartPr>
              <p14:xfrm>
                <a:off x="9961654" y="5444890"/>
                <a:ext cx="555120" cy="101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A9FFDB7-FBAD-ADF0-D111-2450AEDEB0F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943654" y="5426890"/>
                  <a:ext cx="5907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B10D471-4C6C-9D2E-33D6-C6A5139A13D2}"/>
                    </a:ext>
                  </a:extLst>
                </p14:cNvPr>
                <p14:cNvContentPartPr/>
                <p14:nvPr/>
              </p14:nvContentPartPr>
              <p14:xfrm>
                <a:off x="10230214" y="5653690"/>
                <a:ext cx="47880" cy="264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B10D471-4C6C-9D2E-33D6-C6A5139A13D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212214" y="5635690"/>
                  <a:ext cx="835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6B4F62A-8086-E4F9-2413-4B1613B217EE}"/>
                    </a:ext>
                  </a:extLst>
                </p14:cNvPr>
                <p14:cNvContentPartPr/>
                <p14:nvPr/>
              </p14:nvContentPartPr>
              <p14:xfrm>
                <a:off x="10284934" y="5684650"/>
                <a:ext cx="141120" cy="1267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6B4F62A-8086-E4F9-2413-4B1613B217E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266934" y="5667010"/>
                  <a:ext cx="1767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5F31053-1AC5-A7F5-2290-2C0A7B4FFA9F}"/>
                    </a:ext>
                  </a:extLst>
                </p14:cNvPr>
                <p14:cNvContentPartPr/>
                <p14:nvPr/>
              </p14:nvContentPartPr>
              <p14:xfrm>
                <a:off x="10228774" y="5767810"/>
                <a:ext cx="65880" cy="482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5F31053-1AC5-A7F5-2290-2C0A7B4FFA9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211134" y="5749810"/>
                  <a:ext cx="1015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2824ED4-973B-2308-F0A5-AD5F90DBA656}"/>
                    </a:ext>
                  </a:extLst>
                </p14:cNvPr>
                <p14:cNvContentPartPr/>
                <p14:nvPr/>
              </p14:nvContentPartPr>
              <p14:xfrm>
                <a:off x="10635214" y="5443450"/>
                <a:ext cx="92880" cy="52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2824ED4-973B-2308-F0A5-AD5F90DBA65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617214" y="5425450"/>
                  <a:ext cx="1285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FAAE562-7E3C-917F-EEE9-81AACF2386AF}"/>
                    </a:ext>
                  </a:extLst>
                </p14:cNvPr>
                <p14:cNvContentPartPr/>
                <p14:nvPr/>
              </p14:nvContentPartPr>
              <p14:xfrm>
                <a:off x="10721974" y="5505010"/>
                <a:ext cx="31320" cy="313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FAAE562-7E3C-917F-EEE9-81AACF2386A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703974" y="5487010"/>
                  <a:ext cx="6696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4217845-304F-2030-A3E3-F0E66EEB39C7}"/>
              </a:ext>
            </a:extLst>
          </p:cNvPr>
          <p:cNvGrpSpPr/>
          <p:nvPr/>
        </p:nvGrpSpPr>
        <p:grpSpPr>
          <a:xfrm>
            <a:off x="10975054" y="5264890"/>
            <a:ext cx="1051200" cy="525960"/>
            <a:chOff x="10975054" y="5264890"/>
            <a:chExt cx="1051200" cy="52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EB0557A-A1F0-78DC-7EE4-3513507A263F}"/>
                    </a:ext>
                  </a:extLst>
                </p14:cNvPr>
                <p14:cNvContentPartPr/>
                <p14:nvPr/>
              </p14:nvContentPartPr>
              <p14:xfrm>
                <a:off x="10975054" y="5264890"/>
                <a:ext cx="173160" cy="2250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EB0557A-A1F0-78DC-7EE4-3513507A263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957054" y="5246890"/>
                  <a:ext cx="2088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ECF2E75-F2A9-8901-2D7A-61790490291A}"/>
                    </a:ext>
                  </a:extLst>
                </p14:cNvPr>
                <p14:cNvContentPartPr/>
                <p14:nvPr/>
              </p14:nvContentPartPr>
              <p14:xfrm>
                <a:off x="11114374" y="5344450"/>
                <a:ext cx="25560" cy="3718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ECF2E75-F2A9-8901-2D7A-61790490291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096374" y="5326810"/>
                  <a:ext cx="6120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725B9DD-2277-562A-CC4F-88ED6A34EAFC}"/>
                    </a:ext>
                  </a:extLst>
                </p14:cNvPr>
                <p14:cNvContentPartPr/>
                <p14:nvPr/>
              </p14:nvContentPartPr>
              <p14:xfrm>
                <a:off x="11257654" y="5376130"/>
                <a:ext cx="82080" cy="3387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725B9DD-2277-562A-CC4F-88ED6A34EAF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240014" y="5358130"/>
                  <a:ext cx="1177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06A89C6-5883-F341-7210-577BCBF49DB5}"/>
                    </a:ext>
                  </a:extLst>
                </p14:cNvPr>
                <p14:cNvContentPartPr/>
                <p14:nvPr/>
              </p14:nvContentPartPr>
              <p14:xfrm>
                <a:off x="11278534" y="5377930"/>
                <a:ext cx="183240" cy="176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06A89C6-5883-F341-7210-577BCBF49DB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260534" y="5360290"/>
                  <a:ext cx="2188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6455B0E-C918-D6CE-B0E7-5B431581610B}"/>
                    </a:ext>
                  </a:extLst>
                </p14:cNvPr>
                <p14:cNvContentPartPr/>
                <p14:nvPr/>
              </p14:nvContentPartPr>
              <p14:xfrm>
                <a:off x="11638174" y="5628850"/>
                <a:ext cx="79920" cy="1152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6455B0E-C918-D6CE-B0E7-5B431581610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620534" y="5610850"/>
                  <a:ext cx="1155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6DA7A9B-19E8-CDEA-B14D-BE8CB802C3A4}"/>
                    </a:ext>
                  </a:extLst>
                </p14:cNvPr>
                <p14:cNvContentPartPr/>
                <p14:nvPr/>
              </p14:nvContentPartPr>
              <p14:xfrm>
                <a:off x="11751214" y="5566570"/>
                <a:ext cx="53280" cy="187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6DA7A9B-19E8-CDEA-B14D-BE8CB802C3A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733574" y="5548930"/>
                  <a:ext cx="889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8F68367-0C84-4149-321F-5D03A1681632}"/>
                    </a:ext>
                  </a:extLst>
                </p14:cNvPr>
                <p14:cNvContentPartPr/>
                <p14:nvPr/>
              </p14:nvContentPartPr>
              <p14:xfrm>
                <a:off x="11890894" y="5565490"/>
                <a:ext cx="135360" cy="225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8F68367-0C84-4149-321F-5D03A168163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873254" y="5547490"/>
                  <a:ext cx="171000" cy="26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A3D2EA3-59DB-B93A-DA26-120B327E0D81}"/>
              </a:ext>
            </a:extLst>
          </p:cNvPr>
          <p:cNvGrpSpPr/>
          <p:nvPr/>
        </p:nvGrpSpPr>
        <p:grpSpPr>
          <a:xfrm>
            <a:off x="5453734" y="5962930"/>
            <a:ext cx="547920" cy="172800"/>
            <a:chOff x="5453734" y="5962930"/>
            <a:chExt cx="547920" cy="17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5EE64A4-BA79-9E26-CD9E-99C4A38D02D5}"/>
                    </a:ext>
                  </a:extLst>
                </p14:cNvPr>
                <p14:cNvContentPartPr/>
                <p14:nvPr/>
              </p14:nvContentPartPr>
              <p14:xfrm>
                <a:off x="5453734" y="5970130"/>
                <a:ext cx="184680" cy="1656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5EE64A4-BA79-9E26-CD9E-99C4A38D02D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436094" y="5952490"/>
                  <a:ext cx="2203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3267B8D-555C-319D-30B9-B51D18328BFE}"/>
                    </a:ext>
                  </a:extLst>
                </p14:cNvPr>
                <p14:cNvContentPartPr/>
                <p14:nvPr/>
              </p14:nvContentPartPr>
              <p14:xfrm>
                <a:off x="5721574" y="5999650"/>
                <a:ext cx="41400" cy="1087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3267B8D-555C-319D-30B9-B51D18328BF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703934" y="5981650"/>
                  <a:ext cx="770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EBD757E-0804-5FD6-C590-B17C46261047}"/>
                    </a:ext>
                  </a:extLst>
                </p14:cNvPr>
                <p14:cNvContentPartPr/>
                <p14:nvPr/>
              </p14:nvContentPartPr>
              <p14:xfrm>
                <a:off x="5830294" y="5962930"/>
                <a:ext cx="171360" cy="1090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EBD757E-0804-5FD6-C590-B17C4626104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812654" y="5944930"/>
                  <a:ext cx="207000" cy="144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939931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4F34D-20BC-164C-06FA-2DB012036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BA239-023B-CD61-DA07-F92C1481F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24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CDA9263-F3F0-956A-7C06-56D0E5829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880" y="819785"/>
            <a:ext cx="10515600" cy="584200"/>
          </a:xfrm>
        </p:spPr>
        <p:txBody>
          <a:bodyPr/>
          <a:lstStyle/>
          <a:p>
            <a:r>
              <a:rPr lang="en-US" dirty="0"/>
              <a:t>https://www.calculator.net/resistor-calculator.html</a:t>
            </a:r>
          </a:p>
        </p:txBody>
      </p:sp>
      <p:pic>
        <p:nvPicPr>
          <p:cNvPr id="13" name="Picture 12" descr="A screenshot of a calculator&#10;&#10;Description automatically generated">
            <a:extLst>
              <a:ext uri="{FF2B5EF4-FFF2-40B4-BE49-F238E27FC236}">
                <a16:creationId xmlns:a16="http://schemas.microsoft.com/office/drawing/2014/main" id="{786AA61D-EF5F-BD6A-B06B-FB80DABBC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487" y="1479366"/>
            <a:ext cx="6241025" cy="468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31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4F34D-20BC-164C-06FA-2DB012036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Resistors</a:t>
            </a:r>
          </a:p>
        </p:txBody>
      </p:sp>
      <p:pic>
        <p:nvPicPr>
          <p:cNvPr id="6" name="Content Placeholder 5" descr="A diagram of different electronic components&#10;&#10;Description automatically generated">
            <a:extLst>
              <a:ext uri="{FF2B5EF4-FFF2-40B4-BE49-F238E27FC236}">
                <a16:creationId xmlns:a16="http://schemas.microsoft.com/office/drawing/2014/main" id="{0F9EA43C-6197-8026-6982-C71FB27AD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20" y="1398988"/>
            <a:ext cx="10252454" cy="331525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BA239-023B-CD61-DA07-F92C1481F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25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CB3F11F-5BF0-88DE-044C-CBC1A0D9C1BA}"/>
              </a:ext>
            </a:extLst>
          </p:cNvPr>
          <p:cNvGrpSpPr/>
          <p:nvPr/>
        </p:nvGrpSpPr>
        <p:grpSpPr>
          <a:xfrm>
            <a:off x="6586653" y="677947"/>
            <a:ext cx="3759480" cy="2314800"/>
            <a:chOff x="6586653" y="677947"/>
            <a:chExt cx="3759480" cy="231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09304EF-2CFD-EDAE-2DDF-CFFC9508BF34}"/>
                    </a:ext>
                  </a:extLst>
                </p14:cNvPr>
                <p14:cNvContentPartPr/>
                <p14:nvPr/>
              </p14:nvContentPartPr>
              <p14:xfrm>
                <a:off x="6629133" y="1395787"/>
                <a:ext cx="629280" cy="1426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09304EF-2CFD-EDAE-2DDF-CFFC9508BF3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11493" y="1377787"/>
                  <a:ext cx="664920" cy="14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44BF174-BFDB-49B8-4A69-F0107D0BA628}"/>
                    </a:ext>
                  </a:extLst>
                </p14:cNvPr>
                <p14:cNvContentPartPr/>
                <p14:nvPr/>
              </p14:nvContentPartPr>
              <p14:xfrm>
                <a:off x="6586653" y="1447267"/>
                <a:ext cx="603000" cy="1406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44BF174-BFDB-49B8-4A69-F0107D0BA62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68653" y="1429627"/>
                  <a:ext cx="638640" cy="14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1E94778-5BBC-4886-1436-88569D15C04A}"/>
                    </a:ext>
                  </a:extLst>
                </p14:cNvPr>
                <p14:cNvContentPartPr/>
                <p14:nvPr/>
              </p14:nvContentPartPr>
              <p14:xfrm>
                <a:off x="7366773" y="2376427"/>
                <a:ext cx="607320" cy="616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1E94778-5BBC-4886-1436-88569D15C04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348773" y="2358427"/>
                  <a:ext cx="64296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188EF3C-AD18-AF04-DC87-042C1C61EBBC}"/>
                    </a:ext>
                  </a:extLst>
                </p14:cNvPr>
                <p14:cNvContentPartPr/>
                <p14:nvPr/>
              </p14:nvContentPartPr>
              <p14:xfrm>
                <a:off x="8199453" y="2551027"/>
                <a:ext cx="136440" cy="263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188EF3C-AD18-AF04-DC87-042C1C61EBB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181813" y="2533027"/>
                  <a:ext cx="1720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5AA86BD-567B-A384-A069-887F65CAE4F3}"/>
                    </a:ext>
                  </a:extLst>
                </p14:cNvPr>
                <p14:cNvContentPartPr/>
                <p14:nvPr/>
              </p14:nvContentPartPr>
              <p14:xfrm>
                <a:off x="8394933" y="2603587"/>
                <a:ext cx="38520" cy="180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5AA86BD-567B-A384-A069-887F65CAE4F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77293" y="2585587"/>
                  <a:ext cx="741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CAF0A57-3C80-0E98-2AF8-1C193BDFBF64}"/>
                    </a:ext>
                  </a:extLst>
                </p14:cNvPr>
                <p14:cNvContentPartPr/>
                <p14:nvPr/>
              </p14:nvContentPartPr>
              <p14:xfrm>
                <a:off x="8432013" y="2575507"/>
                <a:ext cx="187560" cy="137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CAF0A57-3C80-0E98-2AF8-1C193BDFBF6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414013" y="2557867"/>
                  <a:ext cx="2232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6D62AD8-22CC-A5B7-7B00-450AB5DDA3FA}"/>
                    </a:ext>
                  </a:extLst>
                </p14:cNvPr>
                <p14:cNvContentPartPr/>
                <p14:nvPr/>
              </p14:nvContentPartPr>
              <p14:xfrm>
                <a:off x="8715693" y="2524747"/>
                <a:ext cx="87840" cy="205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6D62AD8-22CC-A5B7-7B00-450AB5DDA3F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698053" y="2507107"/>
                  <a:ext cx="1234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B0E0FBF-2A8B-B552-E136-26F4CC3ED74B}"/>
                    </a:ext>
                  </a:extLst>
                </p14:cNvPr>
                <p14:cNvContentPartPr/>
                <p14:nvPr/>
              </p14:nvContentPartPr>
              <p14:xfrm>
                <a:off x="8757093" y="2530867"/>
                <a:ext cx="144360" cy="223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B0E0FBF-2A8B-B552-E136-26F4CC3ED74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739453" y="2512867"/>
                  <a:ext cx="1800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51072A4-0C37-92F4-0AA2-E6212AF19F8D}"/>
                    </a:ext>
                  </a:extLst>
                </p14:cNvPr>
                <p14:cNvContentPartPr/>
                <p14:nvPr/>
              </p14:nvContentPartPr>
              <p14:xfrm>
                <a:off x="7651173" y="677947"/>
                <a:ext cx="1081800" cy="322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51072A4-0C37-92F4-0AA2-E6212AF19F8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633173" y="660307"/>
                  <a:ext cx="111744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6F70015-208D-219A-DF84-578A3547B7E6}"/>
                    </a:ext>
                  </a:extLst>
                </p14:cNvPr>
                <p14:cNvContentPartPr/>
                <p14:nvPr/>
              </p14:nvContentPartPr>
              <p14:xfrm>
                <a:off x="8831973" y="896827"/>
                <a:ext cx="434160" cy="48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6F70015-208D-219A-DF84-578A3547B7E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814333" y="879187"/>
                  <a:ext cx="4698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62310E1-64D9-7BC8-D4DC-58D1819AEF40}"/>
                    </a:ext>
                  </a:extLst>
                </p14:cNvPr>
                <p14:cNvContentPartPr/>
                <p14:nvPr/>
              </p14:nvContentPartPr>
              <p14:xfrm>
                <a:off x="8658813" y="1177627"/>
                <a:ext cx="1305360" cy="214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62310E1-64D9-7BC8-D4DC-58D1819AEF4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641173" y="1159987"/>
                  <a:ext cx="13410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980CC2C-DE13-0A98-FDAB-C6CE4A992AC0}"/>
                    </a:ext>
                  </a:extLst>
                </p14:cNvPr>
                <p14:cNvContentPartPr/>
                <p14:nvPr/>
              </p14:nvContentPartPr>
              <p14:xfrm>
                <a:off x="9971373" y="1254307"/>
                <a:ext cx="374760" cy="99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980CC2C-DE13-0A98-FDAB-C6CE4A992AC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953733" y="1236307"/>
                  <a:ext cx="410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324E35B-A307-E632-46DA-411BC1E7933D}"/>
                    </a:ext>
                  </a:extLst>
                </p14:cNvPr>
                <p14:cNvContentPartPr/>
                <p14:nvPr/>
              </p14:nvContentPartPr>
              <p14:xfrm>
                <a:off x="9612453" y="842107"/>
                <a:ext cx="404640" cy="867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324E35B-A307-E632-46DA-411BC1E7933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594813" y="824107"/>
                  <a:ext cx="440280" cy="90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C1EFB4F-1CC2-079E-8145-98A03D301CF2}"/>
                    </a:ext>
                  </a:extLst>
                </p14:cNvPr>
                <p14:cNvContentPartPr/>
                <p14:nvPr/>
              </p14:nvContentPartPr>
              <p14:xfrm>
                <a:off x="9798933" y="887467"/>
                <a:ext cx="239040" cy="187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C1EFB4F-1CC2-079E-8145-98A03D301CF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781293" y="869827"/>
                  <a:ext cx="27468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4820F5-2B85-52D7-6E4A-967EBCADF464}"/>
              </a:ext>
            </a:extLst>
          </p:cNvPr>
          <p:cNvGrpSpPr/>
          <p:nvPr/>
        </p:nvGrpSpPr>
        <p:grpSpPr>
          <a:xfrm>
            <a:off x="7946013" y="254947"/>
            <a:ext cx="824760" cy="416880"/>
            <a:chOff x="7946013" y="254947"/>
            <a:chExt cx="824760" cy="41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7272115-3FBB-56EF-BE58-EDF40880E057}"/>
                    </a:ext>
                  </a:extLst>
                </p14:cNvPr>
                <p14:cNvContentPartPr/>
                <p14:nvPr/>
              </p14:nvContentPartPr>
              <p14:xfrm>
                <a:off x="7983813" y="302467"/>
                <a:ext cx="106200" cy="369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7272115-3FBB-56EF-BE58-EDF40880E05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965813" y="284827"/>
                  <a:ext cx="14184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B753914-37D5-98EF-81AB-AAFBAB1278D4}"/>
                    </a:ext>
                  </a:extLst>
                </p14:cNvPr>
                <p14:cNvContentPartPr/>
                <p14:nvPr/>
              </p14:nvContentPartPr>
              <p14:xfrm>
                <a:off x="7946013" y="486067"/>
                <a:ext cx="169560" cy="66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B753914-37D5-98EF-81AB-AAFBAB1278D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928373" y="468427"/>
                  <a:ext cx="2052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AF15B51-FE22-0330-5137-B12D3D230834}"/>
                    </a:ext>
                  </a:extLst>
                </p14:cNvPr>
                <p14:cNvContentPartPr/>
                <p14:nvPr/>
              </p14:nvContentPartPr>
              <p14:xfrm>
                <a:off x="8194773" y="477067"/>
                <a:ext cx="43920" cy="113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AF15B51-FE22-0330-5137-B12D3D23083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176773" y="459067"/>
                  <a:ext cx="795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85E3D46-A537-868A-4899-F78DAE3A9CD6}"/>
                    </a:ext>
                  </a:extLst>
                </p14:cNvPr>
                <p14:cNvContentPartPr/>
                <p14:nvPr/>
              </p14:nvContentPartPr>
              <p14:xfrm>
                <a:off x="8182893" y="307867"/>
                <a:ext cx="27720" cy="58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85E3D46-A537-868A-4899-F78DAE3A9CD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165253" y="289867"/>
                  <a:ext cx="633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FCF7741-963B-1E58-5D69-24E894B3D9FE}"/>
                    </a:ext>
                  </a:extLst>
                </p14:cNvPr>
                <p14:cNvContentPartPr/>
                <p14:nvPr/>
              </p14:nvContentPartPr>
              <p14:xfrm>
                <a:off x="8271813" y="411547"/>
                <a:ext cx="201600" cy="150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FCF7741-963B-1E58-5D69-24E894B3D9F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254173" y="393907"/>
                  <a:ext cx="2372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C3CA151-9020-1D69-E743-48C8FFBAE8D0}"/>
                    </a:ext>
                  </a:extLst>
                </p14:cNvPr>
                <p14:cNvContentPartPr/>
                <p14:nvPr/>
              </p14:nvContentPartPr>
              <p14:xfrm>
                <a:off x="8360733" y="376267"/>
                <a:ext cx="83520" cy="190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C3CA151-9020-1D69-E743-48C8FFBAE8D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343093" y="358267"/>
                  <a:ext cx="1191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8CC775D-8392-3B8F-7DEA-3A0B3317564F}"/>
                    </a:ext>
                  </a:extLst>
                </p14:cNvPr>
                <p14:cNvContentPartPr/>
                <p14:nvPr/>
              </p14:nvContentPartPr>
              <p14:xfrm>
                <a:off x="8505453" y="385267"/>
                <a:ext cx="74880" cy="108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8CC775D-8392-3B8F-7DEA-3A0B3317564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487453" y="367627"/>
                  <a:ext cx="1105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92B6192-E1C4-EB1D-CC57-A3763189AB60}"/>
                    </a:ext>
                  </a:extLst>
                </p14:cNvPr>
                <p14:cNvContentPartPr/>
                <p14:nvPr/>
              </p14:nvContentPartPr>
              <p14:xfrm>
                <a:off x="8678973" y="254947"/>
                <a:ext cx="91800" cy="235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92B6192-E1C4-EB1D-CC57-A3763189AB6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61333" y="237307"/>
                  <a:ext cx="12744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F12B01A-DF40-32CB-59EB-8A2CA2F43F41}"/>
              </a:ext>
            </a:extLst>
          </p:cNvPr>
          <p:cNvGrpSpPr/>
          <p:nvPr/>
        </p:nvGrpSpPr>
        <p:grpSpPr>
          <a:xfrm>
            <a:off x="10403013" y="884227"/>
            <a:ext cx="1320480" cy="290160"/>
            <a:chOff x="10403013" y="884227"/>
            <a:chExt cx="132048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CB97B34-84C6-D17D-2EF2-F0955899DC9B}"/>
                    </a:ext>
                  </a:extLst>
                </p14:cNvPr>
                <p14:cNvContentPartPr/>
                <p14:nvPr/>
              </p14:nvContentPartPr>
              <p14:xfrm>
                <a:off x="10403013" y="1045147"/>
                <a:ext cx="132120" cy="118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CB97B34-84C6-D17D-2EF2-F0955899DC9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385373" y="1027507"/>
                  <a:ext cx="1677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FD41A49-7185-AD98-29F6-A7757DB3F925}"/>
                    </a:ext>
                  </a:extLst>
                </p14:cNvPr>
                <p14:cNvContentPartPr/>
                <p14:nvPr/>
              </p14:nvContentPartPr>
              <p14:xfrm>
                <a:off x="10633413" y="1043707"/>
                <a:ext cx="181080" cy="130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FD41A49-7185-AD98-29F6-A7757DB3F92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615413" y="1025707"/>
                  <a:ext cx="2167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CC2C52C-2F4E-95F7-D0FB-9C26E9B32765}"/>
                    </a:ext>
                  </a:extLst>
                </p14:cNvPr>
                <p14:cNvContentPartPr/>
                <p14:nvPr/>
              </p14:nvContentPartPr>
              <p14:xfrm>
                <a:off x="10851573" y="1016347"/>
                <a:ext cx="106560" cy="126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CC2C52C-2F4E-95F7-D0FB-9C26E9B3276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833573" y="998707"/>
                  <a:ext cx="1422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6ADF41E-822E-6A08-F1F5-AC7C61364E04}"/>
                    </a:ext>
                  </a:extLst>
                </p14:cNvPr>
                <p14:cNvContentPartPr/>
                <p14:nvPr/>
              </p14:nvContentPartPr>
              <p14:xfrm>
                <a:off x="11039493" y="1009507"/>
                <a:ext cx="44280" cy="137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6ADF41E-822E-6A08-F1F5-AC7C61364E0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021853" y="991507"/>
                  <a:ext cx="799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0A443E0-DAF0-C954-CD32-21991082F3AF}"/>
                    </a:ext>
                  </a:extLst>
                </p14:cNvPr>
                <p14:cNvContentPartPr/>
                <p14:nvPr/>
              </p14:nvContentPartPr>
              <p14:xfrm>
                <a:off x="11053173" y="938227"/>
                <a:ext cx="25920" cy="23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0A443E0-DAF0-C954-CD32-21991082F3A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035533" y="920587"/>
                  <a:ext cx="615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6E00906-BD40-46A9-5D45-3C9710D97CE5}"/>
                    </a:ext>
                  </a:extLst>
                </p14:cNvPr>
                <p14:cNvContentPartPr/>
                <p14:nvPr/>
              </p14:nvContentPartPr>
              <p14:xfrm>
                <a:off x="11157573" y="911947"/>
                <a:ext cx="274320" cy="210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6E00906-BD40-46A9-5D45-3C9710D97CE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139573" y="894307"/>
                  <a:ext cx="3099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CAEC789-2A20-62E1-626E-FD2257108BB3}"/>
                    </a:ext>
                  </a:extLst>
                </p14:cNvPr>
                <p14:cNvContentPartPr/>
                <p14:nvPr/>
              </p14:nvContentPartPr>
              <p14:xfrm>
                <a:off x="11449173" y="884227"/>
                <a:ext cx="82800" cy="194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CAEC789-2A20-62E1-626E-FD2257108BB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431533" y="866227"/>
                  <a:ext cx="1184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CB8B6E8-86E4-9BC8-A70A-3AED2CCEBCBC}"/>
                    </a:ext>
                  </a:extLst>
                </p14:cNvPr>
                <p14:cNvContentPartPr/>
                <p14:nvPr/>
              </p14:nvContentPartPr>
              <p14:xfrm>
                <a:off x="11633493" y="978907"/>
                <a:ext cx="90000" cy="112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CB8B6E8-86E4-9BC8-A70A-3AED2CCEBCB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615853" y="961267"/>
                  <a:ext cx="125640" cy="148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918351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081E0-602F-FCAB-3DDA-B896D25E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back to the touchscreen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BE822-8282-453B-9FA1-9E6572533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26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5704CA-6932-6100-94E6-7909FD47D210}"/>
              </a:ext>
            </a:extLst>
          </p:cNvPr>
          <p:cNvSpPr txBox="1"/>
          <p:nvPr/>
        </p:nvSpPr>
        <p:spPr>
          <a:xfrm>
            <a:off x="3609020" y="1186554"/>
            <a:ext cx="2431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PT Sans" panose="020B0503020203020204" pitchFamily="34" charset="0"/>
              </a:rPr>
              <a:t>Build a sensor that can detect touch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C1172AD-5795-DBE6-D1AC-5404373F3915}"/>
              </a:ext>
            </a:extLst>
          </p:cNvPr>
          <p:cNvSpPr/>
          <p:nvPr/>
        </p:nvSpPr>
        <p:spPr>
          <a:xfrm>
            <a:off x="3944076" y="2357901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9575C1-ABFD-4AA3-6F86-5DC49851480A}"/>
              </a:ext>
            </a:extLst>
          </p:cNvPr>
          <p:cNvSpPr/>
          <p:nvPr/>
        </p:nvSpPr>
        <p:spPr>
          <a:xfrm>
            <a:off x="4914908" y="2352605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BB92898-B842-4F9D-6393-C8F29E056C7E}"/>
              </a:ext>
            </a:extLst>
          </p:cNvPr>
          <p:cNvSpPr/>
          <p:nvPr/>
        </p:nvSpPr>
        <p:spPr>
          <a:xfrm>
            <a:off x="5834279" y="2352604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F3542F8-F481-FCB7-4922-48BA154F92B9}"/>
              </a:ext>
            </a:extLst>
          </p:cNvPr>
          <p:cNvSpPr/>
          <p:nvPr/>
        </p:nvSpPr>
        <p:spPr>
          <a:xfrm>
            <a:off x="3944076" y="3314992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A19D7B8-5EDA-9446-B63E-ED24202A37F9}"/>
              </a:ext>
            </a:extLst>
          </p:cNvPr>
          <p:cNvSpPr/>
          <p:nvPr/>
        </p:nvSpPr>
        <p:spPr>
          <a:xfrm>
            <a:off x="4914908" y="3309696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CF56993-C288-C4CE-9A45-668269EC8766}"/>
              </a:ext>
            </a:extLst>
          </p:cNvPr>
          <p:cNvSpPr/>
          <p:nvPr/>
        </p:nvSpPr>
        <p:spPr>
          <a:xfrm>
            <a:off x="5834279" y="3309695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0F53DB7-0DC4-2373-AE6B-1C27212ADE76}"/>
              </a:ext>
            </a:extLst>
          </p:cNvPr>
          <p:cNvSpPr/>
          <p:nvPr/>
        </p:nvSpPr>
        <p:spPr>
          <a:xfrm>
            <a:off x="3944076" y="4265351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C3518C5-02C0-38A2-01FF-1D1ADA75EC01}"/>
              </a:ext>
            </a:extLst>
          </p:cNvPr>
          <p:cNvSpPr/>
          <p:nvPr/>
        </p:nvSpPr>
        <p:spPr>
          <a:xfrm>
            <a:off x="4914908" y="4260055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D5123FD-2DFE-FD14-B7A3-38AC9BED7BBF}"/>
              </a:ext>
            </a:extLst>
          </p:cNvPr>
          <p:cNvSpPr/>
          <p:nvPr/>
        </p:nvSpPr>
        <p:spPr>
          <a:xfrm>
            <a:off x="5834279" y="4260054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566BD37-37EF-5C20-E762-27F01FC04EFB}"/>
              </a:ext>
            </a:extLst>
          </p:cNvPr>
          <p:cNvGrpSpPr/>
          <p:nvPr/>
        </p:nvGrpSpPr>
        <p:grpSpPr>
          <a:xfrm>
            <a:off x="3999361" y="2624265"/>
            <a:ext cx="172212" cy="668927"/>
            <a:chOff x="8211666" y="3118485"/>
            <a:chExt cx="208434" cy="809625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8C57C2F-7EA7-A501-9511-6893D8422D02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A88877E-3C87-EAA5-2380-285F58A75FBB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27A7EDE-859F-8897-946C-9EBFB21D28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C960456-79EC-F25A-F389-1EE8FFD284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6C4BD96-0154-5A5F-0B35-F45E8A7E80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689FBC1-0F57-6D63-F0A1-6E7303DC55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AC0C2CD-F53E-8080-945A-B0A7B14A65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916B2DE-DFB4-52FD-C3D0-A49AE7C41E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CE11559-A6B2-A57A-D6D1-22F910374E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643BD2-7110-97A9-6A8F-F7CD04C6DB92}"/>
              </a:ext>
            </a:extLst>
          </p:cNvPr>
          <p:cNvGrpSpPr/>
          <p:nvPr/>
        </p:nvGrpSpPr>
        <p:grpSpPr>
          <a:xfrm>
            <a:off x="4952257" y="2617763"/>
            <a:ext cx="172212" cy="668927"/>
            <a:chOff x="8211666" y="3118485"/>
            <a:chExt cx="208434" cy="809625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71E4F05-9510-E81B-D93C-193E4BEAC0C9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5B362F-2122-2608-0430-34D663D59DA7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68F33F-DF5D-6429-E42D-69EAD5E4BF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315C88E-B4E9-7A14-1FF1-C447E3A90C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E1D5A2C-62A1-74DA-AE92-8D59E06E33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4E2ABC4-0BEA-6648-7BD4-AC330F2F1E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EA7453B-1EBB-9905-FA5D-039DD1133A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9E852F0-87AA-1C62-9F05-2C318CD9B0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949254F-991C-407D-F9D5-1E12F5F72C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5208462-E0A2-9A16-FCC5-00DF5A0F5837}"/>
              </a:ext>
            </a:extLst>
          </p:cNvPr>
          <p:cNvGrpSpPr/>
          <p:nvPr/>
        </p:nvGrpSpPr>
        <p:grpSpPr>
          <a:xfrm>
            <a:off x="5882926" y="2609619"/>
            <a:ext cx="172212" cy="668927"/>
            <a:chOff x="8211666" y="3118485"/>
            <a:chExt cx="208434" cy="809625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FFA31F6-2713-E0F1-7D5A-0374C7E8DA0D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D594A0E-B87E-7CD2-F43A-D02D8CCFCDF2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2F9029A-0F8F-4384-1E98-8B8F585FBE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7E859AD-9CBD-D2ED-C8EE-3152621A86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02F4CD8-4DF5-DF85-AC39-E274082102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028499D-AFCE-AE73-CB19-BB5C0F19B8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BB4204E-B88A-CF20-659A-62FFC15B8D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536D7F1-8032-071F-FFEF-09F63704E6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125ABC3-C0DA-90EA-E29E-1C7291F278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A556C07-89F7-083D-374B-FEDB8DADEEBC}"/>
              </a:ext>
            </a:extLst>
          </p:cNvPr>
          <p:cNvGrpSpPr/>
          <p:nvPr/>
        </p:nvGrpSpPr>
        <p:grpSpPr>
          <a:xfrm>
            <a:off x="3993526" y="3562973"/>
            <a:ext cx="172212" cy="668927"/>
            <a:chOff x="8211666" y="3118485"/>
            <a:chExt cx="208434" cy="809625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2B622E2-EF19-6242-C329-D69DEC841290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5C35377-C276-727D-32E7-457A2C74556F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B7172F5-F829-37E1-9B13-DA9DC68769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F37B0E8-6AC7-A0E2-32B4-A3DB5887AF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047AB99-91AE-8AEB-B723-F3B8D0BF76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D3FDFD9-D3B2-4A4F-2E48-90A369BBDB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47FA4A7-1127-40FC-E175-47DAC82494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7901497-F1C2-CEDE-AC7D-5C9F71187C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B733253-9B8A-51A3-6899-F3DA15ADF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0C247EE-6E35-33FC-EF2C-19043825C101}"/>
              </a:ext>
            </a:extLst>
          </p:cNvPr>
          <p:cNvGrpSpPr/>
          <p:nvPr/>
        </p:nvGrpSpPr>
        <p:grpSpPr>
          <a:xfrm>
            <a:off x="4946422" y="3556471"/>
            <a:ext cx="172212" cy="668927"/>
            <a:chOff x="8211666" y="3118485"/>
            <a:chExt cx="208434" cy="809625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1F9A787-ED4E-3AA7-0BF2-EC2EE098275F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E545058-5477-7472-3EC7-76D5AF3CC66C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14631859-6E65-4185-274B-5226D734D9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7AC0614-EEC7-7980-CAFD-08225E1368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E2ECFDB-10AB-106C-ABAE-33ABC272D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27CA3FF-6B2D-93E3-5646-BEA133D2C3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DBF3B12-28B4-53BC-AEF5-56C74816B6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26C4531-4861-4683-8BCD-44CA21E93A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D9DA10B-A695-3E3A-DA0D-54B8C4E70B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A720DB0-50C9-5DC4-6A1D-4C42418FAD90}"/>
              </a:ext>
            </a:extLst>
          </p:cNvPr>
          <p:cNvGrpSpPr/>
          <p:nvPr/>
        </p:nvGrpSpPr>
        <p:grpSpPr>
          <a:xfrm>
            <a:off x="5877091" y="3548327"/>
            <a:ext cx="172212" cy="668927"/>
            <a:chOff x="8211666" y="3118485"/>
            <a:chExt cx="208434" cy="809625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BFEE0CD-0AA9-DA1B-9877-1E9BCA34D90F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3DD1245-9726-A822-60D1-0C0ADE2D6737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6844ABB-233A-4426-90E0-B98315D9BC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DE5BF98-C10F-7721-E3B3-1B289A13A5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74F3EE8E-3CE3-6102-6A16-2069BB7362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43DA876-1738-7B1C-62B3-27A1988E25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0E2D1A4-656A-41C5-467E-D2A166BEDE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899A9DD-985B-2172-072C-2E12E0777E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DDE59DB-A3C3-456E-0B5F-136551D10A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E06A6FC-D955-38A6-D013-1AE441896EDE}"/>
              </a:ext>
            </a:extLst>
          </p:cNvPr>
          <p:cNvGrpSpPr/>
          <p:nvPr/>
        </p:nvGrpSpPr>
        <p:grpSpPr>
          <a:xfrm rot="5400000">
            <a:off x="4466841" y="2141595"/>
            <a:ext cx="172212" cy="668927"/>
            <a:chOff x="8211666" y="3118485"/>
            <a:chExt cx="208434" cy="809625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B950E06-C728-5C2A-C507-F0151C70BF7C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E6B1BBB-A566-289D-D455-6041B74A1196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AE254DA8-133E-ACBB-0A22-2717091EE0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4D05C01-62A2-AAEB-5D25-8A5DC63121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862DEFEF-3A5B-4DB1-BE45-3270C76102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A7BD125-E971-450A-EFA6-CF5A0C4D2E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EAA47D5F-0A7F-3843-4B16-3B6A340F31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2D20F96-ED44-9AC5-0BF1-B934C7DAB4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D9EA7187-DE1D-A703-0AAB-05CF4D1E15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F82D26C-A9D1-91FE-C303-5919059064E6}"/>
              </a:ext>
            </a:extLst>
          </p:cNvPr>
          <p:cNvGrpSpPr/>
          <p:nvPr/>
        </p:nvGrpSpPr>
        <p:grpSpPr>
          <a:xfrm rot="5400000">
            <a:off x="5413709" y="2141596"/>
            <a:ext cx="172212" cy="668927"/>
            <a:chOff x="8211666" y="3118485"/>
            <a:chExt cx="208434" cy="809625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909DB1DC-01A0-1619-E6CD-5E4BC7CB327C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9855C61-29EB-85B4-6204-13253A4037C3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E1D1A8F-5380-4A3A-1702-79A76A6638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547E2539-FBF0-D8B7-AE2E-6778F54BD8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F61C367D-4A5B-5BBA-6B26-73FD1C7FF3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A89833C-6E20-D5A4-86F4-C5A1682B8D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EED5B4C5-65E9-8804-1E8F-ECACE1F807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72A8354C-B1A2-DE50-7B2E-A9B1D61B1F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DEC69543-510F-33F8-E989-5B037FE04F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47CCA8C-D738-D1D4-C0A2-E796A123DDBE}"/>
              </a:ext>
            </a:extLst>
          </p:cNvPr>
          <p:cNvGrpSpPr/>
          <p:nvPr/>
        </p:nvGrpSpPr>
        <p:grpSpPr>
          <a:xfrm rot="5400000">
            <a:off x="4453093" y="3116523"/>
            <a:ext cx="172212" cy="668927"/>
            <a:chOff x="8211666" y="3118485"/>
            <a:chExt cx="208434" cy="809625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D441047-C49C-BBC2-3A80-728503013FCE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A180A0F2-283D-655F-DB6D-573165B0AAB3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FC1B5A0A-39B9-F28C-8A83-4EE4540F89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48396F5E-B21A-07CE-9A9F-FBD32256D3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1E68214-94B5-568F-CFE3-BAD37ECF29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FF5A1F9-B1AA-29A4-7BCE-726EA79A1C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6259972-ECC9-EDF8-C256-A28006EC87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1BCDADF-A525-1164-D091-60BAD264A1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9A64F2F3-3826-C482-5343-5E03F67E23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48ABB932-C041-53E5-CB05-1C8F06C6D4C7}"/>
              </a:ext>
            </a:extLst>
          </p:cNvPr>
          <p:cNvGrpSpPr/>
          <p:nvPr/>
        </p:nvGrpSpPr>
        <p:grpSpPr>
          <a:xfrm rot="5400000">
            <a:off x="5399961" y="3116524"/>
            <a:ext cx="172212" cy="668927"/>
            <a:chOff x="8211666" y="3118485"/>
            <a:chExt cx="208434" cy="809625"/>
          </a:xfrm>
        </p:grpSpPr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907FE9E-E71C-950F-78EE-65D0984A03A4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1EDAF372-10E8-54ED-838C-D40C3C8F1D5B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027D6D69-2F81-3655-2C46-2961BDAC59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A70C7D45-0425-C6F5-04ED-5711523C97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5F131FB3-EBD2-242B-29E8-2128443A85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1F2C5ACD-BD8C-00BC-DBF9-D729E2BDA4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A1DA2BF4-1D4B-097F-06AB-DB3CB2AE03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7C7D4AE8-2A91-D985-A56B-4499FDDC9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D5583CEB-82F9-D76F-F497-E4105B6509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A6923E5-6ADA-B933-AE41-1E2802D9AAB6}"/>
              </a:ext>
            </a:extLst>
          </p:cNvPr>
          <p:cNvGrpSpPr/>
          <p:nvPr/>
        </p:nvGrpSpPr>
        <p:grpSpPr>
          <a:xfrm rot="5400000">
            <a:off x="4442877" y="4073947"/>
            <a:ext cx="172212" cy="668927"/>
            <a:chOff x="8211666" y="3118485"/>
            <a:chExt cx="208434" cy="809625"/>
          </a:xfrm>
        </p:grpSpPr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AECFC56E-8F75-EDCF-1682-A3443ABDD1E9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36A2D0C-07E3-B926-ED2C-9A924EF3BBEF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87A1B78F-8058-C57E-472E-1A5143F435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BCD2EA2-7BB1-F261-9BE5-494E90E118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9AD18FF7-A90B-44EC-7FBD-77F309BD95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DE7D6789-1789-3780-DEFA-E4D41BBD05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DDC5769-868A-FD0B-073D-47D8C3B948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88702943-CA8B-0B5A-3AAF-80E8055BCE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57448ED5-21B0-1ACE-5DCF-A049DC67BB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2EE6EA-885A-8D45-E83A-BA7BFDAA544A}"/>
              </a:ext>
            </a:extLst>
          </p:cNvPr>
          <p:cNvGrpSpPr/>
          <p:nvPr/>
        </p:nvGrpSpPr>
        <p:grpSpPr>
          <a:xfrm rot="5400000">
            <a:off x="5389745" y="4073948"/>
            <a:ext cx="172212" cy="668927"/>
            <a:chOff x="8211666" y="3118485"/>
            <a:chExt cx="208434" cy="809625"/>
          </a:xfrm>
        </p:grpSpPr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58BBB4AF-D04D-A1B9-FFF0-4288697BFFD2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3C5B2D8F-9367-4C9D-0933-8BAB458F01CE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03F418CC-7685-49A0-A7C4-8E1D8D395C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831A1E7-7193-6708-9493-D219DC69C6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F0329F1-BD50-C4DD-4A53-4358C8427C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B13EDE8-C1B2-2C12-B5A9-BEAC0D333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A6D39064-9BD8-74D2-989F-D942D0FED5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7BC38A31-2E08-1CA2-C9C0-DA3C670546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37849EA8-D0A3-4BF9-5996-40F731136E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1F4CFFCB-DDD6-9CEE-618D-45A7A614231C}"/>
              </a:ext>
            </a:extLst>
          </p:cNvPr>
          <p:cNvCxnSpPr>
            <a:cxnSpLocks/>
          </p:cNvCxnSpPr>
          <p:nvPr/>
        </p:nvCxnSpPr>
        <p:spPr>
          <a:xfrm flipV="1">
            <a:off x="3637587" y="2053464"/>
            <a:ext cx="336579" cy="3795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E3D87F07-9C69-439D-6EAD-275CEEB19C78}"/>
              </a:ext>
            </a:extLst>
          </p:cNvPr>
          <p:cNvCxnSpPr>
            <a:cxnSpLocks/>
          </p:cNvCxnSpPr>
          <p:nvPr/>
        </p:nvCxnSpPr>
        <p:spPr>
          <a:xfrm flipV="1">
            <a:off x="6154196" y="4532202"/>
            <a:ext cx="123251" cy="138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97292873-BAA2-BFAD-EC56-20E7EDFAE8E0}"/>
              </a:ext>
            </a:extLst>
          </p:cNvPr>
          <p:cNvCxnSpPr>
            <a:cxnSpLocks/>
          </p:cNvCxnSpPr>
          <p:nvPr/>
        </p:nvCxnSpPr>
        <p:spPr>
          <a:xfrm>
            <a:off x="6152604" y="4671185"/>
            <a:ext cx="1758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400CDD00-3A84-B88C-75DA-66184390C6DC}"/>
              </a:ext>
            </a:extLst>
          </p:cNvPr>
          <p:cNvCxnSpPr>
            <a:cxnSpLocks/>
          </p:cNvCxnSpPr>
          <p:nvPr/>
        </p:nvCxnSpPr>
        <p:spPr>
          <a:xfrm>
            <a:off x="6280175" y="4506965"/>
            <a:ext cx="48323" cy="1642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3A4B8B43-99DD-42DA-5700-B4386B332FAC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826783" y="2237780"/>
            <a:ext cx="153452" cy="1562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03CAB0F4-B783-EB73-A3E6-C2D8E7CD20E9}"/>
              </a:ext>
            </a:extLst>
          </p:cNvPr>
          <p:cNvCxnSpPr>
            <a:cxnSpLocks/>
          </p:cNvCxnSpPr>
          <p:nvPr/>
        </p:nvCxnSpPr>
        <p:spPr>
          <a:xfrm>
            <a:off x="6053060" y="4454061"/>
            <a:ext cx="173959" cy="1350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0D97BC02-4522-F7DC-BBBB-70054BAF4B42}"/>
              </a:ext>
            </a:extLst>
          </p:cNvPr>
          <p:cNvSpPr txBox="1"/>
          <p:nvPr/>
        </p:nvSpPr>
        <p:spPr>
          <a:xfrm>
            <a:off x="3109232" y="1881657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3.3V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02625FD-26BE-6DE6-15E1-BC89FDBCE8BA}"/>
              </a:ext>
            </a:extLst>
          </p:cNvPr>
          <p:cNvSpPr txBox="1"/>
          <p:nvPr/>
        </p:nvSpPr>
        <p:spPr>
          <a:xfrm>
            <a:off x="6000019" y="4728058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GND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61A70C4-F874-CC9C-9C5D-47E30376E773}"/>
              </a:ext>
            </a:extLst>
          </p:cNvPr>
          <p:cNvSpPr txBox="1"/>
          <p:nvPr/>
        </p:nvSpPr>
        <p:spPr>
          <a:xfrm>
            <a:off x="5141387" y="1986782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50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D097DF2-A906-270A-9D33-220F98BE81C3}"/>
              </a:ext>
            </a:extLst>
          </p:cNvPr>
          <p:cNvSpPr txBox="1"/>
          <p:nvPr/>
        </p:nvSpPr>
        <p:spPr>
          <a:xfrm>
            <a:off x="4232068" y="2010516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50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F473AA3-487A-2412-CE4C-4B98E5633F62}"/>
              </a:ext>
            </a:extLst>
          </p:cNvPr>
          <p:cNvSpPr txBox="1"/>
          <p:nvPr/>
        </p:nvSpPr>
        <p:spPr>
          <a:xfrm>
            <a:off x="5094083" y="2974213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50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ED0EA265-2425-3813-51C1-515FEEAB8FD8}"/>
              </a:ext>
            </a:extLst>
          </p:cNvPr>
          <p:cNvSpPr txBox="1"/>
          <p:nvPr/>
        </p:nvSpPr>
        <p:spPr>
          <a:xfrm>
            <a:off x="4184764" y="2997947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50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C2800D1-D058-1867-4765-CD61F9C28DD0}"/>
              </a:ext>
            </a:extLst>
          </p:cNvPr>
          <p:cNvSpPr txBox="1"/>
          <p:nvPr/>
        </p:nvSpPr>
        <p:spPr>
          <a:xfrm>
            <a:off x="5054071" y="3905318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50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00A3464-5FE1-AF24-207B-7F8D2D1D99B0}"/>
              </a:ext>
            </a:extLst>
          </p:cNvPr>
          <p:cNvSpPr txBox="1"/>
          <p:nvPr/>
        </p:nvSpPr>
        <p:spPr>
          <a:xfrm>
            <a:off x="4144752" y="3929052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50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DAC84BB3-1A3B-6781-FAD9-EEBCBBA6897F}"/>
              </a:ext>
            </a:extLst>
          </p:cNvPr>
          <p:cNvSpPr txBox="1"/>
          <p:nvPr/>
        </p:nvSpPr>
        <p:spPr>
          <a:xfrm>
            <a:off x="3063201" y="2736633"/>
            <a:ext cx="95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100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76698DC-18E3-2198-BF1F-DA59C3551F36}"/>
              </a:ext>
            </a:extLst>
          </p:cNvPr>
          <p:cNvSpPr txBox="1"/>
          <p:nvPr/>
        </p:nvSpPr>
        <p:spPr>
          <a:xfrm>
            <a:off x="3038136" y="3748397"/>
            <a:ext cx="95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100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6861DC8-EED4-4DB3-99B1-8E28480F68A8}"/>
              </a:ext>
            </a:extLst>
          </p:cNvPr>
          <p:cNvSpPr txBox="1"/>
          <p:nvPr/>
        </p:nvSpPr>
        <p:spPr>
          <a:xfrm>
            <a:off x="6096000" y="2747264"/>
            <a:ext cx="95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100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23021DF-7697-7A32-1F4D-5557832A2765}"/>
              </a:ext>
            </a:extLst>
          </p:cNvPr>
          <p:cNvSpPr txBox="1"/>
          <p:nvPr/>
        </p:nvSpPr>
        <p:spPr>
          <a:xfrm>
            <a:off x="6092507" y="3725225"/>
            <a:ext cx="95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100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pic>
        <p:nvPicPr>
          <p:cNvPr id="158" name="Picture 157" descr="A close up of a circuit board&#10;&#10;Description automatically generated">
            <a:extLst>
              <a:ext uri="{FF2B5EF4-FFF2-40B4-BE49-F238E27FC236}">
                <a16:creationId xmlns:a16="http://schemas.microsoft.com/office/drawing/2014/main" id="{6EF782CF-DC87-78A8-B6A4-20F20554E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580213" y="2362359"/>
            <a:ext cx="2999952" cy="2248798"/>
          </a:xfrm>
          <a:prstGeom prst="rect">
            <a:avLst/>
          </a:prstGeom>
        </p:spPr>
      </p:pic>
      <p:sp>
        <p:nvSpPr>
          <p:cNvPr id="159" name="TextBox 158">
            <a:extLst>
              <a:ext uri="{FF2B5EF4-FFF2-40B4-BE49-F238E27FC236}">
                <a16:creationId xmlns:a16="http://schemas.microsoft.com/office/drawing/2014/main" id="{50E638F8-F45D-61F5-5CB1-474BB5CC1435}"/>
              </a:ext>
            </a:extLst>
          </p:cNvPr>
          <p:cNvSpPr txBox="1"/>
          <p:nvPr/>
        </p:nvSpPr>
        <p:spPr>
          <a:xfrm>
            <a:off x="6864633" y="1278896"/>
            <a:ext cx="2431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PT Sans" panose="020B0503020203020204" pitchFamily="34" charset="0"/>
              </a:rPr>
              <a:t>Connect to Arduino for processing</a:t>
            </a:r>
          </a:p>
        </p:txBody>
      </p:sp>
    </p:spTree>
    <p:extLst>
      <p:ext uri="{BB962C8B-B14F-4D97-AF65-F5344CB8AC3E}">
        <p14:creationId xmlns:p14="http://schemas.microsoft.com/office/powerpoint/2010/main" val="423448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3B046-3554-183B-EFE4-16560AE55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1/a: Breadboarding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7C686-D30F-5D58-B986-ED8257C23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27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A circuit board with wires and wires&#10;&#10;Description automatically generated">
            <a:extLst>
              <a:ext uri="{FF2B5EF4-FFF2-40B4-BE49-F238E27FC236}">
                <a16:creationId xmlns:a16="http://schemas.microsoft.com/office/drawing/2014/main" id="{B249B2A6-C871-AB2A-8F54-93AC9DC66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338437"/>
            <a:ext cx="5818822" cy="4366846"/>
          </a:xfrm>
          <a:prstGeom prst="rect">
            <a:avLst/>
          </a:prstGeom>
        </p:spPr>
      </p:pic>
      <p:pic>
        <p:nvPicPr>
          <p:cNvPr id="10" name="Picture 9" descr="A circuit board with wires and a black and red cable&#10;&#10;Description automatically generated with medium confidence">
            <a:extLst>
              <a:ext uri="{FF2B5EF4-FFF2-40B4-BE49-F238E27FC236}">
                <a16:creationId xmlns:a16="http://schemas.microsoft.com/office/drawing/2014/main" id="{428057CF-8511-3AFA-4861-5F6628FCB4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096000" y="2096260"/>
            <a:ext cx="5405120" cy="28512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15B8B1-BDE1-507A-6F08-718E6F7FFB43}"/>
              </a:ext>
            </a:extLst>
          </p:cNvPr>
          <p:cNvSpPr txBox="1"/>
          <p:nvPr/>
        </p:nvSpPr>
        <p:spPr>
          <a:xfrm>
            <a:off x="179678" y="5781330"/>
            <a:ext cx="7409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The electronic components are inserted in the breadboard to test the prototype circuit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0E09D17-80B0-A332-192D-97C48AC73060}"/>
              </a:ext>
            </a:extLst>
          </p:cNvPr>
          <p:cNvGrpSpPr/>
          <p:nvPr/>
        </p:nvGrpSpPr>
        <p:grpSpPr>
          <a:xfrm>
            <a:off x="10470333" y="1793227"/>
            <a:ext cx="599760" cy="964440"/>
            <a:chOff x="10470333" y="1793227"/>
            <a:chExt cx="599760" cy="96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04D7CF2-31BB-3F7D-74B8-EFBA68960F4A}"/>
                    </a:ext>
                  </a:extLst>
                </p14:cNvPr>
                <p14:cNvContentPartPr/>
                <p14:nvPr/>
              </p14:nvContentPartPr>
              <p14:xfrm>
                <a:off x="10694613" y="1859107"/>
                <a:ext cx="90360" cy="674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04D7CF2-31BB-3F7D-74B8-EFBA68960F4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676613" y="1841107"/>
                  <a:ext cx="126000" cy="71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782F515-A023-2166-9C2C-16FFF94A0C29}"/>
                    </a:ext>
                  </a:extLst>
                </p14:cNvPr>
                <p14:cNvContentPartPr/>
                <p14:nvPr/>
              </p14:nvContentPartPr>
              <p14:xfrm>
                <a:off x="10470333" y="2513947"/>
                <a:ext cx="513720" cy="68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782F515-A023-2166-9C2C-16FFF94A0C2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452693" y="2496307"/>
                  <a:ext cx="5493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E75784F-FF5B-2309-CFD4-77538B2C58E2}"/>
                    </a:ext>
                  </a:extLst>
                </p14:cNvPr>
                <p14:cNvContentPartPr/>
                <p14:nvPr/>
              </p14:nvContentPartPr>
              <p14:xfrm>
                <a:off x="10787853" y="2669467"/>
                <a:ext cx="720" cy="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E75784F-FF5B-2309-CFD4-77538B2C58E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769853" y="2651467"/>
                  <a:ext cx="363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B15796C-2037-72E7-664B-F9B77DABC47B}"/>
                    </a:ext>
                  </a:extLst>
                </p14:cNvPr>
                <p14:cNvContentPartPr/>
                <p14:nvPr/>
              </p14:nvContentPartPr>
              <p14:xfrm>
                <a:off x="10677333" y="2722027"/>
                <a:ext cx="158400" cy="35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B15796C-2037-72E7-664B-F9B77DABC47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659333" y="2704027"/>
                  <a:ext cx="1940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A9CB2B9-7947-A545-4CAF-25DDA06C116C}"/>
                    </a:ext>
                  </a:extLst>
                </p14:cNvPr>
                <p14:cNvContentPartPr/>
                <p14:nvPr/>
              </p14:nvContentPartPr>
              <p14:xfrm>
                <a:off x="10743933" y="2724187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A9CB2B9-7947-A545-4CAF-25DDA06C116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725933" y="270618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9DAE9E6-07F8-B4C3-BFAE-E98ECC22C212}"/>
                    </a:ext>
                  </a:extLst>
                </p14:cNvPr>
                <p14:cNvContentPartPr/>
                <p14:nvPr/>
              </p14:nvContentPartPr>
              <p14:xfrm>
                <a:off x="10722693" y="1793227"/>
                <a:ext cx="347400" cy="69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9DAE9E6-07F8-B4C3-BFAE-E98ECC22C21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04693" y="1775587"/>
                  <a:ext cx="383040" cy="10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0A69F41-73C1-1CBD-46ED-1D882B745C22}"/>
                  </a:ext>
                </a:extLst>
              </p14:cNvPr>
              <p14:cNvContentPartPr/>
              <p14:nvPr/>
            </p14:nvContentPartPr>
            <p14:xfrm>
              <a:off x="7539213" y="1647787"/>
              <a:ext cx="585720" cy="11430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0A69F41-73C1-1CBD-46ED-1D882B745C2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521213" y="1630147"/>
                <a:ext cx="621360" cy="11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855BC97-3547-7C2B-76F9-C6623BBA0AD3}"/>
                  </a:ext>
                </a:extLst>
              </p14:cNvPr>
              <p14:cNvContentPartPr/>
              <p14:nvPr/>
            </p14:nvContentPartPr>
            <p14:xfrm>
              <a:off x="8056893" y="2827507"/>
              <a:ext cx="46800" cy="29232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855BC97-3547-7C2B-76F9-C6623BBA0AD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039253" y="2809507"/>
                <a:ext cx="82440" cy="29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E6D55E7-A366-1AA0-056F-87E2A0CC7DBE}"/>
                  </a:ext>
                </a:extLst>
              </p14:cNvPr>
              <p14:cNvContentPartPr/>
              <p14:nvPr/>
            </p14:nvContentPartPr>
            <p14:xfrm>
              <a:off x="8079573" y="5776627"/>
              <a:ext cx="9360" cy="2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E6D55E7-A366-1AA0-056F-87E2A0CC7DB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061573" y="5758627"/>
                <a:ext cx="450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D422A8B-3CCF-B8F0-4D7A-4311E67252F7}"/>
                  </a:ext>
                </a:extLst>
              </p14:cNvPr>
              <p14:cNvContentPartPr/>
              <p14:nvPr/>
            </p14:nvContentPartPr>
            <p14:xfrm>
              <a:off x="9922773" y="5304667"/>
              <a:ext cx="34200" cy="4384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D422A8B-3CCF-B8F0-4D7A-4311E67252F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904773" y="5286667"/>
                <a:ext cx="69840" cy="47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19097A7F-03CD-494B-B8A6-CC39CBFDD3BC}"/>
              </a:ext>
            </a:extLst>
          </p:cNvPr>
          <p:cNvGrpSpPr/>
          <p:nvPr/>
        </p:nvGrpSpPr>
        <p:grpSpPr>
          <a:xfrm>
            <a:off x="11083053" y="1607467"/>
            <a:ext cx="762840" cy="186120"/>
            <a:chOff x="11083053" y="1607467"/>
            <a:chExt cx="762840" cy="18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A9A9EBF-F459-39E0-D2A0-DC1E132BCF31}"/>
                    </a:ext>
                  </a:extLst>
                </p14:cNvPr>
                <p14:cNvContentPartPr/>
                <p14:nvPr/>
              </p14:nvContentPartPr>
              <p14:xfrm>
                <a:off x="11083053" y="1744987"/>
                <a:ext cx="272520" cy="48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A9A9EBF-F459-39E0-D2A0-DC1E132BCF3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065053" y="1726987"/>
                  <a:ext cx="3081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68900B0-AE42-4CC5-F5E0-7BFAE40CF90F}"/>
                    </a:ext>
                  </a:extLst>
                </p14:cNvPr>
                <p14:cNvContentPartPr/>
                <p14:nvPr/>
              </p14:nvContentPartPr>
              <p14:xfrm>
                <a:off x="11369253" y="1607467"/>
                <a:ext cx="322920" cy="146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68900B0-AE42-4CC5-F5E0-7BFAE40CF90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351613" y="1589827"/>
                  <a:ext cx="3585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020EC10-0E9E-46A4-8374-83D2A1E5BDF0}"/>
                    </a:ext>
                  </a:extLst>
                </p14:cNvPr>
                <p14:cNvContentPartPr/>
                <p14:nvPr/>
              </p14:nvContentPartPr>
              <p14:xfrm>
                <a:off x="11697933" y="1702147"/>
                <a:ext cx="147960" cy="42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020EC10-0E9E-46A4-8374-83D2A1E5BDF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679933" y="1684507"/>
                  <a:ext cx="183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342300E-0691-A33A-6642-5AB7FE2FBD25}"/>
                    </a:ext>
                  </a:extLst>
                </p14:cNvPr>
                <p14:cNvContentPartPr/>
                <p14:nvPr/>
              </p14:nvContentPartPr>
              <p14:xfrm>
                <a:off x="11843733" y="1709707"/>
                <a:ext cx="2160" cy="2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342300E-0691-A33A-6642-5AB7FE2FBD2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825733" y="1692067"/>
                  <a:ext cx="3780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FDC0D10-7285-B7A4-0392-898A17471EF5}"/>
                  </a:ext>
                </a:extLst>
              </p14:cNvPr>
              <p14:cNvContentPartPr/>
              <p14:nvPr/>
            </p14:nvContentPartPr>
            <p14:xfrm>
              <a:off x="9319413" y="4820467"/>
              <a:ext cx="261720" cy="21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FDC0D10-7285-B7A4-0392-898A17471EF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301773" y="4802467"/>
                <a:ext cx="29736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A87432EC-8ABA-C0F2-53EB-C1889121F980}"/>
              </a:ext>
            </a:extLst>
          </p:cNvPr>
          <p:cNvGrpSpPr/>
          <p:nvPr/>
        </p:nvGrpSpPr>
        <p:grpSpPr>
          <a:xfrm>
            <a:off x="11717733" y="1715827"/>
            <a:ext cx="369360" cy="909000"/>
            <a:chOff x="11717733" y="1715827"/>
            <a:chExt cx="369360" cy="90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BAF182B-3C2A-ADC2-7656-EFD153635002}"/>
                    </a:ext>
                  </a:extLst>
                </p14:cNvPr>
                <p14:cNvContentPartPr/>
                <p14:nvPr/>
              </p14:nvContentPartPr>
              <p14:xfrm>
                <a:off x="11864253" y="1715827"/>
                <a:ext cx="100080" cy="637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BAF182B-3C2A-ADC2-7656-EFD15363500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846613" y="1697827"/>
                  <a:ext cx="135720" cy="67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56539A7-B1C2-CC84-FBB9-F8841F449DF9}"/>
                    </a:ext>
                  </a:extLst>
                </p14:cNvPr>
                <p14:cNvContentPartPr/>
                <p14:nvPr/>
              </p14:nvContentPartPr>
              <p14:xfrm>
                <a:off x="11750493" y="2344747"/>
                <a:ext cx="288360" cy="25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56539A7-B1C2-CC84-FBB9-F8841F449DF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732853" y="2327107"/>
                  <a:ext cx="3240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AA408B4-22C2-1B2B-BBF3-00E266603CA6}"/>
                    </a:ext>
                  </a:extLst>
                </p14:cNvPr>
                <p14:cNvContentPartPr/>
                <p14:nvPr/>
              </p14:nvContentPartPr>
              <p14:xfrm>
                <a:off x="11771373" y="2419987"/>
                <a:ext cx="157680" cy="172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AA408B4-22C2-1B2B-BBF3-00E266603CA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753733" y="2402347"/>
                  <a:ext cx="1933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D39D6F0-3F89-A72A-BD92-70BEB85F7F7F}"/>
                    </a:ext>
                  </a:extLst>
                </p14:cNvPr>
                <p14:cNvContentPartPr/>
                <p14:nvPr/>
              </p14:nvContentPartPr>
              <p14:xfrm>
                <a:off x="11908893" y="2398747"/>
                <a:ext cx="103680" cy="174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D39D6F0-3F89-A72A-BD92-70BEB85F7F7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891253" y="2381107"/>
                  <a:ext cx="1393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CA26D8D-F672-AB09-1318-71E02EF0B15F}"/>
                    </a:ext>
                  </a:extLst>
                </p14:cNvPr>
                <p14:cNvContentPartPr/>
                <p14:nvPr/>
              </p14:nvContentPartPr>
              <p14:xfrm>
                <a:off x="11717733" y="2591347"/>
                <a:ext cx="369360" cy="33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CA26D8D-F672-AB09-1318-71E02EF0B15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699733" y="2573347"/>
                  <a:ext cx="40500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CA59E8D-CC7F-258D-DE3D-6E0F7C998EFB}"/>
              </a:ext>
            </a:extLst>
          </p:cNvPr>
          <p:cNvGrpSpPr/>
          <p:nvPr/>
        </p:nvGrpSpPr>
        <p:grpSpPr>
          <a:xfrm>
            <a:off x="9818373" y="4810027"/>
            <a:ext cx="28080" cy="977400"/>
            <a:chOff x="9818373" y="4810027"/>
            <a:chExt cx="28080" cy="97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DD2865E-6A2D-897B-7048-6C3F867DC2DD}"/>
                    </a:ext>
                  </a:extLst>
                </p14:cNvPr>
                <p14:cNvContentPartPr/>
                <p14:nvPr/>
              </p14:nvContentPartPr>
              <p14:xfrm>
                <a:off x="9820533" y="4810027"/>
                <a:ext cx="21240" cy="268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DD2865E-6A2D-897B-7048-6C3F867DC2D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802533" y="4792387"/>
                  <a:ext cx="568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AA901C0-C92F-7DF8-D2B5-00A234791F83}"/>
                    </a:ext>
                  </a:extLst>
                </p14:cNvPr>
                <p14:cNvContentPartPr/>
                <p14:nvPr/>
              </p14:nvContentPartPr>
              <p14:xfrm>
                <a:off x="9818373" y="5103427"/>
                <a:ext cx="28080" cy="684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AA901C0-C92F-7DF8-D2B5-00A234791F8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800373" y="5085427"/>
                  <a:ext cx="63720" cy="71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70A0852-4E37-47A3-23B8-744549D76527}"/>
                  </a:ext>
                </a:extLst>
              </p14:cNvPr>
              <p14:cNvContentPartPr/>
              <p14:nvPr/>
            </p14:nvContentPartPr>
            <p14:xfrm>
              <a:off x="7836573" y="2848387"/>
              <a:ext cx="133920" cy="28771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70A0852-4E37-47A3-23B8-744549D7652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818933" y="2830747"/>
                <a:ext cx="169560" cy="291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7F21E05D-0858-C58B-DC74-BE122BA09932}"/>
              </a:ext>
            </a:extLst>
          </p:cNvPr>
          <p:cNvGrpSpPr/>
          <p:nvPr/>
        </p:nvGrpSpPr>
        <p:grpSpPr>
          <a:xfrm>
            <a:off x="10826013" y="2599267"/>
            <a:ext cx="1299600" cy="772920"/>
            <a:chOff x="10826013" y="2599267"/>
            <a:chExt cx="1299600" cy="77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7E36071-6BD1-A91A-AD28-4D39A8186A5C}"/>
                    </a:ext>
                  </a:extLst>
                </p14:cNvPr>
                <p14:cNvContentPartPr/>
                <p14:nvPr/>
              </p14:nvContentPartPr>
              <p14:xfrm>
                <a:off x="10826013" y="2730307"/>
                <a:ext cx="245880" cy="635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7E36071-6BD1-A91A-AD28-4D39A8186A5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808013" y="2712667"/>
                  <a:ext cx="28152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C215584-F555-F2D0-B485-CA7DE5505F38}"/>
                    </a:ext>
                  </a:extLst>
                </p14:cNvPr>
                <p14:cNvContentPartPr/>
                <p14:nvPr/>
              </p14:nvContentPartPr>
              <p14:xfrm>
                <a:off x="11040573" y="3199747"/>
                <a:ext cx="1085040" cy="172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C215584-F555-F2D0-B485-CA7DE5505F3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022933" y="3181747"/>
                  <a:ext cx="11206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00B1A32-A0A8-B059-5915-6B8CA5A49E13}"/>
                    </a:ext>
                  </a:extLst>
                </p14:cNvPr>
                <p14:cNvContentPartPr/>
                <p14:nvPr/>
              </p14:nvContentPartPr>
              <p14:xfrm>
                <a:off x="11927253" y="2599267"/>
                <a:ext cx="88200" cy="637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00B1A32-A0A8-B059-5915-6B8CA5A49E1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909253" y="2581627"/>
                  <a:ext cx="123840" cy="67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961A708-BF70-68CD-EFE4-BFD6325FA30A}"/>
              </a:ext>
            </a:extLst>
          </p:cNvPr>
          <p:cNvGrpSpPr/>
          <p:nvPr/>
        </p:nvGrpSpPr>
        <p:grpSpPr>
          <a:xfrm>
            <a:off x="10862013" y="4429867"/>
            <a:ext cx="1000800" cy="1770120"/>
            <a:chOff x="10862013" y="4429867"/>
            <a:chExt cx="1000800" cy="177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F454E1A-B760-5460-CE37-00F9833EFDD2}"/>
                    </a:ext>
                  </a:extLst>
                </p14:cNvPr>
                <p14:cNvContentPartPr/>
                <p14:nvPr/>
              </p14:nvContentPartPr>
              <p14:xfrm>
                <a:off x="11282133" y="4429867"/>
                <a:ext cx="59400" cy="589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F454E1A-B760-5460-CE37-00F9833EFDD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264493" y="4411867"/>
                  <a:ext cx="9504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9908772-90B9-3F68-08CE-0EAA3438746D}"/>
                    </a:ext>
                  </a:extLst>
                </p14:cNvPr>
                <p14:cNvContentPartPr/>
                <p14:nvPr/>
              </p14:nvContentPartPr>
              <p14:xfrm>
                <a:off x="10989813" y="5013427"/>
                <a:ext cx="693720" cy="46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9908772-90B9-3F68-08CE-0EAA3438746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971813" y="4995787"/>
                  <a:ext cx="7293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E6CC1BD-E5AD-642E-4E03-D2086C1D84AA}"/>
                    </a:ext>
                  </a:extLst>
                </p14:cNvPr>
                <p14:cNvContentPartPr/>
                <p14:nvPr/>
              </p14:nvContentPartPr>
              <p14:xfrm>
                <a:off x="11141373" y="5064907"/>
                <a:ext cx="317520" cy="310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E6CC1BD-E5AD-642E-4E03-D2086C1D84A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123373" y="5046907"/>
                  <a:ext cx="3531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13FC34F-E38B-1DEC-9797-AE12ACEE6DD7}"/>
                    </a:ext>
                  </a:extLst>
                </p14:cNvPr>
                <p14:cNvContentPartPr/>
                <p14:nvPr/>
              </p14:nvContentPartPr>
              <p14:xfrm>
                <a:off x="11464293" y="5036107"/>
                <a:ext cx="228960" cy="246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13FC34F-E38B-1DEC-9797-AE12ACEE6DD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446653" y="5018467"/>
                  <a:ext cx="2646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78E3014-02E5-C1CD-5816-8E3A94540E9D}"/>
                    </a:ext>
                  </a:extLst>
                </p14:cNvPr>
                <p14:cNvContentPartPr/>
                <p14:nvPr/>
              </p14:nvContentPartPr>
              <p14:xfrm>
                <a:off x="11108973" y="5391427"/>
                <a:ext cx="569520" cy="33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78E3014-02E5-C1CD-5816-8E3A94540E9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090973" y="5373427"/>
                  <a:ext cx="6051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7463AB8-0DCF-A43E-F84C-E8F29C87AC70}"/>
                    </a:ext>
                  </a:extLst>
                </p14:cNvPr>
                <p14:cNvContentPartPr/>
                <p14:nvPr/>
              </p14:nvContentPartPr>
              <p14:xfrm>
                <a:off x="11418573" y="5436787"/>
                <a:ext cx="125280" cy="763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7463AB8-0DCF-A43E-F84C-E8F29C87AC7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400933" y="5419147"/>
                  <a:ext cx="160920" cy="79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1668270-74C0-8770-80A7-CF295B5E38B4}"/>
                    </a:ext>
                  </a:extLst>
                </p14:cNvPr>
                <p14:cNvContentPartPr/>
                <p14:nvPr/>
              </p14:nvContentPartPr>
              <p14:xfrm>
                <a:off x="10862013" y="4803187"/>
                <a:ext cx="220320" cy="44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1668270-74C0-8770-80A7-CF295B5E38B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844373" y="4785187"/>
                  <a:ext cx="2559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6AF1664-BFAF-8776-6B8C-79D16E2486AA}"/>
                    </a:ext>
                  </a:extLst>
                </p14:cNvPr>
                <p14:cNvContentPartPr/>
                <p14:nvPr/>
              </p14:nvContentPartPr>
              <p14:xfrm>
                <a:off x="10962453" y="4694107"/>
                <a:ext cx="49680" cy="194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6AF1664-BFAF-8776-6B8C-79D16E2486A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944813" y="4676467"/>
                  <a:ext cx="853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35E35D7-3EBC-3904-3A55-9056FBB13D4A}"/>
                    </a:ext>
                  </a:extLst>
                </p14:cNvPr>
                <p14:cNvContentPartPr/>
                <p14:nvPr/>
              </p14:nvContentPartPr>
              <p14:xfrm>
                <a:off x="11066493" y="5659267"/>
                <a:ext cx="183960" cy="23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35E35D7-3EBC-3904-3A55-9056FBB13D4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048493" y="5641627"/>
                  <a:ext cx="2196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A8BCD45-EE2A-89AA-5F34-97E507E2A103}"/>
                    </a:ext>
                  </a:extLst>
                </p14:cNvPr>
                <p14:cNvContentPartPr/>
                <p14:nvPr/>
              </p14:nvContentPartPr>
              <p14:xfrm>
                <a:off x="11510013" y="4616347"/>
                <a:ext cx="16920" cy="3052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A8BCD45-EE2A-89AA-5F34-97E507E2A10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492013" y="4598347"/>
                  <a:ext cx="525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14EC404-C72B-650E-1F59-4F59078F8C0F}"/>
                    </a:ext>
                  </a:extLst>
                </p14:cNvPr>
                <p14:cNvContentPartPr/>
                <p14:nvPr/>
              </p14:nvContentPartPr>
              <p14:xfrm>
                <a:off x="11511453" y="4684747"/>
                <a:ext cx="152280" cy="198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14EC404-C72B-650E-1F59-4F59078F8C0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493813" y="4667107"/>
                  <a:ext cx="187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57F239B-7D13-81A2-90D6-FE696718773E}"/>
                    </a:ext>
                  </a:extLst>
                </p14:cNvPr>
                <p14:cNvContentPartPr/>
                <p14:nvPr/>
              </p14:nvContentPartPr>
              <p14:xfrm>
                <a:off x="11535573" y="4806067"/>
                <a:ext cx="79560" cy="31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57F239B-7D13-81A2-90D6-FE696718773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517933" y="4788427"/>
                  <a:ext cx="1152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C64784F-A1E9-234C-8A70-919ECCEE2583}"/>
                    </a:ext>
                  </a:extLst>
                </p14:cNvPr>
                <p14:cNvContentPartPr/>
                <p14:nvPr/>
              </p14:nvContentPartPr>
              <p14:xfrm>
                <a:off x="11691093" y="5557027"/>
                <a:ext cx="171720" cy="162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C64784F-A1E9-234C-8A70-919ECCEE258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673093" y="5539387"/>
                  <a:ext cx="207360" cy="198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99420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9848E-EE3C-BA12-1652-11177C6FB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1/b: Protoboards</a:t>
            </a:r>
          </a:p>
        </p:txBody>
      </p:sp>
      <p:pic>
        <p:nvPicPr>
          <p:cNvPr id="6" name="Content Placeholder 5" descr="A drawing of a metal plate and a metal rod&#10;&#10;Description automatically generated with medium confidence">
            <a:extLst>
              <a:ext uri="{FF2B5EF4-FFF2-40B4-BE49-F238E27FC236}">
                <a16:creationId xmlns:a16="http://schemas.microsoft.com/office/drawing/2014/main" id="{F52A4D8A-5F14-38F3-AB28-9FF54198C3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83" y="865497"/>
            <a:ext cx="6021397" cy="191396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CB1D4-2B24-125D-09BC-C85D6F205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28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circuit board with wires&#10;&#10;Description automatically generated">
            <a:extLst>
              <a:ext uri="{FF2B5EF4-FFF2-40B4-BE49-F238E27FC236}">
                <a16:creationId xmlns:a16="http://schemas.microsoft.com/office/drawing/2014/main" id="{DA1E86F1-2DEA-E735-6D8D-B853C2C9A8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132" y="2663681"/>
            <a:ext cx="6021397" cy="40117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103A74-6A62-DC4E-1CD6-E8789FBF98E7}"/>
              </a:ext>
            </a:extLst>
          </p:cNvPr>
          <p:cNvSpPr txBox="1"/>
          <p:nvPr/>
        </p:nvSpPr>
        <p:spPr>
          <a:xfrm>
            <a:off x="850238" y="3004879"/>
            <a:ext cx="36709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Protoboards are perforated boards with copper plated holes where wire can be connected and soldered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E8DB16-EB52-C868-EF31-3D9E82F37998}"/>
              </a:ext>
            </a:extLst>
          </p:cNvPr>
          <p:cNvSpPr txBox="1"/>
          <p:nvPr/>
        </p:nvSpPr>
        <p:spPr>
          <a:xfrm>
            <a:off x="8060356" y="1822480"/>
            <a:ext cx="3670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Yasser’s first protoboard project (2010)</a:t>
            </a:r>
          </a:p>
        </p:txBody>
      </p:sp>
    </p:spTree>
    <p:extLst>
      <p:ext uri="{BB962C8B-B14F-4D97-AF65-F5344CB8AC3E}">
        <p14:creationId xmlns:p14="http://schemas.microsoft.com/office/powerpoint/2010/main" val="10675442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C2E30-0216-F533-C468-BBFA6E88A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Protoboard soldering and connection</a:t>
            </a:r>
          </a:p>
        </p:txBody>
      </p:sp>
      <p:pic>
        <p:nvPicPr>
          <p:cNvPr id="6" name="Content Placeholder 5" descr="A diagram of a soldering iron&#10;&#10;Description automatically generated">
            <a:extLst>
              <a:ext uri="{FF2B5EF4-FFF2-40B4-BE49-F238E27FC236}">
                <a16:creationId xmlns:a16="http://schemas.microsoft.com/office/drawing/2014/main" id="{A476A70F-2B8F-05B0-3B7F-6FB6C6EAC5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98" y="1773424"/>
            <a:ext cx="5928766" cy="355041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71C12-733D-09F1-FAE4-AC5F5F9C2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29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close-up of a circuit board&#10;&#10;Description automatically generated">
            <a:extLst>
              <a:ext uri="{FF2B5EF4-FFF2-40B4-BE49-F238E27FC236}">
                <a16:creationId xmlns:a16="http://schemas.microsoft.com/office/drawing/2014/main" id="{9B9CBB21-45A8-71A8-5F2F-E37554C503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374" y="2103629"/>
            <a:ext cx="4724155" cy="265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905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C2E30-0216-F533-C468-BBFA6E88A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</a:t>
            </a:r>
            <a:r>
              <a:rPr lang="en-US"/>
              <a:t>is happening here 🤔?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71C12-733D-09F1-FAE4-AC5F5F9C2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30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A person working on a circuit board&#10;&#10;Description automatically generated">
            <a:extLst>
              <a:ext uri="{FF2B5EF4-FFF2-40B4-BE49-F238E27FC236}">
                <a16:creationId xmlns:a16="http://schemas.microsoft.com/office/drawing/2014/main" id="{F0325875-69BF-FEA8-5CFF-8881E22373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17" b="7704"/>
          <a:stretch/>
        </p:blipFill>
        <p:spPr>
          <a:xfrm>
            <a:off x="3910838" y="884555"/>
            <a:ext cx="4512564" cy="560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974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4D0EE-B414-1813-83E2-99AC48CF0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 way to hold soldering iron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5A2E7-BE08-8764-49BA-B1F192BDD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31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hand holding a small screwdriver&#10;&#10;Description automatically generated">
            <a:extLst>
              <a:ext uri="{FF2B5EF4-FFF2-40B4-BE49-F238E27FC236}">
                <a16:creationId xmlns:a16="http://schemas.microsoft.com/office/drawing/2014/main" id="{D63D7D59-F95A-8591-0D9F-994334038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062" y="1414462"/>
            <a:ext cx="661987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657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00CF7-B453-8ACC-A9D3-47BFFCF5B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Very old way of making printed circuit boards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9C97F-4022-D351-8079-09449F1038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13" name="Picture 12" descr="A close-up of a circuit board&#10;&#10;Description automatically generated">
            <a:extLst>
              <a:ext uri="{FF2B5EF4-FFF2-40B4-BE49-F238E27FC236}">
                <a16:creationId xmlns:a16="http://schemas.microsoft.com/office/drawing/2014/main" id="{F7C6D2E2-E825-FD8F-D878-51F519CD7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40" y="1651849"/>
            <a:ext cx="5970360" cy="3696542"/>
          </a:xfrm>
          <a:prstGeom prst="rect">
            <a:avLst/>
          </a:prstGeom>
        </p:spPr>
      </p:pic>
      <p:pic>
        <p:nvPicPr>
          <p:cNvPr id="15" name="Picture 14" descr="A piece of electronic circuit in a plastic container&#10;&#10;Description automatically generated">
            <a:extLst>
              <a:ext uri="{FF2B5EF4-FFF2-40B4-BE49-F238E27FC236}">
                <a16:creationId xmlns:a16="http://schemas.microsoft.com/office/drawing/2014/main" id="{F65CF540-533B-4DDB-9CF6-5C29C031D6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554" y="1651849"/>
            <a:ext cx="5558710" cy="36965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304A669-E44C-33EE-418B-D138A2141A98}"/>
              </a:ext>
            </a:extLst>
          </p:cNvPr>
          <p:cNvSpPr txBox="1"/>
          <p:nvPr/>
        </p:nvSpPr>
        <p:spPr>
          <a:xfrm>
            <a:off x="2020239" y="5348391"/>
            <a:ext cx="3670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Ferric chloride etching of copper boards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1402C6-BC58-272E-281F-65EC75AB52C6}"/>
              </a:ext>
            </a:extLst>
          </p:cNvPr>
          <p:cNvGrpSpPr/>
          <p:nvPr/>
        </p:nvGrpSpPr>
        <p:grpSpPr>
          <a:xfrm>
            <a:off x="5190213" y="952267"/>
            <a:ext cx="2384640" cy="372240"/>
            <a:chOff x="5190213" y="952267"/>
            <a:chExt cx="2384640" cy="37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479C771-2DFA-BD03-68B2-2AE658AF5294}"/>
                    </a:ext>
                  </a:extLst>
                </p14:cNvPr>
                <p14:cNvContentPartPr/>
                <p14:nvPr/>
              </p14:nvContentPartPr>
              <p14:xfrm>
                <a:off x="5190213" y="982147"/>
                <a:ext cx="58680" cy="249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479C771-2DFA-BD03-68B2-2AE658AF529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72573" y="964147"/>
                  <a:ext cx="943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3B89CB3-0EC2-D062-7AB6-1231C86F22E3}"/>
                    </a:ext>
                  </a:extLst>
                </p14:cNvPr>
                <p14:cNvContentPartPr/>
                <p14:nvPr/>
              </p14:nvContentPartPr>
              <p14:xfrm>
                <a:off x="5217933" y="967027"/>
                <a:ext cx="2247840" cy="60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3B89CB3-0EC2-D062-7AB6-1231C86F22E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200293" y="949387"/>
                  <a:ext cx="22834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3E86531-C1A2-0C75-DE88-5AF938B81449}"/>
                    </a:ext>
                  </a:extLst>
                </p14:cNvPr>
                <p14:cNvContentPartPr/>
                <p14:nvPr/>
              </p14:nvContentPartPr>
              <p14:xfrm>
                <a:off x="5374893" y="952267"/>
                <a:ext cx="2199960" cy="372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3E86531-C1A2-0C75-DE88-5AF938B8144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57253" y="934627"/>
                  <a:ext cx="2235600" cy="40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F204DFC-0597-8B81-92F2-21EAABD5C474}"/>
              </a:ext>
            </a:extLst>
          </p:cNvPr>
          <p:cNvGrpSpPr/>
          <p:nvPr/>
        </p:nvGrpSpPr>
        <p:grpSpPr>
          <a:xfrm>
            <a:off x="5743533" y="668947"/>
            <a:ext cx="1423440" cy="218160"/>
            <a:chOff x="5743533" y="668947"/>
            <a:chExt cx="14234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3990DE7-99E5-9C00-0CC1-B9877BD25C79}"/>
                    </a:ext>
                  </a:extLst>
                </p14:cNvPr>
                <p14:cNvContentPartPr/>
                <p14:nvPr/>
              </p14:nvContentPartPr>
              <p14:xfrm>
                <a:off x="5743533" y="768667"/>
                <a:ext cx="22320" cy="118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3990DE7-99E5-9C00-0CC1-B9877BD25C7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25893" y="750667"/>
                  <a:ext cx="579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7BED0B5-6DC2-A43A-A72A-C6C588C7C852}"/>
                    </a:ext>
                  </a:extLst>
                </p14:cNvPr>
                <p14:cNvContentPartPr/>
                <p14:nvPr/>
              </p14:nvContentPartPr>
              <p14:xfrm>
                <a:off x="5757573" y="725107"/>
                <a:ext cx="477360" cy="117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7BED0B5-6DC2-A43A-A72A-C6C588C7C8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39933" y="707107"/>
                  <a:ext cx="5130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927FB4D-562D-C417-694D-617AC16D3E9B}"/>
                    </a:ext>
                  </a:extLst>
                </p14:cNvPr>
                <p14:cNvContentPartPr/>
                <p14:nvPr/>
              </p14:nvContentPartPr>
              <p14:xfrm>
                <a:off x="6703653" y="713227"/>
                <a:ext cx="37800" cy="77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927FB4D-562D-C417-694D-617AC16D3E9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685653" y="695227"/>
                  <a:ext cx="734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00FAEB2-6991-DC38-E682-1C4049290CEF}"/>
                    </a:ext>
                  </a:extLst>
                </p14:cNvPr>
                <p14:cNvContentPartPr/>
                <p14:nvPr/>
              </p14:nvContentPartPr>
              <p14:xfrm>
                <a:off x="6725613" y="668947"/>
                <a:ext cx="441360" cy="45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00FAEB2-6991-DC38-E682-1C4049290CE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707613" y="650947"/>
                  <a:ext cx="4770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41C6B46-EC01-CB1E-1875-BF609B68AB2B}"/>
                    </a:ext>
                  </a:extLst>
                </p14:cNvPr>
                <p14:cNvContentPartPr/>
                <p14:nvPr/>
              </p14:nvContentPartPr>
              <p14:xfrm>
                <a:off x="7069773" y="675427"/>
                <a:ext cx="20160" cy="97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41C6B46-EC01-CB1E-1875-BF609B68AB2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052133" y="657427"/>
                  <a:ext cx="55800" cy="13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69C702E-CF01-6F16-2DCD-5B2B7EF8BF4D}"/>
                  </a:ext>
                </a:extLst>
              </p14:cNvPr>
              <p14:cNvContentPartPr/>
              <p14:nvPr/>
            </p14:nvContentPartPr>
            <p14:xfrm>
              <a:off x="5454453" y="867307"/>
              <a:ext cx="309240" cy="1602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69C702E-CF01-6F16-2DCD-5B2B7EF8BF4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436453" y="849667"/>
                <a:ext cx="34488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4097834-7C17-C59C-7780-B93B0BFE5362}"/>
                  </a:ext>
                </a:extLst>
              </p14:cNvPr>
              <p14:cNvContentPartPr/>
              <p14:nvPr/>
            </p14:nvContentPartPr>
            <p14:xfrm>
              <a:off x="5321973" y="861907"/>
              <a:ext cx="414360" cy="1472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4097834-7C17-C59C-7780-B93B0BFE536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304333" y="844267"/>
                <a:ext cx="450000" cy="18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1CA5BFF2-C8F2-772B-53BA-2BB1326DB4DE}"/>
              </a:ext>
            </a:extLst>
          </p:cNvPr>
          <p:cNvGrpSpPr/>
          <p:nvPr/>
        </p:nvGrpSpPr>
        <p:grpSpPr>
          <a:xfrm>
            <a:off x="6252933" y="767947"/>
            <a:ext cx="1070640" cy="193680"/>
            <a:chOff x="6252933" y="767947"/>
            <a:chExt cx="1070640" cy="19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378A978-0E57-EDD4-30E0-582A280AB57B}"/>
                    </a:ext>
                  </a:extLst>
                </p14:cNvPr>
                <p14:cNvContentPartPr/>
                <p14:nvPr/>
              </p14:nvContentPartPr>
              <p14:xfrm>
                <a:off x="6252933" y="816547"/>
                <a:ext cx="26640" cy="145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378A978-0E57-EDD4-30E0-582A280AB57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35293" y="798907"/>
                  <a:ext cx="622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F802097-EC67-F53C-93A0-D99BB411DADE}"/>
                    </a:ext>
                  </a:extLst>
                </p14:cNvPr>
                <p14:cNvContentPartPr/>
                <p14:nvPr/>
              </p14:nvContentPartPr>
              <p14:xfrm>
                <a:off x="6260853" y="819067"/>
                <a:ext cx="513720" cy="22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F802097-EC67-F53C-93A0-D99BB411DAD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242853" y="801427"/>
                  <a:ext cx="5493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121003B-B04B-ABA9-BF01-EC50FF13D6F8}"/>
                    </a:ext>
                  </a:extLst>
                </p14:cNvPr>
                <p14:cNvContentPartPr/>
                <p14:nvPr/>
              </p14:nvContentPartPr>
              <p14:xfrm>
                <a:off x="6757653" y="780187"/>
                <a:ext cx="14040" cy="162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121003B-B04B-ABA9-BF01-EC50FF13D6F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39653" y="762187"/>
                  <a:ext cx="496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8B73D89-80D3-DC91-9A45-E745CF1625D3}"/>
                    </a:ext>
                  </a:extLst>
                </p14:cNvPr>
                <p14:cNvContentPartPr/>
                <p14:nvPr/>
              </p14:nvContentPartPr>
              <p14:xfrm>
                <a:off x="6270213" y="806827"/>
                <a:ext cx="496440" cy="140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8B73D89-80D3-DC91-9A45-E745CF1625D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252213" y="789187"/>
                  <a:ext cx="5320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5CCD0DD-DDFC-6DE4-7F42-162A5C52C05D}"/>
                    </a:ext>
                  </a:extLst>
                </p14:cNvPr>
                <p14:cNvContentPartPr/>
                <p14:nvPr/>
              </p14:nvContentPartPr>
              <p14:xfrm>
                <a:off x="7114413" y="772627"/>
                <a:ext cx="23040" cy="179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5CCD0DD-DDFC-6DE4-7F42-162A5C52C05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96773" y="754627"/>
                  <a:ext cx="586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871984E-424D-A099-B5B3-D7D2C55D69EE}"/>
                    </a:ext>
                  </a:extLst>
                </p14:cNvPr>
                <p14:cNvContentPartPr/>
                <p14:nvPr/>
              </p14:nvContentPartPr>
              <p14:xfrm>
                <a:off x="7139613" y="785947"/>
                <a:ext cx="183960" cy="30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871984E-424D-A099-B5B3-D7D2C55D69E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121613" y="768307"/>
                  <a:ext cx="2196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5653F18-ADA6-381D-985A-8159A88D3DCA}"/>
                    </a:ext>
                  </a:extLst>
                </p14:cNvPr>
                <p14:cNvContentPartPr/>
                <p14:nvPr/>
              </p14:nvContentPartPr>
              <p14:xfrm>
                <a:off x="7245093" y="767947"/>
                <a:ext cx="27720" cy="159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5653F18-ADA6-381D-985A-8159A88D3DC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227453" y="749947"/>
                  <a:ext cx="633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F390F78-2F69-A4E1-3E34-138C461C7D17}"/>
                    </a:ext>
                  </a:extLst>
                </p14:cNvPr>
                <p14:cNvContentPartPr/>
                <p14:nvPr/>
              </p14:nvContentPartPr>
              <p14:xfrm>
                <a:off x="7164093" y="783067"/>
                <a:ext cx="115560" cy="168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F390F78-2F69-A4E1-3E34-138C461C7D1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46453" y="765067"/>
                  <a:ext cx="15120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F66172E-7C33-E745-6ACD-74E04B009CCE}"/>
              </a:ext>
            </a:extLst>
          </p:cNvPr>
          <p:cNvGrpSpPr/>
          <p:nvPr/>
        </p:nvGrpSpPr>
        <p:grpSpPr>
          <a:xfrm>
            <a:off x="8145813" y="973507"/>
            <a:ext cx="1947960" cy="421560"/>
            <a:chOff x="8145813" y="973507"/>
            <a:chExt cx="194796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7B3AF81-32A3-3DB4-D1AB-300E27D2FFDF}"/>
                    </a:ext>
                  </a:extLst>
                </p14:cNvPr>
                <p14:cNvContentPartPr/>
                <p14:nvPr/>
              </p14:nvContentPartPr>
              <p14:xfrm>
                <a:off x="8404653" y="973507"/>
                <a:ext cx="1663560" cy="37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7B3AF81-32A3-3DB4-D1AB-300E27D2FFD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387013" y="955507"/>
                  <a:ext cx="16992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D58AB93-CD7D-7F5C-BB98-4F6D8CF314CB}"/>
                    </a:ext>
                  </a:extLst>
                </p14:cNvPr>
                <p14:cNvContentPartPr/>
                <p14:nvPr/>
              </p14:nvContentPartPr>
              <p14:xfrm>
                <a:off x="8200533" y="1020667"/>
                <a:ext cx="1893240" cy="270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D58AB93-CD7D-7F5C-BB98-4F6D8CF314C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182533" y="1002667"/>
                  <a:ext cx="19288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97D14C2-F205-1C35-C3C1-D57EA0485045}"/>
                    </a:ext>
                  </a:extLst>
                </p14:cNvPr>
                <p14:cNvContentPartPr/>
                <p14:nvPr/>
              </p14:nvContentPartPr>
              <p14:xfrm>
                <a:off x="8180733" y="995107"/>
                <a:ext cx="268200" cy="7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97D14C2-F205-1C35-C3C1-D57EA048504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163093" y="977107"/>
                  <a:ext cx="303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F869E89-BCC4-76E0-6CC8-3DDB8E010130}"/>
                    </a:ext>
                  </a:extLst>
                </p14:cNvPr>
                <p14:cNvContentPartPr/>
                <p14:nvPr/>
              </p14:nvContentPartPr>
              <p14:xfrm>
                <a:off x="8145813" y="1005907"/>
                <a:ext cx="19800" cy="389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F869E89-BCC4-76E0-6CC8-3DDB8E01013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28173" y="987907"/>
                  <a:ext cx="55440" cy="42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BF20658-F99C-CA7E-5427-2288C48FE43B}"/>
              </a:ext>
            </a:extLst>
          </p:cNvPr>
          <p:cNvGrpSpPr/>
          <p:nvPr/>
        </p:nvGrpSpPr>
        <p:grpSpPr>
          <a:xfrm>
            <a:off x="5302533" y="736267"/>
            <a:ext cx="1994040" cy="351000"/>
            <a:chOff x="5302533" y="736267"/>
            <a:chExt cx="1994040" cy="35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2421970-270B-C584-ED9F-4A77545649D1}"/>
                    </a:ext>
                  </a:extLst>
                </p14:cNvPr>
                <p14:cNvContentPartPr/>
                <p14:nvPr/>
              </p14:nvContentPartPr>
              <p14:xfrm>
                <a:off x="5321253" y="821947"/>
                <a:ext cx="19440" cy="265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2421970-270B-C584-ED9F-4A77545649D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03253" y="804307"/>
                  <a:ext cx="550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A47D7DE-C548-F741-2D7A-269E7EBFD573}"/>
                    </a:ext>
                  </a:extLst>
                </p14:cNvPr>
                <p14:cNvContentPartPr/>
                <p14:nvPr/>
              </p14:nvContentPartPr>
              <p14:xfrm>
                <a:off x="5302533" y="763987"/>
                <a:ext cx="1874880" cy="120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A47D7DE-C548-F741-2D7A-269E7EBFD57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84533" y="746347"/>
                  <a:ext cx="19105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730BBCD-B717-3252-3934-67E2DEAAE52E}"/>
                    </a:ext>
                  </a:extLst>
                </p14:cNvPr>
                <p14:cNvContentPartPr/>
                <p14:nvPr/>
              </p14:nvContentPartPr>
              <p14:xfrm>
                <a:off x="7233573" y="759307"/>
                <a:ext cx="60840" cy="2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730BBCD-B717-3252-3934-67E2DEAAE52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15933" y="741307"/>
                  <a:ext cx="964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C38CC4C-C9EB-04E8-7FC2-6046C683508B}"/>
                    </a:ext>
                  </a:extLst>
                </p14:cNvPr>
                <p14:cNvContentPartPr/>
                <p14:nvPr/>
              </p14:nvContentPartPr>
              <p14:xfrm>
                <a:off x="7271733" y="736267"/>
                <a:ext cx="24840" cy="289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C38CC4C-C9EB-04E8-7FC2-6046C683508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54093" y="718627"/>
                  <a:ext cx="604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34B883C-BB52-E5F6-8FDD-EA45B4009099}"/>
                    </a:ext>
                  </a:extLst>
                </p14:cNvPr>
                <p14:cNvContentPartPr/>
                <p14:nvPr/>
              </p14:nvContentPartPr>
              <p14:xfrm>
                <a:off x="5778453" y="855787"/>
                <a:ext cx="426960" cy="135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34B883C-BB52-E5F6-8FDD-EA45B400909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60813" y="837787"/>
                  <a:ext cx="46260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89CBE56-5F6B-75B8-0041-4A27F9DA04A1}"/>
              </a:ext>
            </a:extLst>
          </p:cNvPr>
          <p:cNvGrpSpPr/>
          <p:nvPr/>
        </p:nvGrpSpPr>
        <p:grpSpPr>
          <a:xfrm>
            <a:off x="8511933" y="893947"/>
            <a:ext cx="1397520" cy="134280"/>
            <a:chOff x="8511933" y="893947"/>
            <a:chExt cx="139752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5F7D33E-4D05-82A9-1099-EB35C3284792}"/>
                    </a:ext>
                  </a:extLst>
                </p14:cNvPr>
                <p14:cNvContentPartPr/>
                <p14:nvPr/>
              </p14:nvContentPartPr>
              <p14:xfrm>
                <a:off x="8532093" y="917347"/>
                <a:ext cx="23040" cy="101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5F7D33E-4D05-82A9-1099-EB35C328479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14093" y="899347"/>
                  <a:ext cx="586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CDE8EE5-F5DE-BCDD-7BF8-DBE7DD77ED94}"/>
                    </a:ext>
                  </a:extLst>
                </p14:cNvPr>
                <p14:cNvContentPartPr/>
                <p14:nvPr/>
              </p14:nvContentPartPr>
              <p14:xfrm>
                <a:off x="8511933" y="893947"/>
                <a:ext cx="679320" cy="74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CDE8EE5-F5DE-BCDD-7BF8-DBE7DD77ED9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493933" y="876307"/>
                  <a:ext cx="7149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3F8397B-1B80-4CE7-B5E4-72C737FB9DA9}"/>
                    </a:ext>
                  </a:extLst>
                </p14:cNvPr>
                <p14:cNvContentPartPr/>
                <p14:nvPr/>
              </p14:nvContentPartPr>
              <p14:xfrm>
                <a:off x="8590413" y="927427"/>
                <a:ext cx="451800" cy="61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3F8397B-1B80-4CE7-B5E4-72C737FB9DA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572773" y="909787"/>
                  <a:ext cx="4874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E3DB450-0834-EFF3-05CE-F8EB7100F48D}"/>
                    </a:ext>
                  </a:extLst>
                </p14:cNvPr>
                <p14:cNvContentPartPr/>
                <p14:nvPr/>
              </p14:nvContentPartPr>
              <p14:xfrm>
                <a:off x="9435693" y="906547"/>
                <a:ext cx="28800" cy="113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E3DB450-0834-EFF3-05CE-F8EB7100F48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418053" y="888907"/>
                  <a:ext cx="644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E4C1E61-ADE3-629D-4F24-57C3FBBB970F}"/>
                    </a:ext>
                  </a:extLst>
                </p14:cNvPr>
                <p14:cNvContentPartPr/>
                <p14:nvPr/>
              </p14:nvContentPartPr>
              <p14:xfrm>
                <a:off x="9438213" y="897907"/>
                <a:ext cx="460440" cy="12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E4C1E61-ADE3-629D-4F24-57C3FBBB970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420213" y="880267"/>
                  <a:ext cx="4960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B20C404-3318-AB46-03AE-D1F9F9CF328B}"/>
                    </a:ext>
                  </a:extLst>
                </p14:cNvPr>
                <p14:cNvContentPartPr/>
                <p14:nvPr/>
              </p14:nvContentPartPr>
              <p14:xfrm>
                <a:off x="9887853" y="900067"/>
                <a:ext cx="16200" cy="128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B20C404-3318-AB46-03AE-D1F9F9CF328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870213" y="882427"/>
                  <a:ext cx="518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51F0F05-BE81-359F-7759-978DB04CF8CC}"/>
                    </a:ext>
                  </a:extLst>
                </p14:cNvPr>
                <p14:cNvContentPartPr/>
                <p14:nvPr/>
              </p14:nvContentPartPr>
              <p14:xfrm>
                <a:off x="9468093" y="915907"/>
                <a:ext cx="441360" cy="75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51F0F05-BE81-359F-7759-978DB04CF8C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450453" y="897907"/>
                  <a:ext cx="477000" cy="111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658602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48EBF-8A4F-0B7D-BE42-DB485500E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PCB design tools such as eagle / </a:t>
            </a:r>
            <a:r>
              <a:rPr lang="en-US" dirty="0" err="1"/>
              <a:t>kicad</a:t>
            </a:r>
            <a:endParaRPr lang="en-US" dirty="0"/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03A60DC6-BB20-E5D3-365F-8B19D35CE8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84" y="814705"/>
            <a:ext cx="3359856" cy="188991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206D8-B764-36FC-4332-EC11666BD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12F86FDB-A722-C8D5-D9C7-BE4DF809AA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983" y="2484040"/>
            <a:ext cx="3359856" cy="1889919"/>
          </a:xfrm>
          <a:prstGeom prst="rect">
            <a:avLst/>
          </a:prstGeom>
        </p:spPr>
      </p:pic>
      <p:pic>
        <p:nvPicPr>
          <p:cNvPr id="10" name="Picture 9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715A9ED3-65B2-2E56-3173-CCA0E1598F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018" y="4289426"/>
            <a:ext cx="3502511" cy="19701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B3684D1-E1B4-1F00-F76E-AC5679312DD8}"/>
              </a:ext>
            </a:extLst>
          </p:cNvPr>
          <p:cNvSpPr txBox="1"/>
          <p:nvPr/>
        </p:nvSpPr>
        <p:spPr>
          <a:xfrm>
            <a:off x="1072631" y="2933223"/>
            <a:ext cx="1789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1. Schematic design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E6164B-435D-0B8E-195C-B8B299F66DFD}"/>
              </a:ext>
            </a:extLst>
          </p:cNvPr>
          <p:cNvSpPr txBox="1"/>
          <p:nvPr/>
        </p:nvSpPr>
        <p:spPr>
          <a:xfrm>
            <a:off x="4803030" y="4443827"/>
            <a:ext cx="1789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2. Board layout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CD45D7-6E91-8511-6A92-D19A26B2ED29}"/>
              </a:ext>
            </a:extLst>
          </p:cNvPr>
          <p:cNvSpPr txBox="1"/>
          <p:nvPr/>
        </p:nvSpPr>
        <p:spPr>
          <a:xfrm>
            <a:off x="9030392" y="6292820"/>
            <a:ext cx="1789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3. Fabrication</a:t>
            </a:r>
          </a:p>
        </p:txBody>
      </p:sp>
    </p:spTree>
    <p:extLst>
      <p:ext uri="{BB962C8B-B14F-4D97-AF65-F5344CB8AC3E}">
        <p14:creationId xmlns:p14="http://schemas.microsoft.com/office/powerpoint/2010/main" val="21250734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B3BF9-651F-11DD-5B0A-C259FC646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Yasser’s first electronics project (14 years ago 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945EC-8EAA-A6DB-71ED-E0D306C5E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34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Content Placeholder 4" descr="A circuit board with wires&#10;&#10;Description automatically generated">
            <a:extLst>
              <a:ext uri="{FF2B5EF4-FFF2-40B4-BE49-F238E27FC236}">
                <a16:creationId xmlns:a16="http://schemas.microsoft.com/office/drawing/2014/main" id="{0E0DC053-421A-1AEF-375A-7651D44DB5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4" y="2216519"/>
            <a:ext cx="4015392" cy="2675255"/>
          </a:xfrm>
          <a:prstGeom prst="rect">
            <a:avLst/>
          </a:prstGeom>
        </p:spPr>
      </p:pic>
      <p:pic>
        <p:nvPicPr>
          <p:cNvPr id="7" name="Picture 6" descr="A close-up of a green circuit board&#10;&#10;Description automatically generated">
            <a:extLst>
              <a:ext uri="{FF2B5EF4-FFF2-40B4-BE49-F238E27FC236}">
                <a16:creationId xmlns:a16="http://schemas.microsoft.com/office/drawing/2014/main" id="{D298626F-29A3-9006-DC96-8FCE95DAB8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234" y="2523283"/>
            <a:ext cx="3093720" cy="2061726"/>
          </a:xfrm>
          <a:prstGeom prst="rect">
            <a:avLst/>
          </a:prstGeom>
        </p:spPr>
      </p:pic>
      <p:pic>
        <p:nvPicPr>
          <p:cNvPr id="9" name="Picture 8" descr="A close-up of a circuit board&#10;&#10;Description automatically generated">
            <a:extLst>
              <a:ext uri="{FF2B5EF4-FFF2-40B4-BE49-F238E27FC236}">
                <a16:creationId xmlns:a16="http://schemas.microsoft.com/office/drawing/2014/main" id="{1F4B856E-BEB6-AB2D-7653-8F642363AB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4552" y="953991"/>
            <a:ext cx="4689204" cy="49500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E31D00-59CC-CC9F-2C0E-88BDE3BFE591}"/>
              </a:ext>
            </a:extLst>
          </p:cNvPr>
          <p:cNvSpPr txBox="1"/>
          <p:nvPr/>
        </p:nvSpPr>
        <p:spPr>
          <a:xfrm>
            <a:off x="1074310" y="5235105"/>
            <a:ext cx="17897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Before learning PCB design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6ED1BB-811C-625D-8D4D-0322A3FC9484}"/>
              </a:ext>
            </a:extLst>
          </p:cNvPr>
          <p:cNvSpPr txBox="1"/>
          <p:nvPr/>
        </p:nvSpPr>
        <p:spPr>
          <a:xfrm>
            <a:off x="4864213" y="4727273"/>
            <a:ext cx="1789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After learning PCB design</a:t>
            </a:r>
          </a:p>
        </p:txBody>
      </p:sp>
    </p:spTree>
    <p:extLst>
      <p:ext uri="{BB962C8B-B14F-4D97-AF65-F5344CB8AC3E}">
        <p14:creationId xmlns:p14="http://schemas.microsoft.com/office/powerpoint/2010/main" val="859866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081E0-602F-FCAB-3DDA-B896D25E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remining now?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BE822-8282-453B-9FA1-9E6572533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35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5704CA-6932-6100-94E6-7909FD47D210}"/>
              </a:ext>
            </a:extLst>
          </p:cNvPr>
          <p:cNvSpPr txBox="1"/>
          <p:nvPr/>
        </p:nvSpPr>
        <p:spPr>
          <a:xfrm>
            <a:off x="3609020" y="1186554"/>
            <a:ext cx="2431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PT Sans" panose="020B0503020203020204" pitchFamily="34" charset="0"/>
              </a:rPr>
              <a:t>Build a sensor that can detect touch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C1172AD-5795-DBE6-D1AC-5404373F3915}"/>
              </a:ext>
            </a:extLst>
          </p:cNvPr>
          <p:cNvSpPr/>
          <p:nvPr/>
        </p:nvSpPr>
        <p:spPr>
          <a:xfrm>
            <a:off x="3944076" y="2357901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9575C1-ABFD-4AA3-6F86-5DC49851480A}"/>
              </a:ext>
            </a:extLst>
          </p:cNvPr>
          <p:cNvSpPr/>
          <p:nvPr/>
        </p:nvSpPr>
        <p:spPr>
          <a:xfrm>
            <a:off x="4914908" y="2352605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BB92898-B842-4F9D-6393-C8F29E056C7E}"/>
              </a:ext>
            </a:extLst>
          </p:cNvPr>
          <p:cNvSpPr/>
          <p:nvPr/>
        </p:nvSpPr>
        <p:spPr>
          <a:xfrm>
            <a:off x="5834279" y="2352604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F3542F8-F481-FCB7-4922-48BA154F92B9}"/>
              </a:ext>
            </a:extLst>
          </p:cNvPr>
          <p:cNvSpPr/>
          <p:nvPr/>
        </p:nvSpPr>
        <p:spPr>
          <a:xfrm>
            <a:off x="3944076" y="3314992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A19D7B8-5EDA-9446-B63E-ED24202A37F9}"/>
              </a:ext>
            </a:extLst>
          </p:cNvPr>
          <p:cNvSpPr/>
          <p:nvPr/>
        </p:nvSpPr>
        <p:spPr>
          <a:xfrm>
            <a:off x="4914908" y="3309696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CF56993-C288-C4CE-9A45-668269EC8766}"/>
              </a:ext>
            </a:extLst>
          </p:cNvPr>
          <p:cNvSpPr/>
          <p:nvPr/>
        </p:nvSpPr>
        <p:spPr>
          <a:xfrm>
            <a:off x="5834279" y="3309695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0F53DB7-0DC4-2373-AE6B-1C27212ADE76}"/>
              </a:ext>
            </a:extLst>
          </p:cNvPr>
          <p:cNvSpPr/>
          <p:nvPr/>
        </p:nvSpPr>
        <p:spPr>
          <a:xfrm>
            <a:off x="3944076" y="4265351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C3518C5-02C0-38A2-01FF-1D1ADA75EC01}"/>
              </a:ext>
            </a:extLst>
          </p:cNvPr>
          <p:cNvSpPr/>
          <p:nvPr/>
        </p:nvSpPr>
        <p:spPr>
          <a:xfrm>
            <a:off x="4914908" y="4260055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D5123FD-2DFE-FD14-B7A3-38AC9BED7BBF}"/>
              </a:ext>
            </a:extLst>
          </p:cNvPr>
          <p:cNvSpPr/>
          <p:nvPr/>
        </p:nvSpPr>
        <p:spPr>
          <a:xfrm>
            <a:off x="5834279" y="4260054"/>
            <a:ext cx="246911" cy="246911"/>
          </a:xfrm>
          <a:prstGeom prst="ellipse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566BD37-37EF-5C20-E762-27F01FC04EFB}"/>
              </a:ext>
            </a:extLst>
          </p:cNvPr>
          <p:cNvGrpSpPr/>
          <p:nvPr/>
        </p:nvGrpSpPr>
        <p:grpSpPr>
          <a:xfrm>
            <a:off x="3999361" y="2624265"/>
            <a:ext cx="172212" cy="668927"/>
            <a:chOff x="8211666" y="3118485"/>
            <a:chExt cx="208434" cy="809625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8C57C2F-7EA7-A501-9511-6893D8422D02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A88877E-3C87-EAA5-2380-285F58A75FBB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27A7EDE-859F-8897-946C-9EBFB21D28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C960456-79EC-F25A-F389-1EE8FFD284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6C4BD96-0154-5A5F-0B35-F45E8A7E80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689FBC1-0F57-6D63-F0A1-6E7303DC55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AC0C2CD-F53E-8080-945A-B0A7B14A65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916B2DE-DFB4-52FD-C3D0-A49AE7C41E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CE11559-A6B2-A57A-D6D1-22F910374E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643BD2-7110-97A9-6A8F-F7CD04C6DB92}"/>
              </a:ext>
            </a:extLst>
          </p:cNvPr>
          <p:cNvGrpSpPr/>
          <p:nvPr/>
        </p:nvGrpSpPr>
        <p:grpSpPr>
          <a:xfrm>
            <a:off x="4952257" y="2617763"/>
            <a:ext cx="172212" cy="668927"/>
            <a:chOff x="8211666" y="3118485"/>
            <a:chExt cx="208434" cy="809625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71E4F05-9510-E81B-D93C-193E4BEAC0C9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5B362F-2122-2608-0430-34D663D59DA7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68F33F-DF5D-6429-E42D-69EAD5E4BF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315C88E-B4E9-7A14-1FF1-C447E3A90C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E1D5A2C-62A1-74DA-AE92-8D59E06E33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4E2ABC4-0BEA-6648-7BD4-AC330F2F1E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EA7453B-1EBB-9905-FA5D-039DD1133A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9E852F0-87AA-1C62-9F05-2C318CD9B0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949254F-991C-407D-F9D5-1E12F5F72C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5208462-E0A2-9A16-FCC5-00DF5A0F5837}"/>
              </a:ext>
            </a:extLst>
          </p:cNvPr>
          <p:cNvGrpSpPr/>
          <p:nvPr/>
        </p:nvGrpSpPr>
        <p:grpSpPr>
          <a:xfrm>
            <a:off x="5882926" y="2609619"/>
            <a:ext cx="172212" cy="668927"/>
            <a:chOff x="8211666" y="3118485"/>
            <a:chExt cx="208434" cy="809625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FFA31F6-2713-E0F1-7D5A-0374C7E8DA0D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D594A0E-B87E-7CD2-F43A-D02D8CCFCDF2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2F9029A-0F8F-4384-1E98-8B8F585FBE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7E859AD-9CBD-D2ED-C8EE-3152621A86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02F4CD8-4DF5-DF85-AC39-E274082102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028499D-AFCE-AE73-CB19-BB5C0F19B8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BB4204E-B88A-CF20-659A-62FFC15B8D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536D7F1-8032-071F-FFEF-09F63704E6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125ABC3-C0DA-90EA-E29E-1C7291F278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A556C07-89F7-083D-374B-FEDB8DADEEBC}"/>
              </a:ext>
            </a:extLst>
          </p:cNvPr>
          <p:cNvGrpSpPr/>
          <p:nvPr/>
        </p:nvGrpSpPr>
        <p:grpSpPr>
          <a:xfrm>
            <a:off x="3993526" y="3562973"/>
            <a:ext cx="172212" cy="668927"/>
            <a:chOff x="8211666" y="3118485"/>
            <a:chExt cx="208434" cy="809625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2B622E2-EF19-6242-C329-D69DEC841290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5C35377-C276-727D-32E7-457A2C74556F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B7172F5-F829-37E1-9B13-DA9DC68769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F37B0E8-6AC7-A0E2-32B4-A3DB5887AF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047AB99-91AE-8AEB-B723-F3B8D0BF76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D3FDFD9-D3B2-4A4F-2E48-90A369BBDB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47FA4A7-1127-40FC-E175-47DAC82494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7901497-F1C2-CEDE-AC7D-5C9F71187C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B733253-9B8A-51A3-6899-F3DA15ADF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0C247EE-6E35-33FC-EF2C-19043825C101}"/>
              </a:ext>
            </a:extLst>
          </p:cNvPr>
          <p:cNvGrpSpPr/>
          <p:nvPr/>
        </p:nvGrpSpPr>
        <p:grpSpPr>
          <a:xfrm>
            <a:off x="4946422" y="3556471"/>
            <a:ext cx="172212" cy="668927"/>
            <a:chOff x="8211666" y="3118485"/>
            <a:chExt cx="208434" cy="809625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1F9A787-ED4E-3AA7-0BF2-EC2EE098275F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E545058-5477-7472-3EC7-76D5AF3CC66C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14631859-6E65-4185-274B-5226D734D9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7AC0614-EEC7-7980-CAFD-08225E1368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E2ECFDB-10AB-106C-ABAE-33ABC272D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27CA3FF-6B2D-93E3-5646-BEA133D2C3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DBF3B12-28B4-53BC-AEF5-56C74816B6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26C4531-4861-4683-8BCD-44CA21E93A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D9DA10B-A695-3E3A-DA0D-54B8C4E70B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A720DB0-50C9-5DC4-6A1D-4C42418FAD90}"/>
              </a:ext>
            </a:extLst>
          </p:cNvPr>
          <p:cNvGrpSpPr/>
          <p:nvPr/>
        </p:nvGrpSpPr>
        <p:grpSpPr>
          <a:xfrm>
            <a:off x="5877091" y="3548327"/>
            <a:ext cx="172212" cy="668927"/>
            <a:chOff x="8211666" y="3118485"/>
            <a:chExt cx="208434" cy="809625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BFEE0CD-0AA9-DA1B-9877-1E9BCA34D90F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3DD1245-9726-A822-60D1-0C0ADE2D6737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6844ABB-233A-4426-90E0-B98315D9BC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DE5BF98-C10F-7721-E3B3-1B289A13A5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74F3EE8E-3CE3-6102-6A16-2069BB7362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43DA876-1738-7B1C-62B3-27A1988E25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0E2D1A4-656A-41C5-467E-D2A166BEDE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899A9DD-985B-2172-072C-2E12E0777E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DDE59DB-A3C3-456E-0B5F-136551D10A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E06A6FC-D955-38A6-D013-1AE441896EDE}"/>
              </a:ext>
            </a:extLst>
          </p:cNvPr>
          <p:cNvGrpSpPr/>
          <p:nvPr/>
        </p:nvGrpSpPr>
        <p:grpSpPr>
          <a:xfrm rot="5400000">
            <a:off x="4466841" y="2141595"/>
            <a:ext cx="172212" cy="668927"/>
            <a:chOff x="8211666" y="3118485"/>
            <a:chExt cx="208434" cy="809625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B950E06-C728-5C2A-C507-F0151C70BF7C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E6B1BBB-A566-289D-D455-6041B74A1196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AE254DA8-133E-ACBB-0A22-2717091EE0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4D05C01-62A2-AAEB-5D25-8A5DC63121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862DEFEF-3A5B-4DB1-BE45-3270C76102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A7BD125-E971-450A-EFA6-CF5A0C4D2E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EAA47D5F-0A7F-3843-4B16-3B6A340F31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2D20F96-ED44-9AC5-0BF1-B934C7DAB4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D9EA7187-DE1D-A703-0AAB-05CF4D1E15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F82D26C-A9D1-91FE-C303-5919059064E6}"/>
              </a:ext>
            </a:extLst>
          </p:cNvPr>
          <p:cNvGrpSpPr/>
          <p:nvPr/>
        </p:nvGrpSpPr>
        <p:grpSpPr>
          <a:xfrm rot="5400000">
            <a:off x="5413709" y="2141596"/>
            <a:ext cx="172212" cy="668927"/>
            <a:chOff x="8211666" y="3118485"/>
            <a:chExt cx="208434" cy="809625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909DB1DC-01A0-1619-E6CD-5E4BC7CB327C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9855C61-29EB-85B4-6204-13253A4037C3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E1D1A8F-5380-4A3A-1702-79A76A6638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547E2539-FBF0-D8B7-AE2E-6778F54BD8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F61C367D-4A5B-5BBA-6B26-73FD1C7FF3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A89833C-6E20-D5A4-86F4-C5A1682B8D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EED5B4C5-65E9-8804-1E8F-ECACE1F807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72A8354C-B1A2-DE50-7B2E-A9B1D61B1F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DEC69543-510F-33F8-E989-5B037FE04F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47CCA8C-D738-D1D4-C0A2-E796A123DDBE}"/>
              </a:ext>
            </a:extLst>
          </p:cNvPr>
          <p:cNvGrpSpPr/>
          <p:nvPr/>
        </p:nvGrpSpPr>
        <p:grpSpPr>
          <a:xfrm rot="5400000">
            <a:off x="4453093" y="3116523"/>
            <a:ext cx="172212" cy="668927"/>
            <a:chOff x="8211666" y="3118485"/>
            <a:chExt cx="208434" cy="809625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D441047-C49C-BBC2-3A80-728503013FCE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A180A0F2-283D-655F-DB6D-573165B0AAB3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FC1B5A0A-39B9-F28C-8A83-4EE4540F89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48396F5E-B21A-07CE-9A9F-FBD32256D3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1E68214-94B5-568F-CFE3-BAD37ECF29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FF5A1F9-B1AA-29A4-7BCE-726EA79A1C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6259972-ECC9-EDF8-C256-A28006EC87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1BCDADF-A525-1164-D091-60BAD264A1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9A64F2F3-3826-C482-5343-5E03F67E23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48ABB932-C041-53E5-CB05-1C8F06C6D4C7}"/>
              </a:ext>
            </a:extLst>
          </p:cNvPr>
          <p:cNvGrpSpPr/>
          <p:nvPr/>
        </p:nvGrpSpPr>
        <p:grpSpPr>
          <a:xfrm rot="5400000">
            <a:off x="5399961" y="3116524"/>
            <a:ext cx="172212" cy="668927"/>
            <a:chOff x="8211666" y="3118485"/>
            <a:chExt cx="208434" cy="809625"/>
          </a:xfrm>
        </p:grpSpPr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907FE9E-E71C-950F-78EE-65D0984A03A4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1EDAF372-10E8-54ED-838C-D40C3C8F1D5B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027D6D69-2F81-3655-2C46-2961BDAC59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A70C7D45-0425-C6F5-04ED-5711523C97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5F131FB3-EBD2-242B-29E8-2128443A85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1F2C5ACD-BD8C-00BC-DBF9-D729E2BDA4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A1DA2BF4-1D4B-097F-06AB-DB3CB2AE03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7C7D4AE8-2A91-D985-A56B-4499FDDC9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D5583CEB-82F9-D76F-F497-E4105B6509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A6923E5-6ADA-B933-AE41-1E2802D9AAB6}"/>
              </a:ext>
            </a:extLst>
          </p:cNvPr>
          <p:cNvGrpSpPr/>
          <p:nvPr/>
        </p:nvGrpSpPr>
        <p:grpSpPr>
          <a:xfrm rot="5400000">
            <a:off x="4442877" y="4073947"/>
            <a:ext cx="172212" cy="668927"/>
            <a:chOff x="8211666" y="3118485"/>
            <a:chExt cx="208434" cy="809625"/>
          </a:xfrm>
        </p:grpSpPr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AECFC56E-8F75-EDCF-1682-A3443ABDD1E9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36A2D0C-07E3-B926-ED2C-9A924EF3BBEF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87A1B78F-8058-C57E-472E-1A5143F435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BCD2EA2-7BB1-F261-9BE5-494E90E118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9AD18FF7-A90B-44EC-7FBD-77F309BD95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DE7D6789-1789-3780-DEFA-E4D41BBD05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DDC5769-868A-FD0B-073D-47D8C3B948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88702943-CA8B-0B5A-3AAF-80E8055BCE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57448ED5-21B0-1ACE-5DCF-A049DC67BB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2EE6EA-885A-8D45-E83A-BA7BFDAA544A}"/>
              </a:ext>
            </a:extLst>
          </p:cNvPr>
          <p:cNvGrpSpPr/>
          <p:nvPr/>
        </p:nvGrpSpPr>
        <p:grpSpPr>
          <a:xfrm rot="5400000">
            <a:off x="5389745" y="4073948"/>
            <a:ext cx="172212" cy="668927"/>
            <a:chOff x="8211666" y="3118485"/>
            <a:chExt cx="208434" cy="809625"/>
          </a:xfrm>
        </p:grpSpPr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58BBB4AF-D04D-A1B9-FFF0-4288697BFFD2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118485"/>
              <a:ext cx="0" cy="1091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3C5B2D8F-9367-4C9D-0933-8BAB458F01CE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01" y="3229066"/>
              <a:ext cx="119299" cy="6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03F418CC-7685-49A0-A7C4-8E1D8D395C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1505" y="3295650"/>
              <a:ext cx="188595" cy="9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831A1E7-7193-6708-9493-D219DC69C6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1505" y="3390667"/>
              <a:ext cx="168756" cy="89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F0329F1-BD50-C4DD-4A53-4358C8427C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66" y="3479707"/>
              <a:ext cx="188595" cy="950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B13EDE8-C1B2-2C12-B5A9-BEAC0D333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574724"/>
              <a:ext cx="194310" cy="79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A6D39064-9BD8-74D2-989F-D942D0FED5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1666" y="3770996"/>
              <a:ext cx="104217" cy="370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7BC38A31-2E08-1CA2-C9C0-DA3C670546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821" y="3810346"/>
              <a:ext cx="1347" cy="1177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37849EA8-D0A3-4BF9-5996-40F731136E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2976" y="3654295"/>
              <a:ext cx="187285" cy="11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1F4CFFCB-DDD6-9CEE-618D-45A7A614231C}"/>
              </a:ext>
            </a:extLst>
          </p:cNvPr>
          <p:cNvCxnSpPr>
            <a:cxnSpLocks/>
          </p:cNvCxnSpPr>
          <p:nvPr/>
        </p:nvCxnSpPr>
        <p:spPr>
          <a:xfrm flipV="1">
            <a:off x="3637587" y="2053464"/>
            <a:ext cx="336579" cy="3795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E3D87F07-9C69-439D-6EAD-275CEEB19C78}"/>
              </a:ext>
            </a:extLst>
          </p:cNvPr>
          <p:cNvCxnSpPr>
            <a:cxnSpLocks/>
          </p:cNvCxnSpPr>
          <p:nvPr/>
        </p:nvCxnSpPr>
        <p:spPr>
          <a:xfrm flipV="1">
            <a:off x="6154196" y="4532202"/>
            <a:ext cx="123251" cy="138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97292873-BAA2-BFAD-EC56-20E7EDFAE8E0}"/>
              </a:ext>
            </a:extLst>
          </p:cNvPr>
          <p:cNvCxnSpPr>
            <a:cxnSpLocks/>
          </p:cNvCxnSpPr>
          <p:nvPr/>
        </p:nvCxnSpPr>
        <p:spPr>
          <a:xfrm>
            <a:off x="6152604" y="4671185"/>
            <a:ext cx="1758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400CDD00-3A84-B88C-75DA-66184390C6DC}"/>
              </a:ext>
            </a:extLst>
          </p:cNvPr>
          <p:cNvCxnSpPr>
            <a:cxnSpLocks/>
          </p:cNvCxnSpPr>
          <p:nvPr/>
        </p:nvCxnSpPr>
        <p:spPr>
          <a:xfrm>
            <a:off x="6280175" y="4506965"/>
            <a:ext cx="48323" cy="1642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3A4B8B43-99DD-42DA-5700-B4386B332FAC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826783" y="2237780"/>
            <a:ext cx="153452" cy="1562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03CAB0F4-B783-EB73-A3E6-C2D8E7CD20E9}"/>
              </a:ext>
            </a:extLst>
          </p:cNvPr>
          <p:cNvCxnSpPr>
            <a:cxnSpLocks/>
          </p:cNvCxnSpPr>
          <p:nvPr/>
        </p:nvCxnSpPr>
        <p:spPr>
          <a:xfrm>
            <a:off x="6053060" y="4454061"/>
            <a:ext cx="173959" cy="1350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0D97BC02-4522-F7DC-BBBB-70054BAF4B42}"/>
              </a:ext>
            </a:extLst>
          </p:cNvPr>
          <p:cNvSpPr txBox="1"/>
          <p:nvPr/>
        </p:nvSpPr>
        <p:spPr>
          <a:xfrm>
            <a:off x="3109232" y="1881657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3.3V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02625FD-26BE-6DE6-15E1-BC89FDBCE8BA}"/>
              </a:ext>
            </a:extLst>
          </p:cNvPr>
          <p:cNvSpPr txBox="1"/>
          <p:nvPr/>
        </p:nvSpPr>
        <p:spPr>
          <a:xfrm>
            <a:off x="6000019" y="4728058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GND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61A70C4-F874-CC9C-9C5D-47E30376E773}"/>
              </a:ext>
            </a:extLst>
          </p:cNvPr>
          <p:cNvSpPr txBox="1"/>
          <p:nvPr/>
        </p:nvSpPr>
        <p:spPr>
          <a:xfrm>
            <a:off x="5141387" y="1986782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50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D097DF2-A906-270A-9D33-220F98BE81C3}"/>
              </a:ext>
            </a:extLst>
          </p:cNvPr>
          <p:cNvSpPr txBox="1"/>
          <p:nvPr/>
        </p:nvSpPr>
        <p:spPr>
          <a:xfrm>
            <a:off x="4232068" y="2010516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50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F473AA3-487A-2412-CE4C-4B98E5633F62}"/>
              </a:ext>
            </a:extLst>
          </p:cNvPr>
          <p:cNvSpPr txBox="1"/>
          <p:nvPr/>
        </p:nvSpPr>
        <p:spPr>
          <a:xfrm>
            <a:off x="5094083" y="2974213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50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ED0EA265-2425-3813-51C1-515FEEAB8FD8}"/>
              </a:ext>
            </a:extLst>
          </p:cNvPr>
          <p:cNvSpPr txBox="1"/>
          <p:nvPr/>
        </p:nvSpPr>
        <p:spPr>
          <a:xfrm>
            <a:off x="4184764" y="2997947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50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C2800D1-D058-1867-4765-CD61F9C28DD0}"/>
              </a:ext>
            </a:extLst>
          </p:cNvPr>
          <p:cNvSpPr txBox="1"/>
          <p:nvPr/>
        </p:nvSpPr>
        <p:spPr>
          <a:xfrm>
            <a:off x="5054071" y="3905318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50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00A3464-5FE1-AF24-207B-7F8D2D1D99B0}"/>
              </a:ext>
            </a:extLst>
          </p:cNvPr>
          <p:cNvSpPr txBox="1"/>
          <p:nvPr/>
        </p:nvSpPr>
        <p:spPr>
          <a:xfrm>
            <a:off x="4144752" y="3929052"/>
            <a:ext cx="83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50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DAC84BB3-1A3B-6781-FAD9-EEBCBBA6897F}"/>
              </a:ext>
            </a:extLst>
          </p:cNvPr>
          <p:cNvSpPr txBox="1"/>
          <p:nvPr/>
        </p:nvSpPr>
        <p:spPr>
          <a:xfrm>
            <a:off x="3063201" y="2736633"/>
            <a:ext cx="95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100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76698DC-18E3-2198-BF1F-DA59C3551F36}"/>
              </a:ext>
            </a:extLst>
          </p:cNvPr>
          <p:cNvSpPr txBox="1"/>
          <p:nvPr/>
        </p:nvSpPr>
        <p:spPr>
          <a:xfrm>
            <a:off x="3038136" y="3748397"/>
            <a:ext cx="95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100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6861DC8-EED4-4DB3-99B1-8E28480F68A8}"/>
              </a:ext>
            </a:extLst>
          </p:cNvPr>
          <p:cNvSpPr txBox="1"/>
          <p:nvPr/>
        </p:nvSpPr>
        <p:spPr>
          <a:xfrm>
            <a:off x="6096000" y="2747264"/>
            <a:ext cx="95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100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23021DF-7697-7A32-1F4D-5557832A2765}"/>
              </a:ext>
            </a:extLst>
          </p:cNvPr>
          <p:cNvSpPr txBox="1"/>
          <p:nvPr/>
        </p:nvSpPr>
        <p:spPr>
          <a:xfrm>
            <a:off x="6092507" y="3725225"/>
            <a:ext cx="95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T Sans" panose="020B0503020203020204" pitchFamily="34" charset="0"/>
              </a:rPr>
              <a:t>100 </a:t>
            </a:r>
            <a:r>
              <a:rPr lang="el-GR" sz="2000" dirty="0">
                <a:latin typeface="PT Sans" panose="020B0503020203020204" pitchFamily="34" charset="0"/>
              </a:rPr>
              <a:t>Ω</a:t>
            </a:r>
            <a:endParaRPr lang="en-US" sz="2000" dirty="0">
              <a:latin typeface="PT Sans" panose="020B0503020203020204" pitchFamily="34" charset="0"/>
            </a:endParaRPr>
          </a:p>
        </p:txBody>
      </p:sp>
      <p:pic>
        <p:nvPicPr>
          <p:cNvPr id="158" name="Picture 157" descr="A close up of a circuit board&#10;&#10;Description automatically generated">
            <a:extLst>
              <a:ext uri="{FF2B5EF4-FFF2-40B4-BE49-F238E27FC236}">
                <a16:creationId xmlns:a16="http://schemas.microsoft.com/office/drawing/2014/main" id="{6EF782CF-DC87-78A8-B6A4-20F20554E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580213" y="2362359"/>
            <a:ext cx="2999952" cy="2248798"/>
          </a:xfrm>
          <a:prstGeom prst="rect">
            <a:avLst/>
          </a:prstGeom>
        </p:spPr>
      </p:pic>
      <p:sp>
        <p:nvSpPr>
          <p:cNvPr id="159" name="TextBox 158">
            <a:extLst>
              <a:ext uri="{FF2B5EF4-FFF2-40B4-BE49-F238E27FC236}">
                <a16:creationId xmlns:a16="http://schemas.microsoft.com/office/drawing/2014/main" id="{50E638F8-F45D-61F5-5CB1-474BB5CC1435}"/>
              </a:ext>
            </a:extLst>
          </p:cNvPr>
          <p:cNvSpPr txBox="1"/>
          <p:nvPr/>
        </p:nvSpPr>
        <p:spPr>
          <a:xfrm>
            <a:off x="6864633" y="1278896"/>
            <a:ext cx="2431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PT Sans" panose="020B0503020203020204" pitchFamily="34" charset="0"/>
              </a:rPr>
              <a:t>Connect to Arduino for processing</a:t>
            </a:r>
          </a:p>
        </p:txBody>
      </p:sp>
    </p:spTree>
    <p:extLst>
      <p:ext uri="{BB962C8B-B14F-4D97-AF65-F5344CB8AC3E}">
        <p14:creationId xmlns:p14="http://schemas.microsoft.com/office/powerpoint/2010/main" val="32394122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0FCE-1D70-C690-B5B4-5EDCB91CC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Arduino</a:t>
            </a:r>
          </a:p>
        </p:txBody>
      </p:sp>
      <p:pic>
        <p:nvPicPr>
          <p:cNvPr id="5" name="Online Media 4" title="Arduino in 100 Seconds">
            <a:hlinkClick r:id="" action="ppaction://media"/>
            <a:extLst>
              <a:ext uri="{FF2B5EF4-FFF2-40B4-BE49-F238E27FC236}">
                <a16:creationId xmlns:a16="http://schemas.microsoft.com/office/drawing/2014/main" id="{593DB42D-65FF-A27E-951F-478285640AC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2343" y="1310858"/>
            <a:ext cx="7707313" cy="43513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C2712-54D3-1775-1FF6-445C1B3D6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36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BD7017-0BB7-6EA3-C05C-2AE46839C7D3}"/>
              </a:ext>
            </a:extLst>
          </p:cNvPr>
          <p:cNvSpPr txBox="1"/>
          <p:nvPr/>
        </p:nvSpPr>
        <p:spPr>
          <a:xfrm>
            <a:off x="3205480" y="5880854"/>
            <a:ext cx="618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T Sans" panose="020B0503020203020204" pitchFamily="34" charset="0"/>
              </a:rPr>
              <a:t>https://www.youtube.com/watch?v=1ENiVwk8idM</a:t>
            </a:r>
          </a:p>
        </p:txBody>
      </p:sp>
    </p:spTree>
    <p:extLst>
      <p:ext uri="{BB962C8B-B14F-4D97-AF65-F5344CB8AC3E}">
        <p14:creationId xmlns:p14="http://schemas.microsoft.com/office/powerpoint/2010/main" val="1184105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BF711-93ED-2D52-6826-101D31F63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Arduino Nano 33 BLE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CA89A-AD56-0E6C-B693-AE555665D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37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blue circuit board with black text&#10;&#10;Description automatically generated">
            <a:extLst>
              <a:ext uri="{FF2B5EF4-FFF2-40B4-BE49-F238E27FC236}">
                <a16:creationId xmlns:a16="http://schemas.microsoft.com/office/drawing/2014/main" id="{57E9A9E7-4B25-1FAC-ADF9-22340942E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102" y="887730"/>
            <a:ext cx="3755297" cy="5824083"/>
          </a:xfrm>
          <a:prstGeom prst="rect">
            <a:avLst/>
          </a:prstGeom>
        </p:spPr>
      </p:pic>
      <p:pic>
        <p:nvPicPr>
          <p:cNvPr id="10" name="Picture 9" descr="A table with several different components&#10;&#10;Description automatically generated with medium confidence">
            <a:extLst>
              <a:ext uri="{FF2B5EF4-FFF2-40B4-BE49-F238E27FC236}">
                <a16:creationId xmlns:a16="http://schemas.microsoft.com/office/drawing/2014/main" id="{0A40A690-1225-77FE-D1DC-2C3276094A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975" b="6391"/>
          <a:stretch/>
        </p:blipFill>
        <p:spPr>
          <a:xfrm>
            <a:off x="5961214" y="212284"/>
            <a:ext cx="4330866" cy="643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8225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96312-F57F-3B7F-4B47-8754496D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Arduino pinout </a:t>
            </a:r>
          </a:p>
        </p:txBody>
      </p:sp>
      <p:pic>
        <p:nvPicPr>
          <p:cNvPr id="6" name="Content Placeholder 5" descr="A close-up of a circuit board&#10;&#10;Description automatically generated">
            <a:extLst>
              <a:ext uri="{FF2B5EF4-FFF2-40B4-BE49-F238E27FC236}">
                <a16:creationId xmlns:a16="http://schemas.microsoft.com/office/drawing/2014/main" id="{27485448-F493-C084-835D-F4826D2D5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669" y="2150744"/>
            <a:ext cx="5166595" cy="344105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CEE5C-59A5-7B22-DC63-4D37FD48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38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computer circuit board with many colored labels&#10;&#10;Description automatically generated with medium confidence">
            <a:extLst>
              <a:ext uri="{FF2B5EF4-FFF2-40B4-BE49-F238E27FC236}">
                <a16:creationId xmlns:a16="http://schemas.microsoft.com/office/drawing/2014/main" id="{1DE388A5-509C-7271-482A-812D5B87D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" y="609930"/>
            <a:ext cx="6121400" cy="612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3655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6A53-D540-9F87-4EDB-74414D40C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and running examples on Arduino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60EC8-2D2B-42FC-3ABB-6043DD563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 1: Blink the LED</a:t>
            </a:r>
          </a:p>
          <a:p>
            <a:r>
              <a:rPr lang="en-US" dirty="0"/>
              <a:t>Demo 2: Wireless data transfer to a web app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623EB-80A7-635E-B5AA-9F5F70E65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39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306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22782</TotalTime>
  <Words>756</Words>
  <Application>Microsoft Office PowerPoint</Application>
  <PresentationFormat>Widescreen</PresentationFormat>
  <Paragraphs>178</Paragraphs>
  <Slides>39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PT Sans</vt:lpstr>
      <vt:lpstr>Times New Roman</vt:lpstr>
      <vt:lpstr>Office Theme</vt:lpstr>
      <vt:lpstr>ECE 105: Introduction to Electrical Engineering</vt:lpstr>
      <vt:lpstr>Breaking down engineering systems</vt:lpstr>
      <vt:lpstr>Breakdown of hardware and software</vt:lpstr>
      <vt:lpstr>Equivalence to human body </vt:lpstr>
      <vt:lpstr>Oximeter system breakdown</vt:lpstr>
      <vt:lpstr>Resistive touchscreen system breakdown </vt:lpstr>
      <vt:lpstr>Resistive touchscreen system approach </vt:lpstr>
      <vt:lpstr>Voltage</vt:lpstr>
      <vt:lpstr>Voltage</vt:lpstr>
      <vt:lpstr>Flow of charge – current</vt:lpstr>
      <vt:lpstr>Increasing voltage / increasing water pressure</vt:lpstr>
      <vt:lpstr>Voltage difference</vt:lpstr>
      <vt:lpstr>Resistance</vt:lpstr>
      <vt:lpstr>Ohm’s law</vt:lpstr>
      <vt:lpstr>Ohm’s law</vt:lpstr>
      <vt:lpstr>Test problems</vt:lpstr>
      <vt:lpstr>Test problems</vt:lpstr>
      <vt:lpstr>Test problems</vt:lpstr>
      <vt:lpstr>Test problems</vt:lpstr>
      <vt:lpstr>PowerPoint Presentation</vt:lpstr>
      <vt:lpstr>Test problems</vt:lpstr>
      <vt:lpstr>PowerPoint Presentation</vt:lpstr>
      <vt:lpstr>Test problems </vt:lpstr>
      <vt:lpstr>Resistors</vt:lpstr>
      <vt:lpstr>Resistors</vt:lpstr>
      <vt:lpstr>Going back to the touchscreen </vt:lpstr>
      <vt:lpstr>Step 1/a: Breadboarding</vt:lpstr>
      <vt:lpstr>Step 1/b: Protoboards</vt:lpstr>
      <vt:lpstr>Protoboard soldering and connection</vt:lpstr>
      <vt:lpstr>What is happening here 🤔? </vt:lpstr>
      <vt:lpstr>Correct way to hold soldering iron</vt:lpstr>
      <vt:lpstr>Very old way of making printed circuit boards</vt:lpstr>
      <vt:lpstr>Use of PCB design tools such as eagle / kicad</vt:lpstr>
      <vt:lpstr>Yasser’s first electronics project (14 years ago )</vt:lpstr>
      <vt:lpstr>What’s remining now? </vt:lpstr>
      <vt:lpstr>Arduino</vt:lpstr>
      <vt:lpstr>Arduino Nano 33 BLE </vt:lpstr>
      <vt:lpstr>Arduino pinout </vt:lpstr>
      <vt:lpstr>Installing and running examples on Arduino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Erez Zolkov</cp:lastModifiedBy>
  <cp:revision>922</cp:revision>
  <cp:lastPrinted>2017-03-30T23:40:26Z</cp:lastPrinted>
  <dcterms:created xsi:type="dcterms:W3CDTF">2014-02-24T21:19:39Z</dcterms:created>
  <dcterms:modified xsi:type="dcterms:W3CDTF">2026-08-27T01:04:36Z</dcterms:modified>
</cp:coreProperties>
</file>